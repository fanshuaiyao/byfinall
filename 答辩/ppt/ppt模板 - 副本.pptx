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6"/>
  </p:notesMasterIdLst>
  <p:sldIdLst>
    <p:sldId id="946" r:id="rId2"/>
    <p:sldId id="886" r:id="rId3"/>
    <p:sldId id="889" r:id="rId4"/>
    <p:sldId id="94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98"/>
    <a:srgbClr val="004E97"/>
    <a:srgbClr val="004E96"/>
    <a:srgbClr val="004EAB"/>
    <a:srgbClr val="E20010"/>
    <a:srgbClr val="2F5597"/>
    <a:srgbClr val="F0AA50"/>
    <a:srgbClr val="F01E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6" autoAdjust="0"/>
    <p:restoredTop sz="94567"/>
  </p:normalViewPr>
  <p:slideViewPr>
    <p:cSldViewPr snapToGrid="0" snapToObjects="1">
      <p:cViewPr>
        <p:scale>
          <a:sx n="100" d="100"/>
          <a:sy n="100" d="100"/>
        </p:scale>
        <p:origin x="5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7B6F0-605A-3A4D-97E8-EAE158ECB537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7EA9F-BAA9-954B-A225-7CFCF4778F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183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www.pexels.com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zh-tw</a:t>
            </a:r>
            <a:r>
              <a:rPr kumimoji="1" lang="en" altLang="zh-CN" dirty="0"/>
              <a:t>/photo/21120/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D5F39-457F-7940-ABBE-4261A3641ED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797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14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503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279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210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30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137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676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342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614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657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657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CF372-61BF-A04E-928B-F1816CD04942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75604-4A4B-DE45-A4E1-C932D7BC44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084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DF3C0C3-A7F8-9E42-B1B2-DF4108AE93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060"/>
            <a:ext cx="12192000" cy="68478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8939010-75C4-8149-9313-FED37C129112}"/>
              </a:ext>
            </a:extLst>
          </p:cNvPr>
          <p:cNvSpPr txBox="1"/>
          <p:nvPr/>
        </p:nvSpPr>
        <p:spPr>
          <a:xfrm>
            <a:off x="152400" y="2441929"/>
            <a:ext cx="1203960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zh-CN" altLang="en-US" sz="5000" b="1" dirty="0">
                <a:solidFill>
                  <a:srgbClr val="FFFFFF"/>
                </a:solidFill>
                <a:latin typeface="Microsoft YaHei"/>
              </a:rPr>
              <a:t>基于多模态学习的药物分子性质预测研究</a:t>
            </a:r>
            <a:endParaRPr kumimoji="1" lang="zh-CN" altLang="en-US" sz="50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6C0A74-5413-4514-9CE5-E7B52BF1D029}"/>
              </a:ext>
            </a:extLst>
          </p:cNvPr>
          <p:cNvSpPr/>
          <p:nvPr/>
        </p:nvSpPr>
        <p:spPr>
          <a:xfrm>
            <a:off x="4162166" y="689022"/>
            <a:ext cx="3861979" cy="101281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654480-412A-469F-0B1D-83100E35EB2B}"/>
              </a:ext>
            </a:extLst>
          </p:cNvPr>
          <p:cNvSpPr txBox="1"/>
          <p:nvPr/>
        </p:nvSpPr>
        <p:spPr>
          <a:xfrm>
            <a:off x="7195516" y="3975358"/>
            <a:ext cx="3867665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姓   名：范帅尧</a:t>
            </a:r>
            <a:endParaRPr kumimoji="1" lang="en-US" altLang="zh-CN" sz="20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导   师：牛云云教授</a:t>
            </a:r>
            <a:br>
              <a:rPr kumimoji="1" lang="en-US" altLang="zh-CN" sz="20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</a:br>
            <a:r>
              <a:rPr kumimoji="1" lang="zh-CN" altLang="en-US" sz="20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时   间：</a:t>
            </a:r>
            <a:r>
              <a:rPr kumimoji="1" lang="en-US" altLang="zh-CN" sz="20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2026.05.13</a:t>
            </a:r>
          </a:p>
        </p:txBody>
      </p:sp>
    </p:spTree>
    <p:extLst>
      <p:ext uri="{BB962C8B-B14F-4D97-AF65-F5344CB8AC3E}">
        <p14:creationId xmlns:p14="http://schemas.microsoft.com/office/powerpoint/2010/main" val="192204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形状 16">
            <a:extLst>
              <a:ext uri="{FF2B5EF4-FFF2-40B4-BE49-F238E27FC236}">
                <a16:creationId xmlns:a16="http://schemas.microsoft.com/office/drawing/2014/main" id="{DA2BCE4F-D0F9-2346-98A3-874988818B2E}"/>
              </a:ext>
            </a:extLst>
          </p:cNvPr>
          <p:cNvSpPr/>
          <p:nvPr/>
        </p:nvSpPr>
        <p:spPr>
          <a:xfrm rot="21077489">
            <a:off x="-805439" y="-348681"/>
            <a:ext cx="4768208" cy="7626295"/>
          </a:xfrm>
          <a:custGeom>
            <a:avLst/>
            <a:gdLst>
              <a:gd name="connsiteX0" fmla="*/ 3576156 w 3576156"/>
              <a:gd name="connsiteY0" fmla="*/ 425720 h 5719721"/>
              <a:gd name="connsiteX1" fmla="*/ 3471379 w 3576156"/>
              <a:gd name="connsiteY1" fmla="*/ 595235 h 5719721"/>
              <a:gd name="connsiteX2" fmla="*/ 3358568 w 3576156"/>
              <a:gd name="connsiteY2" fmla="*/ 5682151 h 5719721"/>
              <a:gd name="connsiteX3" fmla="*/ 3379336 w 3576156"/>
              <a:gd name="connsiteY3" fmla="*/ 5719721 h 5719721"/>
              <a:gd name="connsiteX4" fmla="*/ 0 w 3576156"/>
              <a:gd name="connsiteY4" fmla="*/ 5202095 h 5719721"/>
              <a:gd name="connsiteX5" fmla="*/ 796824 w 3576156"/>
              <a:gd name="connsiteY5" fmla="*/ 0 h 5719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6156" h="5719721">
                <a:moveTo>
                  <a:pt x="3576156" y="425720"/>
                </a:moveTo>
                <a:lnTo>
                  <a:pt x="3471379" y="595235"/>
                </a:lnTo>
                <a:cubicBezTo>
                  <a:pt x="2558517" y="2157331"/>
                  <a:pt x="2520914" y="4089561"/>
                  <a:pt x="3358568" y="5682151"/>
                </a:cubicBezTo>
                <a:lnTo>
                  <a:pt x="3379336" y="5719721"/>
                </a:lnTo>
                <a:lnTo>
                  <a:pt x="0" y="5202095"/>
                </a:lnTo>
                <a:lnTo>
                  <a:pt x="796824" y="0"/>
                </a:lnTo>
                <a:close/>
              </a:path>
            </a:pathLst>
          </a:custGeom>
          <a:solidFill>
            <a:srgbClr val="004E9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/>
            <a:endParaRPr lang="zh-CN" altLang="en-US" kern="0">
              <a:solidFill>
                <a:prstClr val="white"/>
              </a:solidFill>
              <a:latin typeface="OPPOSans R"/>
              <a:ea typeface="OPPOSans R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DC70ED8-0B8C-C842-B730-14BD1941B985}"/>
              </a:ext>
            </a:extLst>
          </p:cNvPr>
          <p:cNvGrpSpPr/>
          <p:nvPr/>
        </p:nvGrpSpPr>
        <p:grpSpPr>
          <a:xfrm rot="16200000" flipV="1">
            <a:off x="318134" y="2099600"/>
            <a:ext cx="6953252" cy="2563548"/>
            <a:chOff x="-1037491" y="1951321"/>
            <a:chExt cx="10853895" cy="2847062"/>
          </a:xfrm>
        </p:grpSpPr>
        <p:sp>
          <p:nvSpPr>
            <p:cNvPr id="3" name="矩形 15">
              <a:extLst>
                <a:ext uri="{FF2B5EF4-FFF2-40B4-BE49-F238E27FC236}">
                  <a16:creationId xmlns:a16="http://schemas.microsoft.com/office/drawing/2014/main" id="{F907D737-8F1C-4743-9577-60B93CE54F3E}"/>
                </a:ext>
              </a:extLst>
            </p:cNvPr>
            <p:cNvSpPr/>
            <p:nvPr/>
          </p:nvSpPr>
          <p:spPr>
            <a:xfrm flipH="1">
              <a:off x="-679336" y="2739156"/>
              <a:ext cx="10495740" cy="1773330"/>
            </a:xfrm>
            <a:custGeom>
              <a:avLst/>
              <a:gdLst>
                <a:gd name="connsiteX0" fmla="*/ 0 w 13079590"/>
                <a:gd name="connsiteY0" fmla="*/ 0 h 1455520"/>
                <a:gd name="connsiteX1" fmla="*/ 13079590 w 13079590"/>
                <a:gd name="connsiteY1" fmla="*/ 0 h 1455520"/>
                <a:gd name="connsiteX2" fmla="*/ 13079590 w 13079590"/>
                <a:gd name="connsiteY2" fmla="*/ 1455520 h 1455520"/>
                <a:gd name="connsiteX3" fmla="*/ 0 w 13079590"/>
                <a:gd name="connsiteY3" fmla="*/ 1455520 h 1455520"/>
                <a:gd name="connsiteX4" fmla="*/ 0 w 13079590"/>
                <a:gd name="connsiteY4" fmla="*/ 0 h 1455520"/>
                <a:gd name="connsiteX0" fmla="*/ 46893 w 13126483"/>
                <a:gd name="connsiteY0" fmla="*/ 0 h 1713428"/>
                <a:gd name="connsiteX1" fmla="*/ 13126483 w 13126483"/>
                <a:gd name="connsiteY1" fmla="*/ 0 h 1713428"/>
                <a:gd name="connsiteX2" fmla="*/ 13126483 w 13126483"/>
                <a:gd name="connsiteY2" fmla="*/ 1455520 h 1713428"/>
                <a:gd name="connsiteX3" fmla="*/ 0 w 13126483"/>
                <a:gd name="connsiteY3" fmla="*/ 1713428 h 1713428"/>
                <a:gd name="connsiteX4" fmla="*/ 46893 w 13126483"/>
                <a:gd name="connsiteY4" fmla="*/ 0 h 1713428"/>
                <a:gd name="connsiteX0" fmla="*/ 46893 w 13149930"/>
                <a:gd name="connsiteY0" fmla="*/ 375138 h 2088566"/>
                <a:gd name="connsiteX1" fmla="*/ 13149930 w 13149930"/>
                <a:gd name="connsiteY1" fmla="*/ 0 h 2088566"/>
                <a:gd name="connsiteX2" fmla="*/ 13126483 w 13149930"/>
                <a:gd name="connsiteY2" fmla="*/ 1830658 h 2088566"/>
                <a:gd name="connsiteX3" fmla="*/ 0 w 13149930"/>
                <a:gd name="connsiteY3" fmla="*/ 2088566 h 2088566"/>
                <a:gd name="connsiteX4" fmla="*/ 46893 w 13149930"/>
                <a:gd name="connsiteY4" fmla="*/ 375138 h 2088566"/>
                <a:gd name="connsiteX0" fmla="*/ 46893 w 13149930"/>
                <a:gd name="connsiteY0" fmla="*/ 375138 h 2088566"/>
                <a:gd name="connsiteX1" fmla="*/ 13149930 w 13149930"/>
                <a:gd name="connsiteY1" fmla="*/ 0 h 2088566"/>
                <a:gd name="connsiteX2" fmla="*/ 13103037 w 13149930"/>
                <a:gd name="connsiteY2" fmla="*/ 1713427 h 2088566"/>
                <a:gd name="connsiteX3" fmla="*/ 0 w 13149930"/>
                <a:gd name="connsiteY3" fmla="*/ 2088566 h 2088566"/>
                <a:gd name="connsiteX4" fmla="*/ 46893 w 13149930"/>
                <a:gd name="connsiteY4" fmla="*/ 375138 h 2088566"/>
                <a:gd name="connsiteX0" fmla="*/ 46893 w 13149930"/>
                <a:gd name="connsiteY0" fmla="*/ 375138 h 2094471"/>
                <a:gd name="connsiteX1" fmla="*/ 13149930 w 13149930"/>
                <a:gd name="connsiteY1" fmla="*/ 0 h 2094471"/>
                <a:gd name="connsiteX2" fmla="*/ 13103037 w 13149930"/>
                <a:gd name="connsiteY2" fmla="*/ 1713427 h 2094471"/>
                <a:gd name="connsiteX3" fmla="*/ 0 w 13149930"/>
                <a:gd name="connsiteY3" fmla="*/ 2088566 h 2094471"/>
                <a:gd name="connsiteX4" fmla="*/ 46893 w 13149930"/>
                <a:gd name="connsiteY4" fmla="*/ 375138 h 2094471"/>
                <a:gd name="connsiteX0" fmla="*/ 46893 w 13149930"/>
                <a:gd name="connsiteY0" fmla="*/ 375138 h 2323027"/>
                <a:gd name="connsiteX1" fmla="*/ 13149930 w 13149930"/>
                <a:gd name="connsiteY1" fmla="*/ 0 h 2323027"/>
                <a:gd name="connsiteX2" fmla="*/ 13103037 w 13149930"/>
                <a:gd name="connsiteY2" fmla="*/ 1713427 h 2323027"/>
                <a:gd name="connsiteX3" fmla="*/ 0 w 13149930"/>
                <a:gd name="connsiteY3" fmla="*/ 2323027 h 2323027"/>
                <a:gd name="connsiteX4" fmla="*/ 46893 w 13149930"/>
                <a:gd name="connsiteY4" fmla="*/ 375138 h 2323027"/>
                <a:gd name="connsiteX0" fmla="*/ 0 w 13595406"/>
                <a:gd name="connsiteY0" fmla="*/ 398584 h 2323027"/>
                <a:gd name="connsiteX1" fmla="*/ 13595406 w 13595406"/>
                <a:gd name="connsiteY1" fmla="*/ 0 h 2323027"/>
                <a:gd name="connsiteX2" fmla="*/ 13548513 w 13595406"/>
                <a:gd name="connsiteY2" fmla="*/ 1713427 h 2323027"/>
                <a:gd name="connsiteX3" fmla="*/ 445476 w 13595406"/>
                <a:gd name="connsiteY3" fmla="*/ 2323027 h 2323027"/>
                <a:gd name="connsiteX4" fmla="*/ 0 w 13595406"/>
                <a:gd name="connsiteY4" fmla="*/ 398584 h 2323027"/>
                <a:gd name="connsiteX0" fmla="*/ 0 w 13595406"/>
                <a:gd name="connsiteY0" fmla="*/ 398584 h 2323027"/>
                <a:gd name="connsiteX1" fmla="*/ 13595406 w 13595406"/>
                <a:gd name="connsiteY1" fmla="*/ 0 h 2323027"/>
                <a:gd name="connsiteX2" fmla="*/ 13548513 w 13595406"/>
                <a:gd name="connsiteY2" fmla="*/ 1713427 h 2323027"/>
                <a:gd name="connsiteX3" fmla="*/ 445476 w 13595406"/>
                <a:gd name="connsiteY3" fmla="*/ 2323027 h 2323027"/>
                <a:gd name="connsiteX4" fmla="*/ 0 w 13595406"/>
                <a:gd name="connsiteY4" fmla="*/ 398584 h 2323027"/>
                <a:gd name="connsiteX0" fmla="*/ 0 w 13642298"/>
                <a:gd name="connsiteY0" fmla="*/ 445476 h 2369919"/>
                <a:gd name="connsiteX1" fmla="*/ 13642298 w 13642298"/>
                <a:gd name="connsiteY1" fmla="*/ 0 h 2369919"/>
                <a:gd name="connsiteX2" fmla="*/ 13548513 w 13642298"/>
                <a:gd name="connsiteY2" fmla="*/ 1760319 h 2369919"/>
                <a:gd name="connsiteX3" fmla="*/ 445476 w 13642298"/>
                <a:gd name="connsiteY3" fmla="*/ 2369919 h 2369919"/>
                <a:gd name="connsiteX4" fmla="*/ 0 w 13642298"/>
                <a:gd name="connsiteY4" fmla="*/ 445476 h 2369919"/>
                <a:gd name="connsiteX0" fmla="*/ 0 w 13876759"/>
                <a:gd name="connsiteY0" fmla="*/ 1078522 h 2369919"/>
                <a:gd name="connsiteX1" fmla="*/ 13876759 w 13876759"/>
                <a:gd name="connsiteY1" fmla="*/ 0 h 2369919"/>
                <a:gd name="connsiteX2" fmla="*/ 13782974 w 13876759"/>
                <a:gd name="connsiteY2" fmla="*/ 1760319 h 2369919"/>
                <a:gd name="connsiteX3" fmla="*/ 679937 w 13876759"/>
                <a:gd name="connsiteY3" fmla="*/ 2369919 h 2369919"/>
                <a:gd name="connsiteX4" fmla="*/ 0 w 13876759"/>
                <a:gd name="connsiteY4" fmla="*/ 1078522 h 2369919"/>
                <a:gd name="connsiteX0" fmla="*/ 0 w 13876759"/>
                <a:gd name="connsiteY0" fmla="*/ 1078522 h 2369919"/>
                <a:gd name="connsiteX1" fmla="*/ 13876759 w 13876759"/>
                <a:gd name="connsiteY1" fmla="*/ 0 h 2369919"/>
                <a:gd name="connsiteX2" fmla="*/ 13782974 w 13876759"/>
                <a:gd name="connsiteY2" fmla="*/ 1760319 h 2369919"/>
                <a:gd name="connsiteX3" fmla="*/ 351691 w 13876759"/>
                <a:gd name="connsiteY3" fmla="*/ 2369919 h 2369919"/>
                <a:gd name="connsiteX4" fmla="*/ 0 w 13876759"/>
                <a:gd name="connsiteY4" fmla="*/ 1078522 h 2369919"/>
                <a:gd name="connsiteX0" fmla="*/ 0 w 13993989"/>
                <a:gd name="connsiteY0" fmla="*/ 1078522 h 2369919"/>
                <a:gd name="connsiteX1" fmla="*/ 13876759 w 13993989"/>
                <a:gd name="connsiteY1" fmla="*/ 0 h 2369919"/>
                <a:gd name="connsiteX2" fmla="*/ 13993989 w 13993989"/>
                <a:gd name="connsiteY2" fmla="*/ 1760319 h 2369919"/>
                <a:gd name="connsiteX3" fmla="*/ 351691 w 13993989"/>
                <a:gd name="connsiteY3" fmla="*/ 2369919 h 2369919"/>
                <a:gd name="connsiteX4" fmla="*/ 0 w 13993989"/>
                <a:gd name="connsiteY4" fmla="*/ 1078522 h 2369919"/>
                <a:gd name="connsiteX0" fmla="*/ 0 w 13993989"/>
                <a:gd name="connsiteY0" fmla="*/ 1078522 h 2369919"/>
                <a:gd name="connsiteX1" fmla="*/ 13876759 w 13993989"/>
                <a:gd name="connsiteY1" fmla="*/ 0 h 2369919"/>
                <a:gd name="connsiteX2" fmla="*/ 13993989 w 13993989"/>
                <a:gd name="connsiteY2" fmla="*/ 1760319 h 2369919"/>
                <a:gd name="connsiteX3" fmla="*/ 351691 w 13993989"/>
                <a:gd name="connsiteY3" fmla="*/ 2369919 h 2369919"/>
                <a:gd name="connsiteX4" fmla="*/ 0 w 13993989"/>
                <a:gd name="connsiteY4" fmla="*/ 1078522 h 2369919"/>
                <a:gd name="connsiteX0" fmla="*/ 0 w 13994488"/>
                <a:gd name="connsiteY0" fmla="*/ 1078522 h 2369919"/>
                <a:gd name="connsiteX1" fmla="*/ 13876759 w 13994488"/>
                <a:gd name="connsiteY1" fmla="*/ 0 h 2369919"/>
                <a:gd name="connsiteX2" fmla="*/ 13993989 w 13994488"/>
                <a:gd name="connsiteY2" fmla="*/ 1760319 h 2369919"/>
                <a:gd name="connsiteX3" fmla="*/ 351691 w 13994488"/>
                <a:gd name="connsiteY3" fmla="*/ 2369919 h 2369919"/>
                <a:gd name="connsiteX4" fmla="*/ 0 w 13994488"/>
                <a:gd name="connsiteY4" fmla="*/ 1078522 h 2369919"/>
                <a:gd name="connsiteX0" fmla="*/ 0 w 13994488"/>
                <a:gd name="connsiteY0" fmla="*/ 1078522 h 2369919"/>
                <a:gd name="connsiteX1" fmla="*/ 13876759 w 13994488"/>
                <a:gd name="connsiteY1" fmla="*/ 0 h 2369919"/>
                <a:gd name="connsiteX2" fmla="*/ 13993989 w 13994488"/>
                <a:gd name="connsiteY2" fmla="*/ 1760319 h 2369919"/>
                <a:gd name="connsiteX3" fmla="*/ 351691 w 13994488"/>
                <a:gd name="connsiteY3" fmla="*/ 2369919 h 2369919"/>
                <a:gd name="connsiteX4" fmla="*/ 0 w 13994488"/>
                <a:gd name="connsiteY4" fmla="*/ 1078522 h 2369919"/>
                <a:gd name="connsiteX0" fmla="*/ 0 w 13994488"/>
                <a:gd name="connsiteY0" fmla="*/ 1078522 h 2391610"/>
                <a:gd name="connsiteX1" fmla="*/ 13876759 w 13994488"/>
                <a:gd name="connsiteY1" fmla="*/ 0 h 2391610"/>
                <a:gd name="connsiteX2" fmla="*/ 13993989 w 13994488"/>
                <a:gd name="connsiteY2" fmla="*/ 1760319 h 2391610"/>
                <a:gd name="connsiteX3" fmla="*/ 351691 w 13994488"/>
                <a:gd name="connsiteY3" fmla="*/ 2369919 h 2391610"/>
                <a:gd name="connsiteX4" fmla="*/ 0 w 13994488"/>
                <a:gd name="connsiteY4" fmla="*/ 1078522 h 2391610"/>
                <a:gd name="connsiteX0" fmla="*/ 0 w 13947596"/>
                <a:gd name="connsiteY0" fmla="*/ 890953 h 2391610"/>
                <a:gd name="connsiteX1" fmla="*/ 13829867 w 13947596"/>
                <a:gd name="connsiteY1" fmla="*/ 0 h 2391610"/>
                <a:gd name="connsiteX2" fmla="*/ 13947097 w 13947596"/>
                <a:gd name="connsiteY2" fmla="*/ 1760319 h 2391610"/>
                <a:gd name="connsiteX3" fmla="*/ 304799 w 13947596"/>
                <a:gd name="connsiteY3" fmla="*/ 2369919 h 2391610"/>
                <a:gd name="connsiteX4" fmla="*/ 0 w 13947596"/>
                <a:gd name="connsiteY4" fmla="*/ 890953 h 2391610"/>
                <a:gd name="connsiteX0" fmla="*/ 0 w 13947596"/>
                <a:gd name="connsiteY0" fmla="*/ 890953 h 2323309"/>
                <a:gd name="connsiteX1" fmla="*/ 13829867 w 13947596"/>
                <a:gd name="connsiteY1" fmla="*/ 0 h 2323309"/>
                <a:gd name="connsiteX2" fmla="*/ 13947097 w 13947596"/>
                <a:gd name="connsiteY2" fmla="*/ 1760319 h 2323309"/>
                <a:gd name="connsiteX3" fmla="*/ 328245 w 13947596"/>
                <a:gd name="connsiteY3" fmla="*/ 2229242 h 2323309"/>
                <a:gd name="connsiteX4" fmla="*/ 0 w 13947596"/>
                <a:gd name="connsiteY4" fmla="*/ 890953 h 2323309"/>
                <a:gd name="connsiteX0" fmla="*/ 0 w 13947596"/>
                <a:gd name="connsiteY0" fmla="*/ 890953 h 2364422"/>
                <a:gd name="connsiteX1" fmla="*/ 13829867 w 13947596"/>
                <a:gd name="connsiteY1" fmla="*/ 0 h 2364422"/>
                <a:gd name="connsiteX2" fmla="*/ 13947097 w 13947596"/>
                <a:gd name="connsiteY2" fmla="*/ 1760319 h 2364422"/>
                <a:gd name="connsiteX3" fmla="*/ 328245 w 13947596"/>
                <a:gd name="connsiteY3" fmla="*/ 2229242 h 2364422"/>
                <a:gd name="connsiteX4" fmla="*/ 0 w 13947596"/>
                <a:gd name="connsiteY4" fmla="*/ 890953 h 2364422"/>
                <a:gd name="connsiteX0" fmla="*/ 0 w 13994320"/>
                <a:gd name="connsiteY0" fmla="*/ 890953 h 2318720"/>
                <a:gd name="connsiteX1" fmla="*/ 13829867 w 13994320"/>
                <a:gd name="connsiteY1" fmla="*/ 0 h 2318720"/>
                <a:gd name="connsiteX2" fmla="*/ 13993990 w 13994320"/>
                <a:gd name="connsiteY2" fmla="*/ 1666535 h 2318720"/>
                <a:gd name="connsiteX3" fmla="*/ 328245 w 13994320"/>
                <a:gd name="connsiteY3" fmla="*/ 2229242 h 2318720"/>
                <a:gd name="connsiteX4" fmla="*/ 0 w 13994320"/>
                <a:gd name="connsiteY4" fmla="*/ 890953 h 2318720"/>
                <a:gd name="connsiteX0" fmla="*/ 0 w 13994320"/>
                <a:gd name="connsiteY0" fmla="*/ 890953 h 2318720"/>
                <a:gd name="connsiteX1" fmla="*/ 13829867 w 13994320"/>
                <a:gd name="connsiteY1" fmla="*/ 0 h 2318720"/>
                <a:gd name="connsiteX2" fmla="*/ 13993990 w 13994320"/>
                <a:gd name="connsiteY2" fmla="*/ 1666535 h 2318720"/>
                <a:gd name="connsiteX3" fmla="*/ 328245 w 13994320"/>
                <a:gd name="connsiteY3" fmla="*/ 2229242 h 2318720"/>
                <a:gd name="connsiteX4" fmla="*/ 0 w 13994320"/>
                <a:gd name="connsiteY4" fmla="*/ 890953 h 2318720"/>
                <a:gd name="connsiteX0" fmla="*/ 0 w 13994320"/>
                <a:gd name="connsiteY0" fmla="*/ 890953 h 2318720"/>
                <a:gd name="connsiteX1" fmla="*/ 13829867 w 13994320"/>
                <a:gd name="connsiteY1" fmla="*/ 0 h 2318720"/>
                <a:gd name="connsiteX2" fmla="*/ 13993990 w 13994320"/>
                <a:gd name="connsiteY2" fmla="*/ 1666535 h 2318720"/>
                <a:gd name="connsiteX3" fmla="*/ 328245 w 13994320"/>
                <a:gd name="connsiteY3" fmla="*/ 2229242 h 2318720"/>
                <a:gd name="connsiteX4" fmla="*/ 0 w 13994320"/>
                <a:gd name="connsiteY4" fmla="*/ 890953 h 2318720"/>
                <a:gd name="connsiteX0" fmla="*/ 0 w 13994320"/>
                <a:gd name="connsiteY0" fmla="*/ 936673 h 2364440"/>
                <a:gd name="connsiteX1" fmla="*/ 13829867 w 13994320"/>
                <a:gd name="connsiteY1" fmla="*/ 0 h 2364440"/>
                <a:gd name="connsiteX2" fmla="*/ 13993990 w 13994320"/>
                <a:gd name="connsiteY2" fmla="*/ 1712255 h 2364440"/>
                <a:gd name="connsiteX3" fmla="*/ 328245 w 13994320"/>
                <a:gd name="connsiteY3" fmla="*/ 2274962 h 2364440"/>
                <a:gd name="connsiteX4" fmla="*/ 0 w 13994320"/>
                <a:gd name="connsiteY4" fmla="*/ 936673 h 2364440"/>
                <a:gd name="connsiteX0" fmla="*/ 0 w 13994320"/>
                <a:gd name="connsiteY0" fmla="*/ 936673 h 2364440"/>
                <a:gd name="connsiteX1" fmla="*/ 13829867 w 13994320"/>
                <a:gd name="connsiteY1" fmla="*/ 0 h 2364440"/>
                <a:gd name="connsiteX2" fmla="*/ 13993990 w 13994320"/>
                <a:gd name="connsiteY2" fmla="*/ 1712255 h 2364440"/>
                <a:gd name="connsiteX3" fmla="*/ 328245 w 13994320"/>
                <a:gd name="connsiteY3" fmla="*/ 2274962 h 2364440"/>
                <a:gd name="connsiteX4" fmla="*/ 0 w 13994320"/>
                <a:gd name="connsiteY4" fmla="*/ 936673 h 2364440"/>
                <a:gd name="connsiteX0" fmla="*/ 0 w 13994320"/>
                <a:gd name="connsiteY0" fmla="*/ 936673 h 2364440"/>
                <a:gd name="connsiteX1" fmla="*/ 13829867 w 13994320"/>
                <a:gd name="connsiteY1" fmla="*/ 0 h 2364440"/>
                <a:gd name="connsiteX2" fmla="*/ 13993990 w 13994320"/>
                <a:gd name="connsiteY2" fmla="*/ 1712255 h 2364440"/>
                <a:gd name="connsiteX3" fmla="*/ 328245 w 13994320"/>
                <a:gd name="connsiteY3" fmla="*/ 2274962 h 2364440"/>
                <a:gd name="connsiteX4" fmla="*/ 0 w 13994320"/>
                <a:gd name="connsiteY4" fmla="*/ 936673 h 2364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94320" h="2364440">
                  <a:moveTo>
                    <a:pt x="0" y="936673"/>
                  </a:moveTo>
                  <a:cubicBezTo>
                    <a:pt x="7814263" y="2280920"/>
                    <a:pt x="9588798" y="996851"/>
                    <a:pt x="13829867" y="0"/>
                  </a:cubicBezTo>
                  <a:cubicBezTo>
                    <a:pt x="13868944" y="586773"/>
                    <a:pt x="14001805" y="867574"/>
                    <a:pt x="13993990" y="1712255"/>
                  </a:cubicBezTo>
                  <a:cubicBezTo>
                    <a:pt x="10400033" y="2704810"/>
                    <a:pt x="4672478" y="2267147"/>
                    <a:pt x="328245" y="2274962"/>
                  </a:cubicBezTo>
                  <a:lnTo>
                    <a:pt x="0" y="936673"/>
                  </a:lnTo>
                  <a:close/>
                </a:path>
              </a:pathLst>
            </a:custGeom>
            <a:solidFill>
              <a:srgbClr val="004E98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endParaRPr lang="zh-CN" altLang="en-US" sz="1050" kern="0">
                <a:solidFill>
                  <a:prstClr val="white"/>
                </a:solidFill>
                <a:latin typeface="OPPOSans R"/>
                <a:ea typeface="OPPOSans R"/>
              </a:endParaRPr>
            </a:p>
          </p:txBody>
        </p:sp>
        <p:sp>
          <p:nvSpPr>
            <p:cNvPr id="4" name="矩形 15">
              <a:extLst>
                <a:ext uri="{FF2B5EF4-FFF2-40B4-BE49-F238E27FC236}">
                  <a16:creationId xmlns:a16="http://schemas.microsoft.com/office/drawing/2014/main" id="{06871B2A-AC21-6246-97C6-11127973A410}"/>
                </a:ext>
              </a:extLst>
            </p:cNvPr>
            <p:cNvSpPr/>
            <p:nvPr/>
          </p:nvSpPr>
          <p:spPr>
            <a:xfrm>
              <a:off x="-1037491" y="3016155"/>
              <a:ext cx="9867907" cy="1773330"/>
            </a:xfrm>
            <a:custGeom>
              <a:avLst/>
              <a:gdLst>
                <a:gd name="connsiteX0" fmla="*/ 0 w 13079590"/>
                <a:gd name="connsiteY0" fmla="*/ 0 h 1455520"/>
                <a:gd name="connsiteX1" fmla="*/ 13079590 w 13079590"/>
                <a:gd name="connsiteY1" fmla="*/ 0 h 1455520"/>
                <a:gd name="connsiteX2" fmla="*/ 13079590 w 13079590"/>
                <a:gd name="connsiteY2" fmla="*/ 1455520 h 1455520"/>
                <a:gd name="connsiteX3" fmla="*/ 0 w 13079590"/>
                <a:gd name="connsiteY3" fmla="*/ 1455520 h 1455520"/>
                <a:gd name="connsiteX4" fmla="*/ 0 w 13079590"/>
                <a:gd name="connsiteY4" fmla="*/ 0 h 1455520"/>
                <a:gd name="connsiteX0" fmla="*/ 46893 w 13126483"/>
                <a:gd name="connsiteY0" fmla="*/ 0 h 1713428"/>
                <a:gd name="connsiteX1" fmla="*/ 13126483 w 13126483"/>
                <a:gd name="connsiteY1" fmla="*/ 0 h 1713428"/>
                <a:gd name="connsiteX2" fmla="*/ 13126483 w 13126483"/>
                <a:gd name="connsiteY2" fmla="*/ 1455520 h 1713428"/>
                <a:gd name="connsiteX3" fmla="*/ 0 w 13126483"/>
                <a:gd name="connsiteY3" fmla="*/ 1713428 h 1713428"/>
                <a:gd name="connsiteX4" fmla="*/ 46893 w 13126483"/>
                <a:gd name="connsiteY4" fmla="*/ 0 h 1713428"/>
                <a:gd name="connsiteX0" fmla="*/ 46893 w 13149930"/>
                <a:gd name="connsiteY0" fmla="*/ 375138 h 2088566"/>
                <a:gd name="connsiteX1" fmla="*/ 13149930 w 13149930"/>
                <a:gd name="connsiteY1" fmla="*/ 0 h 2088566"/>
                <a:gd name="connsiteX2" fmla="*/ 13126483 w 13149930"/>
                <a:gd name="connsiteY2" fmla="*/ 1830658 h 2088566"/>
                <a:gd name="connsiteX3" fmla="*/ 0 w 13149930"/>
                <a:gd name="connsiteY3" fmla="*/ 2088566 h 2088566"/>
                <a:gd name="connsiteX4" fmla="*/ 46893 w 13149930"/>
                <a:gd name="connsiteY4" fmla="*/ 375138 h 2088566"/>
                <a:gd name="connsiteX0" fmla="*/ 46893 w 13149930"/>
                <a:gd name="connsiteY0" fmla="*/ 375138 h 2088566"/>
                <a:gd name="connsiteX1" fmla="*/ 13149930 w 13149930"/>
                <a:gd name="connsiteY1" fmla="*/ 0 h 2088566"/>
                <a:gd name="connsiteX2" fmla="*/ 13103037 w 13149930"/>
                <a:gd name="connsiteY2" fmla="*/ 1713427 h 2088566"/>
                <a:gd name="connsiteX3" fmla="*/ 0 w 13149930"/>
                <a:gd name="connsiteY3" fmla="*/ 2088566 h 2088566"/>
                <a:gd name="connsiteX4" fmla="*/ 46893 w 13149930"/>
                <a:gd name="connsiteY4" fmla="*/ 375138 h 2088566"/>
                <a:gd name="connsiteX0" fmla="*/ 46893 w 13149930"/>
                <a:gd name="connsiteY0" fmla="*/ 375138 h 2094471"/>
                <a:gd name="connsiteX1" fmla="*/ 13149930 w 13149930"/>
                <a:gd name="connsiteY1" fmla="*/ 0 h 2094471"/>
                <a:gd name="connsiteX2" fmla="*/ 13103037 w 13149930"/>
                <a:gd name="connsiteY2" fmla="*/ 1713427 h 2094471"/>
                <a:gd name="connsiteX3" fmla="*/ 0 w 13149930"/>
                <a:gd name="connsiteY3" fmla="*/ 2088566 h 2094471"/>
                <a:gd name="connsiteX4" fmla="*/ 46893 w 13149930"/>
                <a:gd name="connsiteY4" fmla="*/ 375138 h 2094471"/>
                <a:gd name="connsiteX0" fmla="*/ 46893 w 13149930"/>
                <a:gd name="connsiteY0" fmla="*/ 375138 h 2323027"/>
                <a:gd name="connsiteX1" fmla="*/ 13149930 w 13149930"/>
                <a:gd name="connsiteY1" fmla="*/ 0 h 2323027"/>
                <a:gd name="connsiteX2" fmla="*/ 13103037 w 13149930"/>
                <a:gd name="connsiteY2" fmla="*/ 1713427 h 2323027"/>
                <a:gd name="connsiteX3" fmla="*/ 0 w 13149930"/>
                <a:gd name="connsiteY3" fmla="*/ 2323027 h 2323027"/>
                <a:gd name="connsiteX4" fmla="*/ 46893 w 13149930"/>
                <a:gd name="connsiteY4" fmla="*/ 375138 h 2323027"/>
                <a:gd name="connsiteX0" fmla="*/ 0 w 13595406"/>
                <a:gd name="connsiteY0" fmla="*/ 398584 h 2323027"/>
                <a:gd name="connsiteX1" fmla="*/ 13595406 w 13595406"/>
                <a:gd name="connsiteY1" fmla="*/ 0 h 2323027"/>
                <a:gd name="connsiteX2" fmla="*/ 13548513 w 13595406"/>
                <a:gd name="connsiteY2" fmla="*/ 1713427 h 2323027"/>
                <a:gd name="connsiteX3" fmla="*/ 445476 w 13595406"/>
                <a:gd name="connsiteY3" fmla="*/ 2323027 h 2323027"/>
                <a:gd name="connsiteX4" fmla="*/ 0 w 13595406"/>
                <a:gd name="connsiteY4" fmla="*/ 398584 h 2323027"/>
                <a:gd name="connsiteX0" fmla="*/ 0 w 13595406"/>
                <a:gd name="connsiteY0" fmla="*/ 398584 h 2323027"/>
                <a:gd name="connsiteX1" fmla="*/ 13595406 w 13595406"/>
                <a:gd name="connsiteY1" fmla="*/ 0 h 2323027"/>
                <a:gd name="connsiteX2" fmla="*/ 13548513 w 13595406"/>
                <a:gd name="connsiteY2" fmla="*/ 1713427 h 2323027"/>
                <a:gd name="connsiteX3" fmla="*/ 445476 w 13595406"/>
                <a:gd name="connsiteY3" fmla="*/ 2323027 h 2323027"/>
                <a:gd name="connsiteX4" fmla="*/ 0 w 13595406"/>
                <a:gd name="connsiteY4" fmla="*/ 398584 h 2323027"/>
                <a:gd name="connsiteX0" fmla="*/ 0 w 13642298"/>
                <a:gd name="connsiteY0" fmla="*/ 445476 h 2369919"/>
                <a:gd name="connsiteX1" fmla="*/ 13642298 w 13642298"/>
                <a:gd name="connsiteY1" fmla="*/ 0 h 2369919"/>
                <a:gd name="connsiteX2" fmla="*/ 13548513 w 13642298"/>
                <a:gd name="connsiteY2" fmla="*/ 1760319 h 2369919"/>
                <a:gd name="connsiteX3" fmla="*/ 445476 w 13642298"/>
                <a:gd name="connsiteY3" fmla="*/ 2369919 h 2369919"/>
                <a:gd name="connsiteX4" fmla="*/ 0 w 13642298"/>
                <a:gd name="connsiteY4" fmla="*/ 445476 h 2369919"/>
                <a:gd name="connsiteX0" fmla="*/ 0 w 13876759"/>
                <a:gd name="connsiteY0" fmla="*/ 1078522 h 2369919"/>
                <a:gd name="connsiteX1" fmla="*/ 13876759 w 13876759"/>
                <a:gd name="connsiteY1" fmla="*/ 0 h 2369919"/>
                <a:gd name="connsiteX2" fmla="*/ 13782974 w 13876759"/>
                <a:gd name="connsiteY2" fmla="*/ 1760319 h 2369919"/>
                <a:gd name="connsiteX3" fmla="*/ 679937 w 13876759"/>
                <a:gd name="connsiteY3" fmla="*/ 2369919 h 2369919"/>
                <a:gd name="connsiteX4" fmla="*/ 0 w 13876759"/>
                <a:gd name="connsiteY4" fmla="*/ 1078522 h 2369919"/>
                <a:gd name="connsiteX0" fmla="*/ 0 w 13876759"/>
                <a:gd name="connsiteY0" fmla="*/ 1078522 h 2369919"/>
                <a:gd name="connsiteX1" fmla="*/ 13876759 w 13876759"/>
                <a:gd name="connsiteY1" fmla="*/ 0 h 2369919"/>
                <a:gd name="connsiteX2" fmla="*/ 13782974 w 13876759"/>
                <a:gd name="connsiteY2" fmla="*/ 1760319 h 2369919"/>
                <a:gd name="connsiteX3" fmla="*/ 351691 w 13876759"/>
                <a:gd name="connsiteY3" fmla="*/ 2369919 h 2369919"/>
                <a:gd name="connsiteX4" fmla="*/ 0 w 13876759"/>
                <a:gd name="connsiteY4" fmla="*/ 1078522 h 2369919"/>
                <a:gd name="connsiteX0" fmla="*/ 0 w 13993989"/>
                <a:gd name="connsiteY0" fmla="*/ 1078522 h 2369919"/>
                <a:gd name="connsiteX1" fmla="*/ 13876759 w 13993989"/>
                <a:gd name="connsiteY1" fmla="*/ 0 h 2369919"/>
                <a:gd name="connsiteX2" fmla="*/ 13993989 w 13993989"/>
                <a:gd name="connsiteY2" fmla="*/ 1760319 h 2369919"/>
                <a:gd name="connsiteX3" fmla="*/ 351691 w 13993989"/>
                <a:gd name="connsiteY3" fmla="*/ 2369919 h 2369919"/>
                <a:gd name="connsiteX4" fmla="*/ 0 w 13993989"/>
                <a:gd name="connsiteY4" fmla="*/ 1078522 h 2369919"/>
                <a:gd name="connsiteX0" fmla="*/ 0 w 13993989"/>
                <a:gd name="connsiteY0" fmla="*/ 1078522 h 2369919"/>
                <a:gd name="connsiteX1" fmla="*/ 13876759 w 13993989"/>
                <a:gd name="connsiteY1" fmla="*/ 0 h 2369919"/>
                <a:gd name="connsiteX2" fmla="*/ 13993989 w 13993989"/>
                <a:gd name="connsiteY2" fmla="*/ 1760319 h 2369919"/>
                <a:gd name="connsiteX3" fmla="*/ 351691 w 13993989"/>
                <a:gd name="connsiteY3" fmla="*/ 2369919 h 2369919"/>
                <a:gd name="connsiteX4" fmla="*/ 0 w 13993989"/>
                <a:gd name="connsiteY4" fmla="*/ 1078522 h 2369919"/>
                <a:gd name="connsiteX0" fmla="*/ 0 w 13994488"/>
                <a:gd name="connsiteY0" fmla="*/ 1078522 h 2369919"/>
                <a:gd name="connsiteX1" fmla="*/ 13876759 w 13994488"/>
                <a:gd name="connsiteY1" fmla="*/ 0 h 2369919"/>
                <a:gd name="connsiteX2" fmla="*/ 13993989 w 13994488"/>
                <a:gd name="connsiteY2" fmla="*/ 1760319 h 2369919"/>
                <a:gd name="connsiteX3" fmla="*/ 351691 w 13994488"/>
                <a:gd name="connsiteY3" fmla="*/ 2369919 h 2369919"/>
                <a:gd name="connsiteX4" fmla="*/ 0 w 13994488"/>
                <a:gd name="connsiteY4" fmla="*/ 1078522 h 2369919"/>
                <a:gd name="connsiteX0" fmla="*/ 0 w 13994488"/>
                <a:gd name="connsiteY0" fmla="*/ 1078522 h 2369919"/>
                <a:gd name="connsiteX1" fmla="*/ 13876759 w 13994488"/>
                <a:gd name="connsiteY1" fmla="*/ 0 h 2369919"/>
                <a:gd name="connsiteX2" fmla="*/ 13993989 w 13994488"/>
                <a:gd name="connsiteY2" fmla="*/ 1760319 h 2369919"/>
                <a:gd name="connsiteX3" fmla="*/ 351691 w 13994488"/>
                <a:gd name="connsiteY3" fmla="*/ 2369919 h 2369919"/>
                <a:gd name="connsiteX4" fmla="*/ 0 w 13994488"/>
                <a:gd name="connsiteY4" fmla="*/ 1078522 h 2369919"/>
                <a:gd name="connsiteX0" fmla="*/ 0 w 13994488"/>
                <a:gd name="connsiteY0" fmla="*/ 1078522 h 2391610"/>
                <a:gd name="connsiteX1" fmla="*/ 13876759 w 13994488"/>
                <a:gd name="connsiteY1" fmla="*/ 0 h 2391610"/>
                <a:gd name="connsiteX2" fmla="*/ 13993989 w 13994488"/>
                <a:gd name="connsiteY2" fmla="*/ 1760319 h 2391610"/>
                <a:gd name="connsiteX3" fmla="*/ 351691 w 13994488"/>
                <a:gd name="connsiteY3" fmla="*/ 2369919 h 2391610"/>
                <a:gd name="connsiteX4" fmla="*/ 0 w 13994488"/>
                <a:gd name="connsiteY4" fmla="*/ 1078522 h 2391610"/>
                <a:gd name="connsiteX0" fmla="*/ 0 w 13947596"/>
                <a:gd name="connsiteY0" fmla="*/ 890953 h 2391610"/>
                <a:gd name="connsiteX1" fmla="*/ 13829867 w 13947596"/>
                <a:gd name="connsiteY1" fmla="*/ 0 h 2391610"/>
                <a:gd name="connsiteX2" fmla="*/ 13947097 w 13947596"/>
                <a:gd name="connsiteY2" fmla="*/ 1760319 h 2391610"/>
                <a:gd name="connsiteX3" fmla="*/ 304799 w 13947596"/>
                <a:gd name="connsiteY3" fmla="*/ 2369919 h 2391610"/>
                <a:gd name="connsiteX4" fmla="*/ 0 w 13947596"/>
                <a:gd name="connsiteY4" fmla="*/ 890953 h 2391610"/>
                <a:gd name="connsiteX0" fmla="*/ 0 w 13947596"/>
                <a:gd name="connsiteY0" fmla="*/ 890953 h 2323309"/>
                <a:gd name="connsiteX1" fmla="*/ 13829867 w 13947596"/>
                <a:gd name="connsiteY1" fmla="*/ 0 h 2323309"/>
                <a:gd name="connsiteX2" fmla="*/ 13947097 w 13947596"/>
                <a:gd name="connsiteY2" fmla="*/ 1760319 h 2323309"/>
                <a:gd name="connsiteX3" fmla="*/ 328245 w 13947596"/>
                <a:gd name="connsiteY3" fmla="*/ 2229242 h 2323309"/>
                <a:gd name="connsiteX4" fmla="*/ 0 w 13947596"/>
                <a:gd name="connsiteY4" fmla="*/ 890953 h 2323309"/>
                <a:gd name="connsiteX0" fmla="*/ 0 w 13947596"/>
                <a:gd name="connsiteY0" fmla="*/ 890953 h 2364422"/>
                <a:gd name="connsiteX1" fmla="*/ 13829867 w 13947596"/>
                <a:gd name="connsiteY1" fmla="*/ 0 h 2364422"/>
                <a:gd name="connsiteX2" fmla="*/ 13947097 w 13947596"/>
                <a:gd name="connsiteY2" fmla="*/ 1760319 h 2364422"/>
                <a:gd name="connsiteX3" fmla="*/ 328245 w 13947596"/>
                <a:gd name="connsiteY3" fmla="*/ 2229242 h 2364422"/>
                <a:gd name="connsiteX4" fmla="*/ 0 w 13947596"/>
                <a:gd name="connsiteY4" fmla="*/ 890953 h 2364422"/>
                <a:gd name="connsiteX0" fmla="*/ 0 w 13994320"/>
                <a:gd name="connsiteY0" fmla="*/ 890953 h 2318720"/>
                <a:gd name="connsiteX1" fmla="*/ 13829867 w 13994320"/>
                <a:gd name="connsiteY1" fmla="*/ 0 h 2318720"/>
                <a:gd name="connsiteX2" fmla="*/ 13993990 w 13994320"/>
                <a:gd name="connsiteY2" fmla="*/ 1666535 h 2318720"/>
                <a:gd name="connsiteX3" fmla="*/ 328245 w 13994320"/>
                <a:gd name="connsiteY3" fmla="*/ 2229242 h 2318720"/>
                <a:gd name="connsiteX4" fmla="*/ 0 w 13994320"/>
                <a:gd name="connsiteY4" fmla="*/ 890953 h 2318720"/>
                <a:gd name="connsiteX0" fmla="*/ 0 w 13994320"/>
                <a:gd name="connsiteY0" fmla="*/ 890953 h 2318720"/>
                <a:gd name="connsiteX1" fmla="*/ 13829867 w 13994320"/>
                <a:gd name="connsiteY1" fmla="*/ 0 h 2318720"/>
                <a:gd name="connsiteX2" fmla="*/ 13993990 w 13994320"/>
                <a:gd name="connsiteY2" fmla="*/ 1666535 h 2318720"/>
                <a:gd name="connsiteX3" fmla="*/ 328245 w 13994320"/>
                <a:gd name="connsiteY3" fmla="*/ 2229242 h 2318720"/>
                <a:gd name="connsiteX4" fmla="*/ 0 w 13994320"/>
                <a:gd name="connsiteY4" fmla="*/ 890953 h 2318720"/>
                <a:gd name="connsiteX0" fmla="*/ 0 w 13994320"/>
                <a:gd name="connsiteY0" fmla="*/ 890953 h 2318720"/>
                <a:gd name="connsiteX1" fmla="*/ 13829867 w 13994320"/>
                <a:gd name="connsiteY1" fmla="*/ 0 h 2318720"/>
                <a:gd name="connsiteX2" fmla="*/ 13993990 w 13994320"/>
                <a:gd name="connsiteY2" fmla="*/ 1666535 h 2318720"/>
                <a:gd name="connsiteX3" fmla="*/ 328245 w 13994320"/>
                <a:gd name="connsiteY3" fmla="*/ 2229242 h 2318720"/>
                <a:gd name="connsiteX4" fmla="*/ 0 w 13994320"/>
                <a:gd name="connsiteY4" fmla="*/ 890953 h 2318720"/>
                <a:gd name="connsiteX0" fmla="*/ 0 w 13994320"/>
                <a:gd name="connsiteY0" fmla="*/ 936673 h 2364440"/>
                <a:gd name="connsiteX1" fmla="*/ 13829867 w 13994320"/>
                <a:gd name="connsiteY1" fmla="*/ 0 h 2364440"/>
                <a:gd name="connsiteX2" fmla="*/ 13993990 w 13994320"/>
                <a:gd name="connsiteY2" fmla="*/ 1712255 h 2364440"/>
                <a:gd name="connsiteX3" fmla="*/ 328245 w 13994320"/>
                <a:gd name="connsiteY3" fmla="*/ 2274962 h 2364440"/>
                <a:gd name="connsiteX4" fmla="*/ 0 w 13994320"/>
                <a:gd name="connsiteY4" fmla="*/ 936673 h 2364440"/>
                <a:gd name="connsiteX0" fmla="*/ 0 w 13994320"/>
                <a:gd name="connsiteY0" fmla="*/ 936673 h 2364440"/>
                <a:gd name="connsiteX1" fmla="*/ 13829867 w 13994320"/>
                <a:gd name="connsiteY1" fmla="*/ 0 h 2364440"/>
                <a:gd name="connsiteX2" fmla="*/ 13993990 w 13994320"/>
                <a:gd name="connsiteY2" fmla="*/ 1712255 h 2364440"/>
                <a:gd name="connsiteX3" fmla="*/ 328245 w 13994320"/>
                <a:gd name="connsiteY3" fmla="*/ 2274962 h 2364440"/>
                <a:gd name="connsiteX4" fmla="*/ 0 w 13994320"/>
                <a:gd name="connsiteY4" fmla="*/ 936673 h 2364440"/>
                <a:gd name="connsiteX0" fmla="*/ 0 w 13994320"/>
                <a:gd name="connsiteY0" fmla="*/ 936673 h 2364440"/>
                <a:gd name="connsiteX1" fmla="*/ 13829867 w 13994320"/>
                <a:gd name="connsiteY1" fmla="*/ 0 h 2364440"/>
                <a:gd name="connsiteX2" fmla="*/ 13993990 w 13994320"/>
                <a:gd name="connsiteY2" fmla="*/ 1712255 h 2364440"/>
                <a:gd name="connsiteX3" fmla="*/ 328245 w 13994320"/>
                <a:gd name="connsiteY3" fmla="*/ 2274962 h 2364440"/>
                <a:gd name="connsiteX4" fmla="*/ 0 w 13994320"/>
                <a:gd name="connsiteY4" fmla="*/ 936673 h 2364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94320" h="2364440">
                  <a:moveTo>
                    <a:pt x="0" y="936673"/>
                  </a:moveTo>
                  <a:cubicBezTo>
                    <a:pt x="7814263" y="2280920"/>
                    <a:pt x="9588798" y="996851"/>
                    <a:pt x="13829867" y="0"/>
                  </a:cubicBezTo>
                  <a:cubicBezTo>
                    <a:pt x="13868944" y="586773"/>
                    <a:pt x="14001805" y="867574"/>
                    <a:pt x="13993990" y="1712255"/>
                  </a:cubicBezTo>
                  <a:cubicBezTo>
                    <a:pt x="10400033" y="2704810"/>
                    <a:pt x="4672478" y="2267147"/>
                    <a:pt x="328245" y="2274962"/>
                  </a:cubicBezTo>
                  <a:lnTo>
                    <a:pt x="0" y="936673"/>
                  </a:lnTo>
                  <a:close/>
                </a:path>
              </a:pathLst>
            </a:custGeom>
            <a:solidFill>
              <a:srgbClr val="004E98">
                <a:alpha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>
                <a:defRPr/>
              </a:pPr>
              <a:endParaRPr lang="zh-CN" altLang="en-US" sz="1050" kern="0">
                <a:solidFill>
                  <a:prstClr val="white"/>
                </a:solidFill>
                <a:latin typeface="OPPOSans R"/>
                <a:ea typeface="OPPOSans R"/>
              </a:endParaRPr>
            </a:p>
          </p:txBody>
        </p:sp>
        <p:sp>
          <p:nvSpPr>
            <p:cNvPr id="5" name="矩形 12">
              <a:extLst>
                <a:ext uri="{FF2B5EF4-FFF2-40B4-BE49-F238E27FC236}">
                  <a16:creationId xmlns:a16="http://schemas.microsoft.com/office/drawing/2014/main" id="{8E10D41E-86DE-8A44-B462-67C5E68A2A2F}"/>
                </a:ext>
              </a:extLst>
            </p:cNvPr>
            <p:cNvSpPr/>
            <p:nvPr/>
          </p:nvSpPr>
          <p:spPr>
            <a:xfrm>
              <a:off x="-108481" y="1951321"/>
              <a:ext cx="8748485" cy="2847062"/>
            </a:xfrm>
            <a:custGeom>
              <a:avLst/>
              <a:gdLst>
                <a:gd name="connsiteX0" fmla="*/ 0 w 12451080"/>
                <a:gd name="connsiteY0" fmla="*/ 0 h 3050711"/>
                <a:gd name="connsiteX1" fmla="*/ 12451080 w 12451080"/>
                <a:gd name="connsiteY1" fmla="*/ 0 h 3050711"/>
                <a:gd name="connsiteX2" fmla="*/ 12451080 w 12451080"/>
                <a:gd name="connsiteY2" fmla="*/ 3050711 h 3050711"/>
                <a:gd name="connsiteX3" fmla="*/ 0 w 12451080"/>
                <a:gd name="connsiteY3" fmla="*/ 3050711 h 3050711"/>
                <a:gd name="connsiteX4" fmla="*/ 0 w 12451080"/>
                <a:gd name="connsiteY4" fmla="*/ 0 h 3050711"/>
                <a:gd name="connsiteX0" fmla="*/ 0 w 12527280"/>
                <a:gd name="connsiteY0" fmla="*/ 0 h 3477431"/>
                <a:gd name="connsiteX1" fmla="*/ 12527280 w 12527280"/>
                <a:gd name="connsiteY1" fmla="*/ 426720 h 3477431"/>
                <a:gd name="connsiteX2" fmla="*/ 12527280 w 12527280"/>
                <a:gd name="connsiteY2" fmla="*/ 3477431 h 3477431"/>
                <a:gd name="connsiteX3" fmla="*/ 76200 w 12527280"/>
                <a:gd name="connsiteY3" fmla="*/ 3477431 h 3477431"/>
                <a:gd name="connsiteX4" fmla="*/ 0 w 12527280"/>
                <a:gd name="connsiteY4" fmla="*/ 0 h 3477431"/>
                <a:gd name="connsiteX0" fmla="*/ 0 w 12527280"/>
                <a:gd name="connsiteY0" fmla="*/ 0 h 3477431"/>
                <a:gd name="connsiteX1" fmla="*/ 12527280 w 12527280"/>
                <a:gd name="connsiteY1" fmla="*/ 426720 h 3477431"/>
                <a:gd name="connsiteX2" fmla="*/ 12527280 w 12527280"/>
                <a:gd name="connsiteY2" fmla="*/ 3477431 h 3477431"/>
                <a:gd name="connsiteX3" fmla="*/ 76200 w 12527280"/>
                <a:gd name="connsiteY3" fmla="*/ 3477431 h 3477431"/>
                <a:gd name="connsiteX4" fmla="*/ 0 w 12527280"/>
                <a:gd name="connsiteY4" fmla="*/ 0 h 3477431"/>
                <a:gd name="connsiteX0" fmla="*/ 0 w 12573000"/>
                <a:gd name="connsiteY0" fmla="*/ 0 h 3477431"/>
                <a:gd name="connsiteX1" fmla="*/ 12573000 w 12573000"/>
                <a:gd name="connsiteY1" fmla="*/ 1920240 h 3477431"/>
                <a:gd name="connsiteX2" fmla="*/ 12527280 w 12573000"/>
                <a:gd name="connsiteY2" fmla="*/ 3477431 h 3477431"/>
                <a:gd name="connsiteX3" fmla="*/ 76200 w 12573000"/>
                <a:gd name="connsiteY3" fmla="*/ 3477431 h 3477431"/>
                <a:gd name="connsiteX4" fmla="*/ 0 w 12573000"/>
                <a:gd name="connsiteY4" fmla="*/ 0 h 3477431"/>
                <a:gd name="connsiteX0" fmla="*/ 0 w 12573000"/>
                <a:gd name="connsiteY0" fmla="*/ 0 h 3477431"/>
                <a:gd name="connsiteX1" fmla="*/ 12573000 w 12573000"/>
                <a:gd name="connsiteY1" fmla="*/ 1920240 h 3477431"/>
                <a:gd name="connsiteX2" fmla="*/ 12527280 w 12573000"/>
                <a:gd name="connsiteY2" fmla="*/ 3477431 h 3477431"/>
                <a:gd name="connsiteX3" fmla="*/ 76200 w 12573000"/>
                <a:gd name="connsiteY3" fmla="*/ 3477431 h 3477431"/>
                <a:gd name="connsiteX4" fmla="*/ 0 w 12573000"/>
                <a:gd name="connsiteY4" fmla="*/ 0 h 3477431"/>
                <a:gd name="connsiteX0" fmla="*/ 0 w 12573000"/>
                <a:gd name="connsiteY0" fmla="*/ 0 h 3477431"/>
                <a:gd name="connsiteX1" fmla="*/ 12573000 w 12573000"/>
                <a:gd name="connsiteY1" fmla="*/ 1920240 h 3477431"/>
                <a:gd name="connsiteX2" fmla="*/ 12527280 w 12573000"/>
                <a:gd name="connsiteY2" fmla="*/ 3477431 h 3477431"/>
                <a:gd name="connsiteX3" fmla="*/ 91440 w 12573000"/>
                <a:gd name="connsiteY3" fmla="*/ 3172631 h 3477431"/>
                <a:gd name="connsiteX4" fmla="*/ 0 w 12573000"/>
                <a:gd name="connsiteY4" fmla="*/ 0 h 3477431"/>
                <a:gd name="connsiteX0" fmla="*/ 0 w 12573000"/>
                <a:gd name="connsiteY0" fmla="*/ 0 h 3527620"/>
                <a:gd name="connsiteX1" fmla="*/ 12573000 w 12573000"/>
                <a:gd name="connsiteY1" fmla="*/ 1920240 h 3527620"/>
                <a:gd name="connsiteX2" fmla="*/ 12527280 w 12573000"/>
                <a:gd name="connsiteY2" fmla="*/ 3477431 h 3527620"/>
                <a:gd name="connsiteX3" fmla="*/ 91440 w 12573000"/>
                <a:gd name="connsiteY3" fmla="*/ 3172631 h 3527620"/>
                <a:gd name="connsiteX4" fmla="*/ 0 w 12573000"/>
                <a:gd name="connsiteY4" fmla="*/ 0 h 3527620"/>
                <a:gd name="connsiteX0" fmla="*/ 0 w 12542520"/>
                <a:gd name="connsiteY0" fmla="*/ 0 h 3527620"/>
                <a:gd name="connsiteX1" fmla="*/ 12542520 w 12542520"/>
                <a:gd name="connsiteY1" fmla="*/ 1828800 h 3527620"/>
                <a:gd name="connsiteX2" fmla="*/ 12527280 w 12542520"/>
                <a:gd name="connsiteY2" fmla="*/ 3477431 h 3527620"/>
                <a:gd name="connsiteX3" fmla="*/ 91440 w 12542520"/>
                <a:gd name="connsiteY3" fmla="*/ 3172631 h 3527620"/>
                <a:gd name="connsiteX4" fmla="*/ 0 w 12542520"/>
                <a:gd name="connsiteY4" fmla="*/ 0 h 3527620"/>
                <a:gd name="connsiteX0" fmla="*/ 0 w 12542520"/>
                <a:gd name="connsiteY0" fmla="*/ 0 h 3477431"/>
                <a:gd name="connsiteX1" fmla="*/ 12542520 w 12542520"/>
                <a:gd name="connsiteY1" fmla="*/ 1828800 h 3477431"/>
                <a:gd name="connsiteX2" fmla="*/ 12527280 w 12542520"/>
                <a:gd name="connsiteY2" fmla="*/ 3477431 h 3477431"/>
                <a:gd name="connsiteX3" fmla="*/ 91440 w 12542520"/>
                <a:gd name="connsiteY3" fmla="*/ 3172631 h 3477431"/>
                <a:gd name="connsiteX4" fmla="*/ 0 w 12542520"/>
                <a:gd name="connsiteY4" fmla="*/ 0 h 3477431"/>
                <a:gd name="connsiteX0" fmla="*/ 0 w 12573000"/>
                <a:gd name="connsiteY0" fmla="*/ 0 h 3477431"/>
                <a:gd name="connsiteX1" fmla="*/ 12573000 w 12573000"/>
                <a:gd name="connsiteY1" fmla="*/ 1676400 h 3477431"/>
                <a:gd name="connsiteX2" fmla="*/ 12527280 w 12573000"/>
                <a:gd name="connsiteY2" fmla="*/ 3477431 h 3477431"/>
                <a:gd name="connsiteX3" fmla="*/ 91440 w 12573000"/>
                <a:gd name="connsiteY3" fmla="*/ 3172631 h 3477431"/>
                <a:gd name="connsiteX4" fmla="*/ 0 w 12573000"/>
                <a:gd name="connsiteY4" fmla="*/ 0 h 3477431"/>
                <a:gd name="connsiteX0" fmla="*/ 0 w 12573000"/>
                <a:gd name="connsiteY0" fmla="*/ 0 h 3654187"/>
                <a:gd name="connsiteX1" fmla="*/ 12573000 w 12573000"/>
                <a:gd name="connsiteY1" fmla="*/ 1676400 h 3654187"/>
                <a:gd name="connsiteX2" fmla="*/ 12527280 w 12573000"/>
                <a:gd name="connsiteY2" fmla="*/ 3477431 h 3654187"/>
                <a:gd name="connsiteX3" fmla="*/ 91440 w 12573000"/>
                <a:gd name="connsiteY3" fmla="*/ 3172631 h 3654187"/>
                <a:gd name="connsiteX4" fmla="*/ 0 w 12573000"/>
                <a:gd name="connsiteY4" fmla="*/ 0 h 3654187"/>
                <a:gd name="connsiteX0" fmla="*/ 0 w 12573000"/>
                <a:gd name="connsiteY0" fmla="*/ 0 h 3654187"/>
                <a:gd name="connsiteX1" fmla="*/ 12573000 w 12573000"/>
                <a:gd name="connsiteY1" fmla="*/ 1676400 h 3654187"/>
                <a:gd name="connsiteX2" fmla="*/ 12527280 w 12573000"/>
                <a:gd name="connsiteY2" fmla="*/ 3477431 h 3654187"/>
                <a:gd name="connsiteX3" fmla="*/ 91440 w 12573000"/>
                <a:gd name="connsiteY3" fmla="*/ 3172631 h 3654187"/>
                <a:gd name="connsiteX4" fmla="*/ 0 w 12573000"/>
                <a:gd name="connsiteY4" fmla="*/ 0 h 3654187"/>
                <a:gd name="connsiteX0" fmla="*/ 0 w 12573000"/>
                <a:gd name="connsiteY0" fmla="*/ 0 h 3811932"/>
                <a:gd name="connsiteX1" fmla="*/ 12573000 w 12573000"/>
                <a:gd name="connsiteY1" fmla="*/ 1676400 h 3811932"/>
                <a:gd name="connsiteX2" fmla="*/ 12527280 w 12573000"/>
                <a:gd name="connsiteY2" fmla="*/ 3477431 h 3811932"/>
                <a:gd name="connsiteX3" fmla="*/ 91440 w 12573000"/>
                <a:gd name="connsiteY3" fmla="*/ 3172631 h 3811932"/>
                <a:gd name="connsiteX4" fmla="*/ 0 w 12573000"/>
                <a:gd name="connsiteY4" fmla="*/ 0 h 3811932"/>
                <a:gd name="connsiteX0" fmla="*/ 0 w 12542520"/>
                <a:gd name="connsiteY0" fmla="*/ 0 h 3811932"/>
                <a:gd name="connsiteX1" fmla="*/ 12542520 w 12542520"/>
                <a:gd name="connsiteY1" fmla="*/ 1600200 h 3811932"/>
                <a:gd name="connsiteX2" fmla="*/ 12527280 w 12542520"/>
                <a:gd name="connsiteY2" fmla="*/ 3477431 h 3811932"/>
                <a:gd name="connsiteX3" fmla="*/ 91440 w 12542520"/>
                <a:gd name="connsiteY3" fmla="*/ 3172631 h 3811932"/>
                <a:gd name="connsiteX4" fmla="*/ 0 w 12542520"/>
                <a:gd name="connsiteY4" fmla="*/ 0 h 3811932"/>
                <a:gd name="connsiteX0" fmla="*/ 0 w 12542520"/>
                <a:gd name="connsiteY0" fmla="*/ 0 h 3733200"/>
                <a:gd name="connsiteX1" fmla="*/ 12542520 w 12542520"/>
                <a:gd name="connsiteY1" fmla="*/ 1600200 h 3733200"/>
                <a:gd name="connsiteX2" fmla="*/ 12527280 w 12542520"/>
                <a:gd name="connsiteY2" fmla="*/ 3248831 h 3733200"/>
                <a:gd name="connsiteX3" fmla="*/ 91440 w 12542520"/>
                <a:gd name="connsiteY3" fmla="*/ 3172631 h 3733200"/>
                <a:gd name="connsiteX4" fmla="*/ 0 w 12542520"/>
                <a:gd name="connsiteY4" fmla="*/ 0 h 3733200"/>
                <a:gd name="connsiteX0" fmla="*/ 0 w 12527280"/>
                <a:gd name="connsiteY0" fmla="*/ 0 h 3870360"/>
                <a:gd name="connsiteX1" fmla="*/ 12527280 w 12527280"/>
                <a:gd name="connsiteY1" fmla="*/ 1737360 h 3870360"/>
                <a:gd name="connsiteX2" fmla="*/ 12512040 w 12527280"/>
                <a:gd name="connsiteY2" fmla="*/ 3385991 h 3870360"/>
                <a:gd name="connsiteX3" fmla="*/ 76200 w 12527280"/>
                <a:gd name="connsiteY3" fmla="*/ 3309791 h 3870360"/>
                <a:gd name="connsiteX4" fmla="*/ 0 w 12527280"/>
                <a:gd name="connsiteY4" fmla="*/ 0 h 3870360"/>
                <a:gd name="connsiteX0" fmla="*/ 0 w 12527280"/>
                <a:gd name="connsiteY0" fmla="*/ 0 h 3800580"/>
                <a:gd name="connsiteX1" fmla="*/ 12527280 w 12527280"/>
                <a:gd name="connsiteY1" fmla="*/ 1737360 h 3800580"/>
                <a:gd name="connsiteX2" fmla="*/ 12512040 w 12527280"/>
                <a:gd name="connsiteY2" fmla="*/ 3385991 h 3800580"/>
                <a:gd name="connsiteX3" fmla="*/ 76200 w 12527280"/>
                <a:gd name="connsiteY3" fmla="*/ 3309791 h 3800580"/>
                <a:gd name="connsiteX4" fmla="*/ 0 w 12527280"/>
                <a:gd name="connsiteY4" fmla="*/ 0 h 3800580"/>
                <a:gd name="connsiteX0" fmla="*/ 0 w 12527280"/>
                <a:gd name="connsiteY0" fmla="*/ 0 h 3800580"/>
                <a:gd name="connsiteX1" fmla="*/ 12527280 w 12527280"/>
                <a:gd name="connsiteY1" fmla="*/ 1737360 h 3800580"/>
                <a:gd name="connsiteX2" fmla="*/ 12512040 w 12527280"/>
                <a:gd name="connsiteY2" fmla="*/ 3385991 h 3800580"/>
                <a:gd name="connsiteX3" fmla="*/ 76200 w 12527280"/>
                <a:gd name="connsiteY3" fmla="*/ 3309791 h 3800580"/>
                <a:gd name="connsiteX4" fmla="*/ 0 w 12527280"/>
                <a:gd name="connsiteY4" fmla="*/ 0 h 3800580"/>
                <a:gd name="connsiteX0" fmla="*/ 0 w 12527280"/>
                <a:gd name="connsiteY0" fmla="*/ 0 h 3800580"/>
                <a:gd name="connsiteX1" fmla="*/ 12527280 w 12527280"/>
                <a:gd name="connsiteY1" fmla="*/ 1737360 h 3800580"/>
                <a:gd name="connsiteX2" fmla="*/ 12512040 w 12527280"/>
                <a:gd name="connsiteY2" fmla="*/ 3385991 h 3800580"/>
                <a:gd name="connsiteX3" fmla="*/ 76200 w 12527280"/>
                <a:gd name="connsiteY3" fmla="*/ 3309791 h 3800580"/>
                <a:gd name="connsiteX4" fmla="*/ 0 w 12527280"/>
                <a:gd name="connsiteY4" fmla="*/ 0 h 3800580"/>
                <a:gd name="connsiteX0" fmla="*/ 0 w 12527280"/>
                <a:gd name="connsiteY0" fmla="*/ 0 h 3795029"/>
                <a:gd name="connsiteX1" fmla="*/ 12527280 w 12527280"/>
                <a:gd name="connsiteY1" fmla="*/ 1737360 h 3795029"/>
                <a:gd name="connsiteX2" fmla="*/ 12523615 w 12527280"/>
                <a:gd name="connsiteY2" fmla="*/ 3362842 h 3795029"/>
                <a:gd name="connsiteX3" fmla="*/ 76200 w 12527280"/>
                <a:gd name="connsiteY3" fmla="*/ 3309791 h 3795029"/>
                <a:gd name="connsiteX4" fmla="*/ 0 w 12527280"/>
                <a:gd name="connsiteY4" fmla="*/ 0 h 3795029"/>
                <a:gd name="connsiteX0" fmla="*/ 0 w 12527280"/>
                <a:gd name="connsiteY0" fmla="*/ 0 h 3807147"/>
                <a:gd name="connsiteX1" fmla="*/ 12527280 w 12527280"/>
                <a:gd name="connsiteY1" fmla="*/ 1737360 h 3807147"/>
                <a:gd name="connsiteX2" fmla="*/ 12523615 w 12527280"/>
                <a:gd name="connsiteY2" fmla="*/ 3362842 h 3807147"/>
                <a:gd name="connsiteX3" fmla="*/ 76200 w 12527280"/>
                <a:gd name="connsiteY3" fmla="*/ 3309791 h 3807147"/>
                <a:gd name="connsiteX4" fmla="*/ 0 w 12527280"/>
                <a:gd name="connsiteY4" fmla="*/ 0 h 3807147"/>
                <a:gd name="connsiteX0" fmla="*/ 15240 w 12542520"/>
                <a:gd name="connsiteY0" fmla="*/ 0 h 3795710"/>
                <a:gd name="connsiteX1" fmla="*/ 12542520 w 12542520"/>
                <a:gd name="connsiteY1" fmla="*/ 1737360 h 3795710"/>
                <a:gd name="connsiteX2" fmla="*/ 12538855 w 12542520"/>
                <a:gd name="connsiteY2" fmla="*/ 3362842 h 3795710"/>
                <a:gd name="connsiteX3" fmla="*/ 0 w 12542520"/>
                <a:gd name="connsiteY3" fmla="*/ 3294551 h 3795710"/>
                <a:gd name="connsiteX4" fmla="*/ 15240 w 12542520"/>
                <a:gd name="connsiteY4" fmla="*/ 0 h 3795710"/>
                <a:gd name="connsiteX0" fmla="*/ 15240 w 12743256"/>
                <a:gd name="connsiteY0" fmla="*/ 0 h 3740366"/>
                <a:gd name="connsiteX1" fmla="*/ 12542520 w 12743256"/>
                <a:gd name="connsiteY1" fmla="*/ 1737360 h 3740366"/>
                <a:gd name="connsiteX2" fmla="*/ 12743251 w 12743256"/>
                <a:gd name="connsiteY2" fmla="*/ 3115416 h 3740366"/>
                <a:gd name="connsiteX3" fmla="*/ 0 w 12743256"/>
                <a:gd name="connsiteY3" fmla="*/ 3294551 h 3740366"/>
                <a:gd name="connsiteX4" fmla="*/ 15240 w 12743256"/>
                <a:gd name="connsiteY4" fmla="*/ 0 h 3740366"/>
                <a:gd name="connsiteX0" fmla="*/ 15240 w 12743256"/>
                <a:gd name="connsiteY0" fmla="*/ 0 h 3768127"/>
                <a:gd name="connsiteX1" fmla="*/ 12542520 w 12743256"/>
                <a:gd name="connsiteY1" fmla="*/ 1737360 h 3768127"/>
                <a:gd name="connsiteX2" fmla="*/ 12743251 w 12743256"/>
                <a:gd name="connsiteY2" fmla="*/ 3115416 h 3768127"/>
                <a:gd name="connsiteX3" fmla="*/ 0 w 12743256"/>
                <a:gd name="connsiteY3" fmla="*/ 3294551 h 3768127"/>
                <a:gd name="connsiteX4" fmla="*/ 15240 w 12743256"/>
                <a:gd name="connsiteY4" fmla="*/ 0 h 3768127"/>
                <a:gd name="connsiteX0" fmla="*/ 15240 w 12743259"/>
                <a:gd name="connsiteY0" fmla="*/ 0 h 3768127"/>
                <a:gd name="connsiteX1" fmla="*/ 12607066 w 12743259"/>
                <a:gd name="connsiteY1" fmla="*/ 1683572 h 3768127"/>
                <a:gd name="connsiteX2" fmla="*/ 12743251 w 12743259"/>
                <a:gd name="connsiteY2" fmla="*/ 3115416 h 3768127"/>
                <a:gd name="connsiteX3" fmla="*/ 0 w 12743259"/>
                <a:gd name="connsiteY3" fmla="*/ 3294551 h 3768127"/>
                <a:gd name="connsiteX4" fmla="*/ 15240 w 12743259"/>
                <a:gd name="connsiteY4" fmla="*/ 0 h 3768127"/>
                <a:gd name="connsiteX0" fmla="*/ 15240 w 12743259"/>
                <a:gd name="connsiteY0" fmla="*/ 0 h 3768127"/>
                <a:gd name="connsiteX1" fmla="*/ 12607066 w 12743259"/>
                <a:gd name="connsiteY1" fmla="*/ 1683572 h 3768127"/>
                <a:gd name="connsiteX2" fmla="*/ 12743251 w 12743259"/>
                <a:gd name="connsiteY2" fmla="*/ 3115416 h 3768127"/>
                <a:gd name="connsiteX3" fmla="*/ 0 w 12743259"/>
                <a:gd name="connsiteY3" fmla="*/ 3294551 h 3768127"/>
                <a:gd name="connsiteX4" fmla="*/ 15240 w 12743259"/>
                <a:gd name="connsiteY4" fmla="*/ 0 h 3768127"/>
                <a:gd name="connsiteX0" fmla="*/ 15240 w 12732501"/>
                <a:gd name="connsiteY0" fmla="*/ 0 h 3751996"/>
                <a:gd name="connsiteX1" fmla="*/ 12607066 w 12732501"/>
                <a:gd name="connsiteY1" fmla="*/ 1683572 h 3751996"/>
                <a:gd name="connsiteX2" fmla="*/ 12732493 w 12732501"/>
                <a:gd name="connsiteY2" fmla="*/ 3040112 h 3751996"/>
                <a:gd name="connsiteX3" fmla="*/ 0 w 12732501"/>
                <a:gd name="connsiteY3" fmla="*/ 3294551 h 3751996"/>
                <a:gd name="connsiteX4" fmla="*/ 15240 w 12732501"/>
                <a:gd name="connsiteY4" fmla="*/ 0 h 3751996"/>
                <a:gd name="connsiteX0" fmla="*/ 15240 w 12732501"/>
                <a:gd name="connsiteY0" fmla="*/ 0 h 3742376"/>
                <a:gd name="connsiteX1" fmla="*/ 12607066 w 12732501"/>
                <a:gd name="connsiteY1" fmla="*/ 1683572 h 3742376"/>
                <a:gd name="connsiteX2" fmla="*/ 12732493 w 12732501"/>
                <a:gd name="connsiteY2" fmla="*/ 3040112 h 3742376"/>
                <a:gd name="connsiteX3" fmla="*/ 0 w 12732501"/>
                <a:gd name="connsiteY3" fmla="*/ 3294551 h 3742376"/>
                <a:gd name="connsiteX4" fmla="*/ 15240 w 12732501"/>
                <a:gd name="connsiteY4" fmla="*/ 0 h 3742376"/>
                <a:gd name="connsiteX0" fmla="*/ 15240 w 12732501"/>
                <a:gd name="connsiteY0" fmla="*/ 0 h 3742376"/>
                <a:gd name="connsiteX1" fmla="*/ 12607066 w 12732501"/>
                <a:gd name="connsiteY1" fmla="*/ 1683572 h 3742376"/>
                <a:gd name="connsiteX2" fmla="*/ 12732493 w 12732501"/>
                <a:gd name="connsiteY2" fmla="*/ 3040112 h 3742376"/>
                <a:gd name="connsiteX3" fmla="*/ 0 w 12732501"/>
                <a:gd name="connsiteY3" fmla="*/ 3294551 h 3742376"/>
                <a:gd name="connsiteX4" fmla="*/ 15240 w 12732501"/>
                <a:gd name="connsiteY4" fmla="*/ 0 h 3742376"/>
                <a:gd name="connsiteX0" fmla="*/ 15240 w 12743259"/>
                <a:gd name="connsiteY0" fmla="*/ 0 h 3731901"/>
                <a:gd name="connsiteX1" fmla="*/ 12607066 w 12743259"/>
                <a:gd name="connsiteY1" fmla="*/ 1683572 h 3731901"/>
                <a:gd name="connsiteX2" fmla="*/ 12743251 w 12743259"/>
                <a:gd name="connsiteY2" fmla="*/ 2986324 h 3731901"/>
                <a:gd name="connsiteX3" fmla="*/ 0 w 12743259"/>
                <a:gd name="connsiteY3" fmla="*/ 3294551 h 3731901"/>
                <a:gd name="connsiteX4" fmla="*/ 15240 w 12743259"/>
                <a:gd name="connsiteY4" fmla="*/ 0 h 3731901"/>
                <a:gd name="connsiteX0" fmla="*/ 15240 w 12743259"/>
                <a:gd name="connsiteY0" fmla="*/ 0 h 3774907"/>
                <a:gd name="connsiteX1" fmla="*/ 12607066 w 12743259"/>
                <a:gd name="connsiteY1" fmla="*/ 1683572 h 3774907"/>
                <a:gd name="connsiteX2" fmla="*/ 12743251 w 12743259"/>
                <a:gd name="connsiteY2" fmla="*/ 2986324 h 3774907"/>
                <a:gd name="connsiteX3" fmla="*/ 0 w 12743259"/>
                <a:gd name="connsiteY3" fmla="*/ 3294551 h 3774907"/>
                <a:gd name="connsiteX4" fmla="*/ 15240 w 12743259"/>
                <a:gd name="connsiteY4" fmla="*/ 0 h 3774907"/>
                <a:gd name="connsiteX0" fmla="*/ 130986 w 12743259"/>
                <a:gd name="connsiteY0" fmla="*/ 0 h 3786481"/>
                <a:gd name="connsiteX1" fmla="*/ 12607066 w 12743259"/>
                <a:gd name="connsiteY1" fmla="*/ 1695146 h 3786481"/>
                <a:gd name="connsiteX2" fmla="*/ 12743251 w 12743259"/>
                <a:gd name="connsiteY2" fmla="*/ 2997898 h 3786481"/>
                <a:gd name="connsiteX3" fmla="*/ 0 w 12743259"/>
                <a:gd name="connsiteY3" fmla="*/ 3306125 h 3786481"/>
                <a:gd name="connsiteX4" fmla="*/ 130986 w 12743259"/>
                <a:gd name="connsiteY4" fmla="*/ 0 h 3786481"/>
                <a:gd name="connsiteX0" fmla="*/ 0 w 12612273"/>
                <a:gd name="connsiteY0" fmla="*/ 0 h 3786481"/>
                <a:gd name="connsiteX1" fmla="*/ 12476080 w 12612273"/>
                <a:gd name="connsiteY1" fmla="*/ 1695146 h 3786481"/>
                <a:gd name="connsiteX2" fmla="*/ 12612265 w 12612273"/>
                <a:gd name="connsiteY2" fmla="*/ 2997898 h 3786481"/>
                <a:gd name="connsiteX3" fmla="*/ 7910 w 12612273"/>
                <a:gd name="connsiteY3" fmla="*/ 3306125 h 3786481"/>
                <a:gd name="connsiteX4" fmla="*/ 0 w 12612273"/>
                <a:gd name="connsiteY4" fmla="*/ 0 h 3786481"/>
                <a:gd name="connsiteX0" fmla="*/ 0 w 12612273"/>
                <a:gd name="connsiteY0" fmla="*/ 0 h 3638467"/>
                <a:gd name="connsiteX1" fmla="*/ 12476080 w 12612273"/>
                <a:gd name="connsiteY1" fmla="*/ 1695146 h 3638467"/>
                <a:gd name="connsiteX2" fmla="*/ 12612265 w 12612273"/>
                <a:gd name="connsiteY2" fmla="*/ 2997898 h 3638467"/>
                <a:gd name="connsiteX3" fmla="*/ 7910 w 12612273"/>
                <a:gd name="connsiteY3" fmla="*/ 3306125 h 3638467"/>
                <a:gd name="connsiteX4" fmla="*/ 0 w 12612273"/>
                <a:gd name="connsiteY4" fmla="*/ 0 h 3638467"/>
                <a:gd name="connsiteX0" fmla="*/ 0 w 12612273"/>
                <a:gd name="connsiteY0" fmla="*/ 0 h 3718187"/>
                <a:gd name="connsiteX1" fmla="*/ 12476080 w 12612273"/>
                <a:gd name="connsiteY1" fmla="*/ 1695146 h 3718187"/>
                <a:gd name="connsiteX2" fmla="*/ 12612265 w 12612273"/>
                <a:gd name="connsiteY2" fmla="*/ 2997898 h 3718187"/>
                <a:gd name="connsiteX3" fmla="*/ 7910 w 12612273"/>
                <a:gd name="connsiteY3" fmla="*/ 3306125 h 3718187"/>
                <a:gd name="connsiteX4" fmla="*/ 0 w 12612273"/>
                <a:gd name="connsiteY4" fmla="*/ 0 h 3718187"/>
                <a:gd name="connsiteX0" fmla="*/ 0 w 12536082"/>
                <a:gd name="connsiteY0" fmla="*/ 0 h 3638696"/>
                <a:gd name="connsiteX1" fmla="*/ 12476080 w 12536082"/>
                <a:gd name="connsiteY1" fmla="*/ 1695146 h 3638696"/>
                <a:gd name="connsiteX2" fmla="*/ 12536065 w 12536082"/>
                <a:gd name="connsiteY2" fmla="*/ 2677858 h 3638696"/>
                <a:gd name="connsiteX3" fmla="*/ 7910 w 12536082"/>
                <a:gd name="connsiteY3" fmla="*/ 3306125 h 3638696"/>
                <a:gd name="connsiteX4" fmla="*/ 0 w 12536082"/>
                <a:gd name="connsiteY4" fmla="*/ 0 h 3638696"/>
                <a:gd name="connsiteX0" fmla="*/ 0 w 12536082"/>
                <a:gd name="connsiteY0" fmla="*/ 0 h 3704277"/>
                <a:gd name="connsiteX1" fmla="*/ 12476080 w 12536082"/>
                <a:gd name="connsiteY1" fmla="*/ 1695146 h 3704277"/>
                <a:gd name="connsiteX2" fmla="*/ 12536065 w 12536082"/>
                <a:gd name="connsiteY2" fmla="*/ 2677858 h 3704277"/>
                <a:gd name="connsiteX3" fmla="*/ 7910 w 12536082"/>
                <a:gd name="connsiteY3" fmla="*/ 3306125 h 3704277"/>
                <a:gd name="connsiteX4" fmla="*/ 0 w 12536082"/>
                <a:gd name="connsiteY4" fmla="*/ 0 h 3704277"/>
                <a:gd name="connsiteX0" fmla="*/ 0 w 12536082"/>
                <a:gd name="connsiteY0" fmla="*/ 0 h 3799377"/>
                <a:gd name="connsiteX1" fmla="*/ 12476080 w 12536082"/>
                <a:gd name="connsiteY1" fmla="*/ 1695146 h 3799377"/>
                <a:gd name="connsiteX2" fmla="*/ 12536065 w 12536082"/>
                <a:gd name="connsiteY2" fmla="*/ 2677858 h 3799377"/>
                <a:gd name="connsiteX3" fmla="*/ 7910 w 12536082"/>
                <a:gd name="connsiteY3" fmla="*/ 3306125 h 3799377"/>
                <a:gd name="connsiteX4" fmla="*/ 0 w 12536082"/>
                <a:gd name="connsiteY4" fmla="*/ 0 h 3799377"/>
                <a:gd name="connsiteX0" fmla="*/ 0 w 12536082"/>
                <a:gd name="connsiteY0" fmla="*/ 0 h 3799377"/>
                <a:gd name="connsiteX1" fmla="*/ 12476080 w 12536082"/>
                <a:gd name="connsiteY1" fmla="*/ 1695146 h 3799377"/>
                <a:gd name="connsiteX2" fmla="*/ 12536065 w 12536082"/>
                <a:gd name="connsiteY2" fmla="*/ 2677858 h 3799377"/>
                <a:gd name="connsiteX3" fmla="*/ 7910 w 12536082"/>
                <a:gd name="connsiteY3" fmla="*/ 3306125 h 3799377"/>
                <a:gd name="connsiteX4" fmla="*/ 0 w 12536082"/>
                <a:gd name="connsiteY4" fmla="*/ 0 h 3799377"/>
                <a:gd name="connsiteX0" fmla="*/ 0 w 12520848"/>
                <a:gd name="connsiteY0" fmla="*/ 0 h 3758769"/>
                <a:gd name="connsiteX1" fmla="*/ 12476080 w 12520848"/>
                <a:gd name="connsiteY1" fmla="*/ 1695146 h 3758769"/>
                <a:gd name="connsiteX2" fmla="*/ 12520825 w 12520848"/>
                <a:gd name="connsiteY2" fmla="*/ 2555938 h 3758769"/>
                <a:gd name="connsiteX3" fmla="*/ 7910 w 12520848"/>
                <a:gd name="connsiteY3" fmla="*/ 3306125 h 3758769"/>
                <a:gd name="connsiteX4" fmla="*/ 0 w 12520848"/>
                <a:gd name="connsiteY4" fmla="*/ 0 h 3758769"/>
                <a:gd name="connsiteX0" fmla="*/ 0 w 12520848"/>
                <a:gd name="connsiteY0" fmla="*/ 0 h 3796082"/>
                <a:gd name="connsiteX1" fmla="*/ 12476080 w 12520848"/>
                <a:gd name="connsiteY1" fmla="*/ 1695146 h 3796082"/>
                <a:gd name="connsiteX2" fmla="*/ 12520825 w 12520848"/>
                <a:gd name="connsiteY2" fmla="*/ 2555938 h 3796082"/>
                <a:gd name="connsiteX3" fmla="*/ 7910 w 12520848"/>
                <a:gd name="connsiteY3" fmla="*/ 3306125 h 3796082"/>
                <a:gd name="connsiteX4" fmla="*/ 0 w 12520848"/>
                <a:gd name="connsiteY4" fmla="*/ 0 h 379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0848" h="3796082">
                  <a:moveTo>
                    <a:pt x="0" y="0"/>
                  </a:moveTo>
                  <a:cubicBezTo>
                    <a:pt x="6156960" y="3540760"/>
                    <a:pt x="9113519" y="3351307"/>
                    <a:pt x="12476080" y="1695146"/>
                  </a:cubicBezTo>
                  <a:cubicBezTo>
                    <a:pt x="12474858" y="2236973"/>
                    <a:pt x="12522047" y="2014111"/>
                    <a:pt x="12520825" y="2555938"/>
                  </a:cubicBezTo>
                  <a:cubicBezTo>
                    <a:pt x="9371523" y="3946837"/>
                    <a:pt x="4259870" y="4124005"/>
                    <a:pt x="7910" y="3306125"/>
                  </a:cubicBezTo>
                  <a:cubicBezTo>
                    <a:pt x="5273" y="2204083"/>
                    <a:pt x="2637" y="1102042"/>
                    <a:pt x="0" y="0"/>
                  </a:cubicBezTo>
                  <a:close/>
                </a:path>
              </a:pathLst>
            </a:custGeom>
            <a:solidFill>
              <a:srgbClr val="004E98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050" kern="0">
                <a:solidFill>
                  <a:prstClr val="white"/>
                </a:solidFill>
                <a:latin typeface="OPPOSans R"/>
                <a:ea typeface="OPPOSans R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7BF8D6B-6A98-094E-B445-C37F7C26C3E3}"/>
              </a:ext>
            </a:extLst>
          </p:cNvPr>
          <p:cNvSpPr txBox="1"/>
          <p:nvPr/>
        </p:nvSpPr>
        <p:spPr>
          <a:xfrm>
            <a:off x="428193" y="1073853"/>
            <a:ext cx="2153919" cy="1220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333" b="1" spc="800" dirty="0">
                <a:solidFill>
                  <a:schemeClr val="bg1"/>
                </a:solidFill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33A59E-7684-184E-A9F9-2DD5DE679C8A}"/>
              </a:ext>
            </a:extLst>
          </p:cNvPr>
          <p:cNvSpPr/>
          <p:nvPr/>
        </p:nvSpPr>
        <p:spPr>
          <a:xfrm>
            <a:off x="1373959" y="1976673"/>
            <a:ext cx="131318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8000" b="1" spc="800" dirty="0">
                <a:solidFill>
                  <a:schemeClr val="bg1"/>
                </a:solidFill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录</a:t>
            </a:r>
            <a:endParaRPr lang="zh-CN" altLang="en-US" sz="80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E80270-0EFB-A94C-AA5A-C5315BDEEE96}"/>
              </a:ext>
            </a:extLst>
          </p:cNvPr>
          <p:cNvSpPr/>
          <p:nvPr/>
        </p:nvSpPr>
        <p:spPr>
          <a:xfrm rot="5400000">
            <a:off x="-320641" y="3820832"/>
            <a:ext cx="3519564" cy="37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600" dirty="0">
                <a:solidFill>
                  <a:schemeClr val="bg1"/>
                </a:solidFill>
                <a:latin typeface="Avenir Light" panose="020B0402020203020204" pitchFamily="34" charset="0"/>
                <a:ea typeface="Source Han Sans CN Heavy" panose="020B0500000000000000" pitchFamily="34" charset="-128"/>
                <a:cs typeface="Gautami" panose="020B0502040204020203" pitchFamily="34" charset="0"/>
              </a:rPr>
              <a:t>CONTENTS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15B2B1-D0FC-6549-9F16-6B40646A90FC}"/>
              </a:ext>
            </a:extLst>
          </p:cNvPr>
          <p:cNvGrpSpPr/>
          <p:nvPr/>
        </p:nvGrpSpPr>
        <p:grpSpPr>
          <a:xfrm>
            <a:off x="4347233" y="1176017"/>
            <a:ext cx="4000724" cy="954108"/>
            <a:chOff x="4929969" y="1071906"/>
            <a:chExt cx="2122713" cy="715581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2CCC4A9-C02F-7540-B645-54FEB412F5D1}"/>
                </a:ext>
              </a:extLst>
            </p:cNvPr>
            <p:cNvSpPr txBox="1"/>
            <p:nvPr/>
          </p:nvSpPr>
          <p:spPr>
            <a:xfrm>
              <a:off x="5359832" y="1071907"/>
              <a:ext cx="1692850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研究背景与意义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7A560A0-90EB-4D42-8F20-DE0F345BF198}"/>
                </a:ext>
              </a:extLst>
            </p:cNvPr>
            <p:cNvSpPr txBox="1"/>
            <p:nvPr/>
          </p:nvSpPr>
          <p:spPr>
            <a:xfrm>
              <a:off x="4929969" y="1071906"/>
              <a:ext cx="647856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01</a:t>
              </a:r>
              <a:r>
                <a:rPr kumimoji="1"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 </a:t>
              </a:r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/</a:t>
              </a:r>
              <a:endParaRPr kumimoji="1"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9F8DE1C-43D8-8B46-AF9D-430CD131AC62}"/>
              </a:ext>
            </a:extLst>
          </p:cNvPr>
          <p:cNvGrpSpPr/>
          <p:nvPr/>
        </p:nvGrpSpPr>
        <p:grpSpPr>
          <a:xfrm>
            <a:off x="3744634" y="2248216"/>
            <a:ext cx="2852782" cy="957370"/>
            <a:chOff x="4929969" y="1071906"/>
            <a:chExt cx="1513635" cy="718027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33D6975-945B-BD42-9223-0189AC48E87E}"/>
                </a:ext>
              </a:extLst>
            </p:cNvPr>
            <p:cNvSpPr txBox="1"/>
            <p:nvPr/>
          </p:nvSpPr>
          <p:spPr>
            <a:xfrm>
              <a:off x="5452502" y="1074353"/>
              <a:ext cx="991102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研究现状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10B48DF-6B15-0445-8E64-920ACF6EF4AC}"/>
                </a:ext>
              </a:extLst>
            </p:cNvPr>
            <p:cNvSpPr txBox="1"/>
            <p:nvPr/>
          </p:nvSpPr>
          <p:spPr>
            <a:xfrm>
              <a:off x="4929969" y="1071906"/>
              <a:ext cx="647856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02</a:t>
              </a:r>
              <a:r>
                <a:rPr kumimoji="1"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 </a:t>
              </a:r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/</a:t>
              </a:r>
              <a:endParaRPr kumimoji="1"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507A063-BDB2-A345-B60B-527BE297B32D}"/>
              </a:ext>
            </a:extLst>
          </p:cNvPr>
          <p:cNvGrpSpPr/>
          <p:nvPr/>
        </p:nvGrpSpPr>
        <p:grpSpPr>
          <a:xfrm>
            <a:off x="3826734" y="3681442"/>
            <a:ext cx="4266202" cy="954107"/>
            <a:chOff x="4929969" y="1071906"/>
            <a:chExt cx="2263571" cy="71558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F155015-9083-6C4F-A434-A1E24FD0D690}"/>
                </a:ext>
              </a:extLst>
            </p:cNvPr>
            <p:cNvSpPr txBox="1"/>
            <p:nvPr/>
          </p:nvSpPr>
          <p:spPr>
            <a:xfrm>
              <a:off x="5500690" y="1074354"/>
              <a:ext cx="1692850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研究内容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E1E627A-9778-6D4D-B8CE-EA4CB41270BA}"/>
                </a:ext>
              </a:extLst>
            </p:cNvPr>
            <p:cNvSpPr txBox="1"/>
            <p:nvPr/>
          </p:nvSpPr>
          <p:spPr>
            <a:xfrm>
              <a:off x="4929969" y="1071906"/>
              <a:ext cx="647856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03</a:t>
              </a:r>
              <a:r>
                <a:rPr kumimoji="1"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 </a:t>
              </a:r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/</a:t>
              </a:r>
              <a:endParaRPr kumimoji="1"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79C8108-1BD0-BE47-8F38-1F2247B384E4}"/>
              </a:ext>
            </a:extLst>
          </p:cNvPr>
          <p:cNvGrpSpPr/>
          <p:nvPr/>
        </p:nvGrpSpPr>
        <p:grpSpPr>
          <a:xfrm>
            <a:off x="4824522" y="4865958"/>
            <a:ext cx="4175384" cy="523220"/>
            <a:chOff x="4929969" y="1071906"/>
            <a:chExt cx="2215384" cy="392415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DDAA406-EE31-424D-A0B4-B64BA0F7EB16}"/>
                </a:ext>
              </a:extLst>
            </p:cNvPr>
            <p:cNvSpPr txBox="1"/>
            <p:nvPr/>
          </p:nvSpPr>
          <p:spPr>
            <a:xfrm>
              <a:off x="5452503" y="1071906"/>
              <a:ext cx="1692850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结论与展望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4A87EEC-18B7-C141-A4CD-7D17E73E23A4}"/>
                </a:ext>
              </a:extLst>
            </p:cNvPr>
            <p:cNvSpPr txBox="1"/>
            <p:nvPr/>
          </p:nvSpPr>
          <p:spPr>
            <a:xfrm>
              <a:off x="4929969" y="1071906"/>
              <a:ext cx="647856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ZZhengHeiS-DB-GB" panose="02000000000000000000" pitchFamily="2" charset="-122"/>
                  <a:ea typeface="FZZhengHeiS-DB-GB" panose="02000000000000000000" pitchFamily="2" charset="-122"/>
                </a:rPr>
                <a:t>04/</a:t>
              </a:r>
              <a:endParaRPr kumimoji="1"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endParaRPr>
            </a:p>
          </p:txBody>
        </p:sp>
      </p:grpSp>
      <p:pic>
        <p:nvPicPr>
          <p:cNvPr id="38" name="图片 37">
            <a:extLst>
              <a:ext uri="{FF2B5EF4-FFF2-40B4-BE49-F238E27FC236}">
                <a16:creationId xmlns:a16="http://schemas.microsoft.com/office/drawing/2014/main" id="{B01F1767-9E31-BB41-8DB5-C78F05C6E8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4418" y="325394"/>
            <a:ext cx="399677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2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B99257C-ED51-9E4E-85CB-6F9EBB35368D}"/>
              </a:ext>
            </a:extLst>
          </p:cNvPr>
          <p:cNvGrpSpPr/>
          <p:nvPr/>
        </p:nvGrpSpPr>
        <p:grpSpPr>
          <a:xfrm>
            <a:off x="64119" y="84667"/>
            <a:ext cx="1660770" cy="167665"/>
            <a:chOff x="6429877" y="2075668"/>
            <a:chExt cx="1982046" cy="109699"/>
          </a:xfrm>
          <a:solidFill>
            <a:srgbClr val="004E98"/>
          </a:solidFill>
        </p:grpSpPr>
        <p:sp>
          <p:nvSpPr>
            <p:cNvPr id="32" name="矩形: 圆角 26">
              <a:extLst>
                <a:ext uri="{FF2B5EF4-FFF2-40B4-BE49-F238E27FC236}">
                  <a16:creationId xmlns:a16="http://schemas.microsoft.com/office/drawing/2014/main" id="{C4A51C6B-930C-D949-9CA3-23F8239EA339}"/>
                </a:ext>
              </a:extLst>
            </p:cNvPr>
            <p:cNvSpPr/>
            <p:nvPr/>
          </p:nvSpPr>
          <p:spPr>
            <a:xfrm>
              <a:off x="6429877" y="2112613"/>
              <a:ext cx="1769958" cy="3428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4" name="矩形: 圆角 41">
              <a:extLst>
                <a:ext uri="{FF2B5EF4-FFF2-40B4-BE49-F238E27FC236}">
                  <a16:creationId xmlns:a16="http://schemas.microsoft.com/office/drawing/2014/main" id="{EF51FFBE-5CCF-AC46-90B5-684DF6B4575F}"/>
                </a:ext>
              </a:extLst>
            </p:cNvPr>
            <p:cNvSpPr/>
            <p:nvPr/>
          </p:nvSpPr>
          <p:spPr>
            <a:xfrm>
              <a:off x="7736923" y="2171867"/>
              <a:ext cx="675000" cy="13500"/>
            </a:xfrm>
            <a:prstGeom prst="roundRect">
              <a:avLst>
                <a:gd name="adj" fmla="val 50000"/>
              </a:avLst>
            </a:prstGeom>
            <a:grpFill/>
            <a:ln w="9525" cap="rnd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5" name="矩形: 圆角 42">
              <a:extLst>
                <a:ext uri="{FF2B5EF4-FFF2-40B4-BE49-F238E27FC236}">
                  <a16:creationId xmlns:a16="http://schemas.microsoft.com/office/drawing/2014/main" id="{FF935392-6ED7-D242-AFF3-96C870109BDA}"/>
                </a:ext>
              </a:extLst>
            </p:cNvPr>
            <p:cNvSpPr/>
            <p:nvPr/>
          </p:nvSpPr>
          <p:spPr>
            <a:xfrm>
              <a:off x="7648945" y="2075668"/>
              <a:ext cx="675000" cy="13500"/>
            </a:xfrm>
            <a:prstGeom prst="roundRect">
              <a:avLst>
                <a:gd name="adj" fmla="val 50000"/>
              </a:avLst>
            </a:prstGeom>
            <a:grpFill/>
            <a:ln w="9525" cap="rnd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D069B655-229C-354F-A464-F5FB07A5B2D6}"/>
              </a:ext>
            </a:extLst>
          </p:cNvPr>
          <p:cNvSpPr txBox="1"/>
          <p:nvPr/>
        </p:nvSpPr>
        <p:spPr>
          <a:xfrm>
            <a:off x="941596" y="351598"/>
            <a:ext cx="340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添加标题文字内容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886DE52B-6A8A-C849-852F-46CF349A1CE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4418" y="325394"/>
            <a:ext cx="399677" cy="461665"/>
          </a:xfrm>
          <a:prstGeom prst="rect">
            <a:avLst/>
          </a:prstGeom>
        </p:spPr>
      </p:pic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FA94354A-A7B6-5644-A60D-9D0E77079E18}"/>
              </a:ext>
            </a:extLst>
          </p:cNvPr>
          <p:cNvCxnSpPr>
            <a:cxnSpLocks/>
          </p:cNvCxnSpPr>
          <p:nvPr/>
        </p:nvCxnSpPr>
        <p:spPr>
          <a:xfrm>
            <a:off x="941596" y="889686"/>
            <a:ext cx="108019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EFE86609-6E17-7142-A049-60E1E3A8F4E1}"/>
              </a:ext>
            </a:extLst>
          </p:cNvPr>
          <p:cNvSpPr/>
          <p:nvPr/>
        </p:nvSpPr>
        <p:spPr>
          <a:xfrm>
            <a:off x="0" y="6579283"/>
            <a:ext cx="12192000" cy="27871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B2A7E87-B084-DC48-B0E5-C51B7907EEDE}"/>
              </a:ext>
            </a:extLst>
          </p:cNvPr>
          <p:cNvSpPr txBox="1"/>
          <p:nvPr/>
        </p:nvSpPr>
        <p:spPr>
          <a:xfrm>
            <a:off x="0" y="6568644"/>
            <a:ext cx="222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艰苦朴素  求真务实</a:t>
            </a:r>
          </a:p>
        </p:txBody>
      </p:sp>
    </p:spTree>
    <p:extLst>
      <p:ext uri="{BB962C8B-B14F-4D97-AF65-F5344CB8AC3E}">
        <p14:creationId xmlns:p14="http://schemas.microsoft.com/office/powerpoint/2010/main" val="408873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DF3C0C3-A7F8-9E42-B1B2-DF4108AE93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060"/>
            <a:ext cx="12192000" cy="68478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8939010-75C4-8149-9313-FED37C129112}"/>
              </a:ext>
            </a:extLst>
          </p:cNvPr>
          <p:cNvSpPr txBox="1"/>
          <p:nvPr/>
        </p:nvSpPr>
        <p:spPr>
          <a:xfrm>
            <a:off x="757879" y="2645457"/>
            <a:ext cx="10676238" cy="148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6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谢 谢 观 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78A798-2319-4711-A5EA-EBB2A0E4F5AD}"/>
              </a:ext>
            </a:extLst>
          </p:cNvPr>
          <p:cNvSpPr/>
          <p:nvPr/>
        </p:nvSpPr>
        <p:spPr>
          <a:xfrm>
            <a:off x="4162166" y="689022"/>
            <a:ext cx="3861979" cy="101281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65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985</TotalTime>
  <Words>73</Words>
  <Application>Microsoft Office PowerPoint</Application>
  <PresentationFormat>宽屏</PresentationFormat>
  <Paragraphs>19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Avenir Light</vt:lpstr>
      <vt:lpstr>FZZhengHeiS-DB-GB</vt:lpstr>
      <vt:lpstr>OPPOSans R</vt:lpstr>
      <vt:lpstr>等线</vt:lpstr>
      <vt:lpstr>Source Han Serif CN Heavy</vt:lpstr>
      <vt:lpstr>Microsoft YaHei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隋明哲</dc:creator>
  <cp:lastModifiedBy>帅尧 范</cp:lastModifiedBy>
  <cp:revision>115</cp:revision>
  <dcterms:created xsi:type="dcterms:W3CDTF">2020-09-14T02:46:55Z</dcterms:created>
  <dcterms:modified xsi:type="dcterms:W3CDTF">2026-05-13T12:25:43Z</dcterms:modified>
</cp:coreProperties>
</file>