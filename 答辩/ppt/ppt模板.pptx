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7"/>
  </p:notesMasterIdLst>
  <p:sldIdLst>
    <p:sldId id="946" r:id="rId2"/>
    <p:sldId id="886" r:id="rId3"/>
    <p:sldId id="943" r:id="rId4"/>
    <p:sldId id="890" r:id="rId5"/>
    <p:sldId id="891" r:id="rId6"/>
    <p:sldId id="889" r:id="rId7"/>
    <p:sldId id="892" r:id="rId8"/>
    <p:sldId id="893" r:id="rId9"/>
    <p:sldId id="941" r:id="rId10"/>
    <p:sldId id="897" r:id="rId11"/>
    <p:sldId id="898" r:id="rId12"/>
    <p:sldId id="899" r:id="rId13"/>
    <p:sldId id="900" r:id="rId14"/>
    <p:sldId id="942" r:id="rId15"/>
    <p:sldId id="902" r:id="rId16"/>
    <p:sldId id="903" r:id="rId17"/>
    <p:sldId id="904" r:id="rId18"/>
    <p:sldId id="906" r:id="rId19"/>
    <p:sldId id="944" r:id="rId20"/>
    <p:sldId id="907" r:id="rId21"/>
    <p:sldId id="909" r:id="rId22"/>
    <p:sldId id="910" r:id="rId23"/>
    <p:sldId id="911" r:id="rId24"/>
    <p:sldId id="912" r:id="rId25"/>
    <p:sldId id="945" r:id="rId26"/>
    <p:sldId id="914" r:id="rId27"/>
    <p:sldId id="915" r:id="rId28"/>
    <p:sldId id="916" r:id="rId29"/>
    <p:sldId id="917" r:id="rId30"/>
    <p:sldId id="257" r:id="rId31"/>
    <p:sldId id="947" r:id="rId32"/>
    <p:sldId id="328" r:id="rId33"/>
    <p:sldId id="329" r:id="rId34"/>
    <p:sldId id="330" r:id="rId35"/>
    <p:sldId id="331"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E98"/>
    <a:srgbClr val="004E97"/>
    <a:srgbClr val="004E96"/>
    <a:srgbClr val="004EAB"/>
    <a:srgbClr val="E20010"/>
    <a:srgbClr val="2F5597"/>
    <a:srgbClr val="F0AA50"/>
    <a:srgbClr val="F01E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06" autoAdjust="0"/>
    <p:restoredTop sz="94567"/>
  </p:normalViewPr>
  <p:slideViewPr>
    <p:cSldViewPr snapToGrid="0" snapToObjects="1">
      <p:cViewPr varScale="1">
        <p:scale>
          <a:sx n="76" d="100"/>
          <a:sy n="76" d="100"/>
        </p:scale>
        <p:origin x="77" y="17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047478091674914E-2"/>
          <c:y val="7.3462452460944003E-2"/>
          <c:w val="0.92995252190832511"/>
          <c:h val="0.91919096095656616"/>
        </c:manualLayout>
      </c:layout>
      <c:barChart>
        <c:barDir val="bar"/>
        <c:grouping val="clustered"/>
        <c:varyColors val="0"/>
        <c:ser>
          <c:idx val="0"/>
          <c:order val="0"/>
          <c:tx>
            <c:strRef>
              <c:f>Sheet1!$B$1</c:f>
              <c:strCache>
                <c:ptCount val="1"/>
                <c:pt idx="0">
                  <c:v>总</c:v>
                </c:pt>
              </c:strCache>
            </c:strRef>
          </c:tx>
          <c:spPr>
            <a:pattFill prst="wdUpDiag">
              <a:fgClr>
                <a:schemeClr val="bg1">
                  <a:lumMod val="95000"/>
                </a:schemeClr>
              </a:fgClr>
              <a:bgClr>
                <a:schemeClr val="bg1"/>
              </a:bgClr>
            </a:pattFill>
            <a:ln>
              <a:noFill/>
            </a:ln>
            <a:effectLst/>
          </c:spPr>
          <c:invertIfNegative val="0"/>
          <c:dLbls>
            <c:delete val="1"/>
          </c:dLbls>
          <c:cat>
            <c:strRef>
              <c:f>Sheet1!$A$2</c:f>
              <c:strCache>
                <c:ptCount val="1"/>
                <c:pt idx="0">
                  <c:v>项目进度</c:v>
                </c:pt>
              </c:strCache>
            </c:strRef>
          </c:cat>
          <c:val>
            <c:numRef>
              <c:f>Sheet1!$B$2</c:f>
              <c:numCache>
                <c:formatCode>0%</c:formatCode>
                <c:ptCount val="1"/>
                <c:pt idx="0">
                  <c:v>1</c:v>
                </c:pt>
              </c:numCache>
            </c:numRef>
          </c:val>
          <c:extLst>
            <c:ext xmlns:c16="http://schemas.microsoft.com/office/drawing/2014/chart" uri="{C3380CC4-5D6E-409C-BE32-E72D297353CC}">
              <c16:uniqueId val="{00000000-A81A-6145-8A8C-6D65E0166484}"/>
            </c:ext>
          </c:extLst>
        </c:ser>
        <c:ser>
          <c:idx val="1"/>
          <c:order val="1"/>
          <c:tx>
            <c:strRef>
              <c:f>Sheet1!$C$1</c:f>
              <c:strCache>
                <c:ptCount val="1"/>
                <c:pt idx="0">
                  <c:v>改这一列</c:v>
                </c:pt>
              </c:strCache>
            </c:strRef>
          </c:tx>
          <c:spPr>
            <a:gradFill flip="none" rotWithShape="1">
              <a:gsLst>
                <a:gs pos="0">
                  <a:srgbClr val="004E96"/>
                </a:gs>
                <a:gs pos="100000">
                  <a:srgbClr val="004EAB"/>
                </a:gs>
              </a:gsLst>
              <a:lin ang="10800000" scaled="1"/>
              <a:tileRect/>
            </a:gradFill>
            <a:ln>
              <a:noFill/>
            </a:ln>
            <a:effectLst/>
          </c:spPr>
          <c:invertIfNegative val="0"/>
          <c:dPt>
            <c:idx val="0"/>
            <c:invertIfNegative val="0"/>
            <c:bubble3D val="0"/>
            <c:spPr>
              <a:gradFill flip="none" rotWithShape="1">
                <a:gsLst>
                  <a:gs pos="0">
                    <a:srgbClr val="004E96"/>
                  </a:gs>
                  <a:gs pos="100000">
                    <a:srgbClr val="004EAB"/>
                  </a:gs>
                </a:gsLst>
                <a:lin ang="10800000" scaled="1"/>
                <a:tileRect/>
              </a:gradFill>
              <a:ln>
                <a:noFill/>
              </a:ln>
              <a:effectLst/>
            </c:spPr>
            <c:extLst>
              <c:ext xmlns:c16="http://schemas.microsoft.com/office/drawing/2014/chart" uri="{C3380CC4-5D6E-409C-BE32-E72D297353CC}">
                <c16:uniqueId val="{00000002-A81A-6145-8A8C-6D65E0166484}"/>
              </c:ext>
            </c:extLst>
          </c:dPt>
          <c:dLbls>
            <c:dLbl>
              <c:idx val="0"/>
              <c:layout>
                <c:manualLayout>
                  <c:x val="-7.0464637712552805E-2"/>
                  <c:y val="-5.555503710668204E-2"/>
                </c:manualLayout>
              </c:layout>
              <c:tx>
                <c:rich>
                  <a:bodyPr rot="0" spcFirstLastPara="1" vertOverflow="ellipsis" vert="horz" wrap="square" anchor="ctr" anchorCtr="1"/>
                  <a:lstStyle/>
                  <a:p>
                    <a:pPr>
                      <a:defRPr sz="1800" b="1" i="0" u="none" strike="noStrike" kern="1200" baseline="0">
                        <a:solidFill>
                          <a:schemeClr val="bg1"/>
                        </a:solidFill>
                        <a:latin typeface="Source Han Serif CN" panose="02020400000000000000" pitchFamily="18" charset="-128"/>
                        <a:ea typeface="Source Han Serif CN" panose="02020400000000000000" pitchFamily="18" charset="-128"/>
                        <a:cs typeface="+mn-ea"/>
                        <a:sym typeface="+mn-lt"/>
                      </a:defRPr>
                    </a:pPr>
                    <a:r>
                      <a:rPr lang="en-US" b="1" i="0" dirty="0">
                        <a:latin typeface="Source Han Serif CN" panose="02020400000000000000" pitchFamily="18" charset="-128"/>
                        <a:ea typeface="Source Han Serif CN" panose="02020400000000000000" pitchFamily="18" charset="-128"/>
                      </a:rPr>
                      <a:t>80%</a:t>
                    </a:r>
                  </a:p>
                </c:rich>
              </c:tx>
              <c:spPr>
                <a:noFill/>
                <a:ln>
                  <a:noFill/>
                </a:ln>
                <a:effectLst/>
              </c:spPr>
              <c:txPr>
                <a:bodyPr rot="0" spcFirstLastPara="1" vertOverflow="ellipsis" vert="horz" wrap="square" anchor="ctr" anchorCtr="1"/>
                <a:lstStyle/>
                <a:p>
                  <a:pPr>
                    <a:defRPr sz="1800" b="1" i="0" u="none" strike="noStrike" kern="1200" baseline="0">
                      <a:solidFill>
                        <a:schemeClr val="bg1"/>
                      </a:solidFill>
                      <a:latin typeface="Source Han Serif CN" panose="02020400000000000000" pitchFamily="18" charset="-128"/>
                      <a:ea typeface="Source Han Serif CN" panose="02020400000000000000" pitchFamily="18" charset="-128"/>
                      <a:cs typeface="+mn-ea"/>
                      <a:sym typeface="+mn-lt"/>
                    </a:defRPr>
                  </a:pPr>
                  <a:endParaRPr lang="zh-CN"/>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A81A-6145-8A8C-6D65E0166484}"/>
                </c:ext>
              </c:extLst>
            </c:dLbl>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ea"/>
                    <a:sym typeface="+mn-lt"/>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项目进度</c:v>
                </c:pt>
              </c:strCache>
            </c:strRef>
          </c:cat>
          <c:val>
            <c:numRef>
              <c:f>Sheet1!$C$2</c:f>
              <c:numCache>
                <c:formatCode>0%</c:formatCode>
                <c:ptCount val="1"/>
                <c:pt idx="0">
                  <c:v>0.8</c:v>
                </c:pt>
              </c:numCache>
            </c:numRef>
          </c:val>
          <c:extLst>
            <c:ext xmlns:c16="http://schemas.microsoft.com/office/drawing/2014/chart" uri="{C3380CC4-5D6E-409C-BE32-E72D297353CC}">
              <c16:uniqueId val="{00000003-A81A-6145-8A8C-6D65E0166484}"/>
            </c:ext>
          </c:extLst>
        </c:ser>
        <c:dLbls>
          <c:dLblPos val="ctr"/>
          <c:showLegendKey val="0"/>
          <c:showVal val="1"/>
          <c:showCatName val="0"/>
          <c:showSerName val="0"/>
          <c:showPercent val="0"/>
          <c:showBubbleSize val="0"/>
        </c:dLbls>
        <c:gapWidth val="100"/>
        <c:overlap val="100"/>
        <c:axId val="159806767"/>
        <c:axId val="105999647"/>
      </c:barChart>
      <c:dateAx>
        <c:axId val="159806767"/>
        <c:scaling>
          <c:orientation val="minMax"/>
        </c:scaling>
        <c:delete val="1"/>
        <c:axPos val="l"/>
        <c:numFmt formatCode="General" sourceLinked="1"/>
        <c:majorTickMark val="out"/>
        <c:minorTickMark val="none"/>
        <c:tickLblPos val="nextTo"/>
        <c:crossAx val="105999647"/>
        <c:crosses val="autoZero"/>
        <c:auto val="0"/>
        <c:lblOffset val="100"/>
        <c:baseTimeUnit val="days"/>
      </c:dateAx>
      <c:valAx>
        <c:axId val="105999647"/>
        <c:scaling>
          <c:orientation val="minMax"/>
        </c:scaling>
        <c:delete val="1"/>
        <c:axPos val="b"/>
        <c:numFmt formatCode="0%" sourceLinked="1"/>
        <c:majorTickMark val="out"/>
        <c:minorTickMark val="none"/>
        <c:tickLblPos val="nextTo"/>
        <c:crossAx val="1598067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A7B6F0-605A-3A4D-97E8-EAE158ECB537}" type="datetimeFigureOut">
              <a:rPr kumimoji="1" lang="zh-CN" altLang="en-US" smtClean="0"/>
              <a:t>2022/7/6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07EA9F-BAA9-954B-A225-7CFCF4778F98}" type="slidenum">
              <a:rPr kumimoji="1" lang="zh-CN" altLang="en-US" smtClean="0"/>
              <a:t>‹#›</a:t>
            </a:fld>
            <a:endParaRPr kumimoji="1" lang="zh-CN" altLang="en-US"/>
          </a:p>
        </p:txBody>
      </p:sp>
    </p:spTree>
    <p:extLst>
      <p:ext uri="{BB962C8B-B14F-4D97-AF65-F5344CB8AC3E}">
        <p14:creationId xmlns:p14="http://schemas.microsoft.com/office/powerpoint/2010/main" val="3681837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D5F39-457F-7940-ABBE-4261A3641EDF}" type="slidenum">
              <a:rPr kumimoji="1" lang="zh-CN" altLang="en-US" smtClean="0"/>
              <a:t>4</a:t>
            </a:fld>
            <a:endParaRPr kumimoji="1" lang="zh-CN" altLang="en-US"/>
          </a:p>
        </p:txBody>
      </p:sp>
    </p:spTree>
    <p:extLst>
      <p:ext uri="{BB962C8B-B14F-4D97-AF65-F5344CB8AC3E}">
        <p14:creationId xmlns:p14="http://schemas.microsoft.com/office/powerpoint/2010/main" val="1721883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D5F39-457F-7940-ABBE-4261A3641EDF}" type="slidenum">
              <a:rPr kumimoji="1" lang="zh-CN" altLang="en-US" smtClean="0"/>
              <a:t>5</a:t>
            </a:fld>
            <a:endParaRPr kumimoji="1" lang="zh-CN" altLang="en-US"/>
          </a:p>
        </p:txBody>
      </p:sp>
    </p:spTree>
    <p:extLst>
      <p:ext uri="{BB962C8B-B14F-4D97-AF65-F5344CB8AC3E}">
        <p14:creationId xmlns:p14="http://schemas.microsoft.com/office/powerpoint/2010/main" val="965113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https://</a:t>
            </a:r>
            <a:r>
              <a:rPr kumimoji="1" lang="en" altLang="zh-CN" dirty="0" err="1"/>
              <a:t>www.pexels.com</a:t>
            </a:r>
            <a:r>
              <a:rPr kumimoji="1" lang="en" altLang="zh-CN" dirty="0"/>
              <a:t>/</a:t>
            </a:r>
            <a:r>
              <a:rPr kumimoji="1" lang="en" altLang="zh-CN" dirty="0" err="1"/>
              <a:t>zh-tw</a:t>
            </a:r>
            <a:r>
              <a:rPr kumimoji="1" lang="en" altLang="zh-CN" dirty="0"/>
              <a:t>/photo/21120/</a:t>
            </a:r>
            <a:endParaRPr kumimoji="1" lang="zh-CN" altLang="en-US" dirty="0"/>
          </a:p>
        </p:txBody>
      </p:sp>
      <p:sp>
        <p:nvSpPr>
          <p:cNvPr id="4" name="灯片编号占位符 3"/>
          <p:cNvSpPr>
            <a:spLocks noGrp="1"/>
          </p:cNvSpPr>
          <p:nvPr>
            <p:ph type="sldNum" sz="quarter" idx="5"/>
          </p:nvPr>
        </p:nvSpPr>
        <p:spPr/>
        <p:txBody>
          <a:bodyPr/>
          <a:lstStyle/>
          <a:p>
            <a:fld id="{252D5F39-457F-7940-ABBE-4261A3641EDF}" type="slidenum">
              <a:rPr kumimoji="1" lang="zh-CN" altLang="en-US" smtClean="0"/>
              <a:t>6</a:t>
            </a:fld>
            <a:endParaRPr kumimoji="1" lang="zh-CN" altLang="en-US"/>
          </a:p>
        </p:txBody>
      </p:sp>
    </p:spTree>
    <p:extLst>
      <p:ext uri="{BB962C8B-B14F-4D97-AF65-F5344CB8AC3E}">
        <p14:creationId xmlns:p14="http://schemas.microsoft.com/office/powerpoint/2010/main" val="311797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D5F39-457F-7940-ABBE-4261A3641EDF}" type="slidenum">
              <a:rPr kumimoji="1" lang="zh-CN" altLang="en-US" smtClean="0"/>
              <a:t>15</a:t>
            </a:fld>
            <a:endParaRPr kumimoji="1" lang="zh-CN" altLang="en-US"/>
          </a:p>
        </p:txBody>
      </p:sp>
    </p:spTree>
    <p:extLst>
      <p:ext uri="{BB962C8B-B14F-4D97-AF65-F5344CB8AC3E}">
        <p14:creationId xmlns:p14="http://schemas.microsoft.com/office/powerpoint/2010/main" val="2066881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D5F39-457F-7940-ABBE-4261A3641EDF}" type="slidenum">
              <a:rPr kumimoji="1" lang="zh-CN" altLang="en-US" smtClean="0"/>
              <a:t>23</a:t>
            </a:fld>
            <a:endParaRPr kumimoji="1" lang="zh-CN" altLang="en-US"/>
          </a:p>
        </p:txBody>
      </p:sp>
    </p:spTree>
    <p:extLst>
      <p:ext uri="{BB962C8B-B14F-4D97-AF65-F5344CB8AC3E}">
        <p14:creationId xmlns:p14="http://schemas.microsoft.com/office/powerpoint/2010/main" val="3390458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6">
            <a:extLst>
              <a:ext uri="{FF2B5EF4-FFF2-40B4-BE49-F238E27FC236}">
                <a16:creationId xmlns:a16="http://schemas.microsoft.com/office/drawing/2014/main" id="{92719B4D-8AA0-F048-B24F-879664E4ED7F}"/>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9pPr>
          </a:lstStyle>
          <a:p>
            <a:fld id="{ED844F1F-573C-5248-9F82-43CEDCF557D7}" type="slidenum">
              <a:rPr lang="en-US" altLang="zh-CN">
                <a:solidFill>
                  <a:srgbClr val="000000"/>
                </a:solidFill>
                <a:latin typeface="Times New Roman" panose="02020603050405020304" pitchFamily="18" charset="0"/>
                <a:ea typeface="Source Han Serif CN" panose="02020400000000000000" pitchFamily="18" charset="-128"/>
              </a:rPr>
              <a:pPr/>
              <a:t>33</a:t>
            </a:fld>
            <a:endParaRPr lang="en-US" altLang="zh-CN">
              <a:solidFill>
                <a:srgbClr val="000000"/>
              </a:solidFill>
              <a:latin typeface="Times New Roman" panose="02020603050405020304" pitchFamily="18" charset="0"/>
              <a:ea typeface="Source Han Serif CN" panose="02020400000000000000" pitchFamily="18" charset="-128"/>
            </a:endParaRPr>
          </a:p>
        </p:txBody>
      </p:sp>
      <p:sp>
        <p:nvSpPr>
          <p:cNvPr id="4099" name="Text Box 1">
            <a:extLst>
              <a:ext uri="{FF2B5EF4-FFF2-40B4-BE49-F238E27FC236}">
                <a16:creationId xmlns:a16="http://schemas.microsoft.com/office/drawing/2014/main" id="{7DD464CD-6660-8448-A13E-4FE1F3B20DB9}"/>
              </a:ext>
            </a:extLst>
          </p:cNvPr>
          <p:cNvSpPr txBox="1">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0" name="Text Box 2">
            <a:extLst>
              <a:ext uri="{FF2B5EF4-FFF2-40B4-BE49-F238E27FC236}">
                <a16:creationId xmlns:a16="http://schemas.microsoft.com/office/drawing/2014/main" id="{CCBEC546-A1DB-4C44-836A-067180E9CB7B}"/>
              </a:ext>
            </a:extLst>
          </p:cNvPr>
          <p:cNvSpPr txBox="1">
            <a:spLocks noGrp="1" noChangeArrowheads="1"/>
          </p:cNvSpPr>
          <p:nvPr>
            <p:ph type="body" idx="1"/>
          </p:nvPr>
        </p:nvSpPr>
        <p:spPr>
          <a:xfrm>
            <a:off x="755650" y="5078413"/>
            <a:ext cx="6048375" cy="481171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dirty="0"/>
          </a:p>
        </p:txBody>
      </p:sp>
    </p:spTree>
    <p:extLst>
      <p:ext uri="{BB962C8B-B14F-4D97-AF65-F5344CB8AC3E}">
        <p14:creationId xmlns:p14="http://schemas.microsoft.com/office/powerpoint/2010/main" val="4008667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4AEE66C-7213-8542-B0CF-85ED1185425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Source Han Sans CN" panose="020B0500000000000000" pitchFamily="34" charset="-128"/>
              </a:defRPr>
            </a:lvl9pPr>
          </a:lstStyle>
          <a:p>
            <a:fld id="{5ABA4C5D-F9F0-AF42-BAC5-3546DF4B5E92}" type="slidenum">
              <a:rPr lang="en-US" altLang="zh-CN">
                <a:solidFill>
                  <a:srgbClr val="000000"/>
                </a:solidFill>
                <a:latin typeface="Times New Roman" panose="02020603050405020304" pitchFamily="18" charset="0"/>
                <a:ea typeface="Source Han Serif CN" panose="02020400000000000000" pitchFamily="18" charset="-128"/>
              </a:rPr>
              <a:pPr/>
              <a:t>35</a:t>
            </a:fld>
            <a:endParaRPr lang="en-US" altLang="zh-CN">
              <a:solidFill>
                <a:srgbClr val="000000"/>
              </a:solidFill>
              <a:latin typeface="Times New Roman" panose="02020603050405020304" pitchFamily="18" charset="0"/>
              <a:ea typeface="Source Han Serif CN" panose="02020400000000000000" pitchFamily="18" charset="-128"/>
            </a:endParaRPr>
          </a:p>
        </p:txBody>
      </p:sp>
      <p:sp>
        <p:nvSpPr>
          <p:cNvPr id="7171" name="Text Box 1">
            <a:extLst>
              <a:ext uri="{FF2B5EF4-FFF2-40B4-BE49-F238E27FC236}">
                <a16:creationId xmlns:a16="http://schemas.microsoft.com/office/drawing/2014/main" id="{BBD21D7B-3E91-CD4C-B877-8E9795D1A357}"/>
              </a:ext>
            </a:extLst>
          </p:cNvPr>
          <p:cNvSpPr txBox="1">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2" name="Text Box 2">
            <a:extLst>
              <a:ext uri="{FF2B5EF4-FFF2-40B4-BE49-F238E27FC236}">
                <a16:creationId xmlns:a16="http://schemas.microsoft.com/office/drawing/2014/main" id="{01BFA31B-2215-854B-9D4A-B3F513B00EE6}"/>
              </a:ext>
            </a:extLst>
          </p:cNvPr>
          <p:cNvSpPr txBox="1">
            <a:spLocks noGrp="1" noChangeArrowheads="1"/>
          </p:cNvSpPr>
          <p:nvPr>
            <p:ph type="body" idx="1"/>
          </p:nvPr>
        </p:nvSpPr>
        <p:spPr>
          <a:xfrm>
            <a:off x="755650" y="5078413"/>
            <a:ext cx="6048375" cy="481171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a:p>
        </p:txBody>
      </p:sp>
    </p:spTree>
    <p:extLst>
      <p:ext uri="{BB962C8B-B14F-4D97-AF65-F5344CB8AC3E}">
        <p14:creationId xmlns:p14="http://schemas.microsoft.com/office/powerpoint/2010/main" val="1856835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1591143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2575033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2612790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3192103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30030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3551370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906768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2563425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476140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258657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ACF372-61BF-A04E-928B-F1816CD04942}" type="datetimeFigureOut">
              <a:rPr kumimoji="1" lang="zh-CN" altLang="en-US" smtClean="0"/>
              <a:t>2022/7/6</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956570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8C6CA0-A09E-6F48-9A41-450749A7A6C4}"/>
              </a:ext>
            </a:extLst>
          </p:cNvPr>
          <p:cNvSpPr>
            <a:spLocks noGrp="1"/>
          </p:cNvSpPr>
          <p:nvPr>
            <p:ph type="title"/>
          </p:nvPr>
        </p:nvSpPr>
        <p:spPr>
          <a:xfrm>
            <a:off x="608643" y="272634"/>
            <a:ext cx="10968959" cy="1142361"/>
          </a:xfrm>
        </p:spPr>
        <p:txBody>
          <a:bodyPr/>
          <a:lstStyle/>
          <a:p>
            <a:r>
              <a:rPr lang="zh-CN" altLang="en-US"/>
              <a:t>单击此处编辑母版标题样式</a:t>
            </a:r>
          </a:p>
        </p:txBody>
      </p:sp>
      <p:sp>
        <p:nvSpPr>
          <p:cNvPr id="3" name="Rectangle 3">
            <a:extLst>
              <a:ext uri="{FF2B5EF4-FFF2-40B4-BE49-F238E27FC236}">
                <a16:creationId xmlns:a16="http://schemas.microsoft.com/office/drawing/2014/main" id="{225EBBA1-07AE-DC45-A72A-350BC5C9CDF5}"/>
              </a:ext>
            </a:extLst>
          </p:cNvPr>
          <p:cNvSpPr>
            <a:spLocks noGrp="1" noChangeArrowheads="1"/>
          </p:cNvSpPr>
          <p:nvPr>
            <p:ph type="dt" idx="10"/>
          </p:nvPr>
        </p:nvSpPr>
        <p:spPr>
          <a:ln/>
        </p:spPr>
        <p:txBody>
          <a:bodyPr/>
          <a:lstStyle>
            <a:lvl1pPr>
              <a:defRPr/>
            </a:lvl1pPr>
          </a:lstStyle>
          <a:p>
            <a:pPr>
              <a:defRPr/>
            </a:pPr>
            <a:endParaRPr lang="en-US" altLang="zh-CN"/>
          </a:p>
        </p:txBody>
      </p:sp>
      <p:sp>
        <p:nvSpPr>
          <p:cNvPr id="4" name="Rectangle 4">
            <a:extLst>
              <a:ext uri="{FF2B5EF4-FFF2-40B4-BE49-F238E27FC236}">
                <a16:creationId xmlns:a16="http://schemas.microsoft.com/office/drawing/2014/main" id="{780CF188-124C-4B4B-B10E-A29F125D8B39}"/>
              </a:ext>
            </a:extLst>
          </p:cNvPr>
          <p:cNvSpPr>
            <a:spLocks noGrp="1" noChangeArrowheads="1"/>
          </p:cNvSpPr>
          <p:nvPr>
            <p:ph type="ftr" idx="11"/>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C58C573-CF56-4546-9B3E-5FB0F7F41E5D}"/>
              </a:ext>
            </a:extLst>
          </p:cNvPr>
          <p:cNvSpPr>
            <a:spLocks noGrp="1" noChangeArrowheads="1"/>
          </p:cNvSpPr>
          <p:nvPr>
            <p:ph type="sldNum" idx="12"/>
          </p:nvPr>
        </p:nvSpPr>
        <p:spPr>
          <a:ln/>
        </p:spPr>
        <p:txBody>
          <a:bodyPr/>
          <a:lstStyle>
            <a:lvl1pPr>
              <a:defRPr/>
            </a:lvl1pPr>
          </a:lstStyle>
          <a:p>
            <a:pPr>
              <a:defRPr/>
            </a:pPr>
            <a:fld id="{01886657-29AA-3C4B-8341-B5C4EEBC0626}" type="slidenum">
              <a:rPr lang="en-US" altLang="zh-CN"/>
              <a:pPr>
                <a:defRPr/>
              </a:pPr>
              <a:t>‹#›</a:t>
            </a:fld>
            <a:endParaRPr lang="en-US" altLang="zh-CN"/>
          </a:p>
        </p:txBody>
      </p:sp>
    </p:spTree>
    <p:extLst>
      <p:ext uri="{BB962C8B-B14F-4D97-AF65-F5344CB8AC3E}">
        <p14:creationId xmlns:p14="http://schemas.microsoft.com/office/powerpoint/2010/main" val="2295902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ACF372-61BF-A04E-928B-F1816CD04942}" type="datetimeFigureOut">
              <a:rPr kumimoji="1" lang="zh-CN" altLang="en-US" smtClean="0"/>
              <a:t>2022/7/6</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28208440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3.jpeg"/><Relationship Id="rId7" Type="http://schemas.openxmlformats.org/officeDocument/2006/relationships/image" Target="../media/image16.jpe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jpe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47" Type="http://schemas.openxmlformats.org/officeDocument/2006/relationships/tags" Target="../tags/tag47.xml"/><Relationship Id="rId50" Type="http://schemas.openxmlformats.org/officeDocument/2006/relationships/tags" Target="../tags/tag50.xml"/><Relationship Id="rId55" Type="http://schemas.openxmlformats.org/officeDocument/2006/relationships/tags" Target="../tags/tag55.xml"/><Relationship Id="rId63" Type="http://schemas.openxmlformats.org/officeDocument/2006/relationships/tags" Target="../tags/tag63.xml"/><Relationship Id="rId68" Type="http://schemas.openxmlformats.org/officeDocument/2006/relationships/tags" Target="../tags/tag68.xml"/><Relationship Id="rId76" Type="http://schemas.openxmlformats.org/officeDocument/2006/relationships/tags" Target="../tags/tag76.xml"/><Relationship Id="rId84" Type="http://schemas.openxmlformats.org/officeDocument/2006/relationships/tags" Target="../tags/tag84.xml"/><Relationship Id="rId89" Type="http://schemas.openxmlformats.org/officeDocument/2006/relationships/tags" Target="../tags/tag89.xml"/><Relationship Id="rId7" Type="http://schemas.openxmlformats.org/officeDocument/2006/relationships/tags" Target="../tags/tag7.xml"/><Relationship Id="rId71" Type="http://schemas.openxmlformats.org/officeDocument/2006/relationships/tags" Target="../tags/tag71.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tags" Target="../tags/tag53.xml"/><Relationship Id="rId58" Type="http://schemas.openxmlformats.org/officeDocument/2006/relationships/tags" Target="../tags/tag58.xml"/><Relationship Id="rId66" Type="http://schemas.openxmlformats.org/officeDocument/2006/relationships/tags" Target="../tags/tag66.xml"/><Relationship Id="rId74" Type="http://schemas.openxmlformats.org/officeDocument/2006/relationships/tags" Target="../tags/tag74.xml"/><Relationship Id="rId79" Type="http://schemas.openxmlformats.org/officeDocument/2006/relationships/tags" Target="../tags/tag79.xml"/><Relationship Id="rId87" Type="http://schemas.openxmlformats.org/officeDocument/2006/relationships/tags" Target="../tags/tag87.xml"/><Relationship Id="rId5" Type="http://schemas.openxmlformats.org/officeDocument/2006/relationships/tags" Target="../tags/tag5.xml"/><Relationship Id="rId61" Type="http://schemas.openxmlformats.org/officeDocument/2006/relationships/tags" Target="../tags/tag61.xml"/><Relationship Id="rId82" Type="http://schemas.openxmlformats.org/officeDocument/2006/relationships/tags" Target="../tags/tag82.xml"/><Relationship Id="rId90" Type="http://schemas.openxmlformats.org/officeDocument/2006/relationships/slideLayout" Target="../slideLayouts/slideLayout7.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69" Type="http://schemas.openxmlformats.org/officeDocument/2006/relationships/tags" Target="../tags/tag69.xml"/><Relationship Id="rId77" Type="http://schemas.openxmlformats.org/officeDocument/2006/relationships/tags" Target="../tags/tag77.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80" Type="http://schemas.openxmlformats.org/officeDocument/2006/relationships/tags" Target="../tags/tag80.xml"/><Relationship Id="rId85" Type="http://schemas.openxmlformats.org/officeDocument/2006/relationships/tags" Target="../tags/tag85.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tags" Target="../tags/tag83.xml"/><Relationship Id="rId88" Type="http://schemas.openxmlformats.org/officeDocument/2006/relationships/tags" Target="../tags/tag88.xml"/><Relationship Id="rId91" Type="http://schemas.openxmlformats.org/officeDocument/2006/relationships/image" Target="../media/image4.png"/><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4" Type="http://schemas.openxmlformats.org/officeDocument/2006/relationships/tags" Target="../tags/tag4.xml"/><Relationship Id="rId9" Type="http://schemas.openxmlformats.org/officeDocument/2006/relationships/tags" Target="../tags/tag9.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DF3C0C3-A7F8-9E42-B1B2-DF4108AE93B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060"/>
            <a:ext cx="12192000" cy="6847879"/>
          </a:xfrm>
          <a:prstGeom prst="rect">
            <a:avLst/>
          </a:prstGeom>
        </p:spPr>
      </p:pic>
      <p:sp>
        <p:nvSpPr>
          <p:cNvPr id="4" name="文本框 3">
            <a:extLst>
              <a:ext uri="{FF2B5EF4-FFF2-40B4-BE49-F238E27FC236}">
                <a16:creationId xmlns:a16="http://schemas.microsoft.com/office/drawing/2014/main" id="{F8939010-75C4-8149-9313-FED37C129112}"/>
              </a:ext>
            </a:extLst>
          </p:cNvPr>
          <p:cNvSpPr txBox="1"/>
          <p:nvPr/>
        </p:nvSpPr>
        <p:spPr>
          <a:xfrm>
            <a:off x="757879" y="1940130"/>
            <a:ext cx="10676238" cy="1488869"/>
          </a:xfrm>
          <a:prstGeom prst="rect">
            <a:avLst/>
          </a:prstGeom>
          <a:noFill/>
        </p:spPr>
        <p:txBody>
          <a:bodyPr wrap="square" rtlCol="0">
            <a:spAutoFit/>
          </a:bodyPr>
          <a:lstStyle/>
          <a:p>
            <a:pPr algn="ctr">
              <a:lnSpc>
                <a:spcPct val="150000"/>
              </a:lnSpc>
            </a:pPr>
            <a:r>
              <a:rPr kumimoji="1" lang="zh-CN" altLang="en-US" sz="6600" b="1" dirty="0">
                <a:solidFill>
                  <a:schemeClr val="bg1"/>
                </a:solidFill>
                <a:latin typeface="FZZhengHeiS-DB-GB" panose="02000000000000000000" pitchFamily="2" charset="-122"/>
                <a:ea typeface="FZZhengHeiS-DB-GB" panose="02000000000000000000" pitchFamily="2" charset="-122"/>
              </a:rPr>
              <a:t>逐  梦  北  地</a:t>
            </a:r>
          </a:p>
        </p:txBody>
      </p:sp>
      <p:sp>
        <p:nvSpPr>
          <p:cNvPr id="5" name="文本框 4">
            <a:extLst>
              <a:ext uri="{FF2B5EF4-FFF2-40B4-BE49-F238E27FC236}">
                <a16:creationId xmlns:a16="http://schemas.microsoft.com/office/drawing/2014/main" id="{966177C2-2526-7E49-95F5-780FF8EA40E3}"/>
              </a:ext>
            </a:extLst>
          </p:cNvPr>
          <p:cNvSpPr txBox="1"/>
          <p:nvPr/>
        </p:nvSpPr>
        <p:spPr>
          <a:xfrm>
            <a:off x="4162166" y="5066271"/>
            <a:ext cx="3867665" cy="973728"/>
          </a:xfrm>
          <a:prstGeom prst="rect">
            <a:avLst/>
          </a:prstGeom>
          <a:noFill/>
        </p:spPr>
        <p:txBody>
          <a:bodyPr wrap="square" rtlCol="0">
            <a:spAutoFit/>
          </a:bodyPr>
          <a:lstStyle/>
          <a:p>
            <a:pPr algn="ctr">
              <a:lnSpc>
                <a:spcPct val="150000"/>
              </a:lnSpc>
            </a:pPr>
            <a:r>
              <a:rPr kumimoji="1" lang="zh-CN" altLang="en-US" sz="2000" b="1" dirty="0">
                <a:solidFill>
                  <a:schemeClr val="bg1"/>
                </a:solidFill>
                <a:latin typeface="FZZhengHeiS-DB-GB" panose="02000000000000000000" pitchFamily="2" charset="-122"/>
                <a:ea typeface="FZZhengHeiS-DB-GB" panose="02000000000000000000" pitchFamily="2" charset="-122"/>
              </a:rPr>
              <a:t>主讲人：</a:t>
            </a:r>
            <a:r>
              <a:rPr kumimoji="1" lang="en-US" altLang="zh-CN" sz="2000" b="1" dirty="0">
                <a:solidFill>
                  <a:schemeClr val="bg1"/>
                </a:solidFill>
                <a:latin typeface="FZZhengHeiS-DB-GB" panose="02000000000000000000" pitchFamily="2" charset="-122"/>
                <a:ea typeface="FZZhengHeiS-DB-GB" panose="02000000000000000000" pitchFamily="2" charset="-122"/>
              </a:rPr>
              <a:t>XXX</a:t>
            </a:r>
          </a:p>
          <a:p>
            <a:pPr algn="ctr">
              <a:lnSpc>
                <a:spcPct val="150000"/>
              </a:lnSpc>
            </a:pPr>
            <a:r>
              <a:rPr kumimoji="1" lang="zh-CN" altLang="en-US" sz="2000" b="1" dirty="0">
                <a:solidFill>
                  <a:schemeClr val="bg1"/>
                </a:solidFill>
                <a:latin typeface="FZZhengHeiS-DB-GB" panose="02000000000000000000" pitchFamily="2" charset="-122"/>
                <a:ea typeface="FZZhengHeiS-DB-GB" panose="02000000000000000000" pitchFamily="2" charset="-122"/>
              </a:rPr>
              <a:t>学院：</a:t>
            </a:r>
            <a:r>
              <a:rPr kumimoji="1" lang="en-US" altLang="zh-CN" sz="2000" b="1" dirty="0">
                <a:solidFill>
                  <a:schemeClr val="bg1"/>
                </a:solidFill>
                <a:latin typeface="FZZhengHeiS-DB-GB" panose="02000000000000000000" pitchFamily="2" charset="-122"/>
                <a:ea typeface="FZZhengHeiS-DB-GB" panose="02000000000000000000" pitchFamily="2" charset="-122"/>
              </a:rPr>
              <a:t>XXX</a:t>
            </a:r>
            <a:endParaRPr kumimoji="1" lang="zh-CN" altLang="en-US" sz="2000" b="1" dirty="0">
              <a:solidFill>
                <a:schemeClr val="bg1"/>
              </a:solidFill>
              <a:latin typeface="FZZhengHeiS-DB-GB" panose="02000000000000000000" pitchFamily="2" charset="-122"/>
              <a:ea typeface="FZZhengHeiS-DB-GB" panose="02000000000000000000" pitchFamily="2" charset="-122"/>
            </a:endParaRPr>
          </a:p>
        </p:txBody>
      </p:sp>
      <p:sp>
        <p:nvSpPr>
          <p:cNvPr id="3" name="矩形 2">
            <a:extLst>
              <a:ext uri="{FF2B5EF4-FFF2-40B4-BE49-F238E27FC236}">
                <a16:creationId xmlns:a16="http://schemas.microsoft.com/office/drawing/2014/main" id="{FD6C0A74-5413-4514-9CE5-E7B52BF1D029}"/>
              </a:ext>
            </a:extLst>
          </p:cNvPr>
          <p:cNvSpPr/>
          <p:nvPr/>
        </p:nvSpPr>
        <p:spPr>
          <a:xfrm>
            <a:off x="4162166" y="689022"/>
            <a:ext cx="3861979" cy="1012810"/>
          </a:xfrm>
          <a:prstGeom prst="rect">
            <a:avLst/>
          </a:prstGeom>
          <a:blipFill>
            <a:blip r:embed="rId3"/>
            <a:stretch>
              <a:fillRect/>
            </a:stretch>
          </a:blipFill>
          <a:ln>
            <a:no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22049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任意形状 16">
            <a:extLst>
              <a:ext uri="{FF2B5EF4-FFF2-40B4-BE49-F238E27FC236}">
                <a16:creationId xmlns:a16="http://schemas.microsoft.com/office/drawing/2014/main" id="{DA2BCE4F-D0F9-2346-98A3-874988818B2E}"/>
              </a:ext>
            </a:extLst>
          </p:cNvPr>
          <p:cNvSpPr/>
          <p:nvPr/>
        </p:nvSpPr>
        <p:spPr>
          <a:xfrm rot="21077489">
            <a:off x="-805439" y="-348681"/>
            <a:ext cx="4768208" cy="7626295"/>
          </a:xfrm>
          <a:custGeom>
            <a:avLst/>
            <a:gdLst>
              <a:gd name="connsiteX0" fmla="*/ 3576156 w 3576156"/>
              <a:gd name="connsiteY0" fmla="*/ 425720 h 5719721"/>
              <a:gd name="connsiteX1" fmla="*/ 3471379 w 3576156"/>
              <a:gd name="connsiteY1" fmla="*/ 595235 h 5719721"/>
              <a:gd name="connsiteX2" fmla="*/ 3358568 w 3576156"/>
              <a:gd name="connsiteY2" fmla="*/ 5682151 h 5719721"/>
              <a:gd name="connsiteX3" fmla="*/ 3379336 w 3576156"/>
              <a:gd name="connsiteY3" fmla="*/ 5719721 h 5719721"/>
              <a:gd name="connsiteX4" fmla="*/ 0 w 3576156"/>
              <a:gd name="connsiteY4" fmla="*/ 5202095 h 5719721"/>
              <a:gd name="connsiteX5" fmla="*/ 796824 w 3576156"/>
              <a:gd name="connsiteY5" fmla="*/ 0 h 5719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6156" h="5719721">
                <a:moveTo>
                  <a:pt x="3576156" y="425720"/>
                </a:moveTo>
                <a:lnTo>
                  <a:pt x="3471379" y="595235"/>
                </a:lnTo>
                <a:cubicBezTo>
                  <a:pt x="2558517" y="2157331"/>
                  <a:pt x="2520914" y="4089561"/>
                  <a:pt x="3358568" y="5682151"/>
                </a:cubicBezTo>
                <a:lnTo>
                  <a:pt x="3379336" y="5719721"/>
                </a:lnTo>
                <a:lnTo>
                  <a:pt x="0" y="5202095"/>
                </a:lnTo>
                <a:lnTo>
                  <a:pt x="796824" y="0"/>
                </a:lnTo>
                <a:close/>
              </a:path>
            </a:pathLst>
          </a:custGeom>
          <a:solidFill>
            <a:srgbClr val="004E98"/>
          </a:solidFill>
          <a:ln w="12700" cap="flat" cmpd="sng" algn="ctr">
            <a:noFill/>
            <a:prstDash val="solid"/>
            <a:miter lim="800000"/>
          </a:ln>
          <a:effectLst/>
        </p:spPr>
        <p:txBody>
          <a:bodyPr rtlCol="0" anchor="ctr"/>
          <a:lstStyle/>
          <a:p>
            <a:pPr algn="ctr" defTabSz="1219170"/>
            <a:endParaRPr lang="zh-CN" altLang="en-US" kern="0">
              <a:solidFill>
                <a:prstClr val="white"/>
              </a:solidFill>
              <a:latin typeface="OPPOSans R"/>
              <a:ea typeface="OPPOSans R"/>
            </a:endParaRPr>
          </a:p>
        </p:txBody>
      </p:sp>
      <p:grpSp>
        <p:nvGrpSpPr>
          <p:cNvPr id="6" name="组合 5">
            <a:extLst>
              <a:ext uri="{FF2B5EF4-FFF2-40B4-BE49-F238E27FC236}">
                <a16:creationId xmlns:a16="http://schemas.microsoft.com/office/drawing/2014/main" id="{1DC70ED8-0B8C-C842-B730-14BD1941B985}"/>
              </a:ext>
            </a:extLst>
          </p:cNvPr>
          <p:cNvGrpSpPr/>
          <p:nvPr/>
        </p:nvGrpSpPr>
        <p:grpSpPr>
          <a:xfrm rot="16200000" flipV="1">
            <a:off x="-1091767" y="2621699"/>
            <a:ext cx="9773052" cy="2563548"/>
            <a:chOff x="-1037492" y="1951322"/>
            <a:chExt cx="10853896" cy="2847062"/>
          </a:xfrm>
        </p:grpSpPr>
        <p:sp>
          <p:nvSpPr>
            <p:cNvPr id="3" name="矩形 15">
              <a:extLst>
                <a:ext uri="{FF2B5EF4-FFF2-40B4-BE49-F238E27FC236}">
                  <a16:creationId xmlns:a16="http://schemas.microsoft.com/office/drawing/2014/main" id="{F907D737-8F1C-4743-9577-60B93CE54F3E}"/>
                </a:ext>
              </a:extLst>
            </p:cNvPr>
            <p:cNvSpPr/>
            <p:nvPr/>
          </p:nvSpPr>
          <p:spPr>
            <a:xfrm flipH="1">
              <a:off x="-679336" y="2739156"/>
              <a:ext cx="10495740" cy="1773330"/>
            </a:xfrm>
            <a:custGeom>
              <a:avLst/>
              <a:gdLst>
                <a:gd name="connsiteX0" fmla="*/ 0 w 13079590"/>
                <a:gd name="connsiteY0" fmla="*/ 0 h 1455520"/>
                <a:gd name="connsiteX1" fmla="*/ 13079590 w 13079590"/>
                <a:gd name="connsiteY1" fmla="*/ 0 h 1455520"/>
                <a:gd name="connsiteX2" fmla="*/ 13079590 w 13079590"/>
                <a:gd name="connsiteY2" fmla="*/ 1455520 h 1455520"/>
                <a:gd name="connsiteX3" fmla="*/ 0 w 13079590"/>
                <a:gd name="connsiteY3" fmla="*/ 1455520 h 1455520"/>
                <a:gd name="connsiteX4" fmla="*/ 0 w 13079590"/>
                <a:gd name="connsiteY4" fmla="*/ 0 h 1455520"/>
                <a:gd name="connsiteX0" fmla="*/ 46893 w 13126483"/>
                <a:gd name="connsiteY0" fmla="*/ 0 h 1713428"/>
                <a:gd name="connsiteX1" fmla="*/ 13126483 w 13126483"/>
                <a:gd name="connsiteY1" fmla="*/ 0 h 1713428"/>
                <a:gd name="connsiteX2" fmla="*/ 13126483 w 13126483"/>
                <a:gd name="connsiteY2" fmla="*/ 1455520 h 1713428"/>
                <a:gd name="connsiteX3" fmla="*/ 0 w 13126483"/>
                <a:gd name="connsiteY3" fmla="*/ 1713428 h 1713428"/>
                <a:gd name="connsiteX4" fmla="*/ 46893 w 13126483"/>
                <a:gd name="connsiteY4" fmla="*/ 0 h 1713428"/>
                <a:gd name="connsiteX0" fmla="*/ 46893 w 13149930"/>
                <a:gd name="connsiteY0" fmla="*/ 375138 h 2088566"/>
                <a:gd name="connsiteX1" fmla="*/ 13149930 w 13149930"/>
                <a:gd name="connsiteY1" fmla="*/ 0 h 2088566"/>
                <a:gd name="connsiteX2" fmla="*/ 13126483 w 13149930"/>
                <a:gd name="connsiteY2" fmla="*/ 1830658 h 2088566"/>
                <a:gd name="connsiteX3" fmla="*/ 0 w 13149930"/>
                <a:gd name="connsiteY3" fmla="*/ 2088566 h 2088566"/>
                <a:gd name="connsiteX4" fmla="*/ 46893 w 13149930"/>
                <a:gd name="connsiteY4" fmla="*/ 375138 h 2088566"/>
                <a:gd name="connsiteX0" fmla="*/ 46893 w 13149930"/>
                <a:gd name="connsiteY0" fmla="*/ 375138 h 2088566"/>
                <a:gd name="connsiteX1" fmla="*/ 13149930 w 13149930"/>
                <a:gd name="connsiteY1" fmla="*/ 0 h 2088566"/>
                <a:gd name="connsiteX2" fmla="*/ 13103037 w 13149930"/>
                <a:gd name="connsiteY2" fmla="*/ 1713427 h 2088566"/>
                <a:gd name="connsiteX3" fmla="*/ 0 w 13149930"/>
                <a:gd name="connsiteY3" fmla="*/ 2088566 h 2088566"/>
                <a:gd name="connsiteX4" fmla="*/ 46893 w 13149930"/>
                <a:gd name="connsiteY4" fmla="*/ 375138 h 2088566"/>
                <a:gd name="connsiteX0" fmla="*/ 46893 w 13149930"/>
                <a:gd name="connsiteY0" fmla="*/ 375138 h 2094471"/>
                <a:gd name="connsiteX1" fmla="*/ 13149930 w 13149930"/>
                <a:gd name="connsiteY1" fmla="*/ 0 h 2094471"/>
                <a:gd name="connsiteX2" fmla="*/ 13103037 w 13149930"/>
                <a:gd name="connsiteY2" fmla="*/ 1713427 h 2094471"/>
                <a:gd name="connsiteX3" fmla="*/ 0 w 13149930"/>
                <a:gd name="connsiteY3" fmla="*/ 2088566 h 2094471"/>
                <a:gd name="connsiteX4" fmla="*/ 46893 w 13149930"/>
                <a:gd name="connsiteY4" fmla="*/ 375138 h 2094471"/>
                <a:gd name="connsiteX0" fmla="*/ 46893 w 13149930"/>
                <a:gd name="connsiteY0" fmla="*/ 375138 h 2323027"/>
                <a:gd name="connsiteX1" fmla="*/ 13149930 w 13149930"/>
                <a:gd name="connsiteY1" fmla="*/ 0 h 2323027"/>
                <a:gd name="connsiteX2" fmla="*/ 13103037 w 13149930"/>
                <a:gd name="connsiteY2" fmla="*/ 1713427 h 2323027"/>
                <a:gd name="connsiteX3" fmla="*/ 0 w 13149930"/>
                <a:gd name="connsiteY3" fmla="*/ 2323027 h 2323027"/>
                <a:gd name="connsiteX4" fmla="*/ 46893 w 13149930"/>
                <a:gd name="connsiteY4" fmla="*/ 375138 h 2323027"/>
                <a:gd name="connsiteX0" fmla="*/ 0 w 13595406"/>
                <a:gd name="connsiteY0" fmla="*/ 398584 h 2323027"/>
                <a:gd name="connsiteX1" fmla="*/ 13595406 w 13595406"/>
                <a:gd name="connsiteY1" fmla="*/ 0 h 2323027"/>
                <a:gd name="connsiteX2" fmla="*/ 13548513 w 13595406"/>
                <a:gd name="connsiteY2" fmla="*/ 1713427 h 2323027"/>
                <a:gd name="connsiteX3" fmla="*/ 445476 w 13595406"/>
                <a:gd name="connsiteY3" fmla="*/ 2323027 h 2323027"/>
                <a:gd name="connsiteX4" fmla="*/ 0 w 13595406"/>
                <a:gd name="connsiteY4" fmla="*/ 398584 h 2323027"/>
                <a:gd name="connsiteX0" fmla="*/ 0 w 13595406"/>
                <a:gd name="connsiteY0" fmla="*/ 398584 h 2323027"/>
                <a:gd name="connsiteX1" fmla="*/ 13595406 w 13595406"/>
                <a:gd name="connsiteY1" fmla="*/ 0 h 2323027"/>
                <a:gd name="connsiteX2" fmla="*/ 13548513 w 13595406"/>
                <a:gd name="connsiteY2" fmla="*/ 1713427 h 2323027"/>
                <a:gd name="connsiteX3" fmla="*/ 445476 w 13595406"/>
                <a:gd name="connsiteY3" fmla="*/ 2323027 h 2323027"/>
                <a:gd name="connsiteX4" fmla="*/ 0 w 13595406"/>
                <a:gd name="connsiteY4" fmla="*/ 398584 h 2323027"/>
                <a:gd name="connsiteX0" fmla="*/ 0 w 13642298"/>
                <a:gd name="connsiteY0" fmla="*/ 445476 h 2369919"/>
                <a:gd name="connsiteX1" fmla="*/ 13642298 w 13642298"/>
                <a:gd name="connsiteY1" fmla="*/ 0 h 2369919"/>
                <a:gd name="connsiteX2" fmla="*/ 13548513 w 13642298"/>
                <a:gd name="connsiteY2" fmla="*/ 1760319 h 2369919"/>
                <a:gd name="connsiteX3" fmla="*/ 445476 w 13642298"/>
                <a:gd name="connsiteY3" fmla="*/ 2369919 h 2369919"/>
                <a:gd name="connsiteX4" fmla="*/ 0 w 13642298"/>
                <a:gd name="connsiteY4" fmla="*/ 445476 h 2369919"/>
                <a:gd name="connsiteX0" fmla="*/ 0 w 13876759"/>
                <a:gd name="connsiteY0" fmla="*/ 1078522 h 2369919"/>
                <a:gd name="connsiteX1" fmla="*/ 13876759 w 13876759"/>
                <a:gd name="connsiteY1" fmla="*/ 0 h 2369919"/>
                <a:gd name="connsiteX2" fmla="*/ 13782974 w 13876759"/>
                <a:gd name="connsiteY2" fmla="*/ 1760319 h 2369919"/>
                <a:gd name="connsiteX3" fmla="*/ 679937 w 13876759"/>
                <a:gd name="connsiteY3" fmla="*/ 2369919 h 2369919"/>
                <a:gd name="connsiteX4" fmla="*/ 0 w 13876759"/>
                <a:gd name="connsiteY4" fmla="*/ 1078522 h 2369919"/>
                <a:gd name="connsiteX0" fmla="*/ 0 w 13876759"/>
                <a:gd name="connsiteY0" fmla="*/ 1078522 h 2369919"/>
                <a:gd name="connsiteX1" fmla="*/ 13876759 w 13876759"/>
                <a:gd name="connsiteY1" fmla="*/ 0 h 2369919"/>
                <a:gd name="connsiteX2" fmla="*/ 13782974 w 13876759"/>
                <a:gd name="connsiteY2" fmla="*/ 1760319 h 2369919"/>
                <a:gd name="connsiteX3" fmla="*/ 351691 w 13876759"/>
                <a:gd name="connsiteY3" fmla="*/ 2369919 h 2369919"/>
                <a:gd name="connsiteX4" fmla="*/ 0 w 13876759"/>
                <a:gd name="connsiteY4" fmla="*/ 1078522 h 2369919"/>
                <a:gd name="connsiteX0" fmla="*/ 0 w 13993989"/>
                <a:gd name="connsiteY0" fmla="*/ 1078522 h 2369919"/>
                <a:gd name="connsiteX1" fmla="*/ 13876759 w 13993989"/>
                <a:gd name="connsiteY1" fmla="*/ 0 h 2369919"/>
                <a:gd name="connsiteX2" fmla="*/ 13993989 w 13993989"/>
                <a:gd name="connsiteY2" fmla="*/ 1760319 h 2369919"/>
                <a:gd name="connsiteX3" fmla="*/ 351691 w 13993989"/>
                <a:gd name="connsiteY3" fmla="*/ 2369919 h 2369919"/>
                <a:gd name="connsiteX4" fmla="*/ 0 w 13993989"/>
                <a:gd name="connsiteY4" fmla="*/ 1078522 h 2369919"/>
                <a:gd name="connsiteX0" fmla="*/ 0 w 13993989"/>
                <a:gd name="connsiteY0" fmla="*/ 1078522 h 2369919"/>
                <a:gd name="connsiteX1" fmla="*/ 13876759 w 13993989"/>
                <a:gd name="connsiteY1" fmla="*/ 0 h 2369919"/>
                <a:gd name="connsiteX2" fmla="*/ 13993989 w 13993989"/>
                <a:gd name="connsiteY2" fmla="*/ 1760319 h 2369919"/>
                <a:gd name="connsiteX3" fmla="*/ 351691 w 13993989"/>
                <a:gd name="connsiteY3" fmla="*/ 2369919 h 2369919"/>
                <a:gd name="connsiteX4" fmla="*/ 0 w 13993989"/>
                <a:gd name="connsiteY4" fmla="*/ 1078522 h 2369919"/>
                <a:gd name="connsiteX0" fmla="*/ 0 w 13994488"/>
                <a:gd name="connsiteY0" fmla="*/ 1078522 h 2369919"/>
                <a:gd name="connsiteX1" fmla="*/ 13876759 w 13994488"/>
                <a:gd name="connsiteY1" fmla="*/ 0 h 2369919"/>
                <a:gd name="connsiteX2" fmla="*/ 13993989 w 13994488"/>
                <a:gd name="connsiteY2" fmla="*/ 1760319 h 2369919"/>
                <a:gd name="connsiteX3" fmla="*/ 351691 w 13994488"/>
                <a:gd name="connsiteY3" fmla="*/ 2369919 h 2369919"/>
                <a:gd name="connsiteX4" fmla="*/ 0 w 13994488"/>
                <a:gd name="connsiteY4" fmla="*/ 1078522 h 2369919"/>
                <a:gd name="connsiteX0" fmla="*/ 0 w 13994488"/>
                <a:gd name="connsiteY0" fmla="*/ 1078522 h 2369919"/>
                <a:gd name="connsiteX1" fmla="*/ 13876759 w 13994488"/>
                <a:gd name="connsiteY1" fmla="*/ 0 h 2369919"/>
                <a:gd name="connsiteX2" fmla="*/ 13993989 w 13994488"/>
                <a:gd name="connsiteY2" fmla="*/ 1760319 h 2369919"/>
                <a:gd name="connsiteX3" fmla="*/ 351691 w 13994488"/>
                <a:gd name="connsiteY3" fmla="*/ 2369919 h 2369919"/>
                <a:gd name="connsiteX4" fmla="*/ 0 w 13994488"/>
                <a:gd name="connsiteY4" fmla="*/ 1078522 h 2369919"/>
                <a:gd name="connsiteX0" fmla="*/ 0 w 13994488"/>
                <a:gd name="connsiteY0" fmla="*/ 1078522 h 2391610"/>
                <a:gd name="connsiteX1" fmla="*/ 13876759 w 13994488"/>
                <a:gd name="connsiteY1" fmla="*/ 0 h 2391610"/>
                <a:gd name="connsiteX2" fmla="*/ 13993989 w 13994488"/>
                <a:gd name="connsiteY2" fmla="*/ 1760319 h 2391610"/>
                <a:gd name="connsiteX3" fmla="*/ 351691 w 13994488"/>
                <a:gd name="connsiteY3" fmla="*/ 2369919 h 2391610"/>
                <a:gd name="connsiteX4" fmla="*/ 0 w 13994488"/>
                <a:gd name="connsiteY4" fmla="*/ 1078522 h 2391610"/>
                <a:gd name="connsiteX0" fmla="*/ 0 w 13947596"/>
                <a:gd name="connsiteY0" fmla="*/ 890953 h 2391610"/>
                <a:gd name="connsiteX1" fmla="*/ 13829867 w 13947596"/>
                <a:gd name="connsiteY1" fmla="*/ 0 h 2391610"/>
                <a:gd name="connsiteX2" fmla="*/ 13947097 w 13947596"/>
                <a:gd name="connsiteY2" fmla="*/ 1760319 h 2391610"/>
                <a:gd name="connsiteX3" fmla="*/ 304799 w 13947596"/>
                <a:gd name="connsiteY3" fmla="*/ 2369919 h 2391610"/>
                <a:gd name="connsiteX4" fmla="*/ 0 w 13947596"/>
                <a:gd name="connsiteY4" fmla="*/ 890953 h 2391610"/>
                <a:gd name="connsiteX0" fmla="*/ 0 w 13947596"/>
                <a:gd name="connsiteY0" fmla="*/ 890953 h 2323309"/>
                <a:gd name="connsiteX1" fmla="*/ 13829867 w 13947596"/>
                <a:gd name="connsiteY1" fmla="*/ 0 h 2323309"/>
                <a:gd name="connsiteX2" fmla="*/ 13947097 w 13947596"/>
                <a:gd name="connsiteY2" fmla="*/ 1760319 h 2323309"/>
                <a:gd name="connsiteX3" fmla="*/ 328245 w 13947596"/>
                <a:gd name="connsiteY3" fmla="*/ 2229242 h 2323309"/>
                <a:gd name="connsiteX4" fmla="*/ 0 w 13947596"/>
                <a:gd name="connsiteY4" fmla="*/ 890953 h 2323309"/>
                <a:gd name="connsiteX0" fmla="*/ 0 w 13947596"/>
                <a:gd name="connsiteY0" fmla="*/ 890953 h 2364422"/>
                <a:gd name="connsiteX1" fmla="*/ 13829867 w 13947596"/>
                <a:gd name="connsiteY1" fmla="*/ 0 h 2364422"/>
                <a:gd name="connsiteX2" fmla="*/ 13947097 w 13947596"/>
                <a:gd name="connsiteY2" fmla="*/ 1760319 h 2364422"/>
                <a:gd name="connsiteX3" fmla="*/ 328245 w 13947596"/>
                <a:gd name="connsiteY3" fmla="*/ 2229242 h 2364422"/>
                <a:gd name="connsiteX4" fmla="*/ 0 w 13947596"/>
                <a:gd name="connsiteY4" fmla="*/ 890953 h 2364422"/>
                <a:gd name="connsiteX0" fmla="*/ 0 w 13994320"/>
                <a:gd name="connsiteY0" fmla="*/ 890953 h 2318720"/>
                <a:gd name="connsiteX1" fmla="*/ 13829867 w 13994320"/>
                <a:gd name="connsiteY1" fmla="*/ 0 h 2318720"/>
                <a:gd name="connsiteX2" fmla="*/ 13993990 w 13994320"/>
                <a:gd name="connsiteY2" fmla="*/ 1666535 h 2318720"/>
                <a:gd name="connsiteX3" fmla="*/ 328245 w 13994320"/>
                <a:gd name="connsiteY3" fmla="*/ 2229242 h 2318720"/>
                <a:gd name="connsiteX4" fmla="*/ 0 w 13994320"/>
                <a:gd name="connsiteY4" fmla="*/ 890953 h 2318720"/>
                <a:gd name="connsiteX0" fmla="*/ 0 w 13994320"/>
                <a:gd name="connsiteY0" fmla="*/ 890953 h 2318720"/>
                <a:gd name="connsiteX1" fmla="*/ 13829867 w 13994320"/>
                <a:gd name="connsiteY1" fmla="*/ 0 h 2318720"/>
                <a:gd name="connsiteX2" fmla="*/ 13993990 w 13994320"/>
                <a:gd name="connsiteY2" fmla="*/ 1666535 h 2318720"/>
                <a:gd name="connsiteX3" fmla="*/ 328245 w 13994320"/>
                <a:gd name="connsiteY3" fmla="*/ 2229242 h 2318720"/>
                <a:gd name="connsiteX4" fmla="*/ 0 w 13994320"/>
                <a:gd name="connsiteY4" fmla="*/ 890953 h 2318720"/>
                <a:gd name="connsiteX0" fmla="*/ 0 w 13994320"/>
                <a:gd name="connsiteY0" fmla="*/ 890953 h 2318720"/>
                <a:gd name="connsiteX1" fmla="*/ 13829867 w 13994320"/>
                <a:gd name="connsiteY1" fmla="*/ 0 h 2318720"/>
                <a:gd name="connsiteX2" fmla="*/ 13993990 w 13994320"/>
                <a:gd name="connsiteY2" fmla="*/ 1666535 h 2318720"/>
                <a:gd name="connsiteX3" fmla="*/ 328245 w 13994320"/>
                <a:gd name="connsiteY3" fmla="*/ 2229242 h 2318720"/>
                <a:gd name="connsiteX4" fmla="*/ 0 w 13994320"/>
                <a:gd name="connsiteY4" fmla="*/ 890953 h 2318720"/>
                <a:gd name="connsiteX0" fmla="*/ 0 w 13994320"/>
                <a:gd name="connsiteY0" fmla="*/ 936673 h 2364440"/>
                <a:gd name="connsiteX1" fmla="*/ 13829867 w 13994320"/>
                <a:gd name="connsiteY1" fmla="*/ 0 h 2364440"/>
                <a:gd name="connsiteX2" fmla="*/ 13993990 w 13994320"/>
                <a:gd name="connsiteY2" fmla="*/ 1712255 h 2364440"/>
                <a:gd name="connsiteX3" fmla="*/ 328245 w 13994320"/>
                <a:gd name="connsiteY3" fmla="*/ 2274962 h 2364440"/>
                <a:gd name="connsiteX4" fmla="*/ 0 w 13994320"/>
                <a:gd name="connsiteY4" fmla="*/ 936673 h 2364440"/>
                <a:gd name="connsiteX0" fmla="*/ 0 w 13994320"/>
                <a:gd name="connsiteY0" fmla="*/ 936673 h 2364440"/>
                <a:gd name="connsiteX1" fmla="*/ 13829867 w 13994320"/>
                <a:gd name="connsiteY1" fmla="*/ 0 h 2364440"/>
                <a:gd name="connsiteX2" fmla="*/ 13993990 w 13994320"/>
                <a:gd name="connsiteY2" fmla="*/ 1712255 h 2364440"/>
                <a:gd name="connsiteX3" fmla="*/ 328245 w 13994320"/>
                <a:gd name="connsiteY3" fmla="*/ 2274962 h 2364440"/>
                <a:gd name="connsiteX4" fmla="*/ 0 w 13994320"/>
                <a:gd name="connsiteY4" fmla="*/ 936673 h 2364440"/>
                <a:gd name="connsiteX0" fmla="*/ 0 w 13994320"/>
                <a:gd name="connsiteY0" fmla="*/ 936673 h 2364440"/>
                <a:gd name="connsiteX1" fmla="*/ 13829867 w 13994320"/>
                <a:gd name="connsiteY1" fmla="*/ 0 h 2364440"/>
                <a:gd name="connsiteX2" fmla="*/ 13993990 w 13994320"/>
                <a:gd name="connsiteY2" fmla="*/ 1712255 h 2364440"/>
                <a:gd name="connsiteX3" fmla="*/ 328245 w 13994320"/>
                <a:gd name="connsiteY3" fmla="*/ 2274962 h 2364440"/>
                <a:gd name="connsiteX4" fmla="*/ 0 w 13994320"/>
                <a:gd name="connsiteY4" fmla="*/ 936673 h 2364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94320" h="2364440">
                  <a:moveTo>
                    <a:pt x="0" y="936673"/>
                  </a:moveTo>
                  <a:cubicBezTo>
                    <a:pt x="7814263" y="2280920"/>
                    <a:pt x="9588798" y="996851"/>
                    <a:pt x="13829867" y="0"/>
                  </a:cubicBezTo>
                  <a:cubicBezTo>
                    <a:pt x="13868944" y="586773"/>
                    <a:pt x="14001805" y="867574"/>
                    <a:pt x="13993990" y="1712255"/>
                  </a:cubicBezTo>
                  <a:cubicBezTo>
                    <a:pt x="10400033" y="2704810"/>
                    <a:pt x="4672478" y="2267147"/>
                    <a:pt x="328245" y="2274962"/>
                  </a:cubicBezTo>
                  <a:lnTo>
                    <a:pt x="0" y="936673"/>
                  </a:lnTo>
                  <a:close/>
                </a:path>
              </a:pathLst>
            </a:custGeom>
            <a:solidFill>
              <a:srgbClr val="004E98">
                <a:alpha val="6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219170">
                <a:defRPr/>
              </a:pPr>
              <a:endParaRPr lang="zh-CN" altLang="en-US" kern="0">
                <a:solidFill>
                  <a:prstClr val="white"/>
                </a:solidFill>
                <a:latin typeface="OPPOSans R"/>
                <a:ea typeface="OPPOSans R"/>
              </a:endParaRPr>
            </a:p>
          </p:txBody>
        </p:sp>
        <p:sp>
          <p:nvSpPr>
            <p:cNvPr id="4" name="矩形 15">
              <a:extLst>
                <a:ext uri="{FF2B5EF4-FFF2-40B4-BE49-F238E27FC236}">
                  <a16:creationId xmlns:a16="http://schemas.microsoft.com/office/drawing/2014/main" id="{06871B2A-AC21-6246-97C6-11127973A410}"/>
                </a:ext>
              </a:extLst>
            </p:cNvPr>
            <p:cNvSpPr/>
            <p:nvPr/>
          </p:nvSpPr>
          <p:spPr>
            <a:xfrm>
              <a:off x="-1037492" y="3016155"/>
              <a:ext cx="10495740" cy="1773330"/>
            </a:xfrm>
            <a:custGeom>
              <a:avLst/>
              <a:gdLst>
                <a:gd name="connsiteX0" fmla="*/ 0 w 13079590"/>
                <a:gd name="connsiteY0" fmla="*/ 0 h 1455520"/>
                <a:gd name="connsiteX1" fmla="*/ 13079590 w 13079590"/>
                <a:gd name="connsiteY1" fmla="*/ 0 h 1455520"/>
                <a:gd name="connsiteX2" fmla="*/ 13079590 w 13079590"/>
                <a:gd name="connsiteY2" fmla="*/ 1455520 h 1455520"/>
                <a:gd name="connsiteX3" fmla="*/ 0 w 13079590"/>
                <a:gd name="connsiteY3" fmla="*/ 1455520 h 1455520"/>
                <a:gd name="connsiteX4" fmla="*/ 0 w 13079590"/>
                <a:gd name="connsiteY4" fmla="*/ 0 h 1455520"/>
                <a:gd name="connsiteX0" fmla="*/ 46893 w 13126483"/>
                <a:gd name="connsiteY0" fmla="*/ 0 h 1713428"/>
                <a:gd name="connsiteX1" fmla="*/ 13126483 w 13126483"/>
                <a:gd name="connsiteY1" fmla="*/ 0 h 1713428"/>
                <a:gd name="connsiteX2" fmla="*/ 13126483 w 13126483"/>
                <a:gd name="connsiteY2" fmla="*/ 1455520 h 1713428"/>
                <a:gd name="connsiteX3" fmla="*/ 0 w 13126483"/>
                <a:gd name="connsiteY3" fmla="*/ 1713428 h 1713428"/>
                <a:gd name="connsiteX4" fmla="*/ 46893 w 13126483"/>
                <a:gd name="connsiteY4" fmla="*/ 0 h 1713428"/>
                <a:gd name="connsiteX0" fmla="*/ 46893 w 13149930"/>
                <a:gd name="connsiteY0" fmla="*/ 375138 h 2088566"/>
                <a:gd name="connsiteX1" fmla="*/ 13149930 w 13149930"/>
                <a:gd name="connsiteY1" fmla="*/ 0 h 2088566"/>
                <a:gd name="connsiteX2" fmla="*/ 13126483 w 13149930"/>
                <a:gd name="connsiteY2" fmla="*/ 1830658 h 2088566"/>
                <a:gd name="connsiteX3" fmla="*/ 0 w 13149930"/>
                <a:gd name="connsiteY3" fmla="*/ 2088566 h 2088566"/>
                <a:gd name="connsiteX4" fmla="*/ 46893 w 13149930"/>
                <a:gd name="connsiteY4" fmla="*/ 375138 h 2088566"/>
                <a:gd name="connsiteX0" fmla="*/ 46893 w 13149930"/>
                <a:gd name="connsiteY0" fmla="*/ 375138 h 2088566"/>
                <a:gd name="connsiteX1" fmla="*/ 13149930 w 13149930"/>
                <a:gd name="connsiteY1" fmla="*/ 0 h 2088566"/>
                <a:gd name="connsiteX2" fmla="*/ 13103037 w 13149930"/>
                <a:gd name="connsiteY2" fmla="*/ 1713427 h 2088566"/>
                <a:gd name="connsiteX3" fmla="*/ 0 w 13149930"/>
                <a:gd name="connsiteY3" fmla="*/ 2088566 h 2088566"/>
                <a:gd name="connsiteX4" fmla="*/ 46893 w 13149930"/>
                <a:gd name="connsiteY4" fmla="*/ 375138 h 2088566"/>
                <a:gd name="connsiteX0" fmla="*/ 46893 w 13149930"/>
                <a:gd name="connsiteY0" fmla="*/ 375138 h 2094471"/>
                <a:gd name="connsiteX1" fmla="*/ 13149930 w 13149930"/>
                <a:gd name="connsiteY1" fmla="*/ 0 h 2094471"/>
                <a:gd name="connsiteX2" fmla="*/ 13103037 w 13149930"/>
                <a:gd name="connsiteY2" fmla="*/ 1713427 h 2094471"/>
                <a:gd name="connsiteX3" fmla="*/ 0 w 13149930"/>
                <a:gd name="connsiteY3" fmla="*/ 2088566 h 2094471"/>
                <a:gd name="connsiteX4" fmla="*/ 46893 w 13149930"/>
                <a:gd name="connsiteY4" fmla="*/ 375138 h 2094471"/>
                <a:gd name="connsiteX0" fmla="*/ 46893 w 13149930"/>
                <a:gd name="connsiteY0" fmla="*/ 375138 h 2323027"/>
                <a:gd name="connsiteX1" fmla="*/ 13149930 w 13149930"/>
                <a:gd name="connsiteY1" fmla="*/ 0 h 2323027"/>
                <a:gd name="connsiteX2" fmla="*/ 13103037 w 13149930"/>
                <a:gd name="connsiteY2" fmla="*/ 1713427 h 2323027"/>
                <a:gd name="connsiteX3" fmla="*/ 0 w 13149930"/>
                <a:gd name="connsiteY3" fmla="*/ 2323027 h 2323027"/>
                <a:gd name="connsiteX4" fmla="*/ 46893 w 13149930"/>
                <a:gd name="connsiteY4" fmla="*/ 375138 h 2323027"/>
                <a:gd name="connsiteX0" fmla="*/ 0 w 13595406"/>
                <a:gd name="connsiteY0" fmla="*/ 398584 h 2323027"/>
                <a:gd name="connsiteX1" fmla="*/ 13595406 w 13595406"/>
                <a:gd name="connsiteY1" fmla="*/ 0 h 2323027"/>
                <a:gd name="connsiteX2" fmla="*/ 13548513 w 13595406"/>
                <a:gd name="connsiteY2" fmla="*/ 1713427 h 2323027"/>
                <a:gd name="connsiteX3" fmla="*/ 445476 w 13595406"/>
                <a:gd name="connsiteY3" fmla="*/ 2323027 h 2323027"/>
                <a:gd name="connsiteX4" fmla="*/ 0 w 13595406"/>
                <a:gd name="connsiteY4" fmla="*/ 398584 h 2323027"/>
                <a:gd name="connsiteX0" fmla="*/ 0 w 13595406"/>
                <a:gd name="connsiteY0" fmla="*/ 398584 h 2323027"/>
                <a:gd name="connsiteX1" fmla="*/ 13595406 w 13595406"/>
                <a:gd name="connsiteY1" fmla="*/ 0 h 2323027"/>
                <a:gd name="connsiteX2" fmla="*/ 13548513 w 13595406"/>
                <a:gd name="connsiteY2" fmla="*/ 1713427 h 2323027"/>
                <a:gd name="connsiteX3" fmla="*/ 445476 w 13595406"/>
                <a:gd name="connsiteY3" fmla="*/ 2323027 h 2323027"/>
                <a:gd name="connsiteX4" fmla="*/ 0 w 13595406"/>
                <a:gd name="connsiteY4" fmla="*/ 398584 h 2323027"/>
                <a:gd name="connsiteX0" fmla="*/ 0 w 13642298"/>
                <a:gd name="connsiteY0" fmla="*/ 445476 h 2369919"/>
                <a:gd name="connsiteX1" fmla="*/ 13642298 w 13642298"/>
                <a:gd name="connsiteY1" fmla="*/ 0 h 2369919"/>
                <a:gd name="connsiteX2" fmla="*/ 13548513 w 13642298"/>
                <a:gd name="connsiteY2" fmla="*/ 1760319 h 2369919"/>
                <a:gd name="connsiteX3" fmla="*/ 445476 w 13642298"/>
                <a:gd name="connsiteY3" fmla="*/ 2369919 h 2369919"/>
                <a:gd name="connsiteX4" fmla="*/ 0 w 13642298"/>
                <a:gd name="connsiteY4" fmla="*/ 445476 h 2369919"/>
                <a:gd name="connsiteX0" fmla="*/ 0 w 13876759"/>
                <a:gd name="connsiteY0" fmla="*/ 1078522 h 2369919"/>
                <a:gd name="connsiteX1" fmla="*/ 13876759 w 13876759"/>
                <a:gd name="connsiteY1" fmla="*/ 0 h 2369919"/>
                <a:gd name="connsiteX2" fmla="*/ 13782974 w 13876759"/>
                <a:gd name="connsiteY2" fmla="*/ 1760319 h 2369919"/>
                <a:gd name="connsiteX3" fmla="*/ 679937 w 13876759"/>
                <a:gd name="connsiteY3" fmla="*/ 2369919 h 2369919"/>
                <a:gd name="connsiteX4" fmla="*/ 0 w 13876759"/>
                <a:gd name="connsiteY4" fmla="*/ 1078522 h 2369919"/>
                <a:gd name="connsiteX0" fmla="*/ 0 w 13876759"/>
                <a:gd name="connsiteY0" fmla="*/ 1078522 h 2369919"/>
                <a:gd name="connsiteX1" fmla="*/ 13876759 w 13876759"/>
                <a:gd name="connsiteY1" fmla="*/ 0 h 2369919"/>
                <a:gd name="connsiteX2" fmla="*/ 13782974 w 13876759"/>
                <a:gd name="connsiteY2" fmla="*/ 1760319 h 2369919"/>
                <a:gd name="connsiteX3" fmla="*/ 351691 w 13876759"/>
                <a:gd name="connsiteY3" fmla="*/ 2369919 h 2369919"/>
                <a:gd name="connsiteX4" fmla="*/ 0 w 13876759"/>
                <a:gd name="connsiteY4" fmla="*/ 1078522 h 2369919"/>
                <a:gd name="connsiteX0" fmla="*/ 0 w 13993989"/>
                <a:gd name="connsiteY0" fmla="*/ 1078522 h 2369919"/>
                <a:gd name="connsiteX1" fmla="*/ 13876759 w 13993989"/>
                <a:gd name="connsiteY1" fmla="*/ 0 h 2369919"/>
                <a:gd name="connsiteX2" fmla="*/ 13993989 w 13993989"/>
                <a:gd name="connsiteY2" fmla="*/ 1760319 h 2369919"/>
                <a:gd name="connsiteX3" fmla="*/ 351691 w 13993989"/>
                <a:gd name="connsiteY3" fmla="*/ 2369919 h 2369919"/>
                <a:gd name="connsiteX4" fmla="*/ 0 w 13993989"/>
                <a:gd name="connsiteY4" fmla="*/ 1078522 h 2369919"/>
                <a:gd name="connsiteX0" fmla="*/ 0 w 13993989"/>
                <a:gd name="connsiteY0" fmla="*/ 1078522 h 2369919"/>
                <a:gd name="connsiteX1" fmla="*/ 13876759 w 13993989"/>
                <a:gd name="connsiteY1" fmla="*/ 0 h 2369919"/>
                <a:gd name="connsiteX2" fmla="*/ 13993989 w 13993989"/>
                <a:gd name="connsiteY2" fmla="*/ 1760319 h 2369919"/>
                <a:gd name="connsiteX3" fmla="*/ 351691 w 13993989"/>
                <a:gd name="connsiteY3" fmla="*/ 2369919 h 2369919"/>
                <a:gd name="connsiteX4" fmla="*/ 0 w 13993989"/>
                <a:gd name="connsiteY4" fmla="*/ 1078522 h 2369919"/>
                <a:gd name="connsiteX0" fmla="*/ 0 w 13994488"/>
                <a:gd name="connsiteY0" fmla="*/ 1078522 h 2369919"/>
                <a:gd name="connsiteX1" fmla="*/ 13876759 w 13994488"/>
                <a:gd name="connsiteY1" fmla="*/ 0 h 2369919"/>
                <a:gd name="connsiteX2" fmla="*/ 13993989 w 13994488"/>
                <a:gd name="connsiteY2" fmla="*/ 1760319 h 2369919"/>
                <a:gd name="connsiteX3" fmla="*/ 351691 w 13994488"/>
                <a:gd name="connsiteY3" fmla="*/ 2369919 h 2369919"/>
                <a:gd name="connsiteX4" fmla="*/ 0 w 13994488"/>
                <a:gd name="connsiteY4" fmla="*/ 1078522 h 2369919"/>
                <a:gd name="connsiteX0" fmla="*/ 0 w 13994488"/>
                <a:gd name="connsiteY0" fmla="*/ 1078522 h 2369919"/>
                <a:gd name="connsiteX1" fmla="*/ 13876759 w 13994488"/>
                <a:gd name="connsiteY1" fmla="*/ 0 h 2369919"/>
                <a:gd name="connsiteX2" fmla="*/ 13993989 w 13994488"/>
                <a:gd name="connsiteY2" fmla="*/ 1760319 h 2369919"/>
                <a:gd name="connsiteX3" fmla="*/ 351691 w 13994488"/>
                <a:gd name="connsiteY3" fmla="*/ 2369919 h 2369919"/>
                <a:gd name="connsiteX4" fmla="*/ 0 w 13994488"/>
                <a:gd name="connsiteY4" fmla="*/ 1078522 h 2369919"/>
                <a:gd name="connsiteX0" fmla="*/ 0 w 13994488"/>
                <a:gd name="connsiteY0" fmla="*/ 1078522 h 2391610"/>
                <a:gd name="connsiteX1" fmla="*/ 13876759 w 13994488"/>
                <a:gd name="connsiteY1" fmla="*/ 0 h 2391610"/>
                <a:gd name="connsiteX2" fmla="*/ 13993989 w 13994488"/>
                <a:gd name="connsiteY2" fmla="*/ 1760319 h 2391610"/>
                <a:gd name="connsiteX3" fmla="*/ 351691 w 13994488"/>
                <a:gd name="connsiteY3" fmla="*/ 2369919 h 2391610"/>
                <a:gd name="connsiteX4" fmla="*/ 0 w 13994488"/>
                <a:gd name="connsiteY4" fmla="*/ 1078522 h 2391610"/>
                <a:gd name="connsiteX0" fmla="*/ 0 w 13947596"/>
                <a:gd name="connsiteY0" fmla="*/ 890953 h 2391610"/>
                <a:gd name="connsiteX1" fmla="*/ 13829867 w 13947596"/>
                <a:gd name="connsiteY1" fmla="*/ 0 h 2391610"/>
                <a:gd name="connsiteX2" fmla="*/ 13947097 w 13947596"/>
                <a:gd name="connsiteY2" fmla="*/ 1760319 h 2391610"/>
                <a:gd name="connsiteX3" fmla="*/ 304799 w 13947596"/>
                <a:gd name="connsiteY3" fmla="*/ 2369919 h 2391610"/>
                <a:gd name="connsiteX4" fmla="*/ 0 w 13947596"/>
                <a:gd name="connsiteY4" fmla="*/ 890953 h 2391610"/>
                <a:gd name="connsiteX0" fmla="*/ 0 w 13947596"/>
                <a:gd name="connsiteY0" fmla="*/ 890953 h 2323309"/>
                <a:gd name="connsiteX1" fmla="*/ 13829867 w 13947596"/>
                <a:gd name="connsiteY1" fmla="*/ 0 h 2323309"/>
                <a:gd name="connsiteX2" fmla="*/ 13947097 w 13947596"/>
                <a:gd name="connsiteY2" fmla="*/ 1760319 h 2323309"/>
                <a:gd name="connsiteX3" fmla="*/ 328245 w 13947596"/>
                <a:gd name="connsiteY3" fmla="*/ 2229242 h 2323309"/>
                <a:gd name="connsiteX4" fmla="*/ 0 w 13947596"/>
                <a:gd name="connsiteY4" fmla="*/ 890953 h 2323309"/>
                <a:gd name="connsiteX0" fmla="*/ 0 w 13947596"/>
                <a:gd name="connsiteY0" fmla="*/ 890953 h 2364422"/>
                <a:gd name="connsiteX1" fmla="*/ 13829867 w 13947596"/>
                <a:gd name="connsiteY1" fmla="*/ 0 h 2364422"/>
                <a:gd name="connsiteX2" fmla="*/ 13947097 w 13947596"/>
                <a:gd name="connsiteY2" fmla="*/ 1760319 h 2364422"/>
                <a:gd name="connsiteX3" fmla="*/ 328245 w 13947596"/>
                <a:gd name="connsiteY3" fmla="*/ 2229242 h 2364422"/>
                <a:gd name="connsiteX4" fmla="*/ 0 w 13947596"/>
                <a:gd name="connsiteY4" fmla="*/ 890953 h 2364422"/>
                <a:gd name="connsiteX0" fmla="*/ 0 w 13994320"/>
                <a:gd name="connsiteY0" fmla="*/ 890953 h 2318720"/>
                <a:gd name="connsiteX1" fmla="*/ 13829867 w 13994320"/>
                <a:gd name="connsiteY1" fmla="*/ 0 h 2318720"/>
                <a:gd name="connsiteX2" fmla="*/ 13993990 w 13994320"/>
                <a:gd name="connsiteY2" fmla="*/ 1666535 h 2318720"/>
                <a:gd name="connsiteX3" fmla="*/ 328245 w 13994320"/>
                <a:gd name="connsiteY3" fmla="*/ 2229242 h 2318720"/>
                <a:gd name="connsiteX4" fmla="*/ 0 w 13994320"/>
                <a:gd name="connsiteY4" fmla="*/ 890953 h 2318720"/>
                <a:gd name="connsiteX0" fmla="*/ 0 w 13994320"/>
                <a:gd name="connsiteY0" fmla="*/ 890953 h 2318720"/>
                <a:gd name="connsiteX1" fmla="*/ 13829867 w 13994320"/>
                <a:gd name="connsiteY1" fmla="*/ 0 h 2318720"/>
                <a:gd name="connsiteX2" fmla="*/ 13993990 w 13994320"/>
                <a:gd name="connsiteY2" fmla="*/ 1666535 h 2318720"/>
                <a:gd name="connsiteX3" fmla="*/ 328245 w 13994320"/>
                <a:gd name="connsiteY3" fmla="*/ 2229242 h 2318720"/>
                <a:gd name="connsiteX4" fmla="*/ 0 w 13994320"/>
                <a:gd name="connsiteY4" fmla="*/ 890953 h 2318720"/>
                <a:gd name="connsiteX0" fmla="*/ 0 w 13994320"/>
                <a:gd name="connsiteY0" fmla="*/ 890953 h 2318720"/>
                <a:gd name="connsiteX1" fmla="*/ 13829867 w 13994320"/>
                <a:gd name="connsiteY1" fmla="*/ 0 h 2318720"/>
                <a:gd name="connsiteX2" fmla="*/ 13993990 w 13994320"/>
                <a:gd name="connsiteY2" fmla="*/ 1666535 h 2318720"/>
                <a:gd name="connsiteX3" fmla="*/ 328245 w 13994320"/>
                <a:gd name="connsiteY3" fmla="*/ 2229242 h 2318720"/>
                <a:gd name="connsiteX4" fmla="*/ 0 w 13994320"/>
                <a:gd name="connsiteY4" fmla="*/ 890953 h 2318720"/>
                <a:gd name="connsiteX0" fmla="*/ 0 w 13994320"/>
                <a:gd name="connsiteY0" fmla="*/ 936673 h 2364440"/>
                <a:gd name="connsiteX1" fmla="*/ 13829867 w 13994320"/>
                <a:gd name="connsiteY1" fmla="*/ 0 h 2364440"/>
                <a:gd name="connsiteX2" fmla="*/ 13993990 w 13994320"/>
                <a:gd name="connsiteY2" fmla="*/ 1712255 h 2364440"/>
                <a:gd name="connsiteX3" fmla="*/ 328245 w 13994320"/>
                <a:gd name="connsiteY3" fmla="*/ 2274962 h 2364440"/>
                <a:gd name="connsiteX4" fmla="*/ 0 w 13994320"/>
                <a:gd name="connsiteY4" fmla="*/ 936673 h 2364440"/>
                <a:gd name="connsiteX0" fmla="*/ 0 w 13994320"/>
                <a:gd name="connsiteY0" fmla="*/ 936673 h 2364440"/>
                <a:gd name="connsiteX1" fmla="*/ 13829867 w 13994320"/>
                <a:gd name="connsiteY1" fmla="*/ 0 h 2364440"/>
                <a:gd name="connsiteX2" fmla="*/ 13993990 w 13994320"/>
                <a:gd name="connsiteY2" fmla="*/ 1712255 h 2364440"/>
                <a:gd name="connsiteX3" fmla="*/ 328245 w 13994320"/>
                <a:gd name="connsiteY3" fmla="*/ 2274962 h 2364440"/>
                <a:gd name="connsiteX4" fmla="*/ 0 w 13994320"/>
                <a:gd name="connsiteY4" fmla="*/ 936673 h 2364440"/>
                <a:gd name="connsiteX0" fmla="*/ 0 w 13994320"/>
                <a:gd name="connsiteY0" fmla="*/ 936673 h 2364440"/>
                <a:gd name="connsiteX1" fmla="*/ 13829867 w 13994320"/>
                <a:gd name="connsiteY1" fmla="*/ 0 h 2364440"/>
                <a:gd name="connsiteX2" fmla="*/ 13993990 w 13994320"/>
                <a:gd name="connsiteY2" fmla="*/ 1712255 h 2364440"/>
                <a:gd name="connsiteX3" fmla="*/ 328245 w 13994320"/>
                <a:gd name="connsiteY3" fmla="*/ 2274962 h 2364440"/>
                <a:gd name="connsiteX4" fmla="*/ 0 w 13994320"/>
                <a:gd name="connsiteY4" fmla="*/ 936673 h 2364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94320" h="2364440">
                  <a:moveTo>
                    <a:pt x="0" y="936673"/>
                  </a:moveTo>
                  <a:cubicBezTo>
                    <a:pt x="7814263" y="2280920"/>
                    <a:pt x="9588798" y="996851"/>
                    <a:pt x="13829867" y="0"/>
                  </a:cubicBezTo>
                  <a:cubicBezTo>
                    <a:pt x="13868944" y="586773"/>
                    <a:pt x="14001805" y="867574"/>
                    <a:pt x="13993990" y="1712255"/>
                  </a:cubicBezTo>
                  <a:cubicBezTo>
                    <a:pt x="10400033" y="2704810"/>
                    <a:pt x="4672478" y="2267147"/>
                    <a:pt x="328245" y="2274962"/>
                  </a:cubicBezTo>
                  <a:lnTo>
                    <a:pt x="0" y="936673"/>
                  </a:lnTo>
                  <a:close/>
                </a:path>
              </a:pathLst>
            </a:custGeom>
            <a:solidFill>
              <a:srgbClr val="004E98">
                <a:alpha val="4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219170">
                <a:defRPr/>
              </a:pPr>
              <a:endParaRPr lang="zh-CN" altLang="en-US" kern="0">
                <a:solidFill>
                  <a:prstClr val="white"/>
                </a:solidFill>
                <a:latin typeface="OPPOSans R"/>
                <a:ea typeface="OPPOSans R"/>
              </a:endParaRPr>
            </a:p>
          </p:txBody>
        </p:sp>
        <p:sp>
          <p:nvSpPr>
            <p:cNvPr id="5" name="矩形 12">
              <a:extLst>
                <a:ext uri="{FF2B5EF4-FFF2-40B4-BE49-F238E27FC236}">
                  <a16:creationId xmlns:a16="http://schemas.microsoft.com/office/drawing/2014/main" id="{8E10D41E-86DE-8A44-B462-67C5E68A2A2F}"/>
                </a:ext>
              </a:extLst>
            </p:cNvPr>
            <p:cNvSpPr/>
            <p:nvPr/>
          </p:nvSpPr>
          <p:spPr>
            <a:xfrm>
              <a:off x="-108480" y="1951322"/>
              <a:ext cx="9390636" cy="2847062"/>
            </a:xfrm>
            <a:custGeom>
              <a:avLst/>
              <a:gdLst>
                <a:gd name="connsiteX0" fmla="*/ 0 w 12451080"/>
                <a:gd name="connsiteY0" fmla="*/ 0 h 3050711"/>
                <a:gd name="connsiteX1" fmla="*/ 12451080 w 12451080"/>
                <a:gd name="connsiteY1" fmla="*/ 0 h 3050711"/>
                <a:gd name="connsiteX2" fmla="*/ 12451080 w 12451080"/>
                <a:gd name="connsiteY2" fmla="*/ 3050711 h 3050711"/>
                <a:gd name="connsiteX3" fmla="*/ 0 w 12451080"/>
                <a:gd name="connsiteY3" fmla="*/ 3050711 h 3050711"/>
                <a:gd name="connsiteX4" fmla="*/ 0 w 12451080"/>
                <a:gd name="connsiteY4" fmla="*/ 0 h 3050711"/>
                <a:gd name="connsiteX0" fmla="*/ 0 w 12527280"/>
                <a:gd name="connsiteY0" fmla="*/ 0 h 3477431"/>
                <a:gd name="connsiteX1" fmla="*/ 12527280 w 12527280"/>
                <a:gd name="connsiteY1" fmla="*/ 426720 h 3477431"/>
                <a:gd name="connsiteX2" fmla="*/ 12527280 w 12527280"/>
                <a:gd name="connsiteY2" fmla="*/ 3477431 h 3477431"/>
                <a:gd name="connsiteX3" fmla="*/ 76200 w 12527280"/>
                <a:gd name="connsiteY3" fmla="*/ 3477431 h 3477431"/>
                <a:gd name="connsiteX4" fmla="*/ 0 w 12527280"/>
                <a:gd name="connsiteY4" fmla="*/ 0 h 3477431"/>
                <a:gd name="connsiteX0" fmla="*/ 0 w 12527280"/>
                <a:gd name="connsiteY0" fmla="*/ 0 h 3477431"/>
                <a:gd name="connsiteX1" fmla="*/ 12527280 w 12527280"/>
                <a:gd name="connsiteY1" fmla="*/ 426720 h 3477431"/>
                <a:gd name="connsiteX2" fmla="*/ 12527280 w 12527280"/>
                <a:gd name="connsiteY2" fmla="*/ 3477431 h 3477431"/>
                <a:gd name="connsiteX3" fmla="*/ 76200 w 12527280"/>
                <a:gd name="connsiteY3" fmla="*/ 3477431 h 3477431"/>
                <a:gd name="connsiteX4" fmla="*/ 0 w 12527280"/>
                <a:gd name="connsiteY4" fmla="*/ 0 h 3477431"/>
                <a:gd name="connsiteX0" fmla="*/ 0 w 12573000"/>
                <a:gd name="connsiteY0" fmla="*/ 0 h 3477431"/>
                <a:gd name="connsiteX1" fmla="*/ 12573000 w 12573000"/>
                <a:gd name="connsiteY1" fmla="*/ 1920240 h 3477431"/>
                <a:gd name="connsiteX2" fmla="*/ 12527280 w 12573000"/>
                <a:gd name="connsiteY2" fmla="*/ 3477431 h 3477431"/>
                <a:gd name="connsiteX3" fmla="*/ 76200 w 12573000"/>
                <a:gd name="connsiteY3" fmla="*/ 3477431 h 3477431"/>
                <a:gd name="connsiteX4" fmla="*/ 0 w 12573000"/>
                <a:gd name="connsiteY4" fmla="*/ 0 h 3477431"/>
                <a:gd name="connsiteX0" fmla="*/ 0 w 12573000"/>
                <a:gd name="connsiteY0" fmla="*/ 0 h 3477431"/>
                <a:gd name="connsiteX1" fmla="*/ 12573000 w 12573000"/>
                <a:gd name="connsiteY1" fmla="*/ 1920240 h 3477431"/>
                <a:gd name="connsiteX2" fmla="*/ 12527280 w 12573000"/>
                <a:gd name="connsiteY2" fmla="*/ 3477431 h 3477431"/>
                <a:gd name="connsiteX3" fmla="*/ 76200 w 12573000"/>
                <a:gd name="connsiteY3" fmla="*/ 3477431 h 3477431"/>
                <a:gd name="connsiteX4" fmla="*/ 0 w 12573000"/>
                <a:gd name="connsiteY4" fmla="*/ 0 h 3477431"/>
                <a:gd name="connsiteX0" fmla="*/ 0 w 12573000"/>
                <a:gd name="connsiteY0" fmla="*/ 0 h 3477431"/>
                <a:gd name="connsiteX1" fmla="*/ 12573000 w 12573000"/>
                <a:gd name="connsiteY1" fmla="*/ 1920240 h 3477431"/>
                <a:gd name="connsiteX2" fmla="*/ 12527280 w 12573000"/>
                <a:gd name="connsiteY2" fmla="*/ 3477431 h 3477431"/>
                <a:gd name="connsiteX3" fmla="*/ 91440 w 12573000"/>
                <a:gd name="connsiteY3" fmla="*/ 3172631 h 3477431"/>
                <a:gd name="connsiteX4" fmla="*/ 0 w 12573000"/>
                <a:gd name="connsiteY4" fmla="*/ 0 h 3477431"/>
                <a:gd name="connsiteX0" fmla="*/ 0 w 12573000"/>
                <a:gd name="connsiteY0" fmla="*/ 0 h 3527620"/>
                <a:gd name="connsiteX1" fmla="*/ 12573000 w 12573000"/>
                <a:gd name="connsiteY1" fmla="*/ 1920240 h 3527620"/>
                <a:gd name="connsiteX2" fmla="*/ 12527280 w 12573000"/>
                <a:gd name="connsiteY2" fmla="*/ 3477431 h 3527620"/>
                <a:gd name="connsiteX3" fmla="*/ 91440 w 12573000"/>
                <a:gd name="connsiteY3" fmla="*/ 3172631 h 3527620"/>
                <a:gd name="connsiteX4" fmla="*/ 0 w 12573000"/>
                <a:gd name="connsiteY4" fmla="*/ 0 h 3527620"/>
                <a:gd name="connsiteX0" fmla="*/ 0 w 12542520"/>
                <a:gd name="connsiteY0" fmla="*/ 0 h 3527620"/>
                <a:gd name="connsiteX1" fmla="*/ 12542520 w 12542520"/>
                <a:gd name="connsiteY1" fmla="*/ 1828800 h 3527620"/>
                <a:gd name="connsiteX2" fmla="*/ 12527280 w 12542520"/>
                <a:gd name="connsiteY2" fmla="*/ 3477431 h 3527620"/>
                <a:gd name="connsiteX3" fmla="*/ 91440 w 12542520"/>
                <a:gd name="connsiteY3" fmla="*/ 3172631 h 3527620"/>
                <a:gd name="connsiteX4" fmla="*/ 0 w 12542520"/>
                <a:gd name="connsiteY4" fmla="*/ 0 h 3527620"/>
                <a:gd name="connsiteX0" fmla="*/ 0 w 12542520"/>
                <a:gd name="connsiteY0" fmla="*/ 0 h 3477431"/>
                <a:gd name="connsiteX1" fmla="*/ 12542520 w 12542520"/>
                <a:gd name="connsiteY1" fmla="*/ 1828800 h 3477431"/>
                <a:gd name="connsiteX2" fmla="*/ 12527280 w 12542520"/>
                <a:gd name="connsiteY2" fmla="*/ 3477431 h 3477431"/>
                <a:gd name="connsiteX3" fmla="*/ 91440 w 12542520"/>
                <a:gd name="connsiteY3" fmla="*/ 3172631 h 3477431"/>
                <a:gd name="connsiteX4" fmla="*/ 0 w 12542520"/>
                <a:gd name="connsiteY4" fmla="*/ 0 h 3477431"/>
                <a:gd name="connsiteX0" fmla="*/ 0 w 12573000"/>
                <a:gd name="connsiteY0" fmla="*/ 0 h 3477431"/>
                <a:gd name="connsiteX1" fmla="*/ 12573000 w 12573000"/>
                <a:gd name="connsiteY1" fmla="*/ 1676400 h 3477431"/>
                <a:gd name="connsiteX2" fmla="*/ 12527280 w 12573000"/>
                <a:gd name="connsiteY2" fmla="*/ 3477431 h 3477431"/>
                <a:gd name="connsiteX3" fmla="*/ 91440 w 12573000"/>
                <a:gd name="connsiteY3" fmla="*/ 3172631 h 3477431"/>
                <a:gd name="connsiteX4" fmla="*/ 0 w 12573000"/>
                <a:gd name="connsiteY4" fmla="*/ 0 h 3477431"/>
                <a:gd name="connsiteX0" fmla="*/ 0 w 12573000"/>
                <a:gd name="connsiteY0" fmla="*/ 0 h 3654187"/>
                <a:gd name="connsiteX1" fmla="*/ 12573000 w 12573000"/>
                <a:gd name="connsiteY1" fmla="*/ 1676400 h 3654187"/>
                <a:gd name="connsiteX2" fmla="*/ 12527280 w 12573000"/>
                <a:gd name="connsiteY2" fmla="*/ 3477431 h 3654187"/>
                <a:gd name="connsiteX3" fmla="*/ 91440 w 12573000"/>
                <a:gd name="connsiteY3" fmla="*/ 3172631 h 3654187"/>
                <a:gd name="connsiteX4" fmla="*/ 0 w 12573000"/>
                <a:gd name="connsiteY4" fmla="*/ 0 h 3654187"/>
                <a:gd name="connsiteX0" fmla="*/ 0 w 12573000"/>
                <a:gd name="connsiteY0" fmla="*/ 0 h 3654187"/>
                <a:gd name="connsiteX1" fmla="*/ 12573000 w 12573000"/>
                <a:gd name="connsiteY1" fmla="*/ 1676400 h 3654187"/>
                <a:gd name="connsiteX2" fmla="*/ 12527280 w 12573000"/>
                <a:gd name="connsiteY2" fmla="*/ 3477431 h 3654187"/>
                <a:gd name="connsiteX3" fmla="*/ 91440 w 12573000"/>
                <a:gd name="connsiteY3" fmla="*/ 3172631 h 3654187"/>
                <a:gd name="connsiteX4" fmla="*/ 0 w 12573000"/>
                <a:gd name="connsiteY4" fmla="*/ 0 h 3654187"/>
                <a:gd name="connsiteX0" fmla="*/ 0 w 12573000"/>
                <a:gd name="connsiteY0" fmla="*/ 0 h 3811932"/>
                <a:gd name="connsiteX1" fmla="*/ 12573000 w 12573000"/>
                <a:gd name="connsiteY1" fmla="*/ 1676400 h 3811932"/>
                <a:gd name="connsiteX2" fmla="*/ 12527280 w 12573000"/>
                <a:gd name="connsiteY2" fmla="*/ 3477431 h 3811932"/>
                <a:gd name="connsiteX3" fmla="*/ 91440 w 12573000"/>
                <a:gd name="connsiteY3" fmla="*/ 3172631 h 3811932"/>
                <a:gd name="connsiteX4" fmla="*/ 0 w 12573000"/>
                <a:gd name="connsiteY4" fmla="*/ 0 h 3811932"/>
                <a:gd name="connsiteX0" fmla="*/ 0 w 12542520"/>
                <a:gd name="connsiteY0" fmla="*/ 0 h 3811932"/>
                <a:gd name="connsiteX1" fmla="*/ 12542520 w 12542520"/>
                <a:gd name="connsiteY1" fmla="*/ 1600200 h 3811932"/>
                <a:gd name="connsiteX2" fmla="*/ 12527280 w 12542520"/>
                <a:gd name="connsiteY2" fmla="*/ 3477431 h 3811932"/>
                <a:gd name="connsiteX3" fmla="*/ 91440 w 12542520"/>
                <a:gd name="connsiteY3" fmla="*/ 3172631 h 3811932"/>
                <a:gd name="connsiteX4" fmla="*/ 0 w 12542520"/>
                <a:gd name="connsiteY4" fmla="*/ 0 h 3811932"/>
                <a:gd name="connsiteX0" fmla="*/ 0 w 12542520"/>
                <a:gd name="connsiteY0" fmla="*/ 0 h 3733200"/>
                <a:gd name="connsiteX1" fmla="*/ 12542520 w 12542520"/>
                <a:gd name="connsiteY1" fmla="*/ 1600200 h 3733200"/>
                <a:gd name="connsiteX2" fmla="*/ 12527280 w 12542520"/>
                <a:gd name="connsiteY2" fmla="*/ 3248831 h 3733200"/>
                <a:gd name="connsiteX3" fmla="*/ 91440 w 12542520"/>
                <a:gd name="connsiteY3" fmla="*/ 3172631 h 3733200"/>
                <a:gd name="connsiteX4" fmla="*/ 0 w 12542520"/>
                <a:gd name="connsiteY4" fmla="*/ 0 h 3733200"/>
                <a:gd name="connsiteX0" fmla="*/ 0 w 12527280"/>
                <a:gd name="connsiteY0" fmla="*/ 0 h 3870360"/>
                <a:gd name="connsiteX1" fmla="*/ 12527280 w 12527280"/>
                <a:gd name="connsiteY1" fmla="*/ 1737360 h 3870360"/>
                <a:gd name="connsiteX2" fmla="*/ 12512040 w 12527280"/>
                <a:gd name="connsiteY2" fmla="*/ 3385991 h 3870360"/>
                <a:gd name="connsiteX3" fmla="*/ 76200 w 12527280"/>
                <a:gd name="connsiteY3" fmla="*/ 3309791 h 3870360"/>
                <a:gd name="connsiteX4" fmla="*/ 0 w 12527280"/>
                <a:gd name="connsiteY4" fmla="*/ 0 h 3870360"/>
                <a:gd name="connsiteX0" fmla="*/ 0 w 12527280"/>
                <a:gd name="connsiteY0" fmla="*/ 0 h 3800580"/>
                <a:gd name="connsiteX1" fmla="*/ 12527280 w 12527280"/>
                <a:gd name="connsiteY1" fmla="*/ 1737360 h 3800580"/>
                <a:gd name="connsiteX2" fmla="*/ 12512040 w 12527280"/>
                <a:gd name="connsiteY2" fmla="*/ 3385991 h 3800580"/>
                <a:gd name="connsiteX3" fmla="*/ 76200 w 12527280"/>
                <a:gd name="connsiteY3" fmla="*/ 3309791 h 3800580"/>
                <a:gd name="connsiteX4" fmla="*/ 0 w 12527280"/>
                <a:gd name="connsiteY4" fmla="*/ 0 h 3800580"/>
                <a:gd name="connsiteX0" fmla="*/ 0 w 12527280"/>
                <a:gd name="connsiteY0" fmla="*/ 0 h 3800580"/>
                <a:gd name="connsiteX1" fmla="*/ 12527280 w 12527280"/>
                <a:gd name="connsiteY1" fmla="*/ 1737360 h 3800580"/>
                <a:gd name="connsiteX2" fmla="*/ 12512040 w 12527280"/>
                <a:gd name="connsiteY2" fmla="*/ 3385991 h 3800580"/>
                <a:gd name="connsiteX3" fmla="*/ 76200 w 12527280"/>
                <a:gd name="connsiteY3" fmla="*/ 3309791 h 3800580"/>
                <a:gd name="connsiteX4" fmla="*/ 0 w 12527280"/>
                <a:gd name="connsiteY4" fmla="*/ 0 h 3800580"/>
                <a:gd name="connsiteX0" fmla="*/ 0 w 12527280"/>
                <a:gd name="connsiteY0" fmla="*/ 0 h 3800580"/>
                <a:gd name="connsiteX1" fmla="*/ 12527280 w 12527280"/>
                <a:gd name="connsiteY1" fmla="*/ 1737360 h 3800580"/>
                <a:gd name="connsiteX2" fmla="*/ 12512040 w 12527280"/>
                <a:gd name="connsiteY2" fmla="*/ 3385991 h 3800580"/>
                <a:gd name="connsiteX3" fmla="*/ 76200 w 12527280"/>
                <a:gd name="connsiteY3" fmla="*/ 3309791 h 3800580"/>
                <a:gd name="connsiteX4" fmla="*/ 0 w 12527280"/>
                <a:gd name="connsiteY4" fmla="*/ 0 h 3800580"/>
                <a:gd name="connsiteX0" fmla="*/ 0 w 12527280"/>
                <a:gd name="connsiteY0" fmla="*/ 0 h 3795029"/>
                <a:gd name="connsiteX1" fmla="*/ 12527280 w 12527280"/>
                <a:gd name="connsiteY1" fmla="*/ 1737360 h 3795029"/>
                <a:gd name="connsiteX2" fmla="*/ 12523615 w 12527280"/>
                <a:gd name="connsiteY2" fmla="*/ 3362842 h 3795029"/>
                <a:gd name="connsiteX3" fmla="*/ 76200 w 12527280"/>
                <a:gd name="connsiteY3" fmla="*/ 3309791 h 3795029"/>
                <a:gd name="connsiteX4" fmla="*/ 0 w 12527280"/>
                <a:gd name="connsiteY4" fmla="*/ 0 h 3795029"/>
                <a:gd name="connsiteX0" fmla="*/ 0 w 12527280"/>
                <a:gd name="connsiteY0" fmla="*/ 0 h 3807147"/>
                <a:gd name="connsiteX1" fmla="*/ 12527280 w 12527280"/>
                <a:gd name="connsiteY1" fmla="*/ 1737360 h 3807147"/>
                <a:gd name="connsiteX2" fmla="*/ 12523615 w 12527280"/>
                <a:gd name="connsiteY2" fmla="*/ 3362842 h 3807147"/>
                <a:gd name="connsiteX3" fmla="*/ 76200 w 12527280"/>
                <a:gd name="connsiteY3" fmla="*/ 3309791 h 3807147"/>
                <a:gd name="connsiteX4" fmla="*/ 0 w 12527280"/>
                <a:gd name="connsiteY4" fmla="*/ 0 h 3807147"/>
                <a:gd name="connsiteX0" fmla="*/ 15240 w 12542520"/>
                <a:gd name="connsiteY0" fmla="*/ 0 h 3795710"/>
                <a:gd name="connsiteX1" fmla="*/ 12542520 w 12542520"/>
                <a:gd name="connsiteY1" fmla="*/ 1737360 h 3795710"/>
                <a:gd name="connsiteX2" fmla="*/ 12538855 w 12542520"/>
                <a:gd name="connsiteY2" fmla="*/ 3362842 h 3795710"/>
                <a:gd name="connsiteX3" fmla="*/ 0 w 12542520"/>
                <a:gd name="connsiteY3" fmla="*/ 3294551 h 3795710"/>
                <a:gd name="connsiteX4" fmla="*/ 15240 w 12542520"/>
                <a:gd name="connsiteY4" fmla="*/ 0 h 3795710"/>
                <a:gd name="connsiteX0" fmla="*/ 15240 w 12743256"/>
                <a:gd name="connsiteY0" fmla="*/ 0 h 3740366"/>
                <a:gd name="connsiteX1" fmla="*/ 12542520 w 12743256"/>
                <a:gd name="connsiteY1" fmla="*/ 1737360 h 3740366"/>
                <a:gd name="connsiteX2" fmla="*/ 12743251 w 12743256"/>
                <a:gd name="connsiteY2" fmla="*/ 3115416 h 3740366"/>
                <a:gd name="connsiteX3" fmla="*/ 0 w 12743256"/>
                <a:gd name="connsiteY3" fmla="*/ 3294551 h 3740366"/>
                <a:gd name="connsiteX4" fmla="*/ 15240 w 12743256"/>
                <a:gd name="connsiteY4" fmla="*/ 0 h 3740366"/>
                <a:gd name="connsiteX0" fmla="*/ 15240 w 12743256"/>
                <a:gd name="connsiteY0" fmla="*/ 0 h 3768127"/>
                <a:gd name="connsiteX1" fmla="*/ 12542520 w 12743256"/>
                <a:gd name="connsiteY1" fmla="*/ 1737360 h 3768127"/>
                <a:gd name="connsiteX2" fmla="*/ 12743251 w 12743256"/>
                <a:gd name="connsiteY2" fmla="*/ 3115416 h 3768127"/>
                <a:gd name="connsiteX3" fmla="*/ 0 w 12743256"/>
                <a:gd name="connsiteY3" fmla="*/ 3294551 h 3768127"/>
                <a:gd name="connsiteX4" fmla="*/ 15240 w 12743256"/>
                <a:gd name="connsiteY4" fmla="*/ 0 h 3768127"/>
                <a:gd name="connsiteX0" fmla="*/ 15240 w 12743259"/>
                <a:gd name="connsiteY0" fmla="*/ 0 h 3768127"/>
                <a:gd name="connsiteX1" fmla="*/ 12607066 w 12743259"/>
                <a:gd name="connsiteY1" fmla="*/ 1683572 h 3768127"/>
                <a:gd name="connsiteX2" fmla="*/ 12743251 w 12743259"/>
                <a:gd name="connsiteY2" fmla="*/ 3115416 h 3768127"/>
                <a:gd name="connsiteX3" fmla="*/ 0 w 12743259"/>
                <a:gd name="connsiteY3" fmla="*/ 3294551 h 3768127"/>
                <a:gd name="connsiteX4" fmla="*/ 15240 w 12743259"/>
                <a:gd name="connsiteY4" fmla="*/ 0 h 3768127"/>
                <a:gd name="connsiteX0" fmla="*/ 15240 w 12743259"/>
                <a:gd name="connsiteY0" fmla="*/ 0 h 3768127"/>
                <a:gd name="connsiteX1" fmla="*/ 12607066 w 12743259"/>
                <a:gd name="connsiteY1" fmla="*/ 1683572 h 3768127"/>
                <a:gd name="connsiteX2" fmla="*/ 12743251 w 12743259"/>
                <a:gd name="connsiteY2" fmla="*/ 3115416 h 3768127"/>
                <a:gd name="connsiteX3" fmla="*/ 0 w 12743259"/>
                <a:gd name="connsiteY3" fmla="*/ 3294551 h 3768127"/>
                <a:gd name="connsiteX4" fmla="*/ 15240 w 12743259"/>
                <a:gd name="connsiteY4" fmla="*/ 0 h 3768127"/>
                <a:gd name="connsiteX0" fmla="*/ 15240 w 12732501"/>
                <a:gd name="connsiteY0" fmla="*/ 0 h 3751996"/>
                <a:gd name="connsiteX1" fmla="*/ 12607066 w 12732501"/>
                <a:gd name="connsiteY1" fmla="*/ 1683572 h 3751996"/>
                <a:gd name="connsiteX2" fmla="*/ 12732493 w 12732501"/>
                <a:gd name="connsiteY2" fmla="*/ 3040112 h 3751996"/>
                <a:gd name="connsiteX3" fmla="*/ 0 w 12732501"/>
                <a:gd name="connsiteY3" fmla="*/ 3294551 h 3751996"/>
                <a:gd name="connsiteX4" fmla="*/ 15240 w 12732501"/>
                <a:gd name="connsiteY4" fmla="*/ 0 h 3751996"/>
                <a:gd name="connsiteX0" fmla="*/ 15240 w 12732501"/>
                <a:gd name="connsiteY0" fmla="*/ 0 h 3742376"/>
                <a:gd name="connsiteX1" fmla="*/ 12607066 w 12732501"/>
                <a:gd name="connsiteY1" fmla="*/ 1683572 h 3742376"/>
                <a:gd name="connsiteX2" fmla="*/ 12732493 w 12732501"/>
                <a:gd name="connsiteY2" fmla="*/ 3040112 h 3742376"/>
                <a:gd name="connsiteX3" fmla="*/ 0 w 12732501"/>
                <a:gd name="connsiteY3" fmla="*/ 3294551 h 3742376"/>
                <a:gd name="connsiteX4" fmla="*/ 15240 w 12732501"/>
                <a:gd name="connsiteY4" fmla="*/ 0 h 3742376"/>
                <a:gd name="connsiteX0" fmla="*/ 15240 w 12732501"/>
                <a:gd name="connsiteY0" fmla="*/ 0 h 3742376"/>
                <a:gd name="connsiteX1" fmla="*/ 12607066 w 12732501"/>
                <a:gd name="connsiteY1" fmla="*/ 1683572 h 3742376"/>
                <a:gd name="connsiteX2" fmla="*/ 12732493 w 12732501"/>
                <a:gd name="connsiteY2" fmla="*/ 3040112 h 3742376"/>
                <a:gd name="connsiteX3" fmla="*/ 0 w 12732501"/>
                <a:gd name="connsiteY3" fmla="*/ 3294551 h 3742376"/>
                <a:gd name="connsiteX4" fmla="*/ 15240 w 12732501"/>
                <a:gd name="connsiteY4" fmla="*/ 0 h 3742376"/>
                <a:gd name="connsiteX0" fmla="*/ 15240 w 12743259"/>
                <a:gd name="connsiteY0" fmla="*/ 0 h 3731901"/>
                <a:gd name="connsiteX1" fmla="*/ 12607066 w 12743259"/>
                <a:gd name="connsiteY1" fmla="*/ 1683572 h 3731901"/>
                <a:gd name="connsiteX2" fmla="*/ 12743251 w 12743259"/>
                <a:gd name="connsiteY2" fmla="*/ 2986324 h 3731901"/>
                <a:gd name="connsiteX3" fmla="*/ 0 w 12743259"/>
                <a:gd name="connsiteY3" fmla="*/ 3294551 h 3731901"/>
                <a:gd name="connsiteX4" fmla="*/ 15240 w 12743259"/>
                <a:gd name="connsiteY4" fmla="*/ 0 h 3731901"/>
                <a:gd name="connsiteX0" fmla="*/ 15240 w 12743259"/>
                <a:gd name="connsiteY0" fmla="*/ 0 h 3774907"/>
                <a:gd name="connsiteX1" fmla="*/ 12607066 w 12743259"/>
                <a:gd name="connsiteY1" fmla="*/ 1683572 h 3774907"/>
                <a:gd name="connsiteX2" fmla="*/ 12743251 w 12743259"/>
                <a:gd name="connsiteY2" fmla="*/ 2986324 h 3774907"/>
                <a:gd name="connsiteX3" fmla="*/ 0 w 12743259"/>
                <a:gd name="connsiteY3" fmla="*/ 3294551 h 3774907"/>
                <a:gd name="connsiteX4" fmla="*/ 15240 w 12743259"/>
                <a:gd name="connsiteY4" fmla="*/ 0 h 3774907"/>
                <a:gd name="connsiteX0" fmla="*/ 130986 w 12743259"/>
                <a:gd name="connsiteY0" fmla="*/ 0 h 3786481"/>
                <a:gd name="connsiteX1" fmla="*/ 12607066 w 12743259"/>
                <a:gd name="connsiteY1" fmla="*/ 1695146 h 3786481"/>
                <a:gd name="connsiteX2" fmla="*/ 12743251 w 12743259"/>
                <a:gd name="connsiteY2" fmla="*/ 2997898 h 3786481"/>
                <a:gd name="connsiteX3" fmla="*/ 0 w 12743259"/>
                <a:gd name="connsiteY3" fmla="*/ 3306125 h 3786481"/>
                <a:gd name="connsiteX4" fmla="*/ 130986 w 12743259"/>
                <a:gd name="connsiteY4" fmla="*/ 0 h 3786481"/>
                <a:gd name="connsiteX0" fmla="*/ 0 w 12612273"/>
                <a:gd name="connsiteY0" fmla="*/ 0 h 3786481"/>
                <a:gd name="connsiteX1" fmla="*/ 12476080 w 12612273"/>
                <a:gd name="connsiteY1" fmla="*/ 1695146 h 3786481"/>
                <a:gd name="connsiteX2" fmla="*/ 12612265 w 12612273"/>
                <a:gd name="connsiteY2" fmla="*/ 2997898 h 3786481"/>
                <a:gd name="connsiteX3" fmla="*/ 7910 w 12612273"/>
                <a:gd name="connsiteY3" fmla="*/ 3306125 h 3786481"/>
                <a:gd name="connsiteX4" fmla="*/ 0 w 12612273"/>
                <a:gd name="connsiteY4" fmla="*/ 0 h 3786481"/>
                <a:gd name="connsiteX0" fmla="*/ 0 w 12612273"/>
                <a:gd name="connsiteY0" fmla="*/ 0 h 3638467"/>
                <a:gd name="connsiteX1" fmla="*/ 12476080 w 12612273"/>
                <a:gd name="connsiteY1" fmla="*/ 1695146 h 3638467"/>
                <a:gd name="connsiteX2" fmla="*/ 12612265 w 12612273"/>
                <a:gd name="connsiteY2" fmla="*/ 2997898 h 3638467"/>
                <a:gd name="connsiteX3" fmla="*/ 7910 w 12612273"/>
                <a:gd name="connsiteY3" fmla="*/ 3306125 h 3638467"/>
                <a:gd name="connsiteX4" fmla="*/ 0 w 12612273"/>
                <a:gd name="connsiteY4" fmla="*/ 0 h 3638467"/>
                <a:gd name="connsiteX0" fmla="*/ 0 w 12612273"/>
                <a:gd name="connsiteY0" fmla="*/ 0 h 3718187"/>
                <a:gd name="connsiteX1" fmla="*/ 12476080 w 12612273"/>
                <a:gd name="connsiteY1" fmla="*/ 1695146 h 3718187"/>
                <a:gd name="connsiteX2" fmla="*/ 12612265 w 12612273"/>
                <a:gd name="connsiteY2" fmla="*/ 2997898 h 3718187"/>
                <a:gd name="connsiteX3" fmla="*/ 7910 w 12612273"/>
                <a:gd name="connsiteY3" fmla="*/ 3306125 h 3718187"/>
                <a:gd name="connsiteX4" fmla="*/ 0 w 12612273"/>
                <a:gd name="connsiteY4" fmla="*/ 0 h 3718187"/>
                <a:gd name="connsiteX0" fmla="*/ 0 w 12536082"/>
                <a:gd name="connsiteY0" fmla="*/ 0 h 3638696"/>
                <a:gd name="connsiteX1" fmla="*/ 12476080 w 12536082"/>
                <a:gd name="connsiteY1" fmla="*/ 1695146 h 3638696"/>
                <a:gd name="connsiteX2" fmla="*/ 12536065 w 12536082"/>
                <a:gd name="connsiteY2" fmla="*/ 2677858 h 3638696"/>
                <a:gd name="connsiteX3" fmla="*/ 7910 w 12536082"/>
                <a:gd name="connsiteY3" fmla="*/ 3306125 h 3638696"/>
                <a:gd name="connsiteX4" fmla="*/ 0 w 12536082"/>
                <a:gd name="connsiteY4" fmla="*/ 0 h 3638696"/>
                <a:gd name="connsiteX0" fmla="*/ 0 w 12536082"/>
                <a:gd name="connsiteY0" fmla="*/ 0 h 3704277"/>
                <a:gd name="connsiteX1" fmla="*/ 12476080 w 12536082"/>
                <a:gd name="connsiteY1" fmla="*/ 1695146 h 3704277"/>
                <a:gd name="connsiteX2" fmla="*/ 12536065 w 12536082"/>
                <a:gd name="connsiteY2" fmla="*/ 2677858 h 3704277"/>
                <a:gd name="connsiteX3" fmla="*/ 7910 w 12536082"/>
                <a:gd name="connsiteY3" fmla="*/ 3306125 h 3704277"/>
                <a:gd name="connsiteX4" fmla="*/ 0 w 12536082"/>
                <a:gd name="connsiteY4" fmla="*/ 0 h 3704277"/>
                <a:gd name="connsiteX0" fmla="*/ 0 w 12536082"/>
                <a:gd name="connsiteY0" fmla="*/ 0 h 3799377"/>
                <a:gd name="connsiteX1" fmla="*/ 12476080 w 12536082"/>
                <a:gd name="connsiteY1" fmla="*/ 1695146 h 3799377"/>
                <a:gd name="connsiteX2" fmla="*/ 12536065 w 12536082"/>
                <a:gd name="connsiteY2" fmla="*/ 2677858 h 3799377"/>
                <a:gd name="connsiteX3" fmla="*/ 7910 w 12536082"/>
                <a:gd name="connsiteY3" fmla="*/ 3306125 h 3799377"/>
                <a:gd name="connsiteX4" fmla="*/ 0 w 12536082"/>
                <a:gd name="connsiteY4" fmla="*/ 0 h 3799377"/>
                <a:gd name="connsiteX0" fmla="*/ 0 w 12536082"/>
                <a:gd name="connsiteY0" fmla="*/ 0 h 3799377"/>
                <a:gd name="connsiteX1" fmla="*/ 12476080 w 12536082"/>
                <a:gd name="connsiteY1" fmla="*/ 1695146 h 3799377"/>
                <a:gd name="connsiteX2" fmla="*/ 12536065 w 12536082"/>
                <a:gd name="connsiteY2" fmla="*/ 2677858 h 3799377"/>
                <a:gd name="connsiteX3" fmla="*/ 7910 w 12536082"/>
                <a:gd name="connsiteY3" fmla="*/ 3306125 h 3799377"/>
                <a:gd name="connsiteX4" fmla="*/ 0 w 12536082"/>
                <a:gd name="connsiteY4" fmla="*/ 0 h 3799377"/>
                <a:gd name="connsiteX0" fmla="*/ 0 w 12520848"/>
                <a:gd name="connsiteY0" fmla="*/ 0 h 3758769"/>
                <a:gd name="connsiteX1" fmla="*/ 12476080 w 12520848"/>
                <a:gd name="connsiteY1" fmla="*/ 1695146 h 3758769"/>
                <a:gd name="connsiteX2" fmla="*/ 12520825 w 12520848"/>
                <a:gd name="connsiteY2" fmla="*/ 2555938 h 3758769"/>
                <a:gd name="connsiteX3" fmla="*/ 7910 w 12520848"/>
                <a:gd name="connsiteY3" fmla="*/ 3306125 h 3758769"/>
                <a:gd name="connsiteX4" fmla="*/ 0 w 12520848"/>
                <a:gd name="connsiteY4" fmla="*/ 0 h 3758769"/>
                <a:gd name="connsiteX0" fmla="*/ 0 w 12520848"/>
                <a:gd name="connsiteY0" fmla="*/ 0 h 3796082"/>
                <a:gd name="connsiteX1" fmla="*/ 12476080 w 12520848"/>
                <a:gd name="connsiteY1" fmla="*/ 1695146 h 3796082"/>
                <a:gd name="connsiteX2" fmla="*/ 12520825 w 12520848"/>
                <a:gd name="connsiteY2" fmla="*/ 2555938 h 3796082"/>
                <a:gd name="connsiteX3" fmla="*/ 7910 w 12520848"/>
                <a:gd name="connsiteY3" fmla="*/ 3306125 h 3796082"/>
                <a:gd name="connsiteX4" fmla="*/ 0 w 12520848"/>
                <a:gd name="connsiteY4" fmla="*/ 0 h 37960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0848" h="3796082">
                  <a:moveTo>
                    <a:pt x="0" y="0"/>
                  </a:moveTo>
                  <a:cubicBezTo>
                    <a:pt x="6156960" y="3540760"/>
                    <a:pt x="9113519" y="3351307"/>
                    <a:pt x="12476080" y="1695146"/>
                  </a:cubicBezTo>
                  <a:cubicBezTo>
                    <a:pt x="12474858" y="2236973"/>
                    <a:pt x="12522047" y="2014111"/>
                    <a:pt x="12520825" y="2555938"/>
                  </a:cubicBezTo>
                  <a:cubicBezTo>
                    <a:pt x="9371523" y="3946837"/>
                    <a:pt x="4259870" y="4124005"/>
                    <a:pt x="7910" y="3306125"/>
                  </a:cubicBezTo>
                  <a:cubicBezTo>
                    <a:pt x="5273" y="2204083"/>
                    <a:pt x="2637" y="1102042"/>
                    <a:pt x="0" y="0"/>
                  </a:cubicBezTo>
                  <a:close/>
                </a:path>
              </a:pathLst>
            </a:custGeom>
            <a:solidFill>
              <a:srgbClr val="004E98">
                <a:alpha val="80000"/>
              </a:srgbClr>
            </a:solidFill>
            <a:ln w="12700" cap="flat" cmpd="sng" algn="ctr">
              <a:noFill/>
              <a:prstDash val="solid"/>
              <a:miter lim="800000"/>
            </a:ln>
            <a:effectLst/>
          </p:spPr>
          <p:txBody>
            <a:bodyPr rtlCol="0" anchor="ctr"/>
            <a:lstStyle/>
            <a:p>
              <a:pPr algn="ctr" defTabSz="1219170">
                <a:defRPr/>
              </a:pPr>
              <a:endParaRPr lang="zh-CN" altLang="en-US" kern="0">
                <a:solidFill>
                  <a:prstClr val="white"/>
                </a:solidFill>
                <a:latin typeface="OPPOSans R"/>
                <a:ea typeface="OPPOSans R"/>
              </a:endParaRPr>
            </a:p>
          </p:txBody>
        </p:sp>
      </p:grpSp>
      <p:sp>
        <p:nvSpPr>
          <p:cNvPr id="11" name="文本框 10">
            <a:extLst>
              <a:ext uri="{FF2B5EF4-FFF2-40B4-BE49-F238E27FC236}">
                <a16:creationId xmlns:a16="http://schemas.microsoft.com/office/drawing/2014/main" id="{67BF8D6B-6A98-094E-B445-C37F7C26C3E3}"/>
              </a:ext>
            </a:extLst>
          </p:cNvPr>
          <p:cNvSpPr txBox="1"/>
          <p:nvPr/>
        </p:nvSpPr>
        <p:spPr>
          <a:xfrm>
            <a:off x="428193" y="1073853"/>
            <a:ext cx="2153919" cy="1220783"/>
          </a:xfrm>
          <a:prstGeom prst="rect">
            <a:avLst/>
          </a:prstGeom>
          <a:noFill/>
        </p:spPr>
        <p:txBody>
          <a:bodyPr wrap="square" rtlCol="0">
            <a:spAutoFit/>
          </a:bodyPr>
          <a:lstStyle/>
          <a:p>
            <a:pPr algn="ctr"/>
            <a:r>
              <a:rPr kumimoji="1" lang="zh-CN" altLang="en-US" sz="7333" b="1" spc="800" dirty="0">
                <a:solidFill>
                  <a:schemeClr val="bg1"/>
                </a:solidFill>
                <a:latin typeface="Source Han Serif CN Heavy" panose="02020400000000000000" pitchFamily="18" charset="-128"/>
                <a:ea typeface="Source Han Serif CN Heavy" panose="02020400000000000000" pitchFamily="18" charset="-128"/>
              </a:rPr>
              <a:t>目</a:t>
            </a:r>
          </a:p>
        </p:txBody>
      </p:sp>
      <p:sp>
        <p:nvSpPr>
          <p:cNvPr id="12" name="矩形 11">
            <a:extLst>
              <a:ext uri="{FF2B5EF4-FFF2-40B4-BE49-F238E27FC236}">
                <a16:creationId xmlns:a16="http://schemas.microsoft.com/office/drawing/2014/main" id="{7533A59E-7684-184E-A9F9-2DD5DE679C8A}"/>
              </a:ext>
            </a:extLst>
          </p:cNvPr>
          <p:cNvSpPr/>
          <p:nvPr/>
        </p:nvSpPr>
        <p:spPr>
          <a:xfrm>
            <a:off x="1373959" y="1976673"/>
            <a:ext cx="1313180" cy="1323439"/>
          </a:xfrm>
          <a:prstGeom prst="rect">
            <a:avLst/>
          </a:prstGeom>
        </p:spPr>
        <p:txBody>
          <a:bodyPr wrap="none">
            <a:spAutoFit/>
          </a:bodyPr>
          <a:lstStyle/>
          <a:p>
            <a:r>
              <a:rPr kumimoji="1" lang="zh-CN" altLang="en-US" sz="8000" b="1" spc="800" dirty="0">
                <a:solidFill>
                  <a:schemeClr val="bg1"/>
                </a:solidFill>
                <a:latin typeface="Source Han Serif CN Heavy" panose="02020400000000000000" pitchFamily="18" charset="-128"/>
                <a:ea typeface="Source Han Serif CN Heavy" panose="02020400000000000000" pitchFamily="18" charset="-128"/>
              </a:rPr>
              <a:t>录</a:t>
            </a:r>
            <a:endParaRPr lang="zh-CN" altLang="en-US" sz="8000" dirty="0">
              <a:solidFill>
                <a:schemeClr val="bg1"/>
              </a:solidFill>
            </a:endParaRPr>
          </a:p>
        </p:txBody>
      </p:sp>
      <p:sp>
        <p:nvSpPr>
          <p:cNvPr id="13" name="矩形 12">
            <a:extLst>
              <a:ext uri="{FF2B5EF4-FFF2-40B4-BE49-F238E27FC236}">
                <a16:creationId xmlns:a16="http://schemas.microsoft.com/office/drawing/2014/main" id="{CBE80270-0EFB-A94C-AA5A-C5315BDEEE96}"/>
              </a:ext>
            </a:extLst>
          </p:cNvPr>
          <p:cNvSpPr/>
          <p:nvPr/>
        </p:nvSpPr>
        <p:spPr>
          <a:xfrm rot="5400000">
            <a:off x="-320641" y="3820832"/>
            <a:ext cx="3519564" cy="374333"/>
          </a:xfrm>
          <a:prstGeom prst="rect">
            <a:avLst/>
          </a:prstGeom>
          <a:noFill/>
        </p:spPr>
        <p:txBody>
          <a:bodyPr wrap="square" rtlCol="0">
            <a:spAutoFit/>
          </a:bodyPr>
          <a:lstStyle/>
          <a:p>
            <a:pPr>
              <a:lnSpc>
                <a:spcPct val="120000"/>
              </a:lnSpc>
            </a:pPr>
            <a:r>
              <a:rPr kumimoji="1" lang="zh-CN" altLang="en-US" sz="1600" dirty="0">
                <a:solidFill>
                  <a:schemeClr val="bg1"/>
                </a:solidFill>
                <a:latin typeface="Avenir Light" panose="020B0402020203020204" pitchFamily="34" charset="0"/>
                <a:ea typeface="Source Han Sans CN Heavy" panose="020B0500000000000000" pitchFamily="34" charset="-128"/>
                <a:cs typeface="Gautami" panose="020B0502040204020203" pitchFamily="34" charset="0"/>
              </a:rPr>
              <a:t>CONTENTS</a:t>
            </a:r>
          </a:p>
        </p:txBody>
      </p:sp>
      <p:grpSp>
        <p:nvGrpSpPr>
          <p:cNvPr id="18" name="组合 17">
            <a:extLst>
              <a:ext uri="{FF2B5EF4-FFF2-40B4-BE49-F238E27FC236}">
                <a16:creationId xmlns:a16="http://schemas.microsoft.com/office/drawing/2014/main" id="{8915B2B1-D0FC-6549-9F16-6B40646A90FC}"/>
              </a:ext>
            </a:extLst>
          </p:cNvPr>
          <p:cNvGrpSpPr/>
          <p:nvPr/>
        </p:nvGrpSpPr>
        <p:grpSpPr>
          <a:xfrm>
            <a:off x="6114529" y="777848"/>
            <a:ext cx="4817048" cy="647669"/>
            <a:chOff x="4929969" y="1026723"/>
            <a:chExt cx="3612786" cy="485752"/>
          </a:xfrm>
        </p:grpSpPr>
        <p:sp>
          <p:nvSpPr>
            <p:cNvPr id="19" name="文本框 18">
              <a:extLst>
                <a:ext uri="{FF2B5EF4-FFF2-40B4-BE49-F238E27FC236}">
                  <a16:creationId xmlns:a16="http://schemas.microsoft.com/office/drawing/2014/main" id="{E2CCC4A9-C02F-7540-B645-54FEB412F5D1}"/>
                </a:ext>
              </a:extLst>
            </p:cNvPr>
            <p:cNvSpPr txBox="1"/>
            <p:nvPr/>
          </p:nvSpPr>
          <p:spPr>
            <a:xfrm>
              <a:off x="5500689" y="1026723"/>
              <a:ext cx="1692850" cy="284742"/>
            </a:xfrm>
            <a:prstGeom prst="rect">
              <a:avLst/>
            </a:prstGeom>
            <a:noFill/>
          </p:spPr>
          <p:txBody>
            <a:bodyPr wrap="square" rtlCol="0">
              <a:spAutoFit/>
            </a:bodyPr>
            <a:lstStyle/>
            <a:p>
              <a:pPr algn="ctr"/>
              <a:r>
                <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rPr>
                <a:t>添加目录标题文字</a:t>
              </a:r>
            </a:p>
          </p:txBody>
        </p:sp>
        <p:sp>
          <p:nvSpPr>
            <p:cNvPr id="20" name="文本框 19">
              <a:extLst>
                <a:ext uri="{FF2B5EF4-FFF2-40B4-BE49-F238E27FC236}">
                  <a16:creationId xmlns:a16="http://schemas.microsoft.com/office/drawing/2014/main" id="{77A560A0-90EB-4D42-8F20-DE0F345BF198}"/>
                </a:ext>
              </a:extLst>
            </p:cNvPr>
            <p:cNvSpPr txBox="1"/>
            <p:nvPr/>
          </p:nvSpPr>
          <p:spPr>
            <a:xfrm>
              <a:off x="4929969" y="1071906"/>
              <a:ext cx="647856" cy="284742"/>
            </a:xfrm>
            <a:prstGeom prst="rect">
              <a:avLst/>
            </a:prstGeom>
            <a:noFill/>
          </p:spPr>
          <p:txBody>
            <a:bodyPr wrap="square" rtlCol="0">
              <a:spAutoFit/>
            </a:bodyPr>
            <a:lstStyle/>
            <a:p>
              <a:pPr algn="ctr"/>
              <a:r>
                <a:rPr kumimoji="1" lang="en-US" altLang="zh-CN" sz="1867" b="1" dirty="0">
                  <a:solidFill>
                    <a:schemeClr val="tx1">
                      <a:lumMod val="85000"/>
                      <a:lumOff val="15000"/>
                    </a:schemeClr>
                  </a:solidFill>
                  <a:latin typeface="FZZhengHeiS-DB-GB" panose="02000000000000000000" pitchFamily="2" charset="-122"/>
                  <a:ea typeface="FZZhengHeiS-DB-GB" panose="02000000000000000000" pitchFamily="2" charset="-122"/>
                </a:rPr>
                <a:t>01</a:t>
              </a:r>
              <a:r>
                <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rPr>
                <a:t> </a:t>
              </a:r>
              <a:r>
                <a:rPr kumimoji="1" lang="en-US" altLang="zh-CN" sz="1867" b="1" dirty="0">
                  <a:solidFill>
                    <a:schemeClr val="tx1">
                      <a:lumMod val="85000"/>
                      <a:lumOff val="15000"/>
                    </a:schemeClr>
                  </a:solidFill>
                  <a:latin typeface="FZZhengHeiS-DB-GB" panose="02000000000000000000" pitchFamily="2" charset="-122"/>
                  <a:ea typeface="FZZhengHeiS-DB-GB" panose="02000000000000000000" pitchFamily="2" charset="-122"/>
                </a:rPr>
                <a:t>/</a:t>
              </a:r>
              <a:endPar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endParaRPr>
            </a:p>
          </p:txBody>
        </p:sp>
        <p:sp>
          <p:nvSpPr>
            <p:cNvPr id="21" name="矩形 20">
              <a:extLst>
                <a:ext uri="{FF2B5EF4-FFF2-40B4-BE49-F238E27FC236}">
                  <a16:creationId xmlns:a16="http://schemas.microsoft.com/office/drawing/2014/main" id="{900D63C4-2147-B746-B2F2-8CA83144AF38}"/>
                </a:ext>
              </a:extLst>
            </p:cNvPr>
            <p:cNvSpPr/>
            <p:nvPr/>
          </p:nvSpPr>
          <p:spPr>
            <a:xfrm>
              <a:off x="5577825" y="1295156"/>
              <a:ext cx="2964930" cy="217319"/>
            </a:xfrm>
            <a:prstGeom prst="rect">
              <a:avLst/>
            </a:prstGeom>
          </p:spPr>
          <p:txBody>
            <a:bodyPr wrap="square">
              <a:spAutoFit/>
            </a:bodyPr>
            <a:lstStyle/>
            <a:p>
              <a:pPr>
                <a:lnSpc>
                  <a:spcPct val="150000"/>
                </a:lnSpc>
              </a:pPr>
              <a:r>
                <a:rPr lang="zh-CN" altLang="en-US" sz="933" dirty="0">
                  <a:solidFill>
                    <a:schemeClr val="tx1">
                      <a:lumMod val="75000"/>
                      <a:lumOff val="25000"/>
                    </a:schemeClr>
                  </a:solidFill>
                  <a:latin typeface="FZZhengHeiS-DB-GB" panose="02000000000000000000" pitchFamily="2" charset="-122"/>
                  <a:ea typeface="FZZhengHeiS-DB-GB" panose="02000000000000000000" pitchFamily="2" charset="-122"/>
                </a:rPr>
                <a:t>点击输入简要文字内容，文字内容需概括精炼</a:t>
              </a:r>
            </a:p>
          </p:txBody>
        </p:sp>
      </p:grpSp>
      <p:grpSp>
        <p:nvGrpSpPr>
          <p:cNvPr id="22" name="组合 21">
            <a:extLst>
              <a:ext uri="{FF2B5EF4-FFF2-40B4-BE49-F238E27FC236}">
                <a16:creationId xmlns:a16="http://schemas.microsoft.com/office/drawing/2014/main" id="{49F8DE1C-43D8-8B46-AF9D-430CD131AC62}"/>
              </a:ext>
            </a:extLst>
          </p:cNvPr>
          <p:cNvGrpSpPr/>
          <p:nvPr/>
        </p:nvGrpSpPr>
        <p:grpSpPr>
          <a:xfrm>
            <a:off x="5114616" y="1885850"/>
            <a:ext cx="4817048" cy="647670"/>
            <a:chOff x="4929969" y="1026723"/>
            <a:chExt cx="3612786" cy="485753"/>
          </a:xfrm>
        </p:grpSpPr>
        <p:sp>
          <p:nvSpPr>
            <p:cNvPr id="23" name="文本框 22">
              <a:extLst>
                <a:ext uri="{FF2B5EF4-FFF2-40B4-BE49-F238E27FC236}">
                  <a16:creationId xmlns:a16="http://schemas.microsoft.com/office/drawing/2014/main" id="{633D6975-945B-BD42-9223-0189AC48E87E}"/>
                </a:ext>
              </a:extLst>
            </p:cNvPr>
            <p:cNvSpPr txBox="1"/>
            <p:nvPr/>
          </p:nvSpPr>
          <p:spPr>
            <a:xfrm>
              <a:off x="5500689" y="1026723"/>
              <a:ext cx="1692850" cy="284742"/>
            </a:xfrm>
            <a:prstGeom prst="rect">
              <a:avLst/>
            </a:prstGeom>
            <a:noFill/>
          </p:spPr>
          <p:txBody>
            <a:bodyPr wrap="square" rtlCol="0">
              <a:spAutoFit/>
            </a:bodyPr>
            <a:lstStyle/>
            <a:p>
              <a:pPr algn="ctr"/>
              <a:r>
                <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rPr>
                <a:t>添加目录标题文字</a:t>
              </a:r>
            </a:p>
          </p:txBody>
        </p:sp>
        <p:sp>
          <p:nvSpPr>
            <p:cNvPr id="24" name="文本框 23">
              <a:extLst>
                <a:ext uri="{FF2B5EF4-FFF2-40B4-BE49-F238E27FC236}">
                  <a16:creationId xmlns:a16="http://schemas.microsoft.com/office/drawing/2014/main" id="{010B48DF-6B15-0445-8E64-920ACF6EF4AC}"/>
                </a:ext>
              </a:extLst>
            </p:cNvPr>
            <p:cNvSpPr txBox="1"/>
            <p:nvPr/>
          </p:nvSpPr>
          <p:spPr>
            <a:xfrm>
              <a:off x="4929969" y="1071906"/>
              <a:ext cx="647856" cy="284742"/>
            </a:xfrm>
            <a:prstGeom prst="rect">
              <a:avLst/>
            </a:prstGeom>
            <a:noFill/>
          </p:spPr>
          <p:txBody>
            <a:bodyPr wrap="square" rtlCol="0">
              <a:spAutoFit/>
            </a:bodyPr>
            <a:lstStyle/>
            <a:p>
              <a:pPr algn="ctr"/>
              <a:r>
                <a:rPr kumimoji="1" lang="en-US" altLang="zh-CN" sz="1867" b="1" dirty="0">
                  <a:solidFill>
                    <a:schemeClr val="tx1">
                      <a:lumMod val="85000"/>
                      <a:lumOff val="15000"/>
                    </a:schemeClr>
                  </a:solidFill>
                  <a:latin typeface="FZZhengHeiS-DB-GB" panose="02000000000000000000" pitchFamily="2" charset="-122"/>
                  <a:ea typeface="FZZhengHeiS-DB-GB" panose="02000000000000000000" pitchFamily="2" charset="-122"/>
                </a:rPr>
                <a:t>02</a:t>
              </a:r>
              <a:r>
                <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rPr>
                <a:t> </a:t>
              </a:r>
              <a:r>
                <a:rPr kumimoji="1" lang="en-US" altLang="zh-CN" sz="1867" b="1" dirty="0">
                  <a:solidFill>
                    <a:schemeClr val="tx1">
                      <a:lumMod val="85000"/>
                      <a:lumOff val="15000"/>
                    </a:schemeClr>
                  </a:solidFill>
                  <a:latin typeface="FZZhengHeiS-DB-GB" panose="02000000000000000000" pitchFamily="2" charset="-122"/>
                  <a:ea typeface="FZZhengHeiS-DB-GB" panose="02000000000000000000" pitchFamily="2" charset="-122"/>
                </a:rPr>
                <a:t>/</a:t>
              </a:r>
              <a:endPar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endParaRPr>
            </a:p>
          </p:txBody>
        </p:sp>
        <p:sp>
          <p:nvSpPr>
            <p:cNvPr id="25" name="矩形 24">
              <a:extLst>
                <a:ext uri="{FF2B5EF4-FFF2-40B4-BE49-F238E27FC236}">
                  <a16:creationId xmlns:a16="http://schemas.microsoft.com/office/drawing/2014/main" id="{36B9BE5D-E3A3-B040-B5D8-489919DC5654}"/>
                </a:ext>
              </a:extLst>
            </p:cNvPr>
            <p:cNvSpPr/>
            <p:nvPr/>
          </p:nvSpPr>
          <p:spPr>
            <a:xfrm>
              <a:off x="5577825" y="1295156"/>
              <a:ext cx="2964930" cy="217320"/>
            </a:xfrm>
            <a:prstGeom prst="rect">
              <a:avLst/>
            </a:prstGeom>
          </p:spPr>
          <p:txBody>
            <a:bodyPr wrap="square">
              <a:spAutoFit/>
            </a:bodyPr>
            <a:lstStyle/>
            <a:p>
              <a:pPr>
                <a:lnSpc>
                  <a:spcPct val="150000"/>
                </a:lnSpc>
              </a:pPr>
              <a:r>
                <a:rPr lang="zh-CN" altLang="en-US" sz="933" dirty="0">
                  <a:solidFill>
                    <a:schemeClr val="tx1">
                      <a:lumMod val="75000"/>
                      <a:lumOff val="25000"/>
                    </a:schemeClr>
                  </a:solidFill>
                  <a:latin typeface="FZZhengHeiS-DB-GB" panose="02000000000000000000" pitchFamily="2" charset="-122"/>
                  <a:ea typeface="FZZhengHeiS-DB-GB" panose="02000000000000000000" pitchFamily="2" charset="-122"/>
                </a:rPr>
                <a:t>点击输入简要文字内容，文字内容需概括精炼</a:t>
              </a:r>
            </a:p>
          </p:txBody>
        </p:sp>
      </p:grpSp>
      <p:grpSp>
        <p:nvGrpSpPr>
          <p:cNvPr id="26" name="组合 25">
            <a:extLst>
              <a:ext uri="{FF2B5EF4-FFF2-40B4-BE49-F238E27FC236}">
                <a16:creationId xmlns:a16="http://schemas.microsoft.com/office/drawing/2014/main" id="{1507A063-BDB2-A345-B60B-527BE297B32D}"/>
              </a:ext>
            </a:extLst>
          </p:cNvPr>
          <p:cNvGrpSpPr/>
          <p:nvPr/>
        </p:nvGrpSpPr>
        <p:grpSpPr>
          <a:xfrm>
            <a:off x="4114702" y="2993853"/>
            <a:ext cx="4947350" cy="647670"/>
            <a:chOff x="4929969" y="1026723"/>
            <a:chExt cx="3710513" cy="485753"/>
          </a:xfrm>
        </p:grpSpPr>
        <p:sp>
          <p:nvSpPr>
            <p:cNvPr id="27" name="文本框 26">
              <a:extLst>
                <a:ext uri="{FF2B5EF4-FFF2-40B4-BE49-F238E27FC236}">
                  <a16:creationId xmlns:a16="http://schemas.microsoft.com/office/drawing/2014/main" id="{AF155015-9083-6C4F-A434-A1E24FD0D690}"/>
                </a:ext>
              </a:extLst>
            </p:cNvPr>
            <p:cNvSpPr txBox="1"/>
            <p:nvPr/>
          </p:nvSpPr>
          <p:spPr>
            <a:xfrm>
              <a:off x="5500689" y="1026723"/>
              <a:ext cx="1692850" cy="284742"/>
            </a:xfrm>
            <a:prstGeom prst="rect">
              <a:avLst/>
            </a:prstGeom>
            <a:noFill/>
          </p:spPr>
          <p:txBody>
            <a:bodyPr wrap="square" rtlCol="0">
              <a:spAutoFit/>
            </a:bodyPr>
            <a:lstStyle/>
            <a:p>
              <a:pPr algn="ctr"/>
              <a:r>
                <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rPr>
                <a:t>添加目录标题文字</a:t>
              </a:r>
            </a:p>
          </p:txBody>
        </p:sp>
        <p:sp>
          <p:nvSpPr>
            <p:cNvPr id="28" name="文本框 27">
              <a:extLst>
                <a:ext uri="{FF2B5EF4-FFF2-40B4-BE49-F238E27FC236}">
                  <a16:creationId xmlns:a16="http://schemas.microsoft.com/office/drawing/2014/main" id="{3E1E627A-9778-6D4D-B8CE-EA4CB41270BA}"/>
                </a:ext>
              </a:extLst>
            </p:cNvPr>
            <p:cNvSpPr txBox="1"/>
            <p:nvPr/>
          </p:nvSpPr>
          <p:spPr>
            <a:xfrm>
              <a:off x="4929969" y="1071906"/>
              <a:ext cx="647856" cy="284742"/>
            </a:xfrm>
            <a:prstGeom prst="rect">
              <a:avLst/>
            </a:prstGeom>
            <a:noFill/>
          </p:spPr>
          <p:txBody>
            <a:bodyPr wrap="square" rtlCol="0">
              <a:spAutoFit/>
            </a:bodyPr>
            <a:lstStyle/>
            <a:p>
              <a:pPr algn="ctr"/>
              <a:r>
                <a:rPr kumimoji="1" lang="en-US" altLang="zh-CN" sz="1867" b="1" dirty="0">
                  <a:solidFill>
                    <a:schemeClr val="tx1">
                      <a:lumMod val="85000"/>
                      <a:lumOff val="15000"/>
                    </a:schemeClr>
                  </a:solidFill>
                  <a:latin typeface="FZZhengHeiS-DB-GB" panose="02000000000000000000" pitchFamily="2" charset="-122"/>
                  <a:ea typeface="FZZhengHeiS-DB-GB" panose="02000000000000000000" pitchFamily="2" charset="-122"/>
                </a:rPr>
                <a:t>03</a:t>
              </a:r>
              <a:r>
                <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rPr>
                <a:t> </a:t>
              </a:r>
              <a:r>
                <a:rPr kumimoji="1" lang="en-US" altLang="zh-CN" sz="1867" b="1" dirty="0">
                  <a:solidFill>
                    <a:schemeClr val="tx1">
                      <a:lumMod val="85000"/>
                      <a:lumOff val="15000"/>
                    </a:schemeClr>
                  </a:solidFill>
                  <a:latin typeface="FZZhengHeiS-DB-GB" panose="02000000000000000000" pitchFamily="2" charset="-122"/>
                  <a:ea typeface="FZZhengHeiS-DB-GB" panose="02000000000000000000" pitchFamily="2" charset="-122"/>
                </a:rPr>
                <a:t>/</a:t>
              </a:r>
              <a:endPar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endParaRPr>
            </a:p>
          </p:txBody>
        </p:sp>
        <p:sp>
          <p:nvSpPr>
            <p:cNvPr id="29" name="矩形 28">
              <a:extLst>
                <a:ext uri="{FF2B5EF4-FFF2-40B4-BE49-F238E27FC236}">
                  <a16:creationId xmlns:a16="http://schemas.microsoft.com/office/drawing/2014/main" id="{E56AFCC4-E3E4-AF4A-B790-DF0D31C02224}"/>
                </a:ext>
              </a:extLst>
            </p:cNvPr>
            <p:cNvSpPr/>
            <p:nvPr/>
          </p:nvSpPr>
          <p:spPr>
            <a:xfrm>
              <a:off x="5577825" y="1295156"/>
              <a:ext cx="3062657" cy="217320"/>
            </a:xfrm>
            <a:prstGeom prst="rect">
              <a:avLst/>
            </a:prstGeom>
          </p:spPr>
          <p:txBody>
            <a:bodyPr wrap="square">
              <a:spAutoFit/>
            </a:bodyPr>
            <a:lstStyle/>
            <a:p>
              <a:pPr>
                <a:lnSpc>
                  <a:spcPct val="150000"/>
                </a:lnSpc>
              </a:pPr>
              <a:r>
                <a:rPr lang="zh-CN" altLang="en-US" sz="933" dirty="0">
                  <a:solidFill>
                    <a:schemeClr val="tx1">
                      <a:lumMod val="75000"/>
                      <a:lumOff val="25000"/>
                    </a:schemeClr>
                  </a:solidFill>
                  <a:latin typeface="FZZhengHeiS-DB-GB" panose="02000000000000000000" pitchFamily="2" charset="-122"/>
                  <a:ea typeface="FZZhengHeiS-DB-GB" panose="02000000000000000000" pitchFamily="2" charset="-122"/>
                </a:rPr>
                <a:t>点击输入简要文字内容，文字内容需概括精炼</a:t>
              </a:r>
            </a:p>
          </p:txBody>
        </p:sp>
      </p:grpSp>
      <p:grpSp>
        <p:nvGrpSpPr>
          <p:cNvPr id="30" name="组合 29">
            <a:extLst>
              <a:ext uri="{FF2B5EF4-FFF2-40B4-BE49-F238E27FC236}">
                <a16:creationId xmlns:a16="http://schemas.microsoft.com/office/drawing/2014/main" id="{379C8108-1BD0-BE47-8F38-1F2247B384E4}"/>
              </a:ext>
            </a:extLst>
          </p:cNvPr>
          <p:cNvGrpSpPr/>
          <p:nvPr/>
        </p:nvGrpSpPr>
        <p:grpSpPr>
          <a:xfrm>
            <a:off x="5114616" y="4101856"/>
            <a:ext cx="5240348" cy="647670"/>
            <a:chOff x="4929969" y="1026723"/>
            <a:chExt cx="3930261" cy="485753"/>
          </a:xfrm>
        </p:grpSpPr>
        <p:sp>
          <p:nvSpPr>
            <p:cNvPr id="31" name="文本框 30">
              <a:extLst>
                <a:ext uri="{FF2B5EF4-FFF2-40B4-BE49-F238E27FC236}">
                  <a16:creationId xmlns:a16="http://schemas.microsoft.com/office/drawing/2014/main" id="{ADDAA406-EE31-424D-A0B4-B64BA0F7EB16}"/>
                </a:ext>
              </a:extLst>
            </p:cNvPr>
            <p:cNvSpPr txBox="1"/>
            <p:nvPr/>
          </p:nvSpPr>
          <p:spPr>
            <a:xfrm>
              <a:off x="5500689" y="1026723"/>
              <a:ext cx="1692850" cy="284742"/>
            </a:xfrm>
            <a:prstGeom prst="rect">
              <a:avLst/>
            </a:prstGeom>
            <a:noFill/>
          </p:spPr>
          <p:txBody>
            <a:bodyPr wrap="square" rtlCol="0">
              <a:spAutoFit/>
            </a:bodyPr>
            <a:lstStyle/>
            <a:p>
              <a:pPr algn="ctr"/>
              <a:r>
                <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rPr>
                <a:t>添加目录标题文字</a:t>
              </a:r>
            </a:p>
          </p:txBody>
        </p:sp>
        <p:sp>
          <p:nvSpPr>
            <p:cNvPr id="32" name="文本框 31">
              <a:extLst>
                <a:ext uri="{FF2B5EF4-FFF2-40B4-BE49-F238E27FC236}">
                  <a16:creationId xmlns:a16="http://schemas.microsoft.com/office/drawing/2014/main" id="{64A87EEC-18B7-C141-A4CD-7D17E73E23A4}"/>
                </a:ext>
              </a:extLst>
            </p:cNvPr>
            <p:cNvSpPr txBox="1"/>
            <p:nvPr/>
          </p:nvSpPr>
          <p:spPr>
            <a:xfrm>
              <a:off x="4929969" y="1071906"/>
              <a:ext cx="647856" cy="284742"/>
            </a:xfrm>
            <a:prstGeom prst="rect">
              <a:avLst/>
            </a:prstGeom>
            <a:noFill/>
          </p:spPr>
          <p:txBody>
            <a:bodyPr wrap="square" rtlCol="0">
              <a:spAutoFit/>
            </a:bodyPr>
            <a:lstStyle/>
            <a:p>
              <a:pPr algn="ctr"/>
              <a:r>
                <a:rPr kumimoji="1" lang="en-US" altLang="zh-CN" sz="1867" b="1" dirty="0">
                  <a:solidFill>
                    <a:schemeClr val="tx1">
                      <a:lumMod val="85000"/>
                      <a:lumOff val="15000"/>
                    </a:schemeClr>
                  </a:solidFill>
                  <a:latin typeface="FZZhengHeiS-DB-GB" panose="02000000000000000000" pitchFamily="2" charset="-122"/>
                  <a:ea typeface="FZZhengHeiS-DB-GB" panose="02000000000000000000" pitchFamily="2" charset="-122"/>
                </a:rPr>
                <a:t>04/</a:t>
              </a:r>
              <a:endPar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endParaRPr>
            </a:p>
          </p:txBody>
        </p:sp>
        <p:sp>
          <p:nvSpPr>
            <p:cNvPr id="33" name="矩形 32">
              <a:extLst>
                <a:ext uri="{FF2B5EF4-FFF2-40B4-BE49-F238E27FC236}">
                  <a16:creationId xmlns:a16="http://schemas.microsoft.com/office/drawing/2014/main" id="{265B8FA8-199B-AF42-9312-0AD76F3F2CC5}"/>
                </a:ext>
              </a:extLst>
            </p:cNvPr>
            <p:cNvSpPr/>
            <p:nvPr/>
          </p:nvSpPr>
          <p:spPr>
            <a:xfrm>
              <a:off x="5577825" y="1295156"/>
              <a:ext cx="3282405" cy="217320"/>
            </a:xfrm>
            <a:prstGeom prst="rect">
              <a:avLst/>
            </a:prstGeom>
          </p:spPr>
          <p:txBody>
            <a:bodyPr wrap="square">
              <a:spAutoFit/>
            </a:bodyPr>
            <a:lstStyle/>
            <a:p>
              <a:pPr>
                <a:lnSpc>
                  <a:spcPct val="150000"/>
                </a:lnSpc>
              </a:pPr>
              <a:r>
                <a:rPr lang="zh-CN" altLang="en-US" sz="933" dirty="0">
                  <a:solidFill>
                    <a:schemeClr val="tx1">
                      <a:lumMod val="75000"/>
                      <a:lumOff val="25000"/>
                    </a:schemeClr>
                  </a:solidFill>
                  <a:latin typeface="FZZhengHeiS-DB-GB" panose="02000000000000000000" pitchFamily="2" charset="-122"/>
                  <a:ea typeface="FZZhengHeiS-DB-GB" panose="02000000000000000000" pitchFamily="2" charset="-122"/>
                </a:rPr>
                <a:t>点击输入简要文字内容，文字内容需概括精炼</a:t>
              </a:r>
            </a:p>
          </p:txBody>
        </p:sp>
      </p:grpSp>
      <p:grpSp>
        <p:nvGrpSpPr>
          <p:cNvPr id="34" name="组合 33">
            <a:extLst>
              <a:ext uri="{FF2B5EF4-FFF2-40B4-BE49-F238E27FC236}">
                <a16:creationId xmlns:a16="http://schemas.microsoft.com/office/drawing/2014/main" id="{2393A51D-D548-E240-8342-B23363EDA6DB}"/>
              </a:ext>
            </a:extLst>
          </p:cNvPr>
          <p:cNvGrpSpPr/>
          <p:nvPr/>
        </p:nvGrpSpPr>
        <p:grpSpPr>
          <a:xfrm>
            <a:off x="6114529" y="5209858"/>
            <a:ext cx="5055980" cy="647670"/>
            <a:chOff x="4929969" y="1026723"/>
            <a:chExt cx="3791985" cy="485753"/>
          </a:xfrm>
        </p:grpSpPr>
        <p:sp>
          <p:nvSpPr>
            <p:cNvPr id="35" name="文本框 34">
              <a:extLst>
                <a:ext uri="{FF2B5EF4-FFF2-40B4-BE49-F238E27FC236}">
                  <a16:creationId xmlns:a16="http://schemas.microsoft.com/office/drawing/2014/main" id="{997EC379-BE2D-184B-8F6A-2FDEE95802CD}"/>
                </a:ext>
              </a:extLst>
            </p:cNvPr>
            <p:cNvSpPr txBox="1"/>
            <p:nvPr/>
          </p:nvSpPr>
          <p:spPr>
            <a:xfrm>
              <a:off x="5500689" y="1026723"/>
              <a:ext cx="1692850" cy="284742"/>
            </a:xfrm>
            <a:prstGeom prst="rect">
              <a:avLst/>
            </a:prstGeom>
            <a:noFill/>
          </p:spPr>
          <p:txBody>
            <a:bodyPr wrap="square" rtlCol="0">
              <a:spAutoFit/>
            </a:bodyPr>
            <a:lstStyle/>
            <a:p>
              <a:pPr algn="ctr"/>
              <a:r>
                <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rPr>
                <a:t>添加目录标题文字</a:t>
              </a:r>
            </a:p>
          </p:txBody>
        </p:sp>
        <p:sp>
          <p:nvSpPr>
            <p:cNvPr id="36" name="文本框 35">
              <a:extLst>
                <a:ext uri="{FF2B5EF4-FFF2-40B4-BE49-F238E27FC236}">
                  <a16:creationId xmlns:a16="http://schemas.microsoft.com/office/drawing/2014/main" id="{F6B9F081-A0A2-3F41-AAFA-77A236AEE162}"/>
                </a:ext>
              </a:extLst>
            </p:cNvPr>
            <p:cNvSpPr txBox="1"/>
            <p:nvPr/>
          </p:nvSpPr>
          <p:spPr>
            <a:xfrm>
              <a:off x="4929969" y="1071906"/>
              <a:ext cx="647856" cy="284742"/>
            </a:xfrm>
            <a:prstGeom prst="rect">
              <a:avLst/>
            </a:prstGeom>
            <a:noFill/>
          </p:spPr>
          <p:txBody>
            <a:bodyPr wrap="square" rtlCol="0">
              <a:spAutoFit/>
            </a:bodyPr>
            <a:lstStyle/>
            <a:p>
              <a:pPr algn="ctr"/>
              <a:r>
                <a:rPr kumimoji="1" lang="en-US" altLang="zh-CN" sz="1867" b="1" dirty="0">
                  <a:solidFill>
                    <a:schemeClr val="tx1">
                      <a:lumMod val="85000"/>
                      <a:lumOff val="15000"/>
                    </a:schemeClr>
                  </a:solidFill>
                  <a:latin typeface="FZZhengHeiS-DB-GB" panose="02000000000000000000" pitchFamily="2" charset="-122"/>
                  <a:ea typeface="FZZhengHeiS-DB-GB" panose="02000000000000000000" pitchFamily="2" charset="-122"/>
                </a:rPr>
                <a:t>05/</a:t>
              </a:r>
              <a:endParaRPr kumimoji="1" lang="zh-CN" altLang="en-US" sz="1867" b="1" dirty="0">
                <a:solidFill>
                  <a:schemeClr val="tx1">
                    <a:lumMod val="85000"/>
                    <a:lumOff val="15000"/>
                  </a:schemeClr>
                </a:solidFill>
                <a:latin typeface="FZZhengHeiS-DB-GB" panose="02000000000000000000" pitchFamily="2" charset="-122"/>
                <a:ea typeface="FZZhengHeiS-DB-GB" panose="02000000000000000000" pitchFamily="2" charset="-122"/>
              </a:endParaRPr>
            </a:p>
          </p:txBody>
        </p:sp>
        <p:sp>
          <p:nvSpPr>
            <p:cNvPr id="37" name="矩形 36">
              <a:extLst>
                <a:ext uri="{FF2B5EF4-FFF2-40B4-BE49-F238E27FC236}">
                  <a16:creationId xmlns:a16="http://schemas.microsoft.com/office/drawing/2014/main" id="{80187634-1D8F-6148-85C4-5AE6DF604B46}"/>
                </a:ext>
              </a:extLst>
            </p:cNvPr>
            <p:cNvSpPr/>
            <p:nvPr/>
          </p:nvSpPr>
          <p:spPr>
            <a:xfrm>
              <a:off x="5577825" y="1295156"/>
              <a:ext cx="3144129" cy="217320"/>
            </a:xfrm>
            <a:prstGeom prst="rect">
              <a:avLst/>
            </a:prstGeom>
          </p:spPr>
          <p:txBody>
            <a:bodyPr wrap="square">
              <a:spAutoFit/>
            </a:bodyPr>
            <a:lstStyle/>
            <a:p>
              <a:pPr>
                <a:lnSpc>
                  <a:spcPct val="150000"/>
                </a:lnSpc>
              </a:pPr>
              <a:r>
                <a:rPr lang="zh-CN" altLang="en-US" sz="933" dirty="0">
                  <a:solidFill>
                    <a:schemeClr val="tx1">
                      <a:lumMod val="75000"/>
                      <a:lumOff val="25000"/>
                    </a:schemeClr>
                  </a:solidFill>
                  <a:latin typeface="FZZhengHeiS-DB-GB" panose="02000000000000000000" pitchFamily="2" charset="-122"/>
                  <a:ea typeface="FZZhengHeiS-DB-GB" panose="02000000000000000000" pitchFamily="2" charset="-122"/>
                </a:rPr>
                <a:t>点击输入简要文字内容，文字内容需概括精炼</a:t>
              </a:r>
            </a:p>
          </p:txBody>
        </p:sp>
      </p:grpSp>
      <p:pic>
        <p:nvPicPr>
          <p:cNvPr id="38" name="图片 37">
            <a:extLst>
              <a:ext uri="{FF2B5EF4-FFF2-40B4-BE49-F238E27FC236}">
                <a16:creationId xmlns:a16="http://schemas.microsoft.com/office/drawing/2014/main" id="{B01F1767-9E31-BB41-8DB5-C78F05C6E85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780425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8B3A8A2-68BE-754B-A686-2559B2F7CF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文本框 3">
            <a:extLst>
              <a:ext uri="{FF2B5EF4-FFF2-40B4-BE49-F238E27FC236}">
                <a16:creationId xmlns:a16="http://schemas.microsoft.com/office/drawing/2014/main" id="{C13C66E8-A52D-D642-AE61-BCC03443B7C9}"/>
              </a:ext>
            </a:extLst>
          </p:cNvPr>
          <p:cNvSpPr txBox="1"/>
          <p:nvPr/>
        </p:nvSpPr>
        <p:spPr>
          <a:xfrm>
            <a:off x="988540" y="1482811"/>
            <a:ext cx="6956854" cy="1446550"/>
          </a:xfrm>
          <a:prstGeom prst="rect">
            <a:avLst/>
          </a:prstGeom>
          <a:noFill/>
        </p:spPr>
        <p:txBody>
          <a:bodyPr wrap="square" rtlCol="0">
            <a:spAutoFit/>
          </a:bodyPr>
          <a:lstStyle/>
          <a:p>
            <a:r>
              <a:rPr kumimoji="1" lang="zh-CN" altLang="en-US" sz="8800" dirty="0">
                <a:solidFill>
                  <a:srgbClr val="004E98"/>
                </a:solidFill>
                <a:latin typeface="FZZhengHeiS-DB-GB" panose="02000000000000000000" pitchFamily="2" charset="-122"/>
                <a:ea typeface="FZZhengHeiS-DB-GB" panose="02000000000000000000" pitchFamily="2" charset="-122"/>
              </a:rPr>
              <a:t>章节标题 </a:t>
            </a:r>
            <a:r>
              <a:rPr kumimoji="1" lang="en-US" altLang="zh-CN" sz="8800" dirty="0">
                <a:solidFill>
                  <a:srgbClr val="004E98"/>
                </a:solidFill>
                <a:latin typeface="FZZhengHeiS-DB-GB" panose="02000000000000000000" pitchFamily="2" charset="-122"/>
                <a:ea typeface="FZZhengHeiS-DB-GB" panose="02000000000000000000" pitchFamily="2" charset="-122"/>
              </a:rPr>
              <a:t>01</a:t>
            </a:r>
            <a:endParaRPr kumimoji="1" lang="zh-CN" altLang="en-US" sz="8800" dirty="0">
              <a:solidFill>
                <a:srgbClr val="004E98"/>
              </a:solidFill>
              <a:latin typeface="FZZhengHeiS-DB-GB" panose="02000000000000000000" pitchFamily="2" charset="-122"/>
              <a:ea typeface="FZZhengHeiS-DB-GB" panose="02000000000000000000" pitchFamily="2" charset="-122"/>
            </a:endParaRPr>
          </a:p>
        </p:txBody>
      </p:sp>
      <p:pic>
        <p:nvPicPr>
          <p:cNvPr id="5" name="图片 4">
            <a:extLst>
              <a:ext uri="{FF2B5EF4-FFF2-40B4-BE49-F238E27FC236}">
                <a16:creationId xmlns:a16="http://schemas.microsoft.com/office/drawing/2014/main" id="{4162667F-F143-F743-8C89-CFD7A4613DC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212610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形状 24">
            <a:extLst>
              <a:ext uri="{FF2B5EF4-FFF2-40B4-BE49-F238E27FC236}">
                <a16:creationId xmlns:a16="http://schemas.microsoft.com/office/drawing/2014/main" id="{2F2D2369-0ABE-4D4F-AFD4-A8307310CA7D}"/>
              </a:ext>
            </a:extLst>
          </p:cNvPr>
          <p:cNvSpPr/>
          <p:nvPr/>
        </p:nvSpPr>
        <p:spPr>
          <a:xfrm rot="5400000">
            <a:off x="4249667" y="-497482"/>
            <a:ext cx="3692667" cy="8119407"/>
          </a:xfrm>
          <a:custGeom>
            <a:avLst/>
            <a:gdLst>
              <a:gd name="connsiteX0" fmla="*/ 0 w 2981808"/>
              <a:gd name="connsiteY0" fmla="*/ 5676520 h 5861539"/>
              <a:gd name="connsiteX1" fmla="*/ 1 w 2981808"/>
              <a:gd name="connsiteY1" fmla="*/ 185018 h 5861539"/>
              <a:gd name="connsiteX2" fmla="*/ 185019 w 2981808"/>
              <a:gd name="connsiteY2" fmla="*/ 0 h 5861539"/>
              <a:gd name="connsiteX3" fmla="*/ 2528249 w 2981808"/>
              <a:gd name="connsiteY3" fmla="*/ 0 h 5861539"/>
              <a:gd name="connsiteX4" fmla="*/ 2713267 w 2981808"/>
              <a:gd name="connsiteY4" fmla="*/ 185018 h 5861539"/>
              <a:gd name="connsiteX5" fmla="*/ 2713267 w 2981808"/>
              <a:gd name="connsiteY5" fmla="*/ 5581621 h 5861539"/>
              <a:gd name="connsiteX6" fmla="*/ 2981808 w 2981808"/>
              <a:gd name="connsiteY6" fmla="*/ 5861539 h 5861539"/>
              <a:gd name="connsiteX7" fmla="*/ 2523695 w 2981808"/>
              <a:gd name="connsiteY7" fmla="*/ 5861539 h 5861539"/>
              <a:gd name="connsiteX8" fmla="*/ 2523695 w 2981808"/>
              <a:gd name="connsiteY8" fmla="*/ 5861539 h 5861539"/>
              <a:gd name="connsiteX9" fmla="*/ 185018 w 2981808"/>
              <a:gd name="connsiteY9" fmla="*/ 5861538 h 5861539"/>
              <a:gd name="connsiteX10" fmla="*/ 0 w 2981808"/>
              <a:gd name="connsiteY10" fmla="*/ 5676520 h 5861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81808" h="5861539">
                <a:moveTo>
                  <a:pt x="0" y="5676520"/>
                </a:moveTo>
                <a:lnTo>
                  <a:pt x="1" y="185018"/>
                </a:lnTo>
                <a:cubicBezTo>
                  <a:pt x="1" y="82835"/>
                  <a:pt x="82836" y="0"/>
                  <a:pt x="185019" y="0"/>
                </a:cubicBezTo>
                <a:lnTo>
                  <a:pt x="2528249" y="0"/>
                </a:lnTo>
                <a:cubicBezTo>
                  <a:pt x="2630432" y="0"/>
                  <a:pt x="2713267" y="82835"/>
                  <a:pt x="2713267" y="185018"/>
                </a:cubicBezTo>
                <a:lnTo>
                  <a:pt x="2713267" y="5581621"/>
                </a:lnTo>
                <a:lnTo>
                  <a:pt x="2981808" y="5861539"/>
                </a:lnTo>
                <a:lnTo>
                  <a:pt x="2523695" y="5861539"/>
                </a:lnTo>
                <a:lnTo>
                  <a:pt x="2523695" y="5861539"/>
                </a:lnTo>
                <a:lnTo>
                  <a:pt x="185018" y="5861538"/>
                </a:lnTo>
                <a:cubicBezTo>
                  <a:pt x="82835" y="5861538"/>
                  <a:pt x="0" y="5778703"/>
                  <a:pt x="0" y="5676520"/>
                </a:cubicBezTo>
                <a:close/>
              </a:path>
            </a:pathLst>
          </a:custGeom>
          <a:solidFill>
            <a:srgbClr val="004E98"/>
          </a:solidFill>
          <a:ln>
            <a:noFill/>
          </a:ln>
          <a:effectLst>
            <a:outerShdw blurRad="279400" sx="101000" sy="101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 name="任意多边形: 形状 47">
            <a:extLst>
              <a:ext uri="{FF2B5EF4-FFF2-40B4-BE49-F238E27FC236}">
                <a16:creationId xmlns:a16="http://schemas.microsoft.com/office/drawing/2014/main" id="{4DAB8C0C-49A6-D34A-AA63-8B09F29CE550}"/>
              </a:ext>
            </a:extLst>
          </p:cNvPr>
          <p:cNvSpPr/>
          <p:nvPr/>
        </p:nvSpPr>
        <p:spPr>
          <a:xfrm rot="16200000" flipH="1">
            <a:off x="10575037" y="2036706"/>
            <a:ext cx="831187" cy="1536001"/>
          </a:xfrm>
          <a:custGeom>
            <a:avLst/>
            <a:gdLst>
              <a:gd name="connsiteX0" fmla="*/ 0 w 1190857"/>
              <a:gd name="connsiteY0" fmla="*/ 70201 h 2200656"/>
              <a:gd name="connsiteX1" fmla="*/ 0 w 1190857"/>
              <a:gd name="connsiteY1" fmla="*/ 2130455 h 2200656"/>
              <a:gd name="connsiteX2" fmla="*/ 70201 w 1190857"/>
              <a:gd name="connsiteY2" fmla="*/ 2200656 h 2200656"/>
              <a:gd name="connsiteX3" fmla="*/ 732744 w 1190857"/>
              <a:gd name="connsiteY3" fmla="*/ 2200656 h 2200656"/>
              <a:gd name="connsiteX4" fmla="*/ 959290 w 1190857"/>
              <a:gd name="connsiteY4" fmla="*/ 2200656 h 2200656"/>
              <a:gd name="connsiteX5" fmla="*/ 1190857 w 1190857"/>
              <a:gd name="connsiteY5" fmla="*/ 2200656 h 2200656"/>
              <a:gd name="connsiteX6" fmla="*/ 1029491 w 1190857"/>
              <a:gd name="connsiteY6" fmla="*/ 2032454 h 2200656"/>
              <a:gd name="connsiteX7" fmla="*/ 1029490 w 1190857"/>
              <a:gd name="connsiteY7" fmla="*/ 70201 h 2200656"/>
              <a:gd name="connsiteX8" fmla="*/ 959289 w 1190857"/>
              <a:gd name="connsiteY8" fmla="*/ 0 h 2200656"/>
              <a:gd name="connsiteX9" fmla="*/ 70201 w 1190857"/>
              <a:gd name="connsiteY9" fmla="*/ 0 h 2200656"/>
              <a:gd name="connsiteX10" fmla="*/ 0 w 1190857"/>
              <a:gd name="connsiteY10" fmla="*/ 70201 h 220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857" h="2200656">
                <a:moveTo>
                  <a:pt x="0" y="70201"/>
                </a:moveTo>
                <a:lnTo>
                  <a:pt x="0" y="2130455"/>
                </a:lnTo>
                <a:cubicBezTo>
                  <a:pt x="0" y="2169226"/>
                  <a:pt x="31430" y="2200656"/>
                  <a:pt x="70201" y="2200656"/>
                </a:cubicBezTo>
                <a:lnTo>
                  <a:pt x="732744" y="2200656"/>
                </a:lnTo>
                <a:lnTo>
                  <a:pt x="959290" y="2200656"/>
                </a:lnTo>
                <a:lnTo>
                  <a:pt x="1190857" y="2200656"/>
                </a:lnTo>
                <a:lnTo>
                  <a:pt x="1029491" y="2032454"/>
                </a:lnTo>
                <a:lnTo>
                  <a:pt x="1029490" y="70201"/>
                </a:lnTo>
                <a:cubicBezTo>
                  <a:pt x="1029490" y="31430"/>
                  <a:pt x="998060" y="0"/>
                  <a:pt x="959289" y="0"/>
                </a:cubicBezTo>
                <a:lnTo>
                  <a:pt x="70201" y="0"/>
                </a:lnTo>
                <a:cubicBezTo>
                  <a:pt x="31430" y="0"/>
                  <a:pt x="0" y="31430"/>
                  <a:pt x="0" y="70201"/>
                </a:cubicBezTo>
                <a:close/>
              </a:path>
            </a:pathLst>
          </a:custGeom>
          <a:gradFill>
            <a:gsLst>
              <a:gs pos="99000">
                <a:srgbClr val="004E98"/>
              </a:gs>
              <a:gs pos="0">
                <a:srgbClr val="CB0B0A">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矩形: 圆角 42">
            <a:extLst>
              <a:ext uri="{FF2B5EF4-FFF2-40B4-BE49-F238E27FC236}">
                <a16:creationId xmlns:a16="http://schemas.microsoft.com/office/drawing/2014/main" id="{B1140E89-6C66-584E-A4E1-4491D7767ACE}"/>
              </a:ext>
            </a:extLst>
          </p:cNvPr>
          <p:cNvSpPr/>
          <p:nvPr/>
        </p:nvSpPr>
        <p:spPr>
          <a:xfrm>
            <a:off x="7033781" y="855206"/>
            <a:ext cx="1085892" cy="557229"/>
          </a:xfrm>
          <a:prstGeom prst="roundRect">
            <a:avLst>
              <a:gd name="adj" fmla="val 14772"/>
            </a:avLst>
          </a:prstGeom>
          <a:gradFill>
            <a:gsLst>
              <a:gs pos="99000">
                <a:srgbClr val="004E98"/>
              </a:gs>
              <a:gs pos="0">
                <a:srgbClr val="CB0B0A">
                  <a:alpha val="0"/>
                </a:srgbClr>
              </a:gs>
            </a:gsLst>
            <a:lin ang="0" scaled="1"/>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矩形: 圆角 17">
            <a:extLst>
              <a:ext uri="{FF2B5EF4-FFF2-40B4-BE49-F238E27FC236}">
                <a16:creationId xmlns:a16="http://schemas.microsoft.com/office/drawing/2014/main" id="{A84C4660-13B7-5343-B47E-7E6441645A18}"/>
              </a:ext>
            </a:extLst>
          </p:cNvPr>
          <p:cNvSpPr/>
          <p:nvPr/>
        </p:nvSpPr>
        <p:spPr>
          <a:xfrm>
            <a:off x="665021" y="4994831"/>
            <a:ext cx="892783" cy="407904"/>
          </a:xfrm>
          <a:prstGeom prst="roundRect">
            <a:avLst>
              <a:gd name="adj" fmla="val 14772"/>
            </a:avLst>
          </a:prstGeom>
          <a:gradFill>
            <a:gsLst>
              <a:gs pos="99000">
                <a:srgbClr val="004E98"/>
              </a:gs>
              <a:gs pos="0">
                <a:srgbClr val="CB0B0A">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矩形: 圆角 43">
            <a:extLst>
              <a:ext uri="{FF2B5EF4-FFF2-40B4-BE49-F238E27FC236}">
                <a16:creationId xmlns:a16="http://schemas.microsoft.com/office/drawing/2014/main" id="{386FDE1B-0978-BC40-925E-21A79649AA43}"/>
              </a:ext>
            </a:extLst>
          </p:cNvPr>
          <p:cNvSpPr/>
          <p:nvPr/>
        </p:nvSpPr>
        <p:spPr>
          <a:xfrm>
            <a:off x="8506899" y="5616776"/>
            <a:ext cx="1085892" cy="557229"/>
          </a:xfrm>
          <a:prstGeom prst="roundRect">
            <a:avLst>
              <a:gd name="adj" fmla="val 14772"/>
            </a:avLst>
          </a:prstGeom>
          <a:gradFill>
            <a:gsLst>
              <a:gs pos="99000">
                <a:srgbClr val="004E98"/>
              </a:gs>
              <a:gs pos="0">
                <a:srgbClr val="CB0B0A">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 name="椭圆 9">
            <a:extLst>
              <a:ext uri="{FF2B5EF4-FFF2-40B4-BE49-F238E27FC236}">
                <a16:creationId xmlns:a16="http://schemas.microsoft.com/office/drawing/2014/main" id="{591FBCD0-8E37-8549-91D3-EA09D5350A17}"/>
              </a:ext>
            </a:extLst>
          </p:cNvPr>
          <p:cNvSpPr/>
          <p:nvPr/>
        </p:nvSpPr>
        <p:spPr>
          <a:xfrm>
            <a:off x="3283786" y="5288273"/>
            <a:ext cx="677076" cy="677076"/>
          </a:xfrm>
          <a:prstGeom prst="ellipse">
            <a:avLst/>
          </a:prstGeom>
          <a:gradFill>
            <a:gsLst>
              <a:gs pos="99000">
                <a:srgbClr val="004E98"/>
              </a:gs>
              <a:gs pos="0">
                <a:srgbClr val="CB0B0A">
                  <a:alpha val="0"/>
                </a:srgbClr>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3" name="椭圆 22">
            <a:extLst>
              <a:ext uri="{FF2B5EF4-FFF2-40B4-BE49-F238E27FC236}">
                <a16:creationId xmlns:a16="http://schemas.microsoft.com/office/drawing/2014/main" id="{0FFE4C0F-E75D-3442-8E90-A936307B2E47}"/>
              </a:ext>
            </a:extLst>
          </p:cNvPr>
          <p:cNvSpPr/>
          <p:nvPr/>
        </p:nvSpPr>
        <p:spPr>
          <a:xfrm>
            <a:off x="3508339" y="4668642"/>
            <a:ext cx="37564" cy="37564"/>
          </a:xfrm>
          <a:prstGeom prst="ellipse">
            <a:avLst/>
          </a:prstGeom>
          <a:solidFill>
            <a:schemeClr val="accent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4" name="椭圆 23">
            <a:extLst>
              <a:ext uri="{FF2B5EF4-FFF2-40B4-BE49-F238E27FC236}">
                <a16:creationId xmlns:a16="http://schemas.microsoft.com/office/drawing/2014/main" id="{8584F56F-C075-2149-9E0E-403CADB85C94}"/>
              </a:ext>
            </a:extLst>
          </p:cNvPr>
          <p:cNvSpPr/>
          <p:nvPr/>
        </p:nvSpPr>
        <p:spPr>
          <a:xfrm rot="9259040">
            <a:off x="3715358" y="5410819"/>
            <a:ext cx="37564" cy="37564"/>
          </a:xfrm>
          <a:prstGeom prst="ellipse">
            <a:avLst/>
          </a:prstGeom>
          <a:solidFill>
            <a:schemeClr val="accent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zh-CN" altLang="en-US" sz="2400"/>
          </a:p>
        </p:txBody>
      </p:sp>
      <p:sp>
        <p:nvSpPr>
          <p:cNvPr id="26" name="椭圆 25">
            <a:extLst>
              <a:ext uri="{FF2B5EF4-FFF2-40B4-BE49-F238E27FC236}">
                <a16:creationId xmlns:a16="http://schemas.microsoft.com/office/drawing/2014/main" id="{8CB7B3D6-B2F5-7A49-A3AB-48CB694F3505}"/>
              </a:ext>
            </a:extLst>
          </p:cNvPr>
          <p:cNvSpPr/>
          <p:nvPr/>
        </p:nvSpPr>
        <p:spPr>
          <a:xfrm>
            <a:off x="733981" y="1275980"/>
            <a:ext cx="521904" cy="521904"/>
          </a:xfrm>
          <a:prstGeom prst="ellipse">
            <a:avLst/>
          </a:prstGeom>
          <a:solidFill>
            <a:srgbClr val="004E98"/>
          </a:solidFill>
          <a:ln>
            <a:noFill/>
          </a:ln>
          <a:effectLst>
            <a:outerShdw blurRad="279400" sx="101000" sy="101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8" name="圆角矩形 27">
            <a:extLst>
              <a:ext uri="{FF2B5EF4-FFF2-40B4-BE49-F238E27FC236}">
                <a16:creationId xmlns:a16="http://schemas.microsoft.com/office/drawing/2014/main" id="{B3A22AF1-E106-0648-9B21-7CD0F75E28A6}"/>
              </a:ext>
            </a:extLst>
          </p:cNvPr>
          <p:cNvSpPr/>
          <p:nvPr/>
        </p:nvSpPr>
        <p:spPr>
          <a:xfrm>
            <a:off x="-168985" y="787457"/>
            <a:ext cx="2685012" cy="346364"/>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9" name="圆角矩形 28">
            <a:extLst>
              <a:ext uri="{FF2B5EF4-FFF2-40B4-BE49-F238E27FC236}">
                <a16:creationId xmlns:a16="http://schemas.microsoft.com/office/drawing/2014/main" id="{42622993-4969-1844-A235-C3A4054B83DD}"/>
              </a:ext>
            </a:extLst>
          </p:cNvPr>
          <p:cNvSpPr/>
          <p:nvPr/>
        </p:nvSpPr>
        <p:spPr>
          <a:xfrm flipV="1">
            <a:off x="-387927" y="5803923"/>
            <a:ext cx="1052947" cy="219109"/>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0" name="圆角矩形 29">
            <a:extLst>
              <a:ext uri="{FF2B5EF4-FFF2-40B4-BE49-F238E27FC236}">
                <a16:creationId xmlns:a16="http://schemas.microsoft.com/office/drawing/2014/main" id="{19D03A1B-DD9B-F846-9DC9-0EAFCA33CB86}"/>
              </a:ext>
            </a:extLst>
          </p:cNvPr>
          <p:cNvSpPr/>
          <p:nvPr/>
        </p:nvSpPr>
        <p:spPr>
          <a:xfrm flipH="1">
            <a:off x="10789256" y="4094769"/>
            <a:ext cx="3459017" cy="382617"/>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1" name="圆角矩形 30">
            <a:extLst>
              <a:ext uri="{FF2B5EF4-FFF2-40B4-BE49-F238E27FC236}">
                <a16:creationId xmlns:a16="http://schemas.microsoft.com/office/drawing/2014/main" id="{DD12394D-99D9-194C-A7A4-1678276F5DB7}"/>
              </a:ext>
            </a:extLst>
          </p:cNvPr>
          <p:cNvSpPr/>
          <p:nvPr/>
        </p:nvSpPr>
        <p:spPr>
          <a:xfrm flipH="1" flipV="1">
            <a:off x="8616864" y="5223615"/>
            <a:ext cx="5631408" cy="129315"/>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2" name="圆角矩形 31">
            <a:extLst>
              <a:ext uri="{FF2B5EF4-FFF2-40B4-BE49-F238E27FC236}">
                <a16:creationId xmlns:a16="http://schemas.microsoft.com/office/drawing/2014/main" id="{7BE82806-9CC7-4149-9DB9-D7A731445289}"/>
              </a:ext>
            </a:extLst>
          </p:cNvPr>
          <p:cNvSpPr/>
          <p:nvPr/>
        </p:nvSpPr>
        <p:spPr>
          <a:xfrm flipV="1">
            <a:off x="1092040" y="2253231"/>
            <a:ext cx="1536000" cy="60959"/>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3" name="圆角矩形 32">
            <a:extLst>
              <a:ext uri="{FF2B5EF4-FFF2-40B4-BE49-F238E27FC236}">
                <a16:creationId xmlns:a16="http://schemas.microsoft.com/office/drawing/2014/main" id="{9365942B-EED3-2546-A6A9-77422D947BEF}"/>
              </a:ext>
            </a:extLst>
          </p:cNvPr>
          <p:cNvSpPr/>
          <p:nvPr/>
        </p:nvSpPr>
        <p:spPr>
          <a:xfrm flipH="1" flipV="1">
            <a:off x="11156157" y="1456931"/>
            <a:ext cx="1656540" cy="210109"/>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4" name="圆角矩形 33">
            <a:extLst>
              <a:ext uri="{FF2B5EF4-FFF2-40B4-BE49-F238E27FC236}">
                <a16:creationId xmlns:a16="http://schemas.microsoft.com/office/drawing/2014/main" id="{0BEFABD3-6D32-7846-85F6-F65AE2C9A2B6}"/>
              </a:ext>
            </a:extLst>
          </p:cNvPr>
          <p:cNvSpPr/>
          <p:nvPr/>
        </p:nvSpPr>
        <p:spPr>
          <a:xfrm>
            <a:off x="-3235869" y="3933051"/>
            <a:ext cx="4793672" cy="546623"/>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5" name="圆角矩形 34">
            <a:extLst>
              <a:ext uri="{FF2B5EF4-FFF2-40B4-BE49-F238E27FC236}">
                <a16:creationId xmlns:a16="http://schemas.microsoft.com/office/drawing/2014/main" id="{8FD6BBB1-B1AF-C945-B20D-85D213D46B1E}"/>
              </a:ext>
            </a:extLst>
          </p:cNvPr>
          <p:cNvSpPr/>
          <p:nvPr/>
        </p:nvSpPr>
        <p:spPr>
          <a:xfrm flipV="1">
            <a:off x="1942239" y="357326"/>
            <a:ext cx="1220301" cy="263255"/>
          </a:xfrm>
          <a:prstGeom prst="roundRect">
            <a:avLst>
              <a:gd name="adj" fmla="val 50000"/>
            </a:avLst>
          </a:prstGeom>
          <a:gradFill flip="none" rotWithShape="1">
            <a:gsLst>
              <a:gs pos="99000">
                <a:srgbClr val="004E98"/>
              </a:gs>
              <a:gs pos="0">
                <a:srgbClr val="CB0B0A">
                  <a:alpha val="0"/>
                </a:srgbClr>
              </a:gs>
            </a:gsLst>
            <a:lin ang="0" scaled="1"/>
            <a:tileRect/>
          </a:gra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6" name="圆角矩形 35">
            <a:extLst>
              <a:ext uri="{FF2B5EF4-FFF2-40B4-BE49-F238E27FC236}">
                <a16:creationId xmlns:a16="http://schemas.microsoft.com/office/drawing/2014/main" id="{3F9529EC-E3C7-E443-8483-328746E42009}"/>
              </a:ext>
            </a:extLst>
          </p:cNvPr>
          <p:cNvSpPr/>
          <p:nvPr/>
        </p:nvSpPr>
        <p:spPr>
          <a:xfrm flipH="1" flipV="1">
            <a:off x="10990631" y="5807999"/>
            <a:ext cx="1220301" cy="263255"/>
          </a:xfrm>
          <a:prstGeom prst="roundRect">
            <a:avLst>
              <a:gd name="adj" fmla="val 50000"/>
            </a:avLst>
          </a:prstGeom>
          <a:gradFill flip="none" rotWithShape="1">
            <a:gsLst>
              <a:gs pos="99000">
                <a:srgbClr val="004E98"/>
              </a:gs>
              <a:gs pos="0">
                <a:srgbClr val="CB0B0A">
                  <a:alpha val="0"/>
                </a:srgbClr>
              </a:gs>
            </a:gsLst>
            <a:lin ang="0" scaled="1"/>
            <a:tileRect/>
          </a:gra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7" name="文本框 36">
            <a:extLst>
              <a:ext uri="{FF2B5EF4-FFF2-40B4-BE49-F238E27FC236}">
                <a16:creationId xmlns:a16="http://schemas.microsoft.com/office/drawing/2014/main" id="{D7D8BBD8-1B0A-A040-885E-74952C82207C}"/>
              </a:ext>
            </a:extLst>
          </p:cNvPr>
          <p:cNvSpPr txBox="1"/>
          <p:nvPr/>
        </p:nvSpPr>
        <p:spPr>
          <a:xfrm>
            <a:off x="2489798" y="2102618"/>
            <a:ext cx="7212404" cy="2276585"/>
          </a:xfrm>
          <a:prstGeom prst="rect">
            <a:avLst/>
          </a:prstGeom>
          <a:noFill/>
        </p:spPr>
        <p:txBody>
          <a:bodyPr wrap="square" rtlCol="0">
            <a:spAutoFit/>
          </a:bodyPr>
          <a:lstStyle/>
          <a:p>
            <a:pPr>
              <a:lnSpc>
                <a:spcPct val="150000"/>
              </a:lnSpc>
            </a:pPr>
            <a:r>
              <a:rPr kumimoji="1" lang="zh-CN" altLang="en-US" sz="1600" dirty="0">
                <a:solidFill>
                  <a:schemeClr val="bg1"/>
                </a:solidFill>
                <a:latin typeface="FZZhengHeiS-DB-GB" panose="02000000000000000000" pitchFamily="2" charset="-122"/>
                <a:ea typeface="FZZhengHeiS-DB-GB" panose="02000000000000000000" pitchFamily="2" charset="-122"/>
              </a:rPr>
              <a:t>点击输入简要文字内容，文字内容需概括精炼，不用多余的文字修饰。点击输入简要文字内容，文字内容需概括精炼，不用多余的文字修饰。点击输入简要文字内容，文字内容需概括精炼，不用多余的文字修饰。</a:t>
            </a:r>
            <a:endParaRPr kumimoji="1" lang="en-US" altLang="zh-CN" sz="1600" dirty="0">
              <a:solidFill>
                <a:schemeClr val="bg1"/>
              </a:solidFill>
              <a:latin typeface="FZZhengHeiS-DB-GB" panose="02000000000000000000" pitchFamily="2" charset="-122"/>
              <a:ea typeface="FZZhengHeiS-DB-GB" panose="02000000000000000000" pitchFamily="2" charset="-122"/>
            </a:endParaRPr>
          </a:p>
          <a:p>
            <a:pPr>
              <a:lnSpc>
                <a:spcPct val="150000"/>
              </a:lnSpc>
            </a:pPr>
            <a:r>
              <a:rPr kumimoji="1" lang="zh-CN" altLang="en-US" sz="1600" dirty="0">
                <a:solidFill>
                  <a:schemeClr val="bg1"/>
                </a:solidFill>
                <a:latin typeface="FZZhengHeiS-DB-GB" panose="02000000000000000000" pitchFamily="2" charset="-122"/>
                <a:ea typeface="FZZhengHeiS-DB-GB" panose="02000000000000000000" pitchFamily="2" charset="-122"/>
              </a:rPr>
              <a:t>点击输入简要文字内容，文字内容需概括精炼，不用多余的文字修饰。点击输入简要文字内容，文字内容需概括精炼，不用多余的文字修饰。点击输入简要文字内容，文字内容需概括精炼，不用多余的文字修饰。</a:t>
            </a:r>
          </a:p>
        </p:txBody>
      </p:sp>
      <p:sp>
        <p:nvSpPr>
          <p:cNvPr id="21" name="矩形 20">
            <a:extLst>
              <a:ext uri="{FF2B5EF4-FFF2-40B4-BE49-F238E27FC236}">
                <a16:creationId xmlns:a16="http://schemas.microsoft.com/office/drawing/2014/main" id="{E30BBD04-5D9E-3149-B956-13677577448C}"/>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文本框 21">
            <a:extLst>
              <a:ext uri="{FF2B5EF4-FFF2-40B4-BE49-F238E27FC236}">
                <a16:creationId xmlns:a16="http://schemas.microsoft.com/office/drawing/2014/main" id="{4A44836B-EC45-5649-A58C-DDAB10D8DF3F}"/>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pic>
        <p:nvPicPr>
          <p:cNvPr id="25" name="图片 24">
            <a:extLst>
              <a:ext uri="{FF2B5EF4-FFF2-40B4-BE49-F238E27FC236}">
                <a16:creationId xmlns:a16="http://schemas.microsoft.com/office/drawing/2014/main" id="{9ECFBC8A-D366-F743-90F7-A5BB995EC7D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671767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任意形状 36">
            <a:extLst>
              <a:ext uri="{FF2B5EF4-FFF2-40B4-BE49-F238E27FC236}">
                <a16:creationId xmlns:a16="http://schemas.microsoft.com/office/drawing/2014/main" id="{CC983A57-44DB-844A-A562-0F400245C746}"/>
              </a:ext>
            </a:extLst>
          </p:cNvPr>
          <p:cNvSpPr/>
          <p:nvPr/>
        </p:nvSpPr>
        <p:spPr>
          <a:xfrm>
            <a:off x="-774850" y="-454554"/>
            <a:ext cx="13741705" cy="5186185"/>
          </a:xfrm>
          <a:custGeom>
            <a:avLst/>
            <a:gdLst>
              <a:gd name="connsiteX0" fmla="*/ 0 w 10306279"/>
              <a:gd name="connsiteY0" fmla="*/ 0 h 3889639"/>
              <a:gd name="connsiteX1" fmla="*/ 10306279 w 10306279"/>
              <a:gd name="connsiteY1" fmla="*/ 0 h 3889639"/>
              <a:gd name="connsiteX2" fmla="*/ 10270942 w 10306279"/>
              <a:gd name="connsiteY2" fmla="*/ 124438 h 3889639"/>
              <a:gd name="connsiteX3" fmla="*/ 5153140 w 10306279"/>
              <a:gd name="connsiteY3" fmla="*/ 3889639 h 3889639"/>
              <a:gd name="connsiteX4" fmla="*/ 35336 w 10306279"/>
              <a:gd name="connsiteY4" fmla="*/ 124438 h 3889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06279" h="3889639">
                <a:moveTo>
                  <a:pt x="0" y="0"/>
                </a:moveTo>
                <a:lnTo>
                  <a:pt x="10306279" y="0"/>
                </a:lnTo>
                <a:lnTo>
                  <a:pt x="10270942" y="124438"/>
                </a:lnTo>
                <a:cubicBezTo>
                  <a:pt x="9592467" y="2305805"/>
                  <a:pt x="7557766" y="3889639"/>
                  <a:pt x="5153140" y="3889639"/>
                </a:cubicBezTo>
                <a:cubicBezTo>
                  <a:pt x="2748513" y="3889639"/>
                  <a:pt x="713811" y="2305805"/>
                  <a:pt x="35336" y="124438"/>
                </a:cubicBezTo>
                <a:close/>
              </a:path>
            </a:pathLst>
          </a:custGeom>
          <a:solidFill>
            <a:schemeClr val="bg1"/>
          </a:solidFill>
          <a:ln>
            <a:noFill/>
          </a:ln>
          <a:effectLst>
            <a:innerShdw blurRad="355600">
              <a:srgbClr val="004E98">
                <a:alpha val="20000"/>
              </a:srgb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35" name="任意形状 34">
            <a:extLst>
              <a:ext uri="{FF2B5EF4-FFF2-40B4-BE49-F238E27FC236}">
                <a16:creationId xmlns:a16="http://schemas.microsoft.com/office/drawing/2014/main" id="{2309305D-FFE7-BF40-B9EF-617E839245DD}"/>
              </a:ext>
            </a:extLst>
          </p:cNvPr>
          <p:cNvSpPr/>
          <p:nvPr/>
        </p:nvSpPr>
        <p:spPr>
          <a:xfrm>
            <a:off x="-505839" y="-113200"/>
            <a:ext cx="13203677" cy="4929705"/>
          </a:xfrm>
          <a:custGeom>
            <a:avLst/>
            <a:gdLst>
              <a:gd name="connsiteX0" fmla="*/ 0 w 9902758"/>
              <a:gd name="connsiteY0" fmla="*/ 0 h 3697279"/>
              <a:gd name="connsiteX1" fmla="*/ 9902758 w 9902758"/>
              <a:gd name="connsiteY1" fmla="*/ 0 h 3697279"/>
              <a:gd name="connsiteX2" fmla="*/ 9885470 w 9902758"/>
              <a:gd name="connsiteY2" fmla="*/ 67236 h 3697279"/>
              <a:gd name="connsiteX3" fmla="*/ 4951380 w 9902758"/>
              <a:gd name="connsiteY3" fmla="*/ 3697279 h 3697279"/>
              <a:gd name="connsiteX4" fmla="*/ 17289 w 9902758"/>
              <a:gd name="connsiteY4" fmla="*/ 67236 h 3697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2758" h="3697279">
                <a:moveTo>
                  <a:pt x="0" y="0"/>
                </a:moveTo>
                <a:lnTo>
                  <a:pt x="9902758" y="0"/>
                </a:lnTo>
                <a:lnTo>
                  <a:pt x="9885470" y="67236"/>
                </a:lnTo>
                <a:cubicBezTo>
                  <a:pt x="9231349" y="2170299"/>
                  <a:pt x="7269687" y="3697279"/>
                  <a:pt x="4951380" y="3697279"/>
                </a:cubicBezTo>
                <a:cubicBezTo>
                  <a:pt x="2633072" y="3697279"/>
                  <a:pt x="671409" y="2170299"/>
                  <a:pt x="17289" y="67236"/>
                </a:cubicBezTo>
                <a:close/>
              </a:path>
            </a:pathLst>
          </a:custGeom>
          <a:solidFill>
            <a:schemeClr val="bg1"/>
          </a:solidFill>
          <a:ln>
            <a:noFill/>
          </a:ln>
          <a:effectLst>
            <a:innerShdw blurRad="355600">
              <a:srgbClr val="004E98">
                <a:alpha val="20000"/>
              </a:srgb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20" name="任意多边形: 形状 24">
            <a:extLst>
              <a:ext uri="{FF2B5EF4-FFF2-40B4-BE49-F238E27FC236}">
                <a16:creationId xmlns:a16="http://schemas.microsoft.com/office/drawing/2014/main" id="{A3A4657C-6ED2-644E-86E5-128145EE5F49}"/>
              </a:ext>
            </a:extLst>
          </p:cNvPr>
          <p:cNvSpPr/>
          <p:nvPr/>
        </p:nvSpPr>
        <p:spPr>
          <a:xfrm>
            <a:off x="0" y="0"/>
            <a:ext cx="12192000" cy="4157568"/>
          </a:xfrm>
          <a:custGeom>
            <a:avLst/>
            <a:gdLst>
              <a:gd name="connsiteX0" fmla="*/ 0 w 12192000"/>
              <a:gd name="connsiteY0" fmla="*/ 0 h 4157568"/>
              <a:gd name="connsiteX1" fmla="*/ 12192000 w 12192000"/>
              <a:gd name="connsiteY1" fmla="*/ 0 h 4157568"/>
              <a:gd name="connsiteX2" fmla="*/ 12192000 w 12192000"/>
              <a:gd name="connsiteY2" fmla="*/ 419367 h 4157568"/>
              <a:gd name="connsiteX3" fmla="*/ 12185476 w 12192000"/>
              <a:gd name="connsiteY3" fmla="*/ 432856 h 4157568"/>
              <a:gd name="connsiteX4" fmla="*/ 6096002 w 12192000"/>
              <a:gd name="connsiteY4" fmla="*/ 4157568 h 4157568"/>
              <a:gd name="connsiteX5" fmla="*/ 6528 w 12192000"/>
              <a:gd name="connsiteY5" fmla="*/ 432856 h 4157568"/>
              <a:gd name="connsiteX6" fmla="*/ 0 w 12192000"/>
              <a:gd name="connsiteY6" fmla="*/ 419360 h 415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157568">
                <a:moveTo>
                  <a:pt x="0" y="0"/>
                </a:moveTo>
                <a:lnTo>
                  <a:pt x="12192000" y="0"/>
                </a:lnTo>
                <a:lnTo>
                  <a:pt x="12192000" y="419367"/>
                </a:lnTo>
                <a:lnTo>
                  <a:pt x="12185476" y="432856"/>
                </a:lnTo>
                <a:cubicBezTo>
                  <a:pt x="11052861" y="2644133"/>
                  <a:pt x="8751172" y="4157568"/>
                  <a:pt x="6096002" y="4157568"/>
                </a:cubicBezTo>
                <a:cubicBezTo>
                  <a:pt x="3440831" y="4157568"/>
                  <a:pt x="1139143" y="2644133"/>
                  <a:pt x="6528" y="432856"/>
                </a:cubicBezTo>
                <a:lnTo>
                  <a:pt x="0" y="419360"/>
                </a:lnTo>
                <a:close/>
              </a:path>
            </a:pathLst>
          </a:custGeom>
          <a:blipFill dpi="0" rotWithShape="1">
            <a:blip r:embed="rId3" cstate="screen">
              <a:grayscl/>
              <a:extLst>
                <a:ext uri="{28A0092B-C50C-407E-A947-70E740481C1C}">
                  <a14:useLocalDpi xmlns:a14="http://schemas.microsoft.com/office/drawing/2010/main"/>
                </a:ext>
              </a:extLst>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23" name="任意多边形: 形状 43">
            <a:extLst>
              <a:ext uri="{FF2B5EF4-FFF2-40B4-BE49-F238E27FC236}">
                <a16:creationId xmlns:a16="http://schemas.microsoft.com/office/drawing/2014/main" id="{6C2B0923-7F9A-A445-AC56-C2DD46C6A148}"/>
              </a:ext>
            </a:extLst>
          </p:cNvPr>
          <p:cNvSpPr/>
          <p:nvPr/>
        </p:nvSpPr>
        <p:spPr>
          <a:xfrm>
            <a:off x="0" y="1473"/>
            <a:ext cx="12192000" cy="4159999"/>
          </a:xfrm>
          <a:custGeom>
            <a:avLst/>
            <a:gdLst>
              <a:gd name="connsiteX0" fmla="*/ 0 w 12192000"/>
              <a:gd name="connsiteY0" fmla="*/ 0 h 4157568"/>
              <a:gd name="connsiteX1" fmla="*/ 12192000 w 12192000"/>
              <a:gd name="connsiteY1" fmla="*/ 0 h 4157568"/>
              <a:gd name="connsiteX2" fmla="*/ 12192000 w 12192000"/>
              <a:gd name="connsiteY2" fmla="*/ 419367 h 4157568"/>
              <a:gd name="connsiteX3" fmla="*/ 12185476 w 12192000"/>
              <a:gd name="connsiteY3" fmla="*/ 432856 h 4157568"/>
              <a:gd name="connsiteX4" fmla="*/ 6096002 w 12192000"/>
              <a:gd name="connsiteY4" fmla="*/ 4157568 h 4157568"/>
              <a:gd name="connsiteX5" fmla="*/ 6528 w 12192000"/>
              <a:gd name="connsiteY5" fmla="*/ 432856 h 4157568"/>
              <a:gd name="connsiteX6" fmla="*/ 0 w 12192000"/>
              <a:gd name="connsiteY6" fmla="*/ 419360 h 415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157568">
                <a:moveTo>
                  <a:pt x="0" y="0"/>
                </a:moveTo>
                <a:lnTo>
                  <a:pt x="12192000" y="0"/>
                </a:lnTo>
                <a:lnTo>
                  <a:pt x="12192000" y="419367"/>
                </a:lnTo>
                <a:lnTo>
                  <a:pt x="12185476" y="432856"/>
                </a:lnTo>
                <a:cubicBezTo>
                  <a:pt x="11052861" y="2644133"/>
                  <a:pt x="8751172" y="4157568"/>
                  <a:pt x="6096002" y="4157568"/>
                </a:cubicBezTo>
                <a:cubicBezTo>
                  <a:pt x="3440831" y="4157568"/>
                  <a:pt x="1139143" y="2644133"/>
                  <a:pt x="6528" y="432856"/>
                </a:cubicBezTo>
                <a:lnTo>
                  <a:pt x="0" y="419360"/>
                </a:lnTo>
                <a:close/>
              </a:path>
            </a:pathLst>
          </a:custGeom>
          <a:gradFill>
            <a:gsLst>
              <a:gs pos="96000">
                <a:srgbClr val="004E98"/>
              </a:gs>
              <a:gs pos="10000">
                <a:srgbClr val="004E96">
                  <a:alpha val="70980"/>
                </a:srgb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2" name="弧形 50">
            <a:extLst>
              <a:ext uri="{FF2B5EF4-FFF2-40B4-BE49-F238E27FC236}">
                <a16:creationId xmlns:a16="http://schemas.microsoft.com/office/drawing/2014/main" id="{D34E3D48-88FC-5549-8E16-E2A1206A9534}"/>
              </a:ext>
            </a:extLst>
          </p:cNvPr>
          <p:cNvSpPr/>
          <p:nvPr/>
        </p:nvSpPr>
        <p:spPr>
          <a:xfrm>
            <a:off x="-1728788" y="-10280371"/>
            <a:ext cx="15649576" cy="15649576"/>
          </a:xfrm>
          <a:prstGeom prst="arc">
            <a:avLst>
              <a:gd name="adj1" fmla="val 2228558"/>
              <a:gd name="adj2" fmla="val 8649566"/>
            </a:avLst>
          </a:prstGeom>
          <a:noFill/>
          <a:ln w="38100">
            <a:solidFill>
              <a:srgbClr val="004E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pic>
        <p:nvPicPr>
          <p:cNvPr id="25" name="图片 24">
            <a:extLst>
              <a:ext uri="{FF2B5EF4-FFF2-40B4-BE49-F238E27FC236}">
                <a16:creationId xmlns:a16="http://schemas.microsoft.com/office/drawing/2014/main" id="{3873D188-6E5E-5C45-AC20-AC38F96028ED}"/>
              </a:ext>
            </a:extLst>
          </p:cNvPr>
          <p:cNvPicPr>
            <a:picLocks noChangeAspect="1"/>
          </p:cNvPicPr>
          <p:nvPr/>
        </p:nvPicPr>
        <p:blipFill rotWithShape="1">
          <a:blip r:embed="rId4" cstate="screen">
            <a:biLevel thresh="25000"/>
            <a:extLst>
              <a:ext uri="{28A0092B-C50C-407E-A947-70E740481C1C}">
                <a14:useLocalDpi xmlns:a14="http://schemas.microsoft.com/office/drawing/2010/main"/>
              </a:ext>
            </a:extLst>
          </a:blip>
          <a:srcRect/>
          <a:stretch/>
        </p:blipFill>
        <p:spPr>
          <a:xfrm flipH="1">
            <a:off x="2689346" y="1078428"/>
            <a:ext cx="1702927" cy="1856541"/>
          </a:xfrm>
          <a:prstGeom prst="rect">
            <a:avLst/>
          </a:prstGeom>
        </p:spPr>
      </p:pic>
      <p:sp>
        <p:nvSpPr>
          <p:cNvPr id="33" name="矩形 32">
            <a:extLst>
              <a:ext uri="{FF2B5EF4-FFF2-40B4-BE49-F238E27FC236}">
                <a16:creationId xmlns:a16="http://schemas.microsoft.com/office/drawing/2014/main" id="{A1D64799-10FD-EA4C-9957-5DC2B08ECEFE}"/>
              </a:ext>
            </a:extLst>
          </p:cNvPr>
          <p:cNvSpPr/>
          <p:nvPr/>
        </p:nvSpPr>
        <p:spPr>
          <a:xfrm>
            <a:off x="-1048960" y="23012701"/>
            <a:ext cx="16875115" cy="8619255"/>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F56BB64F-FBCE-3540-872E-F3613151DEB3}"/>
              </a:ext>
            </a:extLst>
          </p:cNvPr>
          <p:cNvSpPr txBox="1"/>
          <p:nvPr/>
        </p:nvSpPr>
        <p:spPr>
          <a:xfrm>
            <a:off x="4003910" y="1499987"/>
            <a:ext cx="4184180" cy="666786"/>
          </a:xfrm>
          <a:prstGeom prst="rect">
            <a:avLst/>
          </a:prstGeom>
          <a:noFill/>
        </p:spPr>
        <p:txBody>
          <a:bodyPr wrap="square" rtlCol="0">
            <a:spAutoFit/>
          </a:bodyPr>
          <a:lstStyle/>
          <a:p>
            <a:pPr algn="ctr"/>
            <a:r>
              <a:rPr kumimoji="1" lang="zh-CN" altLang="en-US" sz="3733" b="1" dirty="0">
                <a:solidFill>
                  <a:schemeClr val="bg1"/>
                </a:solidFill>
                <a:latin typeface="FZZhengHeiS-DB-GB" panose="02000000000000000000" pitchFamily="2" charset="-122"/>
                <a:ea typeface="FZZhengHeiS-DB-GB" panose="02000000000000000000" pitchFamily="2" charset="-122"/>
              </a:rPr>
              <a:t>添加标题文字信息</a:t>
            </a:r>
          </a:p>
        </p:txBody>
      </p:sp>
      <p:sp>
        <p:nvSpPr>
          <p:cNvPr id="39" name="文本框 38">
            <a:extLst>
              <a:ext uri="{FF2B5EF4-FFF2-40B4-BE49-F238E27FC236}">
                <a16:creationId xmlns:a16="http://schemas.microsoft.com/office/drawing/2014/main" id="{B31ABE02-8CB9-F441-B1A0-223A587FB986}"/>
              </a:ext>
            </a:extLst>
          </p:cNvPr>
          <p:cNvSpPr txBox="1"/>
          <p:nvPr/>
        </p:nvSpPr>
        <p:spPr>
          <a:xfrm>
            <a:off x="4530504" y="2199443"/>
            <a:ext cx="3143061" cy="297454"/>
          </a:xfrm>
          <a:prstGeom prst="rect">
            <a:avLst/>
          </a:prstGeom>
          <a:noFill/>
        </p:spPr>
        <p:txBody>
          <a:bodyPr wrap="square" rtlCol="0">
            <a:spAutoFit/>
          </a:bodyPr>
          <a:lstStyle/>
          <a:p>
            <a:pPr algn="ctr"/>
            <a:r>
              <a:rPr kumimoji="1" lang="zh-CN" altLang="en-US" sz="1333" b="1" dirty="0">
                <a:solidFill>
                  <a:schemeClr val="bg1"/>
                </a:solidFill>
                <a:latin typeface="Microsoft YaHei" panose="020B0503020204020204" pitchFamily="34" charset="-122"/>
                <a:ea typeface="Microsoft YaHei" panose="020B0503020204020204" pitchFamily="34" charset="-122"/>
              </a:rPr>
              <a:t>此处输入副标题</a:t>
            </a:r>
          </a:p>
        </p:txBody>
      </p:sp>
      <p:sp>
        <p:nvSpPr>
          <p:cNvPr id="40" name="椭圆 39">
            <a:extLst>
              <a:ext uri="{FF2B5EF4-FFF2-40B4-BE49-F238E27FC236}">
                <a16:creationId xmlns:a16="http://schemas.microsoft.com/office/drawing/2014/main" id="{9296E544-800D-374E-A72A-3AE14DEB1D69}"/>
              </a:ext>
            </a:extLst>
          </p:cNvPr>
          <p:cNvSpPr/>
          <p:nvPr/>
        </p:nvSpPr>
        <p:spPr>
          <a:xfrm flipH="1">
            <a:off x="3356200" y="4714283"/>
            <a:ext cx="682400" cy="682400"/>
          </a:xfrm>
          <a:prstGeom prst="ellipse">
            <a:avLst/>
          </a:prstGeom>
          <a:solidFill>
            <a:schemeClr val="bg1"/>
          </a:solidFill>
          <a:ln w="28575">
            <a:solidFill>
              <a:srgbClr val="004E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16" name="椭圆 15">
            <a:extLst>
              <a:ext uri="{FF2B5EF4-FFF2-40B4-BE49-F238E27FC236}">
                <a16:creationId xmlns:a16="http://schemas.microsoft.com/office/drawing/2014/main" id="{E0D229FB-3218-9A46-A8E7-DE488E31FB28}"/>
              </a:ext>
            </a:extLst>
          </p:cNvPr>
          <p:cNvSpPr/>
          <p:nvPr/>
        </p:nvSpPr>
        <p:spPr>
          <a:xfrm flipH="1">
            <a:off x="1253773" y="3617187"/>
            <a:ext cx="682400" cy="682400"/>
          </a:xfrm>
          <a:prstGeom prst="ellipse">
            <a:avLst/>
          </a:prstGeom>
          <a:solidFill>
            <a:schemeClr val="bg1"/>
          </a:solidFill>
          <a:ln w="28575">
            <a:solidFill>
              <a:srgbClr val="004E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41" name="椭圆 40">
            <a:extLst>
              <a:ext uri="{FF2B5EF4-FFF2-40B4-BE49-F238E27FC236}">
                <a16:creationId xmlns:a16="http://schemas.microsoft.com/office/drawing/2014/main" id="{33285F6F-B8B8-DD4F-BE46-9DA0DA088C3E}"/>
              </a:ext>
            </a:extLst>
          </p:cNvPr>
          <p:cNvSpPr/>
          <p:nvPr/>
        </p:nvSpPr>
        <p:spPr>
          <a:xfrm flipH="1">
            <a:off x="5754800" y="5016813"/>
            <a:ext cx="682400" cy="682400"/>
          </a:xfrm>
          <a:prstGeom prst="ellipse">
            <a:avLst/>
          </a:prstGeom>
          <a:solidFill>
            <a:schemeClr val="bg1"/>
          </a:solidFill>
          <a:ln w="28575">
            <a:solidFill>
              <a:srgbClr val="004E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42" name="椭圆 41">
            <a:extLst>
              <a:ext uri="{FF2B5EF4-FFF2-40B4-BE49-F238E27FC236}">
                <a16:creationId xmlns:a16="http://schemas.microsoft.com/office/drawing/2014/main" id="{B31B4054-60B2-3F44-87A0-8243ECA455AD}"/>
              </a:ext>
            </a:extLst>
          </p:cNvPr>
          <p:cNvSpPr/>
          <p:nvPr/>
        </p:nvSpPr>
        <p:spPr>
          <a:xfrm flipH="1">
            <a:off x="8145101" y="4714283"/>
            <a:ext cx="682400" cy="682400"/>
          </a:xfrm>
          <a:prstGeom prst="ellipse">
            <a:avLst/>
          </a:prstGeom>
          <a:solidFill>
            <a:schemeClr val="bg1"/>
          </a:solidFill>
          <a:ln w="28575">
            <a:solidFill>
              <a:srgbClr val="004E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43" name="椭圆 42">
            <a:extLst>
              <a:ext uri="{FF2B5EF4-FFF2-40B4-BE49-F238E27FC236}">
                <a16:creationId xmlns:a16="http://schemas.microsoft.com/office/drawing/2014/main" id="{4C806B77-AE9C-4B4C-8F2B-2579350A0B90}"/>
              </a:ext>
            </a:extLst>
          </p:cNvPr>
          <p:cNvSpPr/>
          <p:nvPr/>
        </p:nvSpPr>
        <p:spPr>
          <a:xfrm flipH="1">
            <a:off x="10255827" y="3617185"/>
            <a:ext cx="682400" cy="682400"/>
          </a:xfrm>
          <a:prstGeom prst="ellipse">
            <a:avLst/>
          </a:prstGeom>
          <a:solidFill>
            <a:schemeClr val="bg1"/>
          </a:solidFill>
          <a:ln w="28575">
            <a:solidFill>
              <a:srgbClr val="004E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19" name="Freeform 22">
            <a:extLst>
              <a:ext uri="{FF2B5EF4-FFF2-40B4-BE49-F238E27FC236}">
                <a16:creationId xmlns:a16="http://schemas.microsoft.com/office/drawing/2014/main" id="{B8B55101-3A82-A545-8C71-1332104DAC51}"/>
              </a:ext>
            </a:extLst>
          </p:cNvPr>
          <p:cNvSpPr>
            <a:spLocks noEditPoints="1"/>
          </p:cNvSpPr>
          <p:nvPr/>
        </p:nvSpPr>
        <p:spPr bwMode="auto">
          <a:xfrm>
            <a:off x="10438277" y="3790905"/>
            <a:ext cx="317500" cy="334963"/>
          </a:xfrm>
          <a:custGeom>
            <a:avLst/>
            <a:gdLst>
              <a:gd name="T0" fmla="*/ 1979 w 2212"/>
              <a:gd name="T1" fmla="*/ 0 h 2327"/>
              <a:gd name="T2" fmla="*/ 233 w 2212"/>
              <a:gd name="T3" fmla="*/ 0 h 2327"/>
              <a:gd name="T4" fmla="*/ 0 w 2212"/>
              <a:gd name="T5" fmla="*/ 233 h 2327"/>
              <a:gd name="T6" fmla="*/ 0 w 2212"/>
              <a:gd name="T7" fmla="*/ 2094 h 2327"/>
              <a:gd name="T8" fmla="*/ 233 w 2212"/>
              <a:gd name="T9" fmla="*/ 2327 h 2327"/>
              <a:gd name="T10" fmla="*/ 1979 w 2212"/>
              <a:gd name="T11" fmla="*/ 2327 h 2327"/>
              <a:gd name="T12" fmla="*/ 2212 w 2212"/>
              <a:gd name="T13" fmla="*/ 2094 h 2327"/>
              <a:gd name="T14" fmla="*/ 2212 w 2212"/>
              <a:gd name="T15" fmla="*/ 233 h 2327"/>
              <a:gd name="T16" fmla="*/ 1979 w 2212"/>
              <a:gd name="T17" fmla="*/ 0 h 2327"/>
              <a:gd name="T18" fmla="*/ 1360 w 2212"/>
              <a:gd name="T19" fmla="*/ 156 h 2327"/>
              <a:gd name="T20" fmla="*/ 1670 w 2212"/>
              <a:gd name="T21" fmla="*/ 156 h 2327"/>
              <a:gd name="T22" fmla="*/ 1670 w 2212"/>
              <a:gd name="T23" fmla="*/ 554 h 2327"/>
              <a:gd name="T24" fmla="*/ 1558 w 2212"/>
              <a:gd name="T25" fmla="*/ 479 h 2327"/>
              <a:gd name="T26" fmla="*/ 1471 w 2212"/>
              <a:gd name="T27" fmla="*/ 479 h 2327"/>
              <a:gd name="T28" fmla="*/ 1360 w 2212"/>
              <a:gd name="T29" fmla="*/ 554 h 2327"/>
              <a:gd name="T30" fmla="*/ 1360 w 2212"/>
              <a:gd name="T31" fmla="*/ 156 h 2327"/>
              <a:gd name="T32" fmla="*/ 154 w 2212"/>
              <a:gd name="T33" fmla="*/ 2094 h 2327"/>
              <a:gd name="T34" fmla="*/ 154 w 2212"/>
              <a:gd name="T35" fmla="*/ 233 h 2327"/>
              <a:gd name="T36" fmla="*/ 231 w 2212"/>
              <a:gd name="T37" fmla="*/ 156 h 2327"/>
              <a:gd name="T38" fmla="*/ 387 w 2212"/>
              <a:gd name="T39" fmla="*/ 156 h 2327"/>
              <a:gd name="T40" fmla="*/ 387 w 2212"/>
              <a:gd name="T41" fmla="*/ 2173 h 2327"/>
              <a:gd name="T42" fmla="*/ 231 w 2212"/>
              <a:gd name="T43" fmla="*/ 2173 h 2327"/>
              <a:gd name="T44" fmla="*/ 154 w 2212"/>
              <a:gd name="T45" fmla="*/ 2094 h 2327"/>
              <a:gd name="T46" fmla="*/ 2058 w 2212"/>
              <a:gd name="T47" fmla="*/ 2094 h 2327"/>
              <a:gd name="T48" fmla="*/ 1981 w 2212"/>
              <a:gd name="T49" fmla="*/ 2171 h 2327"/>
              <a:gd name="T50" fmla="*/ 542 w 2212"/>
              <a:gd name="T51" fmla="*/ 2171 h 2327"/>
              <a:gd name="T52" fmla="*/ 542 w 2212"/>
              <a:gd name="T53" fmla="*/ 156 h 2327"/>
              <a:gd name="T54" fmla="*/ 1204 w 2212"/>
              <a:gd name="T55" fmla="*/ 156 h 2327"/>
              <a:gd name="T56" fmla="*/ 1204 w 2212"/>
              <a:gd name="T57" fmla="*/ 698 h 2327"/>
              <a:gd name="T58" fmla="*/ 1217 w 2212"/>
              <a:gd name="T59" fmla="*/ 741 h 2327"/>
              <a:gd name="T60" fmla="*/ 1325 w 2212"/>
              <a:gd name="T61" fmla="*/ 762 h 2327"/>
              <a:gd name="T62" fmla="*/ 1516 w 2212"/>
              <a:gd name="T63" fmla="*/ 636 h 2327"/>
              <a:gd name="T64" fmla="*/ 1706 w 2212"/>
              <a:gd name="T65" fmla="*/ 762 h 2327"/>
              <a:gd name="T66" fmla="*/ 1748 w 2212"/>
              <a:gd name="T67" fmla="*/ 775 h 2327"/>
              <a:gd name="T68" fmla="*/ 1825 w 2212"/>
              <a:gd name="T69" fmla="*/ 698 h 2327"/>
              <a:gd name="T70" fmla="*/ 1825 w 2212"/>
              <a:gd name="T71" fmla="*/ 156 h 2327"/>
              <a:gd name="T72" fmla="*/ 1981 w 2212"/>
              <a:gd name="T73" fmla="*/ 156 h 2327"/>
              <a:gd name="T74" fmla="*/ 2058 w 2212"/>
              <a:gd name="T75" fmla="*/ 233 h 2327"/>
              <a:gd name="T76" fmla="*/ 2058 w 2212"/>
              <a:gd name="T77" fmla="*/ 2094 h 2327"/>
              <a:gd name="T78" fmla="*/ 2058 w 2212"/>
              <a:gd name="T79" fmla="*/ 2094 h 2327"/>
              <a:gd name="T80" fmla="*/ 2058 w 2212"/>
              <a:gd name="T81" fmla="*/ 2094 h 2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12" h="2327">
                <a:moveTo>
                  <a:pt x="1979" y="0"/>
                </a:moveTo>
                <a:cubicBezTo>
                  <a:pt x="233" y="0"/>
                  <a:pt x="233" y="0"/>
                  <a:pt x="233" y="0"/>
                </a:cubicBezTo>
                <a:cubicBezTo>
                  <a:pt x="105" y="0"/>
                  <a:pt x="0" y="105"/>
                  <a:pt x="0" y="233"/>
                </a:cubicBezTo>
                <a:cubicBezTo>
                  <a:pt x="0" y="2094"/>
                  <a:pt x="0" y="2094"/>
                  <a:pt x="0" y="2094"/>
                </a:cubicBezTo>
                <a:cubicBezTo>
                  <a:pt x="0" y="2222"/>
                  <a:pt x="105" y="2327"/>
                  <a:pt x="233" y="2327"/>
                </a:cubicBezTo>
                <a:cubicBezTo>
                  <a:pt x="1979" y="2327"/>
                  <a:pt x="1979" y="2327"/>
                  <a:pt x="1979" y="2327"/>
                </a:cubicBezTo>
                <a:cubicBezTo>
                  <a:pt x="2107" y="2327"/>
                  <a:pt x="2212" y="2222"/>
                  <a:pt x="2212" y="2094"/>
                </a:cubicBezTo>
                <a:cubicBezTo>
                  <a:pt x="2212" y="233"/>
                  <a:pt x="2212" y="233"/>
                  <a:pt x="2212" y="233"/>
                </a:cubicBezTo>
                <a:cubicBezTo>
                  <a:pt x="2212" y="105"/>
                  <a:pt x="2109" y="0"/>
                  <a:pt x="1979" y="0"/>
                </a:cubicBezTo>
                <a:close/>
                <a:moveTo>
                  <a:pt x="1360" y="156"/>
                </a:moveTo>
                <a:cubicBezTo>
                  <a:pt x="1670" y="156"/>
                  <a:pt x="1670" y="156"/>
                  <a:pt x="1670" y="156"/>
                </a:cubicBezTo>
                <a:cubicBezTo>
                  <a:pt x="1670" y="554"/>
                  <a:pt x="1670" y="554"/>
                  <a:pt x="1670" y="554"/>
                </a:cubicBezTo>
                <a:cubicBezTo>
                  <a:pt x="1558" y="479"/>
                  <a:pt x="1558" y="479"/>
                  <a:pt x="1558" y="479"/>
                </a:cubicBezTo>
                <a:cubicBezTo>
                  <a:pt x="1532" y="461"/>
                  <a:pt x="1498" y="461"/>
                  <a:pt x="1471" y="479"/>
                </a:cubicBezTo>
                <a:cubicBezTo>
                  <a:pt x="1360" y="554"/>
                  <a:pt x="1360" y="554"/>
                  <a:pt x="1360" y="554"/>
                </a:cubicBezTo>
                <a:lnTo>
                  <a:pt x="1360" y="156"/>
                </a:lnTo>
                <a:close/>
                <a:moveTo>
                  <a:pt x="154" y="2094"/>
                </a:moveTo>
                <a:cubicBezTo>
                  <a:pt x="154" y="233"/>
                  <a:pt x="154" y="233"/>
                  <a:pt x="154" y="233"/>
                </a:cubicBezTo>
                <a:cubicBezTo>
                  <a:pt x="154" y="191"/>
                  <a:pt x="188" y="156"/>
                  <a:pt x="231" y="156"/>
                </a:cubicBezTo>
                <a:cubicBezTo>
                  <a:pt x="387" y="156"/>
                  <a:pt x="387" y="156"/>
                  <a:pt x="387" y="156"/>
                </a:cubicBezTo>
                <a:cubicBezTo>
                  <a:pt x="387" y="2173"/>
                  <a:pt x="387" y="2173"/>
                  <a:pt x="387" y="2173"/>
                </a:cubicBezTo>
                <a:cubicBezTo>
                  <a:pt x="231" y="2173"/>
                  <a:pt x="231" y="2173"/>
                  <a:pt x="231" y="2173"/>
                </a:cubicBezTo>
                <a:cubicBezTo>
                  <a:pt x="190" y="2171"/>
                  <a:pt x="156" y="2137"/>
                  <a:pt x="154" y="2094"/>
                </a:cubicBezTo>
                <a:close/>
                <a:moveTo>
                  <a:pt x="2058" y="2094"/>
                </a:moveTo>
                <a:cubicBezTo>
                  <a:pt x="2058" y="2137"/>
                  <a:pt x="2023" y="2171"/>
                  <a:pt x="1981" y="2171"/>
                </a:cubicBezTo>
                <a:cubicBezTo>
                  <a:pt x="542" y="2171"/>
                  <a:pt x="542" y="2171"/>
                  <a:pt x="542" y="2171"/>
                </a:cubicBezTo>
                <a:cubicBezTo>
                  <a:pt x="542" y="156"/>
                  <a:pt x="542" y="156"/>
                  <a:pt x="542" y="156"/>
                </a:cubicBezTo>
                <a:cubicBezTo>
                  <a:pt x="1204" y="156"/>
                  <a:pt x="1204" y="156"/>
                  <a:pt x="1204" y="156"/>
                </a:cubicBezTo>
                <a:cubicBezTo>
                  <a:pt x="1204" y="698"/>
                  <a:pt x="1204" y="698"/>
                  <a:pt x="1204" y="698"/>
                </a:cubicBezTo>
                <a:cubicBezTo>
                  <a:pt x="1204" y="713"/>
                  <a:pt x="1209" y="728"/>
                  <a:pt x="1217" y="741"/>
                </a:cubicBezTo>
                <a:cubicBezTo>
                  <a:pt x="1242" y="777"/>
                  <a:pt x="1289" y="787"/>
                  <a:pt x="1325" y="762"/>
                </a:cubicBezTo>
                <a:cubicBezTo>
                  <a:pt x="1516" y="636"/>
                  <a:pt x="1516" y="636"/>
                  <a:pt x="1516" y="636"/>
                </a:cubicBezTo>
                <a:cubicBezTo>
                  <a:pt x="1706" y="762"/>
                  <a:pt x="1706" y="762"/>
                  <a:pt x="1706" y="762"/>
                </a:cubicBezTo>
                <a:cubicBezTo>
                  <a:pt x="1719" y="771"/>
                  <a:pt x="1733" y="775"/>
                  <a:pt x="1748" y="775"/>
                </a:cubicBezTo>
                <a:cubicBezTo>
                  <a:pt x="1791" y="775"/>
                  <a:pt x="1825" y="741"/>
                  <a:pt x="1825" y="698"/>
                </a:cubicBezTo>
                <a:cubicBezTo>
                  <a:pt x="1825" y="156"/>
                  <a:pt x="1825" y="156"/>
                  <a:pt x="1825" y="156"/>
                </a:cubicBezTo>
                <a:cubicBezTo>
                  <a:pt x="1981" y="156"/>
                  <a:pt x="1981" y="156"/>
                  <a:pt x="1981" y="156"/>
                </a:cubicBezTo>
                <a:cubicBezTo>
                  <a:pt x="2023" y="156"/>
                  <a:pt x="2058" y="191"/>
                  <a:pt x="2058" y="233"/>
                </a:cubicBezTo>
                <a:lnTo>
                  <a:pt x="2058" y="2094"/>
                </a:lnTo>
                <a:close/>
                <a:moveTo>
                  <a:pt x="2058" y="2094"/>
                </a:moveTo>
                <a:cubicBezTo>
                  <a:pt x="2058" y="2094"/>
                  <a:pt x="2058" y="2094"/>
                  <a:pt x="2058" y="2094"/>
                </a:cubicBezTo>
              </a:path>
            </a:pathLst>
          </a:custGeom>
          <a:solidFill>
            <a:srgbClr val="004E98"/>
          </a:solidFill>
          <a:ln w="317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pic>
        <p:nvPicPr>
          <p:cNvPr id="24" name="图片 23">
            <a:extLst>
              <a:ext uri="{FF2B5EF4-FFF2-40B4-BE49-F238E27FC236}">
                <a16:creationId xmlns:a16="http://schemas.microsoft.com/office/drawing/2014/main" id="{8F0C6DC0-2732-D04E-8093-92FCDEC96333}"/>
              </a:ext>
            </a:extLst>
          </p:cNvPr>
          <p:cNvPicPr>
            <a:picLocks noChangeAspect="1"/>
          </p:cNvPicPr>
          <p:nvPr/>
        </p:nvPicPr>
        <p:blipFill rotWithShape="1">
          <a:blip r:embed="rId4" cstate="screen">
            <a:biLevel thresh="25000"/>
            <a:extLst>
              <a:ext uri="{28A0092B-C50C-407E-A947-70E740481C1C}">
                <a14:useLocalDpi xmlns:a14="http://schemas.microsoft.com/office/drawing/2010/main"/>
              </a:ext>
            </a:extLst>
          </a:blip>
          <a:srcRect/>
          <a:stretch/>
        </p:blipFill>
        <p:spPr>
          <a:xfrm>
            <a:off x="7836251" y="1078428"/>
            <a:ext cx="1702927" cy="1856541"/>
          </a:xfrm>
          <a:prstGeom prst="rect">
            <a:avLst/>
          </a:prstGeom>
        </p:spPr>
      </p:pic>
      <p:grpSp>
        <p:nvGrpSpPr>
          <p:cNvPr id="7" name="组合 6">
            <a:extLst>
              <a:ext uri="{FF2B5EF4-FFF2-40B4-BE49-F238E27FC236}">
                <a16:creationId xmlns:a16="http://schemas.microsoft.com/office/drawing/2014/main" id="{F6073B8B-DE07-D946-9A48-8957F594C65E}"/>
              </a:ext>
            </a:extLst>
          </p:cNvPr>
          <p:cNvGrpSpPr/>
          <p:nvPr/>
        </p:nvGrpSpPr>
        <p:grpSpPr>
          <a:xfrm>
            <a:off x="3540809" y="4881196"/>
            <a:ext cx="352692" cy="334499"/>
            <a:chOff x="3669142" y="4869555"/>
            <a:chExt cx="352692" cy="334499"/>
          </a:xfrm>
          <a:solidFill>
            <a:srgbClr val="004E98"/>
          </a:solidFill>
        </p:grpSpPr>
        <p:sp>
          <p:nvSpPr>
            <p:cNvPr id="8" name="Freeform 13">
              <a:extLst>
                <a:ext uri="{FF2B5EF4-FFF2-40B4-BE49-F238E27FC236}">
                  <a16:creationId xmlns:a16="http://schemas.microsoft.com/office/drawing/2014/main" id="{CDBA2AA8-F68F-1741-AD5B-3644142FA61C}"/>
                </a:ext>
              </a:extLst>
            </p:cNvPr>
            <p:cNvSpPr>
              <a:spLocks noEditPoints="1"/>
            </p:cNvSpPr>
            <p:nvPr/>
          </p:nvSpPr>
          <p:spPr bwMode="auto">
            <a:xfrm>
              <a:off x="3669142" y="4929412"/>
              <a:ext cx="303983" cy="251168"/>
            </a:xfrm>
            <a:custGeom>
              <a:avLst/>
              <a:gdLst>
                <a:gd name="T0" fmla="*/ 2381 w 2984"/>
                <a:gd name="T1" fmla="*/ 525 h 2461"/>
                <a:gd name="T2" fmla="*/ 2299 w 2984"/>
                <a:gd name="T3" fmla="*/ 619 h 2461"/>
                <a:gd name="T4" fmla="*/ 2381 w 2984"/>
                <a:gd name="T5" fmla="*/ 714 h 2461"/>
                <a:gd name="T6" fmla="*/ 2903 w 2984"/>
                <a:gd name="T7" fmla="*/ 714 h 2461"/>
                <a:gd name="T8" fmla="*/ 2984 w 2984"/>
                <a:gd name="T9" fmla="*/ 619 h 2461"/>
                <a:gd name="T10" fmla="*/ 2903 w 2984"/>
                <a:gd name="T11" fmla="*/ 525 h 2461"/>
                <a:gd name="T12" fmla="*/ 2381 w 2984"/>
                <a:gd name="T13" fmla="*/ 525 h 2461"/>
                <a:gd name="T14" fmla="*/ 2902 w 2984"/>
                <a:gd name="T15" fmla="*/ 0 h 2461"/>
                <a:gd name="T16" fmla="*/ 1862 w 2984"/>
                <a:gd name="T17" fmla="*/ 0 h 2461"/>
                <a:gd name="T18" fmla="*/ 1780 w 2984"/>
                <a:gd name="T19" fmla="*/ 94 h 2461"/>
                <a:gd name="T20" fmla="*/ 1862 w 2984"/>
                <a:gd name="T21" fmla="*/ 189 h 2461"/>
                <a:gd name="T22" fmla="*/ 2902 w 2984"/>
                <a:gd name="T23" fmla="*/ 189 h 2461"/>
                <a:gd name="T24" fmla="*/ 2984 w 2984"/>
                <a:gd name="T25" fmla="*/ 94 h 2461"/>
                <a:gd name="T26" fmla="*/ 2902 w 2984"/>
                <a:gd name="T27" fmla="*/ 0 h 2461"/>
                <a:gd name="T28" fmla="*/ 2459 w 2984"/>
                <a:gd name="T29" fmla="*/ 989 h 2461"/>
                <a:gd name="T30" fmla="*/ 2330 w 2984"/>
                <a:gd name="T31" fmla="*/ 953 h 2461"/>
                <a:gd name="T32" fmla="*/ 2285 w 2984"/>
                <a:gd name="T33" fmla="*/ 1009 h 2461"/>
                <a:gd name="T34" fmla="*/ 2013 w 2984"/>
                <a:gd name="T35" fmla="*/ 1982 h 2461"/>
                <a:gd name="T36" fmla="*/ 2006 w 2984"/>
                <a:gd name="T37" fmla="*/ 1968 h 2461"/>
                <a:gd name="T38" fmla="*/ 1459 w 2984"/>
                <a:gd name="T39" fmla="*/ 1404 h 2461"/>
                <a:gd name="T40" fmla="*/ 1437 w 2984"/>
                <a:gd name="T41" fmla="*/ 1393 h 2461"/>
                <a:gd name="T42" fmla="*/ 1457 w 2984"/>
                <a:gd name="T43" fmla="*/ 1379 h 2461"/>
                <a:gd name="T44" fmla="*/ 1712 w 2984"/>
                <a:gd name="T45" fmla="*/ 601 h 2461"/>
                <a:gd name="T46" fmla="*/ 1050 w 2984"/>
                <a:gd name="T47" fmla="*/ 119 h 2461"/>
                <a:gd name="T48" fmla="*/ 389 w 2984"/>
                <a:gd name="T49" fmla="*/ 601 h 2461"/>
                <a:gd name="T50" fmla="*/ 644 w 2984"/>
                <a:gd name="T51" fmla="*/ 1379 h 2461"/>
                <a:gd name="T52" fmla="*/ 664 w 2984"/>
                <a:gd name="T53" fmla="*/ 1393 h 2461"/>
                <a:gd name="T54" fmla="*/ 642 w 2984"/>
                <a:gd name="T55" fmla="*/ 1404 h 2461"/>
                <a:gd name="T56" fmla="*/ 0 w 2984"/>
                <a:gd name="T57" fmla="*/ 2351 h 2461"/>
                <a:gd name="T58" fmla="*/ 103 w 2984"/>
                <a:gd name="T59" fmla="*/ 2455 h 2461"/>
                <a:gd name="T60" fmla="*/ 207 w 2984"/>
                <a:gd name="T61" fmla="*/ 2351 h 2461"/>
                <a:gd name="T62" fmla="*/ 1050 w 2984"/>
                <a:gd name="T63" fmla="*/ 1510 h 2461"/>
                <a:gd name="T64" fmla="*/ 1647 w 2984"/>
                <a:gd name="T65" fmla="*/ 1806 h 2461"/>
                <a:gd name="T66" fmla="*/ 1893 w 2984"/>
                <a:gd name="T67" fmla="*/ 2351 h 2461"/>
                <a:gd name="T68" fmla="*/ 1960 w 2984"/>
                <a:gd name="T69" fmla="*/ 2448 h 2461"/>
                <a:gd name="T70" fmla="*/ 1964 w 2984"/>
                <a:gd name="T71" fmla="*/ 2450 h 2461"/>
                <a:gd name="T72" fmla="*/ 1996 w 2984"/>
                <a:gd name="T73" fmla="*/ 2461 h 2461"/>
                <a:gd name="T74" fmla="*/ 2017 w 2984"/>
                <a:gd name="T75" fmla="*/ 2461 h 2461"/>
                <a:gd name="T76" fmla="*/ 2088 w 2984"/>
                <a:gd name="T77" fmla="*/ 2408 h 2461"/>
                <a:gd name="T78" fmla="*/ 2094 w 2984"/>
                <a:gd name="T79" fmla="*/ 2386 h 2461"/>
                <a:gd name="T80" fmla="*/ 2097 w 2984"/>
                <a:gd name="T81" fmla="*/ 2375 h 2461"/>
                <a:gd name="T82" fmla="*/ 2136 w 2984"/>
                <a:gd name="T83" fmla="*/ 2237 h 2461"/>
                <a:gd name="T84" fmla="*/ 2141 w 2984"/>
                <a:gd name="T85" fmla="*/ 2222 h 2461"/>
                <a:gd name="T86" fmla="*/ 2467 w 2984"/>
                <a:gd name="T87" fmla="*/ 1060 h 2461"/>
                <a:gd name="T88" fmla="*/ 2459 w 2984"/>
                <a:gd name="T89" fmla="*/ 989 h 2461"/>
                <a:gd name="T90" fmla="*/ 1050 w 2984"/>
                <a:gd name="T91" fmla="*/ 1304 h 2461"/>
                <a:gd name="T92" fmla="*/ 564 w 2984"/>
                <a:gd name="T93" fmla="*/ 816 h 2461"/>
                <a:gd name="T94" fmla="*/ 1051 w 2984"/>
                <a:gd name="T95" fmla="*/ 329 h 2461"/>
                <a:gd name="T96" fmla="*/ 1538 w 2984"/>
                <a:gd name="T97" fmla="*/ 816 h 2461"/>
                <a:gd name="T98" fmla="*/ 1050 w 2984"/>
                <a:gd name="T99" fmla="*/ 1304 h 2461"/>
                <a:gd name="T100" fmla="*/ 1050 w 2984"/>
                <a:gd name="T101" fmla="*/ 1304 h 2461"/>
                <a:gd name="T102" fmla="*/ 1050 w 2984"/>
                <a:gd name="T103" fmla="*/ 1304 h 2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984" h="2461">
                  <a:moveTo>
                    <a:pt x="2381" y="525"/>
                  </a:moveTo>
                  <a:cubicBezTo>
                    <a:pt x="2336" y="525"/>
                    <a:pt x="2299" y="567"/>
                    <a:pt x="2299" y="619"/>
                  </a:cubicBezTo>
                  <a:cubicBezTo>
                    <a:pt x="2299" y="672"/>
                    <a:pt x="2336" y="714"/>
                    <a:pt x="2381" y="714"/>
                  </a:cubicBezTo>
                  <a:cubicBezTo>
                    <a:pt x="2903" y="714"/>
                    <a:pt x="2903" y="714"/>
                    <a:pt x="2903" y="714"/>
                  </a:cubicBezTo>
                  <a:cubicBezTo>
                    <a:pt x="2948" y="714"/>
                    <a:pt x="2984" y="672"/>
                    <a:pt x="2984" y="619"/>
                  </a:cubicBezTo>
                  <a:cubicBezTo>
                    <a:pt x="2984" y="567"/>
                    <a:pt x="2948" y="525"/>
                    <a:pt x="2903" y="525"/>
                  </a:cubicBezTo>
                  <a:lnTo>
                    <a:pt x="2381" y="525"/>
                  </a:lnTo>
                  <a:close/>
                  <a:moveTo>
                    <a:pt x="2902" y="0"/>
                  </a:moveTo>
                  <a:cubicBezTo>
                    <a:pt x="1862" y="0"/>
                    <a:pt x="1862" y="0"/>
                    <a:pt x="1862" y="0"/>
                  </a:cubicBezTo>
                  <a:cubicBezTo>
                    <a:pt x="1817" y="0"/>
                    <a:pt x="1780" y="42"/>
                    <a:pt x="1780" y="94"/>
                  </a:cubicBezTo>
                  <a:cubicBezTo>
                    <a:pt x="1780" y="147"/>
                    <a:pt x="1817" y="189"/>
                    <a:pt x="1862" y="189"/>
                  </a:cubicBezTo>
                  <a:cubicBezTo>
                    <a:pt x="2902" y="189"/>
                    <a:pt x="2902" y="189"/>
                    <a:pt x="2902" y="189"/>
                  </a:cubicBezTo>
                  <a:cubicBezTo>
                    <a:pt x="2948" y="189"/>
                    <a:pt x="2984" y="147"/>
                    <a:pt x="2984" y="94"/>
                  </a:cubicBezTo>
                  <a:cubicBezTo>
                    <a:pt x="2984" y="42"/>
                    <a:pt x="2948" y="0"/>
                    <a:pt x="2902" y="0"/>
                  </a:cubicBezTo>
                  <a:close/>
                  <a:moveTo>
                    <a:pt x="2459" y="989"/>
                  </a:moveTo>
                  <a:cubicBezTo>
                    <a:pt x="2433" y="944"/>
                    <a:pt x="2375" y="928"/>
                    <a:pt x="2330" y="953"/>
                  </a:cubicBezTo>
                  <a:cubicBezTo>
                    <a:pt x="2308" y="965"/>
                    <a:pt x="2292" y="985"/>
                    <a:pt x="2285" y="1009"/>
                  </a:cubicBezTo>
                  <a:cubicBezTo>
                    <a:pt x="2013" y="1982"/>
                    <a:pt x="2013" y="1982"/>
                    <a:pt x="2013" y="1982"/>
                  </a:cubicBezTo>
                  <a:cubicBezTo>
                    <a:pt x="2006" y="1968"/>
                    <a:pt x="2006" y="1968"/>
                    <a:pt x="2006" y="1968"/>
                  </a:cubicBezTo>
                  <a:cubicBezTo>
                    <a:pt x="1892" y="1729"/>
                    <a:pt x="1687" y="1518"/>
                    <a:pt x="1459" y="1404"/>
                  </a:cubicBezTo>
                  <a:cubicBezTo>
                    <a:pt x="1437" y="1393"/>
                    <a:pt x="1437" y="1393"/>
                    <a:pt x="1437" y="1393"/>
                  </a:cubicBezTo>
                  <a:cubicBezTo>
                    <a:pt x="1457" y="1379"/>
                    <a:pt x="1457" y="1379"/>
                    <a:pt x="1457" y="1379"/>
                  </a:cubicBezTo>
                  <a:cubicBezTo>
                    <a:pt x="1701" y="1202"/>
                    <a:pt x="1805" y="888"/>
                    <a:pt x="1712" y="601"/>
                  </a:cubicBezTo>
                  <a:cubicBezTo>
                    <a:pt x="1619" y="314"/>
                    <a:pt x="1352" y="119"/>
                    <a:pt x="1050" y="119"/>
                  </a:cubicBezTo>
                  <a:cubicBezTo>
                    <a:pt x="749" y="119"/>
                    <a:pt x="481" y="314"/>
                    <a:pt x="389" y="601"/>
                  </a:cubicBezTo>
                  <a:cubicBezTo>
                    <a:pt x="296" y="888"/>
                    <a:pt x="399" y="1202"/>
                    <a:pt x="644" y="1379"/>
                  </a:cubicBezTo>
                  <a:cubicBezTo>
                    <a:pt x="664" y="1393"/>
                    <a:pt x="664" y="1393"/>
                    <a:pt x="664" y="1393"/>
                  </a:cubicBezTo>
                  <a:cubicBezTo>
                    <a:pt x="642" y="1404"/>
                    <a:pt x="642" y="1404"/>
                    <a:pt x="642" y="1404"/>
                  </a:cubicBezTo>
                  <a:cubicBezTo>
                    <a:pt x="276" y="1587"/>
                    <a:pt x="0" y="1994"/>
                    <a:pt x="0" y="2351"/>
                  </a:cubicBezTo>
                  <a:cubicBezTo>
                    <a:pt x="0" y="2408"/>
                    <a:pt x="46" y="2455"/>
                    <a:pt x="103" y="2455"/>
                  </a:cubicBezTo>
                  <a:cubicBezTo>
                    <a:pt x="161" y="2455"/>
                    <a:pt x="207" y="2408"/>
                    <a:pt x="207" y="2351"/>
                  </a:cubicBezTo>
                  <a:cubicBezTo>
                    <a:pt x="207" y="2019"/>
                    <a:pt x="585" y="1510"/>
                    <a:pt x="1050" y="1510"/>
                  </a:cubicBezTo>
                  <a:cubicBezTo>
                    <a:pt x="1262" y="1510"/>
                    <a:pt x="1474" y="1615"/>
                    <a:pt x="1647" y="1806"/>
                  </a:cubicBezTo>
                  <a:cubicBezTo>
                    <a:pt x="1799" y="1974"/>
                    <a:pt x="1893" y="2183"/>
                    <a:pt x="1893" y="2351"/>
                  </a:cubicBezTo>
                  <a:cubicBezTo>
                    <a:pt x="1893" y="2394"/>
                    <a:pt x="1919" y="2433"/>
                    <a:pt x="1960" y="2448"/>
                  </a:cubicBezTo>
                  <a:cubicBezTo>
                    <a:pt x="1964" y="2450"/>
                    <a:pt x="1964" y="2450"/>
                    <a:pt x="1964" y="2450"/>
                  </a:cubicBezTo>
                  <a:cubicBezTo>
                    <a:pt x="1973" y="2456"/>
                    <a:pt x="1984" y="2460"/>
                    <a:pt x="1996" y="2461"/>
                  </a:cubicBezTo>
                  <a:cubicBezTo>
                    <a:pt x="2017" y="2461"/>
                    <a:pt x="2017" y="2461"/>
                    <a:pt x="2017" y="2461"/>
                  </a:cubicBezTo>
                  <a:cubicBezTo>
                    <a:pt x="2048" y="2457"/>
                    <a:pt x="2075" y="2437"/>
                    <a:pt x="2088" y="2408"/>
                  </a:cubicBezTo>
                  <a:cubicBezTo>
                    <a:pt x="2094" y="2386"/>
                    <a:pt x="2094" y="2386"/>
                    <a:pt x="2094" y="2386"/>
                  </a:cubicBezTo>
                  <a:cubicBezTo>
                    <a:pt x="2095" y="2382"/>
                    <a:pt x="2096" y="2379"/>
                    <a:pt x="2097" y="2375"/>
                  </a:cubicBezTo>
                  <a:cubicBezTo>
                    <a:pt x="2136" y="2237"/>
                    <a:pt x="2136" y="2237"/>
                    <a:pt x="2136" y="2237"/>
                  </a:cubicBezTo>
                  <a:cubicBezTo>
                    <a:pt x="2138" y="2232"/>
                    <a:pt x="2140" y="2227"/>
                    <a:pt x="2141" y="2222"/>
                  </a:cubicBezTo>
                  <a:cubicBezTo>
                    <a:pt x="2467" y="1060"/>
                    <a:pt x="2467" y="1060"/>
                    <a:pt x="2467" y="1060"/>
                  </a:cubicBezTo>
                  <a:cubicBezTo>
                    <a:pt x="2474" y="1036"/>
                    <a:pt x="2471" y="1010"/>
                    <a:pt x="2459" y="989"/>
                  </a:cubicBezTo>
                  <a:close/>
                  <a:moveTo>
                    <a:pt x="1050" y="1304"/>
                  </a:moveTo>
                  <a:cubicBezTo>
                    <a:pt x="781" y="1303"/>
                    <a:pt x="563" y="1085"/>
                    <a:pt x="564" y="816"/>
                  </a:cubicBezTo>
                  <a:cubicBezTo>
                    <a:pt x="564" y="547"/>
                    <a:pt x="782" y="329"/>
                    <a:pt x="1051" y="329"/>
                  </a:cubicBezTo>
                  <a:cubicBezTo>
                    <a:pt x="1320" y="329"/>
                    <a:pt x="1538" y="547"/>
                    <a:pt x="1538" y="816"/>
                  </a:cubicBezTo>
                  <a:cubicBezTo>
                    <a:pt x="1538" y="1085"/>
                    <a:pt x="1319" y="1303"/>
                    <a:pt x="1050" y="1304"/>
                  </a:cubicBezTo>
                  <a:close/>
                  <a:moveTo>
                    <a:pt x="1050" y="1304"/>
                  </a:moveTo>
                  <a:cubicBezTo>
                    <a:pt x="1050" y="1304"/>
                    <a:pt x="1050" y="1304"/>
                    <a:pt x="1050" y="1304"/>
                  </a:cubicBezTo>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9" name="Freeform 14">
              <a:extLst>
                <a:ext uri="{FF2B5EF4-FFF2-40B4-BE49-F238E27FC236}">
                  <a16:creationId xmlns:a16="http://schemas.microsoft.com/office/drawing/2014/main" id="{75A855DB-99F2-9944-9D69-1CB26D2EA46F}"/>
                </a:ext>
              </a:extLst>
            </p:cNvPr>
            <p:cNvSpPr>
              <a:spLocks noEditPoints="1"/>
            </p:cNvSpPr>
            <p:nvPr/>
          </p:nvSpPr>
          <p:spPr bwMode="auto">
            <a:xfrm>
              <a:off x="3687335" y="4869555"/>
              <a:ext cx="334499" cy="334499"/>
            </a:xfrm>
            <a:custGeom>
              <a:avLst/>
              <a:gdLst>
                <a:gd name="T0" fmla="*/ 2706 w 3282"/>
                <a:gd name="T1" fmla="*/ 0 h 3277"/>
                <a:gd name="T2" fmla="*/ 576 w 3282"/>
                <a:gd name="T3" fmla="*/ 0 h 3277"/>
                <a:gd name="T4" fmla="*/ 0 w 3282"/>
                <a:gd name="T5" fmla="*/ 615 h 3277"/>
                <a:gd name="T6" fmla="*/ 0 w 3282"/>
                <a:gd name="T7" fmla="*/ 812 h 3277"/>
                <a:gd name="T8" fmla="*/ 103 w 3282"/>
                <a:gd name="T9" fmla="*/ 915 h 3277"/>
                <a:gd name="T10" fmla="*/ 207 w 3282"/>
                <a:gd name="T11" fmla="*/ 812 h 3277"/>
                <a:gd name="T12" fmla="*/ 207 w 3282"/>
                <a:gd name="T13" fmla="*/ 615 h 3277"/>
                <a:gd name="T14" fmla="*/ 576 w 3282"/>
                <a:gd name="T15" fmla="*/ 207 h 3277"/>
                <a:gd name="T16" fmla="*/ 2706 w 3282"/>
                <a:gd name="T17" fmla="*/ 207 h 3277"/>
                <a:gd name="T18" fmla="*/ 3076 w 3282"/>
                <a:gd name="T19" fmla="*/ 615 h 3277"/>
                <a:gd name="T20" fmla="*/ 3076 w 3282"/>
                <a:gd name="T21" fmla="*/ 2662 h 3277"/>
                <a:gd name="T22" fmla="*/ 2706 w 3282"/>
                <a:gd name="T23" fmla="*/ 3070 h 3277"/>
                <a:gd name="T24" fmla="*/ 2233 w 3282"/>
                <a:gd name="T25" fmla="*/ 3070 h 3277"/>
                <a:gd name="T26" fmla="*/ 2143 w 3282"/>
                <a:gd name="T27" fmla="*/ 3122 h 3277"/>
                <a:gd name="T28" fmla="*/ 2143 w 3282"/>
                <a:gd name="T29" fmla="*/ 3225 h 3277"/>
                <a:gd name="T30" fmla="*/ 2233 w 3282"/>
                <a:gd name="T31" fmla="*/ 3277 h 3277"/>
                <a:gd name="T32" fmla="*/ 2706 w 3282"/>
                <a:gd name="T33" fmla="*/ 3277 h 3277"/>
                <a:gd name="T34" fmla="*/ 3282 w 3282"/>
                <a:gd name="T35" fmla="*/ 2662 h 3277"/>
                <a:gd name="T36" fmla="*/ 3282 w 3282"/>
                <a:gd name="T37" fmla="*/ 615 h 3277"/>
                <a:gd name="T38" fmla="*/ 2706 w 3282"/>
                <a:gd name="T39" fmla="*/ 0 h 3277"/>
                <a:gd name="T40" fmla="*/ 2706 w 3282"/>
                <a:gd name="T41" fmla="*/ 0 h 3277"/>
                <a:gd name="T42" fmla="*/ 2706 w 3282"/>
                <a:gd name="T43" fmla="*/ 0 h 3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82" h="3277">
                  <a:moveTo>
                    <a:pt x="2706" y="0"/>
                  </a:moveTo>
                  <a:cubicBezTo>
                    <a:pt x="576" y="0"/>
                    <a:pt x="576" y="0"/>
                    <a:pt x="576" y="0"/>
                  </a:cubicBezTo>
                  <a:cubicBezTo>
                    <a:pt x="258" y="0"/>
                    <a:pt x="0" y="276"/>
                    <a:pt x="0" y="615"/>
                  </a:cubicBezTo>
                  <a:cubicBezTo>
                    <a:pt x="0" y="812"/>
                    <a:pt x="0" y="812"/>
                    <a:pt x="0" y="812"/>
                  </a:cubicBezTo>
                  <a:cubicBezTo>
                    <a:pt x="0" y="869"/>
                    <a:pt x="46" y="915"/>
                    <a:pt x="103" y="915"/>
                  </a:cubicBezTo>
                  <a:cubicBezTo>
                    <a:pt x="160" y="915"/>
                    <a:pt x="207" y="869"/>
                    <a:pt x="207" y="812"/>
                  </a:cubicBezTo>
                  <a:cubicBezTo>
                    <a:pt x="207" y="615"/>
                    <a:pt x="207" y="615"/>
                    <a:pt x="207" y="615"/>
                  </a:cubicBezTo>
                  <a:cubicBezTo>
                    <a:pt x="207" y="390"/>
                    <a:pt x="373" y="207"/>
                    <a:pt x="576" y="207"/>
                  </a:cubicBezTo>
                  <a:cubicBezTo>
                    <a:pt x="2706" y="207"/>
                    <a:pt x="2706" y="207"/>
                    <a:pt x="2706" y="207"/>
                  </a:cubicBezTo>
                  <a:cubicBezTo>
                    <a:pt x="2909" y="207"/>
                    <a:pt x="3076" y="390"/>
                    <a:pt x="3076" y="615"/>
                  </a:cubicBezTo>
                  <a:cubicBezTo>
                    <a:pt x="3076" y="2662"/>
                    <a:pt x="3076" y="2662"/>
                    <a:pt x="3076" y="2662"/>
                  </a:cubicBezTo>
                  <a:cubicBezTo>
                    <a:pt x="3076" y="2887"/>
                    <a:pt x="2910" y="3070"/>
                    <a:pt x="2706" y="3070"/>
                  </a:cubicBezTo>
                  <a:cubicBezTo>
                    <a:pt x="2233" y="3070"/>
                    <a:pt x="2233" y="3070"/>
                    <a:pt x="2233" y="3070"/>
                  </a:cubicBezTo>
                  <a:cubicBezTo>
                    <a:pt x="2196" y="3070"/>
                    <a:pt x="2162" y="3090"/>
                    <a:pt x="2143" y="3122"/>
                  </a:cubicBezTo>
                  <a:cubicBezTo>
                    <a:pt x="2125" y="3154"/>
                    <a:pt x="2125" y="3193"/>
                    <a:pt x="2143" y="3225"/>
                  </a:cubicBezTo>
                  <a:cubicBezTo>
                    <a:pt x="2162" y="3257"/>
                    <a:pt x="2196" y="3277"/>
                    <a:pt x="2233" y="3277"/>
                  </a:cubicBezTo>
                  <a:cubicBezTo>
                    <a:pt x="2706" y="3277"/>
                    <a:pt x="2706" y="3277"/>
                    <a:pt x="2706" y="3277"/>
                  </a:cubicBezTo>
                  <a:cubicBezTo>
                    <a:pt x="3024" y="3277"/>
                    <a:pt x="3282" y="3001"/>
                    <a:pt x="3282" y="2662"/>
                  </a:cubicBezTo>
                  <a:cubicBezTo>
                    <a:pt x="3282" y="615"/>
                    <a:pt x="3282" y="615"/>
                    <a:pt x="3282" y="615"/>
                  </a:cubicBezTo>
                  <a:cubicBezTo>
                    <a:pt x="3282" y="276"/>
                    <a:pt x="3024" y="0"/>
                    <a:pt x="2706" y="0"/>
                  </a:cubicBezTo>
                  <a:close/>
                  <a:moveTo>
                    <a:pt x="2706" y="0"/>
                  </a:moveTo>
                  <a:cubicBezTo>
                    <a:pt x="2706" y="0"/>
                    <a:pt x="2706" y="0"/>
                    <a:pt x="2706" y="0"/>
                  </a:cubicBezTo>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grpSp>
      <p:sp>
        <p:nvSpPr>
          <p:cNvPr id="14" name="Freeform 26">
            <a:extLst>
              <a:ext uri="{FF2B5EF4-FFF2-40B4-BE49-F238E27FC236}">
                <a16:creationId xmlns:a16="http://schemas.microsoft.com/office/drawing/2014/main" id="{8C86B23C-2BB9-C84A-B49F-59AD397A4BEE}"/>
              </a:ext>
            </a:extLst>
          </p:cNvPr>
          <p:cNvSpPr>
            <a:spLocks noEditPoints="1"/>
          </p:cNvSpPr>
          <p:nvPr/>
        </p:nvSpPr>
        <p:spPr bwMode="auto">
          <a:xfrm>
            <a:off x="8249756" y="4877951"/>
            <a:ext cx="384176" cy="342899"/>
          </a:xfrm>
          <a:custGeom>
            <a:avLst/>
            <a:gdLst>
              <a:gd name="T0" fmla="*/ 1213 w 2995"/>
              <a:gd name="T1" fmla="*/ 2671 h 2671"/>
              <a:gd name="T2" fmla="*/ 1343 w 2995"/>
              <a:gd name="T3" fmla="*/ 2671 h 2671"/>
              <a:gd name="T4" fmla="*/ 1343 w 2995"/>
              <a:gd name="T5" fmla="*/ 2054 h 2671"/>
              <a:gd name="T6" fmla="*/ 1379 w 2995"/>
              <a:gd name="T7" fmla="*/ 1941 h 2671"/>
              <a:gd name="T8" fmla="*/ 2816 w 2995"/>
              <a:gd name="T9" fmla="*/ 267 h 2671"/>
              <a:gd name="T10" fmla="*/ 2419 w 2995"/>
              <a:gd name="T11" fmla="*/ 2293 h 2671"/>
              <a:gd name="T12" fmla="*/ 2383 w 2995"/>
              <a:gd name="T13" fmla="*/ 2316 h 2671"/>
              <a:gd name="T14" fmla="*/ 1542 w 2995"/>
              <a:gd name="T15" fmla="*/ 2054 h 2671"/>
              <a:gd name="T16" fmla="*/ 1501 w 2995"/>
              <a:gd name="T17" fmla="*/ 2180 h 2671"/>
              <a:gd name="T18" fmla="*/ 2355 w 2995"/>
              <a:gd name="T19" fmla="*/ 2447 h 2671"/>
              <a:gd name="T20" fmla="*/ 2547 w 2995"/>
              <a:gd name="T21" fmla="*/ 2321 h 2671"/>
              <a:gd name="T22" fmla="*/ 2973 w 2995"/>
              <a:gd name="T23" fmla="*/ 142 h 2671"/>
              <a:gd name="T24" fmla="*/ 2933 w 2995"/>
              <a:gd name="T25" fmla="*/ 23 h 2671"/>
              <a:gd name="T26" fmla="*/ 2831 w 2995"/>
              <a:gd name="T27" fmla="*/ 48 h 2671"/>
              <a:gd name="T28" fmla="*/ 2813 w 2995"/>
              <a:gd name="T29" fmla="*/ 14 h 2671"/>
              <a:gd name="T30" fmla="*/ 94 w 2995"/>
              <a:gd name="T31" fmla="*/ 1467 h 2671"/>
              <a:gd name="T32" fmla="*/ 83 w 2995"/>
              <a:gd name="T33" fmla="*/ 1650 h 2671"/>
              <a:gd name="T34" fmla="*/ 954 w 2995"/>
              <a:gd name="T35" fmla="*/ 1932 h 2671"/>
              <a:gd name="T36" fmla="*/ 995 w 2995"/>
              <a:gd name="T37" fmla="*/ 1808 h 2671"/>
              <a:gd name="T38" fmla="*/ 210 w 2995"/>
              <a:gd name="T39" fmla="*/ 1556 h 2671"/>
              <a:gd name="T40" fmla="*/ 2662 w 2995"/>
              <a:gd name="T41" fmla="*/ 244 h 2671"/>
              <a:gd name="T42" fmla="*/ 1297 w 2995"/>
              <a:gd name="T43" fmla="*/ 1833 h 2671"/>
              <a:gd name="T44" fmla="*/ 1212 w 2995"/>
              <a:gd name="T45" fmla="*/ 2042 h 2671"/>
              <a:gd name="T46" fmla="*/ 1213 w 2995"/>
              <a:gd name="T47" fmla="*/ 2671 h 2671"/>
              <a:gd name="T48" fmla="*/ 1213 w 2995"/>
              <a:gd name="T49" fmla="*/ 2671 h 2671"/>
              <a:gd name="T50" fmla="*/ 1213 w 2995"/>
              <a:gd name="T51" fmla="*/ 2671 h 2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995" h="2671">
                <a:moveTo>
                  <a:pt x="1213" y="2671"/>
                </a:moveTo>
                <a:cubicBezTo>
                  <a:pt x="1343" y="2671"/>
                  <a:pt x="1343" y="2671"/>
                  <a:pt x="1343" y="2671"/>
                </a:cubicBezTo>
                <a:cubicBezTo>
                  <a:pt x="1343" y="2671"/>
                  <a:pt x="1344" y="2098"/>
                  <a:pt x="1343" y="2054"/>
                </a:cubicBezTo>
                <a:cubicBezTo>
                  <a:pt x="1341" y="2011"/>
                  <a:pt x="1360" y="1963"/>
                  <a:pt x="1379" y="1941"/>
                </a:cubicBezTo>
                <a:cubicBezTo>
                  <a:pt x="1398" y="1919"/>
                  <a:pt x="2816" y="267"/>
                  <a:pt x="2816" y="267"/>
                </a:cubicBezTo>
                <a:cubicBezTo>
                  <a:pt x="2816" y="267"/>
                  <a:pt x="2424" y="2267"/>
                  <a:pt x="2419" y="2293"/>
                </a:cubicBezTo>
                <a:cubicBezTo>
                  <a:pt x="2415" y="2314"/>
                  <a:pt x="2402" y="2322"/>
                  <a:pt x="2383" y="2316"/>
                </a:cubicBezTo>
                <a:cubicBezTo>
                  <a:pt x="2361" y="2309"/>
                  <a:pt x="1542" y="2054"/>
                  <a:pt x="1542" y="2054"/>
                </a:cubicBezTo>
                <a:cubicBezTo>
                  <a:pt x="1501" y="2180"/>
                  <a:pt x="1501" y="2180"/>
                  <a:pt x="1501" y="2180"/>
                </a:cubicBezTo>
                <a:cubicBezTo>
                  <a:pt x="1501" y="2180"/>
                  <a:pt x="2278" y="2424"/>
                  <a:pt x="2355" y="2447"/>
                </a:cubicBezTo>
                <a:cubicBezTo>
                  <a:pt x="2440" y="2473"/>
                  <a:pt x="2529" y="2418"/>
                  <a:pt x="2547" y="2321"/>
                </a:cubicBezTo>
                <a:cubicBezTo>
                  <a:pt x="2562" y="2242"/>
                  <a:pt x="2967" y="179"/>
                  <a:pt x="2973" y="142"/>
                </a:cubicBezTo>
                <a:cubicBezTo>
                  <a:pt x="2979" y="105"/>
                  <a:pt x="2995" y="53"/>
                  <a:pt x="2933" y="23"/>
                </a:cubicBezTo>
                <a:cubicBezTo>
                  <a:pt x="2887" y="0"/>
                  <a:pt x="2831" y="48"/>
                  <a:pt x="2831" y="48"/>
                </a:cubicBezTo>
                <a:cubicBezTo>
                  <a:pt x="2813" y="14"/>
                  <a:pt x="2813" y="14"/>
                  <a:pt x="2813" y="14"/>
                </a:cubicBezTo>
                <a:cubicBezTo>
                  <a:pt x="2813" y="14"/>
                  <a:pt x="187" y="1417"/>
                  <a:pt x="94" y="1467"/>
                </a:cubicBezTo>
                <a:cubicBezTo>
                  <a:pt x="0" y="1518"/>
                  <a:pt x="4" y="1624"/>
                  <a:pt x="83" y="1650"/>
                </a:cubicBezTo>
                <a:cubicBezTo>
                  <a:pt x="161" y="1675"/>
                  <a:pt x="954" y="1932"/>
                  <a:pt x="954" y="1932"/>
                </a:cubicBezTo>
                <a:cubicBezTo>
                  <a:pt x="995" y="1808"/>
                  <a:pt x="995" y="1808"/>
                  <a:pt x="995" y="1808"/>
                </a:cubicBezTo>
                <a:cubicBezTo>
                  <a:pt x="210" y="1556"/>
                  <a:pt x="210" y="1556"/>
                  <a:pt x="210" y="1556"/>
                </a:cubicBezTo>
                <a:cubicBezTo>
                  <a:pt x="2662" y="244"/>
                  <a:pt x="2662" y="244"/>
                  <a:pt x="2662" y="244"/>
                </a:cubicBezTo>
                <a:cubicBezTo>
                  <a:pt x="2662" y="244"/>
                  <a:pt x="1351" y="1771"/>
                  <a:pt x="1297" y="1833"/>
                </a:cubicBezTo>
                <a:cubicBezTo>
                  <a:pt x="1243" y="1895"/>
                  <a:pt x="1212" y="1960"/>
                  <a:pt x="1212" y="2042"/>
                </a:cubicBezTo>
                <a:cubicBezTo>
                  <a:pt x="1212" y="2124"/>
                  <a:pt x="1213" y="2671"/>
                  <a:pt x="1213" y="2671"/>
                </a:cubicBezTo>
                <a:close/>
                <a:moveTo>
                  <a:pt x="1213" y="2671"/>
                </a:moveTo>
                <a:cubicBezTo>
                  <a:pt x="1213" y="2671"/>
                  <a:pt x="1213" y="2671"/>
                  <a:pt x="1213" y="2671"/>
                </a:cubicBezTo>
              </a:path>
            </a:pathLst>
          </a:custGeom>
          <a:solidFill>
            <a:srgbClr val="004E98"/>
          </a:solidFill>
          <a:ln w="317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22" name="Freeform 9">
            <a:extLst>
              <a:ext uri="{FF2B5EF4-FFF2-40B4-BE49-F238E27FC236}">
                <a16:creationId xmlns:a16="http://schemas.microsoft.com/office/drawing/2014/main" id="{D7ACAA04-8F45-BE4B-95A5-49BB39847738}"/>
              </a:ext>
            </a:extLst>
          </p:cNvPr>
          <p:cNvSpPr>
            <a:spLocks noEditPoints="1"/>
          </p:cNvSpPr>
          <p:nvPr/>
        </p:nvSpPr>
        <p:spPr bwMode="auto">
          <a:xfrm>
            <a:off x="5922435" y="5187211"/>
            <a:ext cx="385763" cy="365125"/>
          </a:xfrm>
          <a:custGeom>
            <a:avLst/>
            <a:gdLst>
              <a:gd name="T0" fmla="*/ 3081 w 3509"/>
              <a:gd name="T1" fmla="*/ 2874 h 3309"/>
              <a:gd name="T2" fmla="*/ 2572 w 3509"/>
              <a:gd name="T3" fmla="*/ 1631 h 3309"/>
              <a:gd name="T4" fmla="*/ 2496 w 3509"/>
              <a:gd name="T5" fmla="*/ 0 h 3309"/>
              <a:gd name="T6" fmla="*/ 0 w 3509"/>
              <a:gd name="T7" fmla="*/ 485 h 3309"/>
              <a:gd name="T8" fmla="*/ 3 w 3509"/>
              <a:gd name="T9" fmla="*/ 2517 h 3309"/>
              <a:gd name="T10" fmla="*/ 1894 w 3509"/>
              <a:gd name="T11" fmla="*/ 2957 h 3309"/>
              <a:gd name="T12" fmla="*/ 2842 w 3509"/>
              <a:gd name="T13" fmla="*/ 3092 h 3309"/>
              <a:gd name="T14" fmla="*/ 3370 w 3509"/>
              <a:gd name="T15" fmla="*/ 3262 h 3309"/>
              <a:gd name="T16" fmla="*/ 3452 w 3509"/>
              <a:gd name="T17" fmla="*/ 3180 h 3309"/>
              <a:gd name="T18" fmla="*/ 2419 w 3509"/>
              <a:gd name="T19" fmla="*/ 156 h 3309"/>
              <a:gd name="T20" fmla="*/ 1796 w 3509"/>
              <a:gd name="T21" fmla="*/ 1988 h 3309"/>
              <a:gd name="T22" fmla="*/ 153 w 3509"/>
              <a:gd name="T23" fmla="*/ 2116 h 3309"/>
              <a:gd name="T24" fmla="*/ 152 w 3509"/>
              <a:gd name="T25" fmla="*/ 488 h 3309"/>
              <a:gd name="T26" fmla="*/ 630 w 3509"/>
              <a:gd name="T27" fmla="*/ 156 h 3309"/>
              <a:gd name="T28" fmla="*/ 474 w 3509"/>
              <a:gd name="T29" fmla="*/ 2802 h 3309"/>
              <a:gd name="T30" fmla="*/ 485 w 3509"/>
              <a:gd name="T31" fmla="*/ 2144 h 3309"/>
              <a:gd name="T32" fmla="*/ 1681 w 3509"/>
              <a:gd name="T33" fmla="*/ 2395 h 3309"/>
              <a:gd name="T34" fmla="*/ 400 w 3509"/>
              <a:gd name="T35" fmla="*/ 2473 h 3309"/>
              <a:gd name="T36" fmla="*/ 1693 w 3509"/>
              <a:gd name="T37" fmla="*/ 2551 h 3309"/>
              <a:gd name="T38" fmla="*/ 479 w 3509"/>
              <a:gd name="T39" fmla="*/ 2801 h 3309"/>
              <a:gd name="T40" fmla="*/ 2800 w 3509"/>
              <a:gd name="T41" fmla="*/ 2936 h 3309"/>
              <a:gd name="T42" fmla="*/ 1904 w 3509"/>
              <a:gd name="T43" fmla="*/ 2105 h 3309"/>
              <a:gd name="T44" fmla="*/ 1970 w 3509"/>
              <a:gd name="T45" fmla="*/ 2005 h 3309"/>
              <a:gd name="T46" fmla="*/ 2800 w 3509"/>
              <a:gd name="T47" fmla="*/ 2936 h 3309"/>
              <a:gd name="T48" fmla="*/ 827 w 3509"/>
              <a:gd name="T49" fmla="*/ 1131 h 3309"/>
              <a:gd name="T50" fmla="*/ 885 w 3509"/>
              <a:gd name="T51" fmla="*/ 1625 h 3309"/>
              <a:gd name="T52" fmla="*/ 770 w 3509"/>
              <a:gd name="T53" fmla="*/ 1625 h 3309"/>
              <a:gd name="T54" fmla="*/ 1083 w 3509"/>
              <a:gd name="T55" fmla="*/ 1001 h 3309"/>
              <a:gd name="T56" fmla="*/ 1198 w 3509"/>
              <a:gd name="T57" fmla="*/ 1001 h 3309"/>
              <a:gd name="T58" fmla="*/ 1141 w 3509"/>
              <a:gd name="T59" fmla="*/ 1682 h 3309"/>
              <a:gd name="T60" fmla="*/ 1083 w 3509"/>
              <a:gd name="T61" fmla="*/ 1001 h 3309"/>
              <a:gd name="T62" fmla="*/ 1454 w 3509"/>
              <a:gd name="T63" fmla="*/ 1112 h 3309"/>
              <a:gd name="T64" fmla="*/ 1512 w 3509"/>
              <a:gd name="T65" fmla="*/ 1625 h 3309"/>
              <a:gd name="T66" fmla="*/ 1397 w 3509"/>
              <a:gd name="T67" fmla="*/ 1625 h 3309"/>
              <a:gd name="T68" fmla="*/ 1722 w 3509"/>
              <a:gd name="T69" fmla="*/ 1001 h 3309"/>
              <a:gd name="T70" fmla="*/ 1837 w 3509"/>
              <a:gd name="T71" fmla="*/ 1001 h 3309"/>
              <a:gd name="T72" fmla="*/ 1779 w 3509"/>
              <a:gd name="T73" fmla="*/ 1682 h 3309"/>
              <a:gd name="T74" fmla="*/ 1722 w 3509"/>
              <a:gd name="T75" fmla="*/ 1001 h 3309"/>
              <a:gd name="T76" fmla="*/ 786 w 3509"/>
              <a:gd name="T77" fmla="*/ 927 h 3309"/>
              <a:gd name="T78" fmla="*/ 1086 w 3509"/>
              <a:gd name="T79" fmla="*/ 549 h 3309"/>
              <a:gd name="T80" fmla="*/ 1507 w 3509"/>
              <a:gd name="T81" fmla="*/ 880 h 3309"/>
              <a:gd name="T82" fmla="*/ 1739 w 3509"/>
              <a:gd name="T83" fmla="*/ 549 h 3309"/>
              <a:gd name="T84" fmla="*/ 1820 w 3509"/>
              <a:gd name="T85" fmla="*/ 631 h 3309"/>
              <a:gd name="T86" fmla="*/ 1466 w 3509"/>
              <a:gd name="T87" fmla="*/ 980 h 3309"/>
              <a:gd name="T88" fmla="*/ 1085 w 3509"/>
              <a:gd name="T89" fmla="*/ 632 h 3309"/>
              <a:gd name="T90" fmla="*/ 868 w 3509"/>
              <a:gd name="T91" fmla="*/ 928 h 3309"/>
              <a:gd name="T92" fmla="*/ 868 w 3509"/>
              <a:gd name="T93" fmla="*/ 928 h 3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09" h="3309">
                <a:moveTo>
                  <a:pt x="3452" y="3180"/>
                </a:moveTo>
                <a:cubicBezTo>
                  <a:pt x="3081" y="2874"/>
                  <a:pt x="3081" y="2874"/>
                  <a:pt x="3081" y="2874"/>
                </a:cubicBezTo>
                <a:cubicBezTo>
                  <a:pt x="3208" y="2681"/>
                  <a:pt x="3253" y="2445"/>
                  <a:pt x="3205" y="2219"/>
                </a:cubicBezTo>
                <a:cubicBezTo>
                  <a:pt x="3139" y="1904"/>
                  <a:pt x="2870" y="1687"/>
                  <a:pt x="2572" y="1631"/>
                </a:cubicBezTo>
                <a:cubicBezTo>
                  <a:pt x="2572" y="78"/>
                  <a:pt x="2572" y="78"/>
                  <a:pt x="2572" y="78"/>
                </a:cubicBezTo>
                <a:cubicBezTo>
                  <a:pt x="2572" y="35"/>
                  <a:pt x="2538" y="1"/>
                  <a:pt x="2496" y="0"/>
                </a:cubicBezTo>
                <a:cubicBezTo>
                  <a:pt x="521" y="0"/>
                  <a:pt x="521" y="0"/>
                  <a:pt x="521" y="0"/>
                </a:cubicBezTo>
                <a:cubicBezTo>
                  <a:pt x="235" y="0"/>
                  <a:pt x="14" y="186"/>
                  <a:pt x="0" y="485"/>
                </a:cubicBezTo>
                <a:cubicBezTo>
                  <a:pt x="0" y="2494"/>
                  <a:pt x="0" y="2494"/>
                  <a:pt x="0" y="2494"/>
                </a:cubicBezTo>
                <a:cubicBezTo>
                  <a:pt x="0" y="2502"/>
                  <a:pt x="1" y="2510"/>
                  <a:pt x="3" y="2517"/>
                </a:cubicBezTo>
                <a:cubicBezTo>
                  <a:pt x="26" y="2762"/>
                  <a:pt x="228" y="2950"/>
                  <a:pt x="473" y="2957"/>
                </a:cubicBezTo>
                <a:cubicBezTo>
                  <a:pt x="1894" y="2957"/>
                  <a:pt x="1894" y="2957"/>
                  <a:pt x="1894" y="2957"/>
                </a:cubicBezTo>
                <a:cubicBezTo>
                  <a:pt x="1901" y="2966"/>
                  <a:pt x="1909" y="2974"/>
                  <a:pt x="1917" y="2982"/>
                </a:cubicBezTo>
                <a:cubicBezTo>
                  <a:pt x="2162" y="3232"/>
                  <a:pt x="2548" y="3257"/>
                  <a:pt x="2842" y="3092"/>
                </a:cubicBezTo>
                <a:cubicBezTo>
                  <a:pt x="2904" y="3058"/>
                  <a:pt x="2959" y="3014"/>
                  <a:pt x="3008" y="2963"/>
                </a:cubicBezTo>
                <a:cubicBezTo>
                  <a:pt x="3370" y="3262"/>
                  <a:pt x="3370" y="3262"/>
                  <a:pt x="3370" y="3262"/>
                </a:cubicBezTo>
                <a:cubicBezTo>
                  <a:pt x="3427" y="3309"/>
                  <a:pt x="3509" y="3227"/>
                  <a:pt x="3451" y="3180"/>
                </a:cubicBezTo>
                <a:lnTo>
                  <a:pt x="3452" y="3180"/>
                </a:lnTo>
                <a:close/>
                <a:moveTo>
                  <a:pt x="630" y="156"/>
                </a:moveTo>
                <a:cubicBezTo>
                  <a:pt x="2419" y="156"/>
                  <a:pt x="2419" y="156"/>
                  <a:pt x="2419" y="156"/>
                </a:cubicBezTo>
                <a:cubicBezTo>
                  <a:pt x="2419" y="1620"/>
                  <a:pt x="2419" y="1620"/>
                  <a:pt x="2419" y="1620"/>
                </a:cubicBezTo>
                <a:cubicBezTo>
                  <a:pt x="2164" y="1634"/>
                  <a:pt x="1932" y="1772"/>
                  <a:pt x="1796" y="1988"/>
                </a:cubicBezTo>
                <a:cubicBezTo>
                  <a:pt x="479" y="1988"/>
                  <a:pt x="479" y="1988"/>
                  <a:pt x="479" y="1988"/>
                </a:cubicBezTo>
                <a:cubicBezTo>
                  <a:pt x="357" y="1985"/>
                  <a:pt x="240" y="2031"/>
                  <a:pt x="153" y="2116"/>
                </a:cubicBezTo>
                <a:cubicBezTo>
                  <a:pt x="153" y="493"/>
                  <a:pt x="153" y="493"/>
                  <a:pt x="153" y="493"/>
                </a:cubicBezTo>
                <a:cubicBezTo>
                  <a:pt x="153" y="492"/>
                  <a:pt x="152" y="490"/>
                  <a:pt x="152" y="488"/>
                </a:cubicBezTo>
                <a:cubicBezTo>
                  <a:pt x="153" y="485"/>
                  <a:pt x="153" y="485"/>
                  <a:pt x="153" y="485"/>
                </a:cubicBezTo>
                <a:cubicBezTo>
                  <a:pt x="167" y="192"/>
                  <a:pt x="406" y="156"/>
                  <a:pt x="630" y="156"/>
                </a:cubicBezTo>
                <a:close/>
                <a:moveTo>
                  <a:pt x="479" y="2802"/>
                </a:moveTo>
                <a:cubicBezTo>
                  <a:pt x="474" y="2802"/>
                  <a:pt x="474" y="2802"/>
                  <a:pt x="474" y="2802"/>
                </a:cubicBezTo>
                <a:cubicBezTo>
                  <a:pt x="57" y="2780"/>
                  <a:pt x="60" y="2122"/>
                  <a:pt x="479" y="2144"/>
                </a:cubicBezTo>
                <a:cubicBezTo>
                  <a:pt x="481" y="2144"/>
                  <a:pt x="483" y="2144"/>
                  <a:pt x="485" y="2144"/>
                </a:cubicBezTo>
                <a:cubicBezTo>
                  <a:pt x="1724" y="2144"/>
                  <a:pt x="1724" y="2144"/>
                  <a:pt x="1724" y="2144"/>
                </a:cubicBezTo>
                <a:cubicBezTo>
                  <a:pt x="1697" y="2225"/>
                  <a:pt x="1683" y="2309"/>
                  <a:pt x="1681" y="2395"/>
                </a:cubicBezTo>
                <a:cubicBezTo>
                  <a:pt x="474" y="2395"/>
                  <a:pt x="474" y="2395"/>
                  <a:pt x="474" y="2395"/>
                </a:cubicBezTo>
                <a:cubicBezTo>
                  <a:pt x="432" y="2397"/>
                  <a:pt x="400" y="2431"/>
                  <a:pt x="400" y="2473"/>
                </a:cubicBezTo>
                <a:cubicBezTo>
                  <a:pt x="400" y="2514"/>
                  <a:pt x="432" y="2549"/>
                  <a:pt x="474" y="2551"/>
                </a:cubicBezTo>
                <a:cubicBezTo>
                  <a:pt x="1693" y="2551"/>
                  <a:pt x="1693" y="2551"/>
                  <a:pt x="1693" y="2551"/>
                </a:cubicBezTo>
                <a:cubicBezTo>
                  <a:pt x="1708" y="2639"/>
                  <a:pt x="1739" y="2723"/>
                  <a:pt x="1782" y="2801"/>
                </a:cubicBezTo>
                <a:cubicBezTo>
                  <a:pt x="479" y="2801"/>
                  <a:pt x="479" y="2801"/>
                  <a:pt x="479" y="2801"/>
                </a:cubicBezTo>
                <a:cubicBezTo>
                  <a:pt x="479" y="2802"/>
                  <a:pt x="479" y="2802"/>
                  <a:pt x="479" y="2802"/>
                </a:cubicBezTo>
                <a:close/>
                <a:moveTo>
                  <a:pt x="2800" y="2936"/>
                </a:moveTo>
                <a:cubicBezTo>
                  <a:pt x="2571" y="3091"/>
                  <a:pt x="2267" y="3076"/>
                  <a:pt x="2055" y="2899"/>
                </a:cubicBezTo>
                <a:cubicBezTo>
                  <a:pt x="1820" y="2709"/>
                  <a:pt x="1773" y="2372"/>
                  <a:pt x="1904" y="2105"/>
                </a:cubicBezTo>
                <a:cubicBezTo>
                  <a:pt x="1904" y="2104"/>
                  <a:pt x="1904" y="2104"/>
                  <a:pt x="1904" y="2104"/>
                </a:cubicBezTo>
                <a:cubicBezTo>
                  <a:pt x="1928" y="2075"/>
                  <a:pt x="1946" y="2036"/>
                  <a:pt x="1970" y="2005"/>
                </a:cubicBezTo>
                <a:cubicBezTo>
                  <a:pt x="2098" y="1848"/>
                  <a:pt x="2294" y="1762"/>
                  <a:pt x="2496" y="1775"/>
                </a:cubicBezTo>
                <a:cubicBezTo>
                  <a:pt x="3076" y="1830"/>
                  <a:pt x="3275" y="2593"/>
                  <a:pt x="2800" y="2936"/>
                </a:cubicBezTo>
                <a:close/>
                <a:moveTo>
                  <a:pt x="770" y="1189"/>
                </a:moveTo>
                <a:cubicBezTo>
                  <a:pt x="770" y="1157"/>
                  <a:pt x="796" y="1131"/>
                  <a:pt x="827" y="1131"/>
                </a:cubicBezTo>
                <a:cubicBezTo>
                  <a:pt x="859" y="1131"/>
                  <a:pt x="885" y="1157"/>
                  <a:pt x="885" y="1189"/>
                </a:cubicBezTo>
                <a:cubicBezTo>
                  <a:pt x="885" y="1625"/>
                  <a:pt x="885" y="1625"/>
                  <a:pt x="885" y="1625"/>
                </a:cubicBezTo>
                <a:cubicBezTo>
                  <a:pt x="885" y="1656"/>
                  <a:pt x="859" y="1682"/>
                  <a:pt x="827" y="1682"/>
                </a:cubicBezTo>
                <a:cubicBezTo>
                  <a:pt x="796" y="1682"/>
                  <a:pt x="770" y="1656"/>
                  <a:pt x="770" y="1625"/>
                </a:cubicBezTo>
                <a:lnTo>
                  <a:pt x="770" y="1189"/>
                </a:lnTo>
                <a:close/>
                <a:moveTo>
                  <a:pt x="1083" y="1001"/>
                </a:moveTo>
                <a:cubicBezTo>
                  <a:pt x="1083" y="970"/>
                  <a:pt x="1109" y="944"/>
                  <a:pt x="1141" y="944"/>
                </a:cubicBezTo>
                <a:cubicBezTo>
                  <a:pt x="1172" y="944"/>
                  <a:pt x="1198" y="970"/>
                  <a:pt x="1198" y="1001"/>
                </a:cubicBezTo>
                <a:cubicBezTo>
                  <a:pt x="1198" y="1625"/>
                  <a:pt x="1198" y="1625"/>
                  <a:pt x="1198" y="1625"/>
                </a:cubicBezTo>
                <a:cubicBezTo>
                  <a:pt x="1198" y="1656"/>
                  <a:pt x="1172" y="1682"/>
                  <a:pt x="1141" y="1682"/>
                </a:cubicBezTo>
                <a:cubicBezTo>
                  <a:pt x="1109" y="1682"/>
                  <a:pt x="1083" y="1656"/>
                  <a:pt x="1083" y="1625"/>
                </a:cubicBezTo>
                <a:lnTo>
                  <a:pt x="1083" y="1001"/>
                </a:lnTo>
                <a:close/>
                <a:moveTo>
                  <a:pt x="1397" y="1169"/>
                </a:moveTo>
                <a:cubicBezTo>
                  <a:pt x="1397" y="1137"/>
                  <a:pt x="1423" y="1112"/>
                  <a:pt x="1454" y="1112"/>
                </a:cubicBezTo>
                <a:cubicBezTo>
                  <a:pt x="1486" y="1112"/>
                  <a:pt x="1512" y="1137"/>
                  <a:pt x="1512" y="1169"/>
                </a:cubicBezTo>
                <a:cubicBezTo>
                  <a:pt x="1512" y="1625"/>
                  <a:pt x="1512" y="1625"/>
                  <a:pt x="1512" y="1625"/>
                </a:cubicBezTo>
                <a:cubicBezTo>
                  <a:pt x="1512" y="1656"/>
                  <a:pt x="1486" y="1682"/>
                  <a:pt x="1454" y="1682"/>
                </a:cubicBezTo>
                <a:cubicBezTo>
                  <a:pt x="1423" y="1682"/>
                  <a:pt x="1397" y="1656"/>
                  <a:pt x="1397" y="1625"/>
                </a:cubicBezTo>
                <a:lnTo>
                  <a:pt x="1397" y="1169"/>
                </a:lnTo>
                <a:close/>
                <a:moveTo>
                  <a:pt x="1722" y="1001"/>
                </a:moveTo>
                <a:cubicBezTo>
                  <a:pt x="1722" y="970"/>
                  <a:pt x="1748" y="944"/>
                  <a:pt x="1779" y="944"/>
                </a:cubicBezTo>
                <a:cubicBezTo>
                  <a:pt x="1811" y="944"/>
                  <a:pt x="1837" y="970"/>
                  <a:pt x="1837" y="1001"/>
                </a:cubicBezTo>
                <a:cubicBezTo>
                  <a:pt x="1837" y="1625"/>
                  <a:pt x="1837" y="1625"/>
                  <a:pt x="1837" y="1625"/>
                </a:cubicBezTo>
                <a:cubicBezTo>
                  <a:pt x="1837" y="1656"/>
                  <a:pt x="1811" y="1682"/>
                  <a:pt x="1779" y="1682"/>
                </a:cubicBezTo>
                <a:cubicBezTo>
                  <a:pt x="1748" y="1682"/>
                  <a:pt x="1722" y="1656"/>
                  <a:pt x="1722" y="1625"/>
                </a:cubicBezTo>
                <a:lnTo>
                  <a:pt x="1722" y="1001"/>
                </a:lnTo>
                <a:close/>
                <a:moveTo>
                  <a:pt x="868" y="928"/>
                </a:moveTo>
                <a:cubicBezTo>
                  <a:pt x="845" y="950"/>
                  <a:pt x="809" y="950"/>
                  <a:pt x="786" y="927"/>
                </a:cubicBezTo>
                <a:cubicBezTo>
                  <a:pt x="764" y="904"/>
                  <a:pt x="764" y="867"/>
                  <a:pt x="787" y="845"/>
                </a:cubicBezTo>
                <a:cubicBezTo>
                  <a:pt x="1086" y="549"/>
                  <a:pt x="1086" y="549"/>
                  <a:pt x="1086" y="549"/>
                </a:cubicBezTo>
                <a:cubicBezTo>
                  <a:pt x="1108" y="527"/>
                  <a:pt x="1144" y="527"/>
                  <a:pt x="1167" y="549"/>
                </a:cubicBezTo>
                <a:cubicBezTo>
                  <a:pt x="1507" y="880"/>
                  <a:pt x="1507" y="880"/>
                  <a:pt x="1507" y="880"/>
                </a:cubicBezTo>
                <a:cubicBezTo>
                  <a:pt x="1426" y="880"/>
                  <a:pt x="1426" y="880"/>
                  <a:pt x="1426" y="880"/>
                </a:cubicBezTo>
                <a:cubicBezTo>
                  <a:pt x="1739" y="549"/>
                  <a:pt x="1739" y="549"/>
                  <a:pt x="1739" y="549"/>
                </a:cubicBezTo>
                <a:cubicBezTo>
                  <a:pt x="1762" y="530"/>
                  <a:pt x="1796" y="531"/>
                  <a:pt x="1818" y="553"/>
                </a:cubicBezTo>
                <a:cubicBezTo>
                  <a:pt x="1839" y="574"/>
                  <a:pt x="1840" y="608"/>
                  <a:pt x="1820" y="631"/>
                </a:cubicBezTo>
                <a:cubicBezTo>
                  <a:pt x="1507" y="963"/>
                  <a:pt x="1507" y="963"/>
                  <a:pt x="1507" y="963"/>
                </a:cubicBezTo>
                <a:cubicBezTo>
                  <a:pt x="1496" y="974"/>
                  <a:pt x="1481" y="980"/>
                  <a:pt x="1466" y="980"/>
                </a:cubicBezTo>
                <a:cubicBezTo>
                  <a:pt x="1451" y="980"/>
                  <a:pt x="1436" y="974"/>
                  <a:pt x="1426" y="963"/>
                </a:cubicBezTo>
                <a:cubicBezTo>
                  <a:pt x="1085" y="632"/>
                  <a:pt x="1085" y="632"/>
                  <a:pt x="1085" y="632"/>
                </a:cubicBezTo>
                <a:cubicBezTo>
                  <a:pt x="1167" y="632"/>
                  <a:pt x="1167" y="632"/>
                  <a:pt x="1167" y="632"/>
                </a:cubicBezTo>
                <a:cubicBezTo>
                  <a:pt x="868" y="928"/>
                  <a:pt x="868" y="928"/>
                  <a:pt x="868" y="928"/>
                </a:cubicBezTo>
                <a:cubicBezTo>
                  <a:pt x="868" y="928"/>
                  <a:pt x="868" y="928"/>
                  <a:pt x="868" y="928"/>
                </a:cubicBezTo>
                <a:close/>
                <a:moveTo>
                  <a:pt x="868" y="928"/>
                </a:moveTo>
                <a:cubicBezTo>
                  <a:pt x="868" y="928"/>
                  <a:pt x="868" y="928"/>
                  <a:pt x="868" y="928"/>
                </a:cubicBezTo>
              </a:path>
            </a:pathLst>
          </a:custGeom>
          <a:solidFill>
            <a:srgbClr val="004E98"/>
          </a:solidFill>
          <a:ln w="317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21" name="Freeform 5">
            <a:extLst>
              <a:ext uri="{FF2B5EF4-FFF2-40B4-BE49-F238E27FC236}">
                <a16:creationId xmlns:a16="http://schemas.microsoft.com/office/drawing/2014/main" id="{D5DFA5E8-3448-B046-BC1E-8A95A1D55154}"/>
              </a:ext>
            </a:extLst>
          </p:cNvPr>
          <p:cNvSpPr>
            <a:spLocks noEditPoints="1"/>
          </p:cNvSpPr>
          <p:nvPr/>
        </p:nvSpPr>
        <p:spPr bwMode="auto">
          <a:xfrm>
            <a:off x="1424016" y="3764155"/>
            <a:ext cx="341920" cy="388463"/>
          </a:xfrm>
          <a:custGeom>
            <a:avLst/>
            <a:gdLst>
              <a:gd name="T0" fmla="*/ 1233 w 2903"/>
              <a:gd name="T1" fmla="*/ 3076 h 3277"/>
              <a:gd name="T2" fmla="*/ 332 w 2903"/>
              <a:gd name="T3" fmla="*/ 2507 h 3277"/>
              <a:gd name="T4" fmla="*/ 0 w 2903"/>
              <a:gd name="T5" fmla="*/ 2355 h 3277"/>
              <a:gd name="T6" fmla="*/ 138 w 2903"/>
              <a:gd name="T7" fmla="*/ 1107 h 3277"/>
              <a:gd name="T8" fmla="*/ 206 w 2903"/>
              <a:gd name="T9" fmla="*/ 717 h 3277"/>
              <a:gd name="T10" fmla="*/ 1234 w 2903"/>
              <a:gd name="T11" fmla="*/ 223 h 3277"/>
              <a:gd name="T12" fmla="*/ 1434 w 2903"/>
              <a:gd name="T13" fmla="*/ 0 h 3277"/>
              <a:gd name="T14" fmla="*/ 1631 w 2903"/>
              <a:gd name="T15" fmla="*/ 238 h 3277"/>
              <a:gd name="T16" fmla="*/ 2702 w 2903"/>
              <a:gd name="T17" fmla="*/ 717 h 3277"/>
              <a:gd name="T18" fmla="*/ 2770 w 2903"/>
              <a:gd name="T19" fmla="*/ 1106 h 3277"/>
              <a:gd name="T20" fmla="*/ 2903 w 2903"/>
              <a:gd name="T21" fmla="*/ 2350 h 3277"/>
              <a:gd name="T22" fmla="*/ 2568 w 2903"/>
              <a:gd name="T23" fmla="*/ 2500 h 3277"/>
              <a:gd name="T24" fmla="*/ 1635 w 2903"/>
              <a:gd name="T25" fmla="*/ 3076 h 3277"/>
              <a:gd name="T26" fmla="*/ 1434 w 2903"/>
              <a:gd name="T27" fmla="*/ 2995 h 3277"/>
              <a:gd name="T28" fmla="*/ 1434 w 2903"/>
              <a:gd name="T29" fmla="*/ 3157 h 3277"/>
              <a:gd name="T30" fmla="*/ 1434 w 2903"/>
              <a:gd name="T31" fmla="*/ 2995 h 3277"/>
              <a:gd name="T32" fmla="*/ 1575 w 2903"/>
              <a:gd name="T33" fmla="*/ 2934 h 3277"/>
              <a:gd name="T34" fmla="*/ 2501 w 2903"/>
              <a:gd name="T35" fmla="*/ 2350 h 3277"/>
              <a:gd name="T36" fmla="*/ 2650 w 2903"/>
              <a:gd name="T37" fmla="*/ 1111 h 3277"/>
              <a:gd name="T38" fmla="*/ 1631 w 2903"/>
              <a:gd name="T39" fmla="*/ 1601 h 3277"/>
              <a:gd name="T40" fmla="*/ 1509 w 2903"/>
              <a:gd name="T41" fmla="*/ 1823 h 3277"/>
              <a:gd name="T42" fmla="*/ 1302 w 2903"/>
              <a:gd name="T43" fmla="*/ 2925 h 3277"/>
              <a:gd name="T44" fmla="*/ 1388 w 2903"/>
              <a:gd name="T45" fmla="*/ 1833 h 3277"/>
              <a:gd name="T46" fmla="*/ 1238 w 2903"/>
              <a:gd name="T47" fmla="*/ 1594 h 3277"/>
              <a:gd name="T48" fmla="*/ 259 w 2903"/>
              <a:gd name="T49" fmla="*/ 1111 h 3277"/>
              <a:gd name="T50" fmla="*/ 402 w 2903"/>
              <a:gd name="T51" fmla="*/ 2355 h 3277"/>
              <a:gd name="T52" fmla="*/ 1302 w 2903"/>
              <a:gd name="T53" fmla="*/ 2925 h 3277"/>
              <a:gd name="T54" fmla="*/ 120 w 2903"/>
              <a:gd name="T55" fmla="*/ 2355 h 3277"/>
              <a:gd name="T56" fmla="*/ 258 w 2903"/>
              <a:gd name="T57" fmla="*/ 2412 h 3277"/>
              <a:gd name="T58" fmla="*/ 201 w 2903"/>
              <a:gd name="T59" fmla="*/ 2274 h 3277"/>
              <a:gd name="T60" fmla="*/ 2621 w 2903"/>
              <a:gd name="T61" fmla="*/ 2350 h 3277"/>
              <a:gd name="T62" fmla="*/ 2783 w 2903"/>
              <a:gd name="T63" fmla="*/ 2350 h 3277"/>
              <a:gd name="T64" fmla="*/ 1434 w 2903"/>
              <a:gd name="T65" fmla="*/ 1557 h 3277"/>
              <a:gd name="T66" fmla="*/ 1359 w 2903"/>
              <a:gd name="T67" fmla="*/ 1606 h 3277"/>
              <a:gd name="T68" fmla="*/ 1434 w 2903"/>
              <a:gd name="T69" fmla="*/ 1718 h 3277"/>
              <a:gd name="T70" fmla="*/ 1434 w 2903"/>
              <a:gd name="T71" fmla="*/ 1557 h 3277"/>
              <a:gd name="T72" fmla="*/ 1574 w 2903"/>
              <a:gd name="T73" fmla="*/ 1495 h 3277"/>
              <a:gd name="T74" fmla="*/ 2501 w 2903"/>
              <a:gd name="T75" fmla="*/ 918 h 3277"/>
              <a:gd name="T76" fmla="*/ 1574 w 2903"/>
              <a:gd name="T77" fmla="*/ 344 h 3277"/>
              <a:gd name="T78" fmla="*/ 1283 w 2903"/>
              <a:gd name="T79" fmla="*/ 333 h 3277"/>
              <a:gd name="T80" fmla="*/ 407 w 2903"/>
              <a:gd name="T81" fmla="*/ 918 h 3277"/>
              <a:gd name="T82" fmla="*/ 1298 w 2903"/>
              <a:gd name="T83" fmla="*/ 1490 h 3277"/>
              <a:gd name="T84" fmla="*/ 206 w 2903"/>
              <a:gd name="T85" fmla="*/ 837 h 3277"/>
              <a:gd name="T86" fmla="*/ 206 w 2903"/>
              <a:gd name="T87" fmla="*/ 999 h 3277"/>
              <a:gd name="T88" fmla="*/ 206 w 2903"/>
              <a:gd name="T89" fmla="*/ 837 h 3277"/>
              <a:gd name="T90" fmla="*/ 2645 w 2903"/>
              <a:gd name="T91" fmla="*/ 861 h 3277"/>
              <a:gd name="T92" fmla="*/ 2702 w 2903"/>
              <a:gd name="T93" fmla="*/ 999 h 3277"/>
              <a:gd name="T94" fmla="*/ 2702 w 2903"/>
              <a:gd name="T95" fmla="*/ 837 h 3277"/>
              <a:gd name="T96" fmla="*/ 1353 w 2903"/>
              <a:gd name="T97" fmla="*/ 201 h 3277"/>
              <a:gd name="T98" fmla="*/ 1515 w 2903"/>
              <a:gd name="T99" fmla="*/ 201 h 3277"/>
              <a:gd name="T100" fmla="*/ 1434 w 2903"/>
              <a:gd name="T101" fmla="*/ 120 h 3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03" h="3277">
                <a:moveTo>
                  <a:pt x="1434" y="3277"/>
                </a:moveTo>
                <a:cubicBezTo>
                  <a:pt x="1323" y="3277"/>
                  <a:pt x="1233" y="3187"/>
                  <a:pt x="1233" y="3076"/>
                </a:cubicBezTo>
                <a:cubicBezTo>
                  <a:pt x="1233" y="3060"/>
                  <a:pt x="1235" y="3044"/>
                  <a:pt x="1239" y="3028"/>
                </a:cubicBezTo>
                <a:cubicBezTo>
                  <a:pt x="332" y="2507"/>
                  <a:pt x="332" y="2507"/>
                  <a:pt x="332" y="2507"/>
                </a:cubicBezTo>
                <a:cubicBezTo>
                  <a:pt x="296" y="2538"/>
                  <a:pt x="249" y="2556"/>
                  <a:pt x="201" y="2556"/>
                </a:cubicBezTo>
                <a:cubicBezTo>
                  <a:pt x="90" y="2556"/>
                  <a:pt x="0" y="2466"/>
                  <a:pt x="0" y="2355"/>
                </a:cubicBezTo>
                <a:cubicBezTo>
                  <a:pt x="0" y="2268"/>
                  <a:pt x="55" y="2192"/>
                  <a:pt x="136" y="2165"/>
                </a:cubicBezTo>
                <a:cubicBezTo>
                  <a:pt x="138" y="1107"/>
                  <a:pt x="138" y="1107"/>
                  <a:pt x="138" y="1107"/>
                </a:cubicBezTo>
                <a:cubicBezTo>
                  <a:pt x="59" y="1078"/>
                  <a:pt x="5" y="1003"/>
                  <a:pt x="5" y="918"/>
                </a:cubicBezTo>
                <a:cubicBezTo>
                  <a:pt x="5" y="807"/>
                  <a:pt x="95" y="717"/>
                  <a:pt x="206" y="717"/>
                </a:cubicBezTo>
                <a:cubicBezTo>
                  <a:pt x="246" y="717"/>
                  <a:pt x="284" y="729"/>
                  <a:pt x="318" y="752"/>
                </a:cubicBezTo>
                <a:cubicBezTo>
                  <a:pt x="1234" y="223"/>
                  <a:pt x="1234" y="223"/>
                  <a:pt x="1234" y="223"/>
                </a:cubicBezTo>
                <a:cubicBezTo>
                  <a:pt x="1233" y="215"/>
                  <a:pt x="1233" y="208"/>
                  <a:pt x="1233" y="201"/>
                </a:cubicBezTo>
                <a:cubicBezTo>
                  <a:pt x="1233" y="90"/>
                  <a:pt x="1323" y="0"/>
                  <a:pt x="1434" y="0"/>
                </a:cubicBezTo>
                <a:cubicBezTo>
                  <a:pt x="1545" y="0"/>
                  <a:pt x="1635" y="90"/>
                  <a:pt x="1635" y="201"/>
                </a:cubicBezTo>
                <a:cubicBezTo>
                  <a:pt x="1635" y="213"/>
                  <a:pt x="1634" y="225"/>
                  <a:pt x="1631" y="238"/>
                </a:cubicBezTo>
                <a:cubicBezTo>
                  <a:pt x="2563" y="773"/>
                  <a:pt x="2563" y="773"/>
                  <a:pt x="2563" y="773"/>
                </a:cubicBezTo>
                <a:cubicBezTo>
                  <a:pt x="2601" y="737"/>
                  <a:pt x="2650" y="717"/>
                  <a:pt x="2702" y="717"/>
                </a:cubicBezTo>
                <a:cubicBezTo>
                  <a:pt x="2813" y="717"/>
                  <a:pt x="2903" y="807"/>
                  <a:pt x="2903" y="918"/>
                </a:cubicBezTo>
                <a:cubicBezTo>
                  <a:pt x="2903" y="1003"/>
                  <a:pt x="2849" y="1078"/>
                  <a:pt x="2770" y="1106"/>
                </a:cubicBezTo>
                <a:cubicBezTo>
                  <a:pt x="2768" y="2160"/>
                  <a:pt x="2768" y="2160"/>
                  <a:pt x="2768" y="2160"/>
                </a:cubicBezTo>
                <a:cubicBezTo>
                  <a:pt x="2848" y="2188"/>
                  <a:pt x="2903" y="2264"/>
                  <a:pt x="2903" y="2350"/>
                </a:cubicBezTo>
                <a:cubicBezTo>
                  <a:pt x="2903" y="2461"/>
                  <a:pt x="2813" y="2551"/>
                  <a:pt x="2702" y="2551"/>
                </a:cubicBezTo>
                <a:cubicBezTo>
                  <a:pt x="2652" y="2551"/>
                  <a:pt x="2605" y="2533"/>
                  <a:pt x="2568" y="2500"/>
                </a:cubicBezTo>
                <a:cubicBezTo>
                  <a:pt x="1631" y="3041"/>
                  <a:pt x="1631" y="3041"/>
                  <a:pt x="1631" y="3041"/>
                </a:cubicBezTo>
                <a:cubicBezTo>
                  <a:pt x="1634" y="3053"/>
                  <a:pt x="1635" y="3064"/>
                  <a:pt x="1635" y="3076"/>
                </a:cubicBezTo>
                <a:cubicBezTo>
                  <a:pt x="1635" y="3187"/>
                  <a:pt x="1545" y="3277"/>
                  <a:pt x="1434" y="3277"/>
                </a:cubicBezTo>
                <a:close/>
                <a:moveTo>
                  <a:pt x="1434" y="2995"/>
                </a:moveTo>
                <a:cubicBezTo>
                  <a:pt x="1389" y="2995"/>
                  <a:pt x="1353" y="3031"/>
                  <a:pt x="1353" y="3076"/>
                </a:cubicBezTo>
                <a:cubicBezTo>
                  <a:pt x="1353" y="3120"/>
                  <a:pt x="1389" y="3157"/>
                  <a:pt x="1434" y="3157"/>
                </a:cubicBezTo>
                <a:cubicBezTo>
                  <a:pt x="1478" y="3157"/>
                  <a:pt x="1515" y="3120"/>
                  <a:pt x="1515" y="3076"/>
                </a:cubicBezTo>
                <a:cubicBezTo>
                  <a:pt x="1515" y="3031"/>
                  <a:pt x="1478" y="2995"/>
                  <a:pt x="1434" y="2995"/>
                </a:cubicBezTo>
                <a:close/>
                <a:moveTo>
                  <a:pt x="1506" y="2889"/>
                </a:moveTo>
                <a:cubicBezTo>
                  <a:pt x="1532" y="2899"/>
                  <a:pt x="1556" y="2915"/>
                  <a:pt x="1575" y="2934"/>
                </a:cubicBezTo>
                <a:cubicBezTo>
                  <a:pt x="2507" y="2396"/>
                  <a:pt x="2507" y="2396"/>
                  <a:pt x="2507" y="2396"/>
                </a:cubicBezTo>
                <a:cubicBezTo>
                  <a:pt x="2503" y="2381"/>
                  <a:pt x="2501" y="2365"/>
                  <a:pt x="2501" y="2350"/>
                </a:cubicBezTo>
                <a:cubicBezTo>
                  <a:pt x="2501" y="2259"/>
                  <a:pt x="2561" y="2181"/>
                  <a:pt x="2648" y="2157"/>
                </a:cubicBezTo>
                <a:cubicBezTo>
                  <a:pt x="2650" y="1111"/>
                  <a:pt x="2650" y="1111"/>
                  <a:pt x="2650" y="1111"/>
                </a:cubicBezTo>
                <a:cubicBezTo>
                  <a:pt x="2617" y="1103"/>
                  <a:pt x="2588" y="1086"/>
                  <a:pt x="2563" y="1063"/>
                </a:cubicBezTo>
                <a:cubicBezTo>
                  <a:pt x="1631" y="1601"/>
                  <a:pt x="1631" y="1601"/>
                  <a:pt x="1631" y="1601"/>
                </a:cubicBezTo>
                <a:cubicBezTo>
                  <a:pt x="1634" y="1614"/>
                  <a:pt x="1635" y="1626"/>
                  <a:pt x="1635" y="1638"/>
                </a:cubicBezTo>
                <a:cubicBezTo>
                  <a:pt x="1635" y="1720"/>
                  <a:pt x="1585" y="1793"/>
                  <a:pt x="1509" y="1823"/>
                </a:cubicBezTo>
                <a:lnTo>
                  <a:pt x="1506" y="2889"/>
                </a:lnTo>
                <a:close/>
                <a:moveTo>
                  <a:pt x="1302" y="2925"/>
                </a:moveTo>
                <a:cubicBezTo>
                  <a:pt x="1326" y="2904"/>
                  <a:pt x="1355" y="2889"/>
                  <a:pt x="1386" y="2881"/>
                </a:cubicBezTo>
                <a:cubicBezTo>
                  <a:pt x="1388" y="1833"/>
                  <a:pt x="1388" y="1833"/>
                  <a:pt x="1388" y="1833"/>
                </a:cubicBezTo>
                <a:cubicBezTo>
                  <a:pt x="1298" y="1812"/>
                  <a:pt x="1233" y="1731"/>
                  <a:pt x="1233" y="1638"/>
                </a:cubicBezTo>
                <a:cubicBezTo>
                  <a:pt x="1233" y="1623"/>
                  <a:pt x="1234" y="1609"/>
                  <a:pt x="1238" y="1594"/>
                </a:cubicBezTo>
                <a:cubicBezTo>
                  <a:pt x="332" y="1074"/>
                  <a:pt x="332" y="1074"/>
                  <a:pt x="332" y="1074"/>
                </a:cubicBezTo>
                <a:cubicBezTo>
                  <a:pt x="310" y="1091"/>
                  <a:pt x="285" y="1104"/>
                  <a:pt x="259" y="1111"/>
                </a:cubicBezTo>
                <a:cubicBezTo>
                  <a:pt x="257" y="2162"/>
                  <a:pt x="257" y="2162"/>
                  <a:pt x="257" y="2162"/>
                </a:cubicBezTo>
                <a:cubicBezTo>
                  <a:pt x="342" y="2186"/>
                  <a:pt x="402" y="2265"/>
                  <a:pt x="402" y="2355"/>
                </a:cubicBezTo>
                <a:cubicBezTo>
                  <a:pt x="402" y="2371"/>
                  <a:pt x="399" y="2388"/>
                  <a:pt x="395" y="2404"/>
                </a:cubicBezTo>
                <a:lnTo>
                  <a:pt x="1302" y="2925"/>
                </a:lnTo>
                <a:close/>
                <a:moveTo>
                  <a:pt x="201" y="2274"/>
                </a:moveTo>
                <a:cubicBezTo>
                  <a:pt x="156" y="2274"/>
                  <a:pt x="120" y="2310"/>
                  <a:pt x="120" y="2355"/>
                </a:cubicBezTo>
                <a:cubicBezTo>
                  <a:pt x="120" y="2399"/>
                  <a:pt x="156" y="2436"/>
                  <a:pt x="201" y="2436"/>
                </a:cubicBezTo>
                <a:cubicBezTo>
                  <a:pt x="222" y="2436"/>
                  <a:pt x="243" y="2427"/>
                  <a:pt x="258" y="2412"/>
                </a:cubicBezTo>
                <a:cubicBezTo>
                  <a:pt x="273" y="2397"/>
                  <a:pt x="281" y="2376"/>
                  <a:pt x="281" y="2355"/>
                </a:cubicBezTo>
                <a:cubicBezTo>
                  <a:pt x="281" y="2310"/>
                  <a:pt x="245" y="2274"/>
                  <a:pt x="201" y="2274"/>
                </a:cubicBezTo>
                <a:close/>
                <a:moveTo>
                  <a:pt x="2702" y="2269"/>
                </a:moveTo>
                <a:cubicBezTo>
                  <a:pt x="2657" y="2269"/>
                  <a:pt x="2621" y="2305"/>
                  <a:pt x="2621" y="2350"/>
                </a:cubicBezTo>
                <a:cubicBezTo>
                  <a:pt x="2621" y="2394"/>
                  <a:pt x="2657" y="2431"/>
                  <a:pt x="2702" y="2431"/>
                </a:cubicBezTo>
                <a:cubicBezTo>
                  <a:pt x="2746" y="2431"/>
                  <a:pt x="2783" y="2394"/>
                  <a:pt x="2783" y="2350"/>
                </a:cubicBezTo>
                <a:cubicBezTo>
                  <a:pt x="2783" y="2305"/>
                  <a:pt x="2746" y="2269"/>
                  <a:pt x="2702" y="2269"/>
                </a:cubicBezTo>
                <a:close/>
                <a:moveTo>
                  <a:pt x="1434" y="1557"/>
                </a:moveTo>
                <a:cubicBezTo>
                  <a:pt x="1409" y="1557"/>
                  <a:pt x="1386" y="1568"/>
                  <a:pt x="1371" y="1588"/>
                </a:cubicBezTo>
                <a:cubicBezTo>
                  <a:pt x="1364" y="1596"/>
                  <a:pt x="1361" y="1601"/>
                  <a:pt x="1359" y="1606"/>
                </a:cubicBezTo>
                <a:cubicBezTo>
                  <a:pt x="1355" y="1616"/>
                  <a:pt x="1353" y="1627"/>
                  <a:pt x="1353" y="1638"/>
                </a:cubicBezTo>
                <a:cubicBezTo>
                  <a:pt x="1353" y="1682"/>
                  <a:pt x="1389" y="1718"/>
                  <a:pt x="1434" y="1718"/>
                </a:cubicBezTo>
                <a:cubicBezTo>
                  <a:pt x="1478" y="1718"/>
                  <a:pt x="1515" y="1682"/>
                  <a:pt x="1515" y="1638"/>
                </a:cubicBezTo>
                <a:cubicBezTo>
                  <a:pt x="1515" y="1593"/>
                  <a:pt x="1478" y="1557"/>
                  <a:pt x="1434" y="1557"/>
                </a:cubicBezTo>
                <a:close/>
                <a:moveTo>
                  <a:pt x="1434" y="1436"/>
                </a:moveTo>
                <a:cubicBezTo>
                  <a:pt x="1486" y="1436"/>
                  <a:pt x="1537" y="1458"/>
                  <a:pt x="1574" y="1495"/>
                </a:cubicBezTo>
                <a:cubicBezTo>
                  <a:pt x="2505" y="957"/>
                  <a:pt x="2505" y="957"/>
                  <a:pt x="2505" y="957"/>
                </a:cubicBezTo>
                <a:cubicBezTo>
                  <a:pt x="2502" y="943"/>
                  <a:pt x="2501" y="930"/>
                  <a:pt x="2501" y="918"/>
                </a:cubicBezTo>
                <a:cubicBezTo>
                  <a:pt x="2501" y="905"/>
                  <a:pt x="2502" y="892"/>
                  <a:pt x="2505" y="879"/>
                </a:cubicBezTo>
                <a:cubicBezTo>
                  <a:pt x="1574" y="344"/>
                  <a:pt x="1574" y="344"/>
                  <a:pt x="1574" y="344"/>
                </a:cubicBezTo>
                <a:cubicBezTo>
                  <a:pt x="1536" y="381"/>
                  <a:pt x="1486" y="402"/>
                  <a:pt x="1434" y="402"/>
                </a:cubicBezTo>
                <a:cubicBezTo>
                  <a:pt x="1376" y="402"/>
                  <a:pt x="1321" y="377"/>
                  <a:pt x="1283" y="333"/>
                </a:cubicBezTo>
                <a:cubicBezTo>
                  <a:pt x="393" y="847"/>
                  <a:pt x="393" y="847"/>
                  <a:pt x="393" y="847"/>
                </a:cubicBezTo>
                <a:cubicBezTo>
                  <a:pt x="402" y="870"/>
                  <a:pt x="407" y="894"/>
                  <a:pt x="407" y="918"/>
                </a:cubicBezTo>
                <a:cubicBezTo>
                  <a:pt x="407" y="937"/>
                  <a:pt x="404" y="955"/>
                  <a:pt x="399" y="974"/>
                </a:cubicBezTo>
                <a:cubicBezTo>
                  <a:pt x="1298" y="1490"/>
                  <a:pt x="1298" y="1490"/>
                  <a:pt x="1298" y="1490"/>
                </a:cubicBezTo>
                <a:cubicBezTo>
                  <a:pt x="1335" y="1456"/>
                  <a:pt x="1384" y="1436"/>
                  <a:pt x="1434" y="1436"/>
                </a:cubicBezTo>
                <a:close/>
                <a:moveTo>
                  <a:pt x="206" y="837"/>
                </a:moveTo>
                <a:cubicBezTo>
                  <a:pt x="161" y="837"/>
                  <a:pt x="125" y="873"/>
                  <a:pt x="125" y="918"/>
                </a:cubicBezTo>
                <a:cubicBezTo>
                  <a:pt x="125" y="962"/>
                  <a:pt x="161" y="999"/>
                  <a:pt x="206" y="999"/>
                </a:cubicBezTo>
                <a:cubicBezTo>
                  <a:pt x="250" y="999"/>
                  <a:pt x="286" y="962"/>
                  <a:pt x="286" y="918"/>
                </a:cubicBezTo>
                <a:cubicBezTo>
                  <a:pt x="286" y="873"/>
                  <a:pt x="250" y="837"/>
                  <a:pt x="206" y="837"/>
                </a:cubicBezTo>
                <a:close/>
                <a:moveTo>
                  <a:pt x="2702" y="837"/>
                </a:moveTo>
                <a:cubicBezTo>
                  <a:pt x="2680" y="837"/>
                  <a:pt x="2660" y="845"/>
                  <a:pt x="2645" y="861"/>
                </a:cubicBezTo>
                <a:cubicBezTo>
                  <a:pt x="2629" y="876"/>
                  <a:pt x="2621" y="896"/>
                  <a:pt x="2621" y="918"/>
                </a:cubicBezTo>
                <a:cubicBezTo>
                  <a:pt x="2621" y="962"/>
                  <a:pt x="2657" y="998"/>
                  <a:pt x="2702" y="999"/>
                </a:cubicBezTo>
                <a:cubicBezTo>
                  <a:pt x="2746" y="999"/>
                  <a:pt x="2783" y="962"/>
                  <a:pt x="2783" y="918"/>
                </a:cubicBezTo>
                <a:cubicBezTo>
                  <a:pt x="2783" y="873"/>
                  <a:pt x="2746" y="837"/>
                  <a:pt x="2702" y="837"/>
                </a:cubicBezTo>
                <a:close/>
                <a:moveTo>
                  <a:pt x="1434" y="120"/>
                </a:moveTo>
                <a:cubicBezTo>
                  <a:pt x="1389" y="120"/>
                  <a:pt x="1353" y="156"/>
                  <a:pt x="1353" y="201"/>
                </a:cubicBezTo>
                <a:cubicBezTo>
                  <a:pt x="1353" y="246"/>
                  <a:pt x="1389" y="282"/>
                  <a:pt x="1434" y="282"/>
                </a:cubicBezTo>
                <a:cubicBezTo>
                  <a:pt x="1478" y="282"/>
                  <a:pt x="1515" y="246"/>
                  <a:pt x="1515" y="201"/>
                </a:cubicBezTo>
                <a:cubicBezTo>
                  <a:pt x="1515" y="156"/>
                  <a:pt x="1478" y="120"/>
                  <a:pt x="1434" y="120"/>
                </a:cubicBezTo>
                <a:close/>
                <a:moveTo>
                  <a:pt x="1434" y="120"/>
                </a:moveTo>
                <a:cubicBezTo>
                  <a:pt x="1434" y="120"/>
                  <a:pt x="1434" y="120"/>
                  <a:pt x="1434" y="120"/>
                </a:cubicBezTo>
              </a:path>
            </a:pathLst>
          </a:custGeom>
          <a:solidFill>
            <a:srgbClr val="004E98"/>
          </a:solidFill>
          <a:ln w="3175">
            <a:noFill/>
            <a:round/>
            <a:headEnd/>
            <a:tailEnd/>
          </a:ln>
        </p:spPr>
        <p:txBody>
          <a:bodyPr vert="horz" wrap="square" lIns="91440" tIns="45720" rIns="91440" bIns="45720" numCol="1" anchor="t" anchorCtr="0" compatLnSpc="1">
            <a:prstTxWarp prst="textNoShape">
              <a:avLst/>
            </a:prstTxWarp>
          </a:bodyPr>
          <a:lstStyle/>
          <a:p>
            <a:endParaRPr lang="zh-CN" altLang="en-US" dirty="0">
              <a:solidFill>
                <a:srgbClr val="004E98"/>
              </a:solidFill>
              <a:latin typeface="阿里巴巴普惠体 L" panose="00020600040101010101" pitchFamily="18" charset="-122"/>
              <a:ea typeface="阿里巴巴普惠体 R" panose="00020600040101010101" pitchFamily="18" charset="-122"/>
              <a:sym typeface="阿里巴巴普惠体 L" panose="00020600040101010101" pitchFamily="18" charset="-122"/>
            </a:endParaRPr>
          </a:p>
        </p:txBody>
      </p:sp>
      <p:sp>
        <p:nvSpPr>
          <p:cNvPr id="44" name="文本框 43">
            <a:extLst>
              <a:ext uri="{FF2B5EF4-FFF2-40B4-BE49-F238E27FC236}">
                <a16:creationId xmlns:a16="http://schemas.microsoft.com/office/drawing/2014/main" id="{C4C188C6-B61B-264D-B2B5-3AE1A1918E76}"/>
              </a:ext>
            </a:extLst>
          </p:cNvPr>
          <p:cNvSpPr txBox="1"/>
          <p:nvPr/>
        </p:nvSpPr>
        <p:spPr>
          <a:xfrm>
            <a:off x="910177" y="4452949"/>
            <a:ext cx="1369592" cy="379656"/>
          </a:xfrm>
          <a:prstGeom prst="rect">
            <a:avLst/>
          </a:prstGeom>
          <a:noFill/>
        </p:spPr>
        <p:txBody>
          <a:bodyPr wrap="square" rtlCol="0">
            <a:spAutoFit/>
          </a:bodyPr>
          <a:lstStyle/>
          <a:p>
            <a:pPr algn="ctr"/>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添加文字</a:t>
            </a:r>
          </a:p>
        </p:txBody>
      </p:sp>
      <p:sp>
        <p:nvSpPr>
          <p:cNvPr id="45" name="文本框 44">
            <a:extLst>
              <a:ext uri="{FF2B5EF4-FFF2-40B4-BE49-F238E27FC236}">
                <a16:creationId xmlns:a16="http://schemas.microsoft.com/office/drawing/2014/main" id="{A0E896C9-59FC-7E41-B7B1-8D9BE4FB096A}"/>
              </a:ext>
            </a:extLst>
          </p:cNvPr>
          <p:cNvSpPr txBox="1"/>
          <p:nvPr/>
        </p:nvSpPr>
        <p:spPr>
          <a:xfrm>
            <a:off x="3008003" y="5554606"/>
            <a:ext cx="1369592" cy="379656"/>
          </a:xfrm>
          <a:prstGeom prst="rect">
            <a:avLst/>
          </a:prstGeom>
          <a:noFill/>
        </p:spPr>
        <p:txBody>
          <a:bodyPr wrap="square" rtlCol="0">
            <a:spAutoFit/>
          </a:bodyPr>
          <a:lstStyle/>
          <a:p>
            <a:pPr algn="ctr"/>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添加文字</a:t>
            </a:r>
          </a:p>
        </p:txBody>
      </p:sp>
      <p:sp>
        <p:nvSpPr>
          <p:cNvPr id="46" name="文本框 45">
            <a:extLst>
              <a:ext uri="{FF2B5EF4-FFF2-40B4-BE49-F238E27FC236}">
                <a16:creationId xmlns:a16="http://schemas.microsoft.com/office/drawing/2014/main" id="{96D85D7F-F570-994F-AAC3-13C0ED19C2DC}"/>
              </a:ext>
            </a:extLst>
          </p:cNvPr>
          <p:cNvSpPr txBox="1"/>
          <p:nvPr/>
        </p:nvSpPr>
        <p:spPr>
          <a:xfrm>
            <a:off x="5428136" y="5823761"/>
            <a:ext cx="1369592" cy="379656"/>
          </a:xfrm>
          <a:prstGeom prst="rect">
            <a:avLst/>
          </a:prstGeom>
          <a:noFill/>
        </p:spPr>
        <p:txBody>
          <a:bodyPr wrap="square" rtlCol="0">
            <a:spAutoFit/>
          </a:bodyPr>
          <a:lstStyle/>
          <a:p>
            <a:pPr algn="ctr"/>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添加文字</a:t>
            </a:r>
          </a:p>
        </p:txBody>
      </p:sp>
      <p:sp>
        <p:nvSpPr>
          <p:cNvPr id="47" name="文本框 46">
            <a:extLst>
              <a:ext uri="{FF2B5EF4-FFF2-40B4-BE49-F238E27FC236}">
                <a16:creationId xmlns:a16="http://schemas.microsoft.com/office/drawing/2014/main" id="{A771AF9B-C8CF-3D4F-AFC6-0E6A34236E3F}"/>
              </a:ext>
            </a:extLst>
          </p:cNvPr>
          <p:cNvSpPr txBox="1"/>
          <p:nvPr/>
        </p:nvSpPr>
        <p:spPr>
          <a:xfrm>
            <a:off x="7801505" y="5585579"/>
            <a:ext cx="1369592" cy="379656"/>
          </a:xfrm>
          <a:prstGeom prst="rect">
            <a:avLst/>
          </a:prstGeom>
          <a:noFill/>
        </p:spPr>
        <p:txBody>
          <a:bodyPr wrap="square" rtlCol="0">
            <a:spAutoFit/>
          </a:bodyPr>
          <a:lstStyle/>
          <a:p>
            <a:pPr algn="ctr"/>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添加文字</a:t>
            </a:r>
          </a:p>
        </p:txBody>
      </p:sp>
      <p:sp>
        <p:nvSpPr>
          <p:cNvPr id="48" name="文本框 47">
            <a:extLst>
              <a:ext uri="{FF2B5EF4-FFF2-40B4-BE49-F238E27FC236}">
                <a16:creationId xmlns:a16="http://schemas.microsoft.com/office/drawing/2014/main" id="{E65A6006-E271-8F48-AC2C-049A09295024}"/>
              </a:ext>
            </a:extLst>
          </p:cNvPr>
          <p:cNvSpPr txBox="1"/>
          <p:nvPr/>
        </p:nvSpPr>
        <p:spPr>
          <a:xfrm>
            <a:off x="9912231" y="4494982"/>
            <a:ext cx="1369592" cy="379656"/>
          </a:xfrm>
          <a:prstGeom prst="rect">
            <a:avLst/>
          </a:prstGeom>
          <a:noFill/>
        </p:spPr>
        <p:txBody>
          <a:bodyPr wrap="square" rtlCol="0">
            <a:spAutoFit/>
          </a:bodyPr>
          <a:lstStyle/>
          <a:p>
            <a:pPr algn="ctr"/>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添加文字</a:t>
            </a:r>
          </a:p>
        </p:txBody>
      </p:sp>
      <p:sp>
        <p:nvSpPr>
          <p:cNvPr id="29" name="矩形 28">
            <a:extLst>
              <a:ext uri="{FF2B5EF4-FFF2-40B4-BE49-F238E27FC236}">
                <a16:creationId xmlns:a16="http://schemas.microsoft.com/office/drawing/2014/main" id="{CA055B85-3C84-304F-81B1-510325E24BB8}"/>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文本框 29">
            <a:extLst>
              <a:ext uri="{FF2B5EF4-FFF2-40B4-BE49-F238E27FC236}">
                <a16:creationId xmlns:a16="http://schemas.microsoft.com/office/drawing/2014/main" id="{35A81BFA-99A0-E740-9E2E-E6E4FF115489}"/>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pic>
        <p:nvPicPr>
          <p:cNvPr id="32" name="图片 31">
            <a:extLst>
              <a:ext uri="{FF2B5EF4-FFF2-40B4-BE49-F238E27FC236}">
                <a16:creationId xmlns:a16="http://schemas.microsoft.com/office/drawing/2014/main" id="{320F012D-4581-6541-A18B-DE1D509A303C}"/>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1294417" y="277082"/>
            <a:ext cx="399677" cy="558288"/>
          </a:xfrm>
          <a:prstGeom prst="rect">
            <a:avLst/>
          </a:prstGeom>
        </p:spPr>
      </p:pic>
    </p:spTree>
    <p:extLst>
      <p:ext uri="{BB962C8B-B14F-4D97-AF65-F5344CB8AC3E}">
        <p14:creationId xmlns:p14="http://schemas.microsoft.com/office/powerpoint/2010/main" val="389024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19">
            <a:extLst>
              <a:ext uri="{FF2B5EF4-FFF2-40B4-BE49-F238E27FC236}">
                <a16:creationId xmlns:a16="http://schemas.microsoft.com/office/drawing/2014/main" id="{D8536B6D-1DAC-5249-BD57-B2CD708A79B0}"/>
              </a:ext>
            </a:extLst>
          </p:cNvPr>
          <p:cNvGrpSpPr/>
          <p:nvPr/>
        </p:nvGrpSpPr>
        <p:grpSpPr>
          <a:xfrm>
            <a:off x="6293925" y="1934197"/>
            <a:ext cx="470955" cy="470955"/>
            <a:chOff x="4107620" y="3296640"/>
            <a:chExt cx="604504" cy="604504"/>
          </a:xfrm>
        </p:grpSpPr>
        <p:sp>
          <p:nvSpPr>
            <p:cNvPr id="7" name="椭圆 6">
              <a:extLst>
                <a:ext uri="{FF2B5EF4-FFF2-40B4-BE49-F238E27FC236}">
                  <a16:creationId xmlns:a16="http://schemas.microsoft.com/office/drawing/2014/main" id="{204989B0-9C22-7A4D-A94E-A91AB3C6C3F0}"/>
                </a:ext>
              </a:extLst>
            </p:cNvPr>
            <p:cNvSpPr/>
            <p:nvPr/>
          </p:nvSpPr>
          <p:spPr>
            <a:xfrm>
              <a:off x="4107620" y="3296640"/>
              <a:ext cx="604504" cy="604504"/>
            </a:xfrm>
            <a:prstGeom prst="ellipse">
              <a:avLst/>
            </a:prstGeom>
            <a:noFill/>
            <a:ln w="6350">
              <a:solidFill>
                <a:srgbClr val="004E96">
                  <a:alpha val="87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21920" tIns="60960" rIns="121920" bIns="6096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p>
          </p:txBody>
        </p:sp>
        <p:sp>
          <p:nvSpPr>
            <p:cNvPr id="8" name="search-home_86260">
              <a:extLst>
                <a:ext uri="{FF2B5EF4-FFF2-40B4-BE49-F238E27FC236}">
                  <a16:creationId xmlns:a16="http://schemas.microsoft.com/office/drawing/2014/main" id="{DDA5A264-EECF-7045-91E2-61CC5DC0D373}"/>
                </a:ext>
              </a:extLst>
            </p:cNvPr>
            <p:cNvSpPr>
              <a:spLocks noChangeAspect="1"/>
            </p:cNvSpPr>
            <p:nvPr/>
          </p:nvSpPr>
          <p:spPr bwMode="auto">
            <a:xfrm>
              <a:off x="4183132" y="3396267"/>
              <a:ext cx="457071" cy="372933"/>
            </a:xfrm>
            <a:custGeom>
              <a:avLst/>
              <a:gdLst>
                <a:gd name="connsiteX0" fmla="*/ 508188 w 609120"/>
                <a:gd name="connsiteY0" fmla="*/ 388434 h 496992"/>
                <a:gd name="connsiteX1" fmla="*/ 508188 w 609120"/>
                <a:gd name="connsiteY1" fmla="*/ 438152 h 496992"/>
                <a:gd name="connsiteX2" fmla="*/ 557983 w 609120"/>
                <a:gd name="connsiteY2" fmla="*/ 438152 h 496992"/>
                <a:gd name="connsiteX3" fmla="*/ 557983 w 609120"/>
                <a:gd name="connsiteY3" fmla="*/ 388434 h 496992"/>
                <a:gd name="connsiteX4" fmla="*/ 51136 w 609120"/>
                <a:gd name="connsiteY4" fmla="*/ 388434 h 496992"/>
                <a:gd name="connsiteX5" fmla="*/ 51136 w 609120"/>
                <a:gd name="connsiteY5" fmla="*/ 438152 h 496992"/>
                <a:gd name="connsiteX6" fmla="*/ 100931 w 609120"/>
                <a:gd name="connsiteY6" fmla="*/ 438152 h 496992"/>
                <a:gd name="connsiteX7" fmla="*/ 100931 w 609120"/>
                <a:gd name="connsiteY7" fmla="*/ 388434 h 496992"/>
                <a:gd name="connsiteX8" fmla="*/ 508188 w 609120"/>
                <a:gd name="connsiteY8" fmla="*/ 314770 h 496992"/>
                <a:gd name="connsiteX9" fmla="*/ 508188 w 609120"/>
                <a:gd name="connsiteY9" fmla="*/ 364430 h 496992"/>
                <a:gd name="connsiteX10" fmla="*/ 557983 w 609120"/>
                <a:gd name="connsiteY10" fmla="*/ 364430 h 496992"/>
                <a:gd name="connsiteX11" fmla="*/ 557983 w 609120"/>
                <a:gd name="connsiteY11" fmla="*/ 314770 h 496992"/>
                <a:gd name="connsiteX12" fmla="*/ 51136 w 609120"/>
                <a:gd name="connsiteY12" fmla="*/ 314770 h 496992"/>
                <a:gd name="connsiteX13" fmla="*/ 51136 w 609120"/>
                <a:gd name="connsiteY13" fmla="*/ 364430 h 496992"/>
                <a:gd name="connsiteX14" fmla="*/ 100931 w 609120"/>
                <a:gd name="connsiteY14" fmla="*/ 364430 h 496992"/>
                <a:gd name="connsiteX15" fmla="*/ 100931 w 609120"/>
                <a:gd name="connsiteY15" fmla="*/ 314770 h 496992"/>
                <a:gd name="connsiteX16" fmla="*/ 354456 w 609120"/>
                <a:gd name="connsiteY16" fmla="*/ 314763 h 496992"/>
                <a:gd name="connsiteX17" fmla="*/ 354456 w 609120"/>
                <a:gd name="connsiteY17" fmla="*/ 364425 h 496992"/>
                <a:gd name="connsiteX18" fmla="*/ 404189 w 609120"/>
                <a:gd name="connsiteY18" fmla="*/ 364425 h 496992"/>
                <a:gd name="connsiteX19" fmla="*/ 404189 w 609120"/>
                <a:gd name="connsiteY19" fmla="*/ 314763 h 496992"/>
                <a:gd name="connsiteX20" fmla="*/ 279770 w 609120"/>
                <a:gd name="connsiteY20" fmla="*/ 314763 h 496992"/>
                <a:gd name="connsiteX21" fmla="*/ 279770 w 609120"/>
                <a:gd name="connsiteY21" fmla="*/ 364425 h 496992"/>
                <a:gd name="connsiteX22" fmla="*/ 329561 w 609120"/>
                <a:gd name="connsiteY22" fmla="*/ 364425 h 496992"/>
                <a:gd name="connsiteX23" fmla="*/ 329561 w 609120"/>
                <a:gd name="connsiteY23" fmla="*/ 314763 h 496992"/>
                <a:gd name="connsiteX24" fmla="*/ 205085 w 609120"/>
                <a:gd name="connsiteY24" fmla="*/ 314763 h 496992"/>
                <a:gd name="connsiteX25" fmla="*/ 205085 w 609120"/>
                <a:gd name="connsiteY25" fmla="*/ 364425 h 496992"/>
                <a:gd name="connsiteX26" fmla="*/ 254875 w 609120"/>
                <a:gd name="connsiteY26" fmla="*/ 364425 h 496992"/>
                <a:gd name="connsiteX27" fmla="*/ 254875 w 609120"/>
                <a:gd name="connsiteY27" fmla="*/ 314763 h 496992"/>
                <a:gd name="connsiteX28" fmla="*/ 469471 w 609120"/>
                <a:gd name="connsiteY28" fmla="*/ 288542 h 496992"/>
                <a:gd name="connsiteX29" fmla="*/ 596700 w 609120"/>
                <a:gd name="connsiteY29" fmla="*/ 288542 h 496992"/>
                <a:gd name="connsiteX30" fmla="*/ 596700 w 609120"/>
                <a:gd name="connsiteY30" fmla="*/ 496992 h 496992"/>
                <a:gd name="connsiteX31" fmla="*/ 469471 w 609120"/>
                <a:gd name="connsiteY31" fmla="*/ 496992 h 496992"/>
                <a:gd name="connsiteX32" fmla="*/ 12419 w 609120"/>
                <a:gd name="connsiteY32" fmla="*/ 288542 h 496992"/>
                <a:gd name="connsiteX33" fmla="*/ 139648 w 609120"/>
                <a:gd name="connsiteY33" fmla="*/ 288542 h 496992"/>
                <a:gd name="connsiteX34" fmla="*/ 139648 w 609120"/>
                <a:gd name="connsiteY34" fmla="*/ 496992 h 496992"/>
                <a:gd name="connsiteX35" fmla="*/ 12419 w 609120"/>
                <a:gd name="connsiteY35" fmla="*/ 496992 h 496992"/>
                <a:gd name="connsiteX36" fmla="*/ 469471 w 609120"/>
                <a:gd name="connsiteY36" fmla="*/ 257070 h 496992"/>
                <a:gd name="connsiteX37" fmla="*/ 609120 w 609120"/>
                <a:gd name="connsiteY37" fmla="*/ 257070 h 496992"/>
                <a:gd name="connsiteX38" fmla="*/ 609120 w 609120"/>
                <a:gd name="connsiteY38" fmla="*/ 271959 h 496992"/>
                <a:gd name="connsiteX39" fmla="*/ 469471 w 609120"/>
                <a:gd name="connsiteY39" fmla="*/ 271959 h 496992"/>
                <a:gd name="connsiteX40" fmla="*/ 0 w 609120"/>
                <a:gd name="connsiteY40" fmla="*/ 257070 h 496992"/>
                <a:gd name="connsiteX41" fmla="*/ 139649 w 609120"/>
                <a:gd name="connsiteY41" fmla="*/ 257070 h 496992"/>
                <a:gd name="connsiteX42" fmla="*/ 139649 w 609120"/>
                <a:gd name="connsiteY42" fmla="*/ 271959 h 496992"/>
                <a:gd name="connsiteX43" fmla="*/ 0 w 609120"/>
                <a:gd name="connsiteY43" fmla="*/ 271959 h 496992"/>
                <a:gd name="connsiteX44" fmla="*/ 354456 w 609120"/>
                <a:gd name="connsiteY44" fmla="*/ 240183 h 496992"/>
                <a:gd name="connsiteX45" fmla="*/ 354456 w 609120"/>
                <a:gd name="connsiteY45" fmla="*/ 289903 h 496992"/>
                <a:gd name="connsiteX46" fmla="*/ 404189 w 609120"/>
                <a:gd name="connsiteY46" fmla="*/ 289903 h 496992"/>
                <a:gd name="connsiteX47" fmla="*/ 404189 w 609120"/>
                <a:gd name="connsiteY47" fmla="*/ 240183 h 496992"/>
                <a:gd name="connsiteX48" fmla="*/ 279770 w 609120"/>
                <a:gd name="connsiteY48" fmla="*/ 240183 h 496992"/>
                <a:gd name="connsiteX49" fmla="*/ 279770 w 609120"/>
                <a:gd name="connsiteY49" fmla="*/ 289903 h 496992"/>
                <a:gd name="connsiteX50" fmla="*/ 329561 w 609120"/>
                <a:gd name="connsiteY50" fmla="*/ 289903 h 496992"/>
                <a:gd name="connsiteX51" fmla="*/ 329561 w 609120"/>
                <a:gd name="connsiteY51" fmla="*/ 240183 h 496992"/>
                <a:gd name="connsiteX52" fmla="*/ 205085 w 609120"/>
                <a:gd name="connsiteY52" fmla="*/ 240183 h 496992"/>
                <a:gd name="connsiteX53" fmla="*/ 205085 w 609120"/>
                <a:gd name="connsiteY53" fmla="*/ 289903 h 496992"/>
                <a:gd name="connsiteX54" fmla="*/ 254875 w 609120"/>
                <a:gd name="connsiteY54" fmla="*/ 289903 h 496992"/>
                <a:gd name="connsiteX55" fmla="*/ 254875 w 609120"/>
                <a:gd name="connsiteY55" fmla="*/ 240183 h 496992"/>
                <a:gd name="connsiteX56" fmla="*/ 354456 w 609120"/>
                <a:gd name="connsiteY56" fmla="*/ 165603 h 496992"/>
                <a:gd name="connsiteX57" fmla="*/ 354456 w 609120"/>
                <a:gd name="connsiteY57" fmla="*/ 215323 h 496992"/>
                <a:gd name="connsiteX58" fmla="*/ 404189 w 609120"/>
                <a:gd name="connsiteY58" fmla="*/ 215323 h 496992"/>
                <a:gd name="connsiteX59" fmla="*/ 404189 w 609120"/>
                <a:gd name="connsiteY59" fmla="*/ 165603 h 496992"/>
                <a:gd name="connsiteX60" fmla="*/ 279770 w 609120"/>
                <a:gd name="connsiteY60" fmla="*/ 165603 h 496992"/>
                <a:gd name="connsiteX61" fmla="*/ 279770 w 609120"/>
                <a:gd name="connsiteY61" fmla="*/ 215323 h 496992"/>
                <a:gd name="connsiteX62" fmla="*/ 329561 w 609120"/>
                <a:gd name="connsiteY62" fmla="*/ 215323 h 496992"/>
                <a:gd name="connsiteX63" fmla="*/ 329561 w 609120"/>
                <a:gd name="connsiteY63" fmla="*/ 165603 h 496992"/>
                <a:gd name="connsiteX64" fmla="*/ 205085 w 609120"/>
                <a:gd name="connsiteY64" fmla="*/ 165603 h 496992"/>
                <a:gd name="connsiteX65" fmla="*/ 205085 w 609120"/>
                <a:gd name="connsiteY65" fmla="*/ 215323 h 496992"/>
                <a:gd name="connsiteX66" fmla="*/ 254875 w 609120"/>
                <a:gd name="connsiteY66" fmla="*/ 215323 h 496992"/>
                <a:gd name="connsiteX67" fmla="*/ 254875 w 609120"/>
                <a:gd name="connsiteY67" fmla="*/ 165603 h 496992"/>
                <a:gd name="connsiteX68" fmla="*/ 304666 w 609120"/>
                <a:gd name="connsiteY68" fmla="*/ 50313 h 496992"/>
                <a:gd name="connsiteX69" fmla="*/ 446043 w 609120"/>
                <a:gd name="connsiteY69" fmla="*/ 144792 h 496992"/>
                <a:gd name="connsiteX70" fmla="*/ 446043 w 609120"/>
                <a:gd name="connsiteY70" fmla="*/ 496992 h 496992"/>
                <a:gd name="connsiteX71" fmla="*/ 346119 w 609120"/>
                <a:gd name="connsiteY71" fmla="*/ 496992 h 496992"/>
                <a:gd name="connsiteX72" fmla="*/ 346119 w 609120"/>
                <a:gd name="connsiteY72" fmla="*/ 381018 h 496992"/>
                <a:gd name="connsiteX73" fmla="*/ 263154 w 609120"/>
                <a:gd name="connsiteY73" fmla="*/ 381018 h 496992"/>
                <a:gd name="connsiteX74" fmla="*/ 263154 w 609120"/>
                <a:gd name="connsiteY74" fmla="*/ 496992 h 496992"/>
                <a:gd name="connsiteX75" fmla="*/ 163288 w 609120"/>
                <a:gd name="connsiteY75" fmla="*/ 496992 h 496992"/>
                <a:gd name="connsiteX76" fmla="*/ 163288 w 609120"/>
                <a:gd name="connsiteY76" fmla="*/ 144792 h 496992"/>
                <a:gd name="connsiteX77" fmla="*/ 304666 w 609120"/>
                <a:gd name="connsiteY77" fmla="*/ 0 h 496992"/>
                <a:gd name="connsiteX78" fmla="*/ 501719 w 609120"/>
                <a:gd name="connsiteY78" fmla="*/ 131040 h 496992"/>
                <a:gd name="connsiteX79" fmla="*/ 455296 w 609120"/>
                <a:gd name="connsiteY79" fmla="*/ 131040 h 496992"/>
                <a:gd name="connsiteX80" fmla="*/ 309291 w 609120"/>
                <a:gd name="connsiteY80" fmla="*/ 33473 h 496992"/>
                <a:gd name="connsiteX81" fmla="*/ 300040 w 609120"/>
                <a:gd name="connsiteY81" fmla="*/ 33473 h 496992"/>
                <a:gd name="connsiteX82" fmla="*/ 154035 w 609120"/>
                <a:gd name="connsiteY82" fmla="*/ 131040 h 496992"/>
                <a:gd name="connsiteX83" fmla="*/ 107612 w 609120"/>
                <a:gd name="connsiteY83" fmla="*/ 131040 h 49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9120" h="496992">
                  <a:moveTo>
                    <a:pt x="508188" y="388434"/>
                  </a:moveTo>
                  <a:lnTo>
                    <a:pt x="508188" y="438152"/>
                  </a:lnTo>
                  <a:lnTo>
                    <a:pt x="557983" y="438152"/>
                  </a:lnTo>
                  <a:lnTo>
                    <a:pt x="557983" y="388434"/>
                  </a:lnTo>
                  <a:close/>
                  <a:moveTo>
                    <a:pt x="51136" y="388434"/>
                  </a:moveTo>
                  <a:lnTo>
                    <a:pt x="51136" y="438152"/>
                  </a:lnTo>
                  <a:lnTo>
                    <a:pt x="100931" y="438152"/>
                  </a:lnTo>
                  <a:lnTo>
                    <a:pt x="100931" y="388434"/>
                  </a:lnTo>
                  <a:close/>
                  <a:moveTo>
                    <a:pt x="508188" y="314770"/>
                  </a:moveTo>
                  <a:lnTo>
                    <a:pt x="508188" y="364430"/>
                  </a:lnTo>
                  <a:lnTo>
                    <a:pt x="557983" y="364430"/>
                  </a:lnTo>
                  <a:lnTo>
                    <a:pt x="557983" y="314770"/>
                  </a:lnTo>
                  <a:close/>
                  <a:moveTo>
                    <a:pt x="51136" y="314770"/>
                  </a:moveTo>
                  <a:lnTo>
                    <a:pt x="51136" y="364430"/>
                  </a:lnTo>
                  <a:lnTo>
                    <a:pt x="100931" y="364430"/>
                  </a:lnTo>
                  <a:lnTo>
                    <a:pt x="100931" y="314770"/>
                  </a:lnTo>
                  <a:close/>
                  <a:moveTo>
                    <a:pt x="354456" y="314763"/>
                  </a:moveTo>
                  <a:lnTo>
                    <a:pt x="354456" y="364425"/>
                  </a:lnTo>
                  <a:lnTo>
                    <a:pt x="404189" y="364425"/>
                  </a:lnTo>
                  <a:lnTo>
                    <a:pt x="404189" y="314763"/>
                  </a:lnTo>
                  <a:close/>
                  <a:moveTo>
                    <a:pt x="279770" y="314763"/>
                  </a:moveTo>
                  <a:lnTo>
                    <a:pt x="279770" y="364425"/>
                  </a:lnTo>
                  <a:lnTo>
                    <a:pt x="329561" y="364425"/>
                  </a:lnTo>
                  <a:lnTo>
                    <a:pt x="329561" y="314763"/>
                  </a:lnTo>
                  <a:close/>
                  <a:moveTo>
                    <a:pt x="205085" y="314763"/>
                  </a:moveTo>
                  <a:lnTo>
                    <a:pt x="205085" y="364425"/>
                  </a:lnTo>
                  <a:lnTo>
                    <a:pt x="254875" y="364425"/>
                  </a:lnTo>
                  <a:lnTo>
                    <a:pt x="254875" y="314763"/>
                  </a:lnTo>
                  <a:close/>
                  <a:moveTo>
                    <a:pt x="469471" y="288542"/>
                  </a:moveTo>
                  <a:lnTo>
                    <a:pt x="596700" y="288542"/>
                  </a:lnTo>
                  <a:lnTo>
                    <a:pt x="596700" y="496992"/>
                  </a:lnTo>
                  <a:lnTo>
                    <a:pt x="469471" y="496992"/>
                  </a:lnTo>
                  <a:close/>
                  <a:moveTo>
                    <a:pt x="12419" y="288542"/>
                  </a:moveTo>
                  <a:lnTo>
                    <a:pt x="139648" y="288542"/>
                  </a:lnTo>
                  <a:lnTo>
                    <a:pt x="139648" y="496992"/>
                  </a:lnTo>
                  <a:lnTo>
                    <a:pt x="12419" y="496992"/>
                  </a:lnTo>
                  <a:close/>
                  <a:moveTo>
                    <a:pt x="469471" y="257070"/>
                  </a:moveTo>
                  <a:lnTo>
                    <a:pt x="609120" y="257070"/>
                  </a:lnTo>
                  <a:lnTo>
                    <a:pt x="609120" y="271959"/>
                  </a:lnTo>
                  <a:lnTo>
                    <a:pt x="469471" y="271959"/>
                  </a:lnTo>
                  <a:close/>
                  <a:moveTo>
                    <a:pt x="0" y="257070"/>
                  </a:moveTo>
                  <a:lnTo>
                    <a:pt x="139649" y="257070"/>
                  </a:lnTo>
                  <a:lnTo>
                    <a:pt x="139649" y="271959"/>
                  </a:lnTo>
                  <a:lnTo>
                    <a:pt x="0" y="271959"/>
                  </a:lnTo>
                  <a:close/>
                  <a:moveTo>
                    <a:pt x="354456" y="240183"/>
                  </a:moveTo>
                  <a:lnTo>
                    <a:pt x="354456" y="289903"/>
                  </a:lnTo>
                  <a:lnTo>
                    <a:pt x="404189" y="289903"/>
                  </a:lnTo>
                  <a:lnTo>
                    <a:pt x="404189" y="240183"/>
                  </a:lnTo>
                  <a:close/>
                  <a:moveTo>
                    <a:pt x="279770" y="240183"/>
                  </a:moveTo>
                  <a:lnTo>
                    <a:pt x="279770" y="289903"/>
                  </a:lnTo>
                  <a:lnTo>
                    <a:pt x="329561" y="289903"/>
                  </a:lnTo>
                  <a:lnTo>
                    <a:pt x="329561" y="240183"/>
                  </a:lnTo>
                  <a:close/>
                  <a:moveTo>
                    <a:pt x="205085" y="240183"/>
                  </a:moveTo>
                  <a:lnTo>
                    <a:pt x="205085" y="289903"/>
                  </a:lnTo>
                  <a:lnTo>
                    <a:pt x="254875" y="289903"/>
                  </a:lnTo>
                  <a:lnTo>
                    <a:pt x="254875" y="240183"/>
                  </a:lnTo>
                  <a:close/>
                  <a:moveTo>
                    <a:pt x="354456" y="165603"/>
                  </a:moveTo>
                  <a:lnTo>
                    <a:pt x="354456" y="215323"/>
                  </a:lnTo>
                  <a:lnTo>
                    <a:pt x="404189" y="215323"/>
                  </a:lnTo>
                  <a:lnTo>
                    <a:pt x="404189" y="165603"/>
                  </a:lnTo>
                  <a:close/>
                  <a:moveTo>
                    <a:pt x="279770" y="165603"/>
                  </a:moveTo>
                  <a:lnTo>
                    <a:pt x="279770" y="215323"/>
                  </a:lnTo>
                  <a:lnTo>
                    <a:pt x="329561" y="215323"/>
                  </a:lnTo>
                  <a:lnTo>
                    <a:pt x="329561" y="165603"/>
                  </a:lnTo>
                  <a:close/>
                  <a:moveTo>
                    <a:pt x="205085" y="165603"/>
                  </a:moveTo>
                  <a:lnTo>
                    <a:pt x="205085" y="215323"/>
                  </a:lnTo>
                  <a:lnTo>
                    <a:pt x="254875" y="215323"/>
                  </a:lnTo>
                  <a:lnTo>
                    <a:pt x="254875" y="165603"/>
                  </a:lnTo>
                  <a:close/>
                  <a:moveTo>
                    <a:pt x="304666" y="50313"/>
                  </a:moveTo>
                  <a:lnTo>
                    <a:pt x="446043" y="144792"/>
                  </a:lnTo>
                  <a:lnTo>
                    <a:pt x="446043" y="496992"/>
                  </a:lnTo>
                  <a:lnTo>
                    <a:pt x="346119" y="496992"/>
                  </a:lnTo>
                  <a:lnTo>
                    <a:pt x="346119" y="381018"/>
                  </a:lnTo>
                  <a:lnTo>
                    <a:pt x="263154" y="381018"/>
                  </a:lnTo>
                  <a:lnTo>
                    <a:pt x="263154" y="496992"/>
                  </a:lnTo>
                  <a:lnTo>
                    <a:pt x="163288" y="496992"/>
                  </a:lnTo>
                  <a:lnTo>
                    <a:pt x="163288" y="144792"/>
                  </a:lnTo>
                  <a:close/>
                  <a:moveTo>
                    <a:pt x="304666" y="0"/>
                  </a:moveTo>
                  <a:lnTo>
                    <a:pt x="501719" y="131040"/>
                  </a:lnTo>
                  <a:lnTo>
                    <a:pt x="455296" y="131040"/>
                  </a:lnTo>
                  <a:lnTo>
                    <a:pt x="309291" y="33473"/>
                  </a:lnTo>
                  <a:lnTo>
                    <a:pt x="300040" y="33473"/>
                  </a:lnTo>
                  <a:lnTo>
                    <a:pt x="154035" y="131040"/>
                  </a:lnTo>
                  <a:lnTo>
                    <a:pt x="107612" y="131040"/>
                  </a:lnTo>
                  <a:close/>
                </a:path>
              </a:pathLst>
            </a:custGeom>
            <a:solidFill>
              <a:srgbClr val="004E98"/>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dirty="0"/>
            </a:p>
          </p:txBody>
        </p:sp>
      </p:grpSp>
      <p:grpSp>
        <p:nvGrpSpPr>
          <p:cNvPr id="9" name="Group 19">
            <a:extLst>
              <a:ext uri="{FF2B5EF4-FFF2-40B4-BE49-F238E27FC236}">
                <a16:creationId xmlns:a16="http://schemas.microsoft.com/office/drawing/2014/main" id="{BC81A412-BAC4-E944-B895-78F52C7437A1}"/>
              </a:ext>
            </a:extLst>
          </p:cNvPr>
          <p:cNvGrpSpPr/>
          <p:nvPr/>
        </p:nvGrpSpPr>
        <p:grpSpPr>
          <a:xfrm>
            <a:off x="6302220" y="4898999"/>
            <a:ext cx="470955" cy="470955"/>
            <a:chOff x="4107620" y="3296640"/>
            <a:chExt cx="604504" cy="604504"/>
          </a:xfrm>
        </p:grpSpPr>
        <p:sp>
          <p:nvSpPr>
            <p:cNvPr id="10" name="椭圆 9">
              <a:extLst>
                <a:ext uri="{FF2B5EF4-FFF2-40B4-BE49-F238E27FC236}">
                  <a16:creationId xmlns:a16="http://schemas.microsoft.com/office/drawing/2014/main" id="{411C7504-8B8B-1047-88AC-75698E9C6DDB}"/>
                </a:ext>
              </a:extLst>
            </p:cNvPr>
            <p:cNvSpPr/>
            <p:nvPr/>
          </p:nvSpPr>
          <p:spPr>
            <a:xfrm>
              <a:off x="4107620" y="3296640"/>
              <a:ext cx="604504" cy="604504"/>
            </a:xfrm>
            <a:prstGeom prst="ellipse">
              <a:avLst/>
            </a:prstGeom>
            <a:noFill/>
            <a:ln w="6350">
              <a:solidFill>
                <a:srgbClr val="004E96">
                  <a:alpha val="87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21920" tIns="60960" rIns="121920" bIns="6096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p>
          </p:txBody>
        </p:sp>
        <p:sp>
          <p:nvSpPr>
            <p:cNvPr id="11" name="search-home_86260">
              <a:extLst>
                <a:ext uri="{FF2B5EF4-FFF2-40B4-BE49-F238E27FC236}">
                  <a16:creationId xmlns:a16="http://schemas.microsoft.com/office/drawing/2014/main" id="{BC0D6031-267D-124C-A942-707A7543553E}"/>
                </a:ext>
              </a:extLst>
            </p:cNvPr>
            <p:cNvSpPr>
              <a:spLocks noChangeAspect="1"/>
            </p:cNvSpPr>
            <p:nvPr/>
          </p:nvSpPr>
          <p:spPr bwMode="auto">
            <a:xfrm>
              <a:off x="4232504" y="3489487"/>
              <a:ext cx="399859" cy="29581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88862 h 440259"/>
                <a:gd name="T31" fmla="*/ 88862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08" h="4896">
                  <a:moveTo>
                    <a:pt x="6608" y="638"/>
                  </a:moveTo>
                  <a:lnTo>
                    <a:pt x="6608" y="2638"/>
                  </a:lnTo>
                  <a:cubicBezTo>
                    <a:pt x="6608" y="2638"/>
                    <a:pt x="6180" y="2723"/>
                    <a:pt x="6092" y="2734"/>
                  </a:cubicBezTo>
                  <a:cubicBezTo>
                    <a:pt x="6004" y="2745"/>
                    <a:pt x="5728" y="2834"/>
                    <a:pt x="5528" y="2642"/>
                  </a:cubicBezTo>
                  <a:cubicBezTo>
                    <a:pt x="5219" y="2346"/>
                    <a:pt x="4122" y="1254"/>
                    <a:pt x="4122" y="1254"/>
                  </a:cubicBezTo>
                  <a:cubicBezTo>
                    <a:pt x="4122" y="1254"/>
                    <a:pt x="3932" y="1069"/>
                    <a:pt x="3629" y="1229"/>
                  </a:cubicBezTo>
                  <a:cubicBezTo>
                    <a:pt x="3350" y="1376"/>
                    <a:pt x="2936" y="1592"/>
                    <a:pt x="2764" y="1675"/>
                  </a:cubicBezTo>
                  <a:cubicBezTo>
                    <a:pt x="2437" y="1849"/>
                    <a:pt x="2167" y="1574"/>
                    <a:pt x="2167" y="1364"/>
                  </a:cubicBezTo>
                  <a:cubicBezTo>
                    <a:pt x="2167" y="1201"/>
                    <a:pt x="2269" y="1090"/>
                    <a:pt x="2414" y="1009"/>
                  </a:cubicBezTo>
                  <a:cubicBezTo>
                    <a:pt x="2808" y="770"/>
                    <a:pt x="3637" y="305"/>
                    <a:pt x="3983" y="121"/>
                  </a:cubicBezTo>
                  <a:cubicBezTo>
                    <a:pt x="4193" y="9"/>
                    <a:pt x="4344" y="0"/>
                    <a:pt x="4633" y="243"/>
                  </a:cubicBezTo>
                  <a:cubicBezTo>
                    <a:pt x="4988" y="541"/>
                    <a:pt x="5304" y="814"/>
                    <a:pt x="5304" y="814"/>
                  </a:cubicBezTo>
                  <a:cubicBezTo>
                    <a:pt x="5304" y="814"/>
                    <a:pt x="5407" y="900"/>
                    <a:pt x="5571" y="865"/>
                  </a:cubicBezTo>
                  <a:cubicBezTo>
                    <a:pt x="5975" y="780"/>
                    <a:pt x="6608" y="638"/>
                    <a:pt x="6608" y="638"/>
                  </a:cubicBezTo>
                  <a:close/>
                  <a:moveTo>
                    <a:pt x="2241" y="4027"/>
                  </a:moveTo>
                  <a:cubicBezTo>
                    <a:pt x="2294" y="3891"/>
                    <a:pt x="2277" y="3738"/>
                    <a:pt x="2175" y="3633"/>
                  </a:cubicBezTo>
                  <a:cubicBezTo>
                    <a:pt x="2083" y="3540"/>
                    <a:pt x="1950" y="3515"/>
                    <a:pt x="1822" y="3544"/>
                  </a:cubicBezTo>
                  <a:cubicBezTo>
                    <a:pt x="1858" y="3418"/>
                    <a:pt x="1838" y="3283"/>
                    <a:pt x="1746" y="3188"/>
                  </a:cubicBezTo>
                  <a:cubicBezTo>
                    <a:pt x="1654" y="3095"/>
                    <a:pt x="1521" y="3070"/>
                    <a:pt x="1394" y="3099"/>
                  </a:cubicBezTo>
                  <a:cubicBezTo>
                    <a:pt x="1429" y="2973"/>
                    <a:pt x="1409" y="2838"/>
                    <a:pt x="1317" y="2744"/>
                  </a:cubicBezTo>
                  <a:cubicBezTo>
                    <a:pt x="1173" y="2596"/>
                    <a:pt x="924" y="2602"/>
                    <a:pt x="760" y="2758"/>
                  </a:cubicBezTo>
                  <a:cubicBezTo>
                    <a:pt x="597" y="2915"/>
                    <a:pt x="492" y="3198"/>
                    <a:pt x="638" y="3365"/>
                  </a:cubicBezTo>
                  <a:cubicBezTo>
                    <a:pt x="783" y="3531"/>
                    <a:pt x="950" y="3430"/>
                    <a:pt x="1077" y="3401"/>
                  </a:cubicBezTo>
                  <a:cubicBezTo>
                    <a:pt x="1042" y="3527"/>
                    <a:pt x="936" y="3645"/>
                    <a:pt x="1066" y="3810"/>
                  </a:cubicBezTo>
                  <a:cubicBezTo>
                    <a:pt x="1197" y="3975"/>
                    <a:pt x="1378" y="3875"/>
                    <a:pt x="1506" y="3846"/>
                  </a:cubicBezTo>
                  <a:cubicBezTo>
                    <a:pt x="1470" y="3972"/>
                    <a:pt x="1369" y="4101"/>
                    <a:pt x="1494" y="4254"/>
                  </a:cubicBezTo>
                  <a:cubicBezTo>
                    <a:pt x="1621" y="4408"/>
                    <a:pt x="1829" y="4326"/>
                    <a:pt x="1966" y="4283"/>
                  </a:cubicBezTo>
                  <a:cubicBezTo>
                    <a:pt x="1913" y="4419"/>
                    <a:pt x="1799" y="4566"/>
                    <a:pt x="1945" y="4730"/>
                  </a:cubicBezTo>
                  <a:cubicBezTo>
                    <a:pt x="2090" y="4896"/>
                    <a:pt x="2426" y="4819"/>
                    <a:pt x="2590" y="4663"/>
                  </a:cubicBezTo>
                  <a:cubicBezTo>
                    <a:pt x="2753" y="4506"/>
                    <a:pt x="2769" y="4258"/>
                    <a:pt x="2625" y="4110"/>
                  </a:cubicBezTo>
                  <a:cubicBezTo>
                    <a:pt x="2526" y="4008"/>
                    <a:pt x="2378" y="3985"/>
                    <a:pt x="2241" y="4027"/>
                  </a:cubicBezTo>
                  <a:close/>
                  <a:moveTo>
                    <a:pt x="5233" y="2987"/>
                  </a:moveTo>
                  <a:cubicBezTo>
                    <a:pt x="4047" y="1802"/>
                    <a:pt x="4605" y="2359"/>
                    <a:pt x="3967" y="1720"/>
                  </a:cubicBezTo>
                  <a:cubicBezTo>
                    <a:pt x="3967" y="1720"/>
                    <a:pt x="3775" y="1529"/>
                    <a:pt x="3523" y="1640"/>
                  </a:cubicBezTo>
                  <a:cubicBezTo>
                    <a:pt x="3346" y="1718"/>
                    <a:pt x="3117" y="1824"/>
                    <a:pt x="2945" y="1905"/>
                  </a:cubicBezTo>
                  <a:cubicBezTo>
                    <a:pt x="2757" y="2004"/>
                    <a:pt x="2621" y="2034"/>
                    <a:pt x="2557" y="2034"/>
                  </a:cubicBezTo>
                  <a:cubicBezTo>
                    <a:pt x="2192" y="2031"/>
                    <a:pt x="1896" y="1738"/>
                    <a:pt x="1896" y="1373"/>
                  </a:cubicBezTo>
                  <a:cubicBezTo>
                    <a:pt x="1896" y="1137"/>
                    <a:pt x="2022" y="931"/>
                    <a:pt x="2209" y="814"/>
                  </a:cubicBezTo>
                  <a:cubicBezTo>
                    <a:pt x="2472" y="632"/>
                    <a:pt x="3078" y="310"/>
                    <a:pt x="3078" y="310"/>
                  </a:cubicBezTo>
                  <a:cubicBezTo>
                    <a:pt x="3078" y="310"/>
                    <a:pt x="2894" y="76"/>
                    <a:pt x="2489" y="76"/>
                  </a:cubicBezTo>
                  <a:cubicBezTo>
                    <a:pt x="2085" y="76"/>
                    <a:pt x="1240" y="629"/>
                    <a:pt x="1240" y="629"/>
                  </a:cubicBezTo>
                  <a:cubicBezTo>
                    <a:pt x="1240" y="629"/>
                    <a:pt x="1000" y="783"/>
                    <a:pt x="659" y="644"/>
                  </a:cubicBezTo>
                  <a:lnTo>
                    <a:pt x="0" y="415"/>
                  </a:lnTo>
                  <a:lnTo>
                    <a:pt x="0" y="2704"/>
                  </a:lnTo>
                  <a:cubicBezTo>
                    <a:pt x="0" y="2704"/>
                    <a:pt x="188" y="2758"/>
                    <a:pt x="357" y="2827"/>
                  </a:cubicBezTo>
                  <a:cubicBezTo>
                    <a:pt x="395" y="2719"/>
                    <a:pt x="457" y="2618"/>
                    <a:pt x="542" y="2535"/>
                  </a:cubicBezTo>
                  <a:cubicBezTo>
                    <a:pt x="822" y="2268"/>
                    <a:pt x="1287" y="2265"/>
                    <a:pt x="1542" y="2528"/>
                  </a:cubicBezTo>
                  <a:cubicBezTo>
                    <a:pt x="1619" y="2608"/>
                    <a:pt x="1673" y="2703"/>
                    <a:pt x="1700" y="2808"/>
                  </a:cubicBezTo>
                  <a:cubicBezTo>
                    <a:pt x="1803" y="2840"/>
                    <a:pt x="1896" y="2896"/>
                    <a:pt x="1971" y="2973"/>
                  </a:cubicBezTo>
                  <a:cubicBezTo>
                    <a:pt x="2048" y="3053"/>
                    <a:pt x="2101" y="3148"/>
                    <a:pt x="2129" y="3253"/>
                  </a:cubicBezTo>
                  <a:cubicBezTo>
                    <a:pt x="2231" y="3285"/>
                    <a:pt x="2324" y="3341"/>
                    <a:pt x="2399" y="3418"/>
                  </a:cubicBezTo>
                  <a:cubicBezTo>
                    <a:pt x="2484" y="3505"/>
                    <a:pt x="2540" y="3611"/>
                    <a:pt x="2566" y="3725"/>
                  </a:cubicBezTo>
                  <a:cubicBezTo>
                    <a:pt x="2674" y="3756"/>
                    <a:pt x="2771" y="3814"/>
                    <a:pt x="2849" y="3894"/>
                  </a:cubicBezTo>
                  <a:cubicBezTo>
                    <a:pt x="3002" y="4051"/>
                    <a:pt x="3056" y="4265"/>
                    <a:pt x="3023" y="4471"/>
                  </a:cubicBezTo>
                  <a:cubicBezTo>
                    <a:pt x="3024" y="4471"/>
                    <a:pt x="3024" y="4471"/>
                    <a:pt x="3024" y="4472"/>
                  </a:cubicBezTo>
                  <a:cubicBezTo>
                    <a:pt x="3027" y="4475"/>
                    <a:pt x="3119" y="4578"/>
                    <a:pt x="3177" y="4636"/>
                  </a:cubicBezTo>
                  <a:cubicBezTo>
                    <a:pt x="3290" y="4749"/>
                    <a:pt x="3475" y="4749"/>
                    <a:pt x="3588" y="4636"/>
                  </a:cubicBezTo>
                  <a:cubicBezTo>
                    <a:pt x="3700" y="4523"/>
                    <a:pt x="3701" y="4339"/>
                    <a:pt x="3588" y="4225"/>
                  </a:cubicBezTo>
                  <a:cubicBezTo>
                    <a:pt x="3584" y="4221"/>
                    <a:pt x="3180" y="3799"/>
                    <a:pt x="3213" y="3766"/>
                  </a:cubicBezTo>
                  <a:cubicBezTo>
                    <a:pt x="3245" y="3734"/>
                    <a:pt x="3759" y="4269"/>
                    <a:pt x="3769" y="4279"/>
                  </a:cubicBezTo>
                  <a:cubicBezTo>
                    <a:pt x="3882" y="4391"/>
                    <a:pt x="4066" y="4391"/>
                    <a:pt x="4179" y="4279"/>
                  </a:cubicBezTo>
                  <a:cubicBezTo>
                    <a:pt x="4292" y="4166"/>
                    <a:pt x="4292" y="3981"/>
                    <a:pt x="4179" y="3868"/>
                  </a:cubicBezTo>
                  <a:cubicBezTo>
                    <a:pt x="4174" y="3863"/>
                    <a:pt x="4151" y="3841"/>
                    <a:pt x="4142" y="3832"/>
                  </a:cubicBezTo>
                  <a:cubicBezTo>
                    <a:pt x="4142" y="3832"/>
                    <a:pt x="3632" y="3378"/>
                    <a:pt x="3671" y="3339"/>
                  </a:cubicBezTo>
                  <a:cubicBezTo>
                    <a:pt x="3710" y="3300"/>
                    <a:pt x="4343" y="3891"/>
                    <a:pt x="4345" y="3891"/>
                  </a:cubicBezTo>
                  <a:cubicBezTo>
                    <a:pt x="4458" y="3993"/>
                    <a:pt x="4634" y="3992"/>
                    <a:pt x="4743" y="3883"/>
                  </a:cubicBezTo>
                  <a:cubicBezTo>
                    <a:pt x="4850" y="3776"/>
                    <a:pt x="4852" y="3608"/>
                    <a:pt x="4758" y="3494"/>
                  </a:cubicBezTo>
                  <a:cubicBezTo>
                    <a:pt x="4756" y="3488"/>
                    <a:pt x="4275" y="2986"/>
                    <a:pt x="4312" y="2948"/>
                  </a:cubicBezTo>
                  <a:cubicBezTo>
                    <a:pt x="4351" y="2910"/>
                    <a:pt x="4826" y="3400"/>
                    <a:pt x="4827" y="3401"/>
                  </a:cubicBezTo>
                  <a:cubicBezTo>
                    <a:pt x="4940" y="3513"/>
                    <a:pt x="5124" y="3513"/>
                    <a:pt x="5238" y="3401"/>
                  </a:cubicBezTo>
                  <a:cubicBezTo>
                    <a:pt x="5350" y="3288"/>
                    <a:pt x="5350" y="3103"/>
                    <a:pt x="5238" y="2990"/>
                  </a:cubicBezTo>
                  <a:cubicBezTo>
                    <a:pt x="5236" y="2989"/>
                    <a:pt x="5234" y="2988"/>
                    <a:pt x="5233" y="2987"/>
                  </a:cubicBezTo>
                  <a:close/>
                </a:path>
              </a:pathLst>
            </a:custGeom>
            <a:solidFill>
              <a:srgbClr val="004E98"/>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dirty="0"/>
            </a:p>
          </p:txBody>
        </p:sp>
      </p:grpSp>
      <p:grpSp>
        <p:nvGrpSpPr>
          <p:cNvPr id="16" name="Group 19">
            <a:extLst>
              <a:ext uri="{FF2B5EF4-FFF2-40B4-BE49-F238E27FC236}">
                <a16:creationId xmlns:a16="http://schemas.microsoft.com/office/drawing/2014/main" id="{CDB0F089-608C-B343-AA25-77956987EEF3}"/>
              </a:ext>
            </a:extLst>
          </p:cNvPr>
          <p:cNvGrpSpPr/>
          <p:nvPr/>
        </p:nvGrpSpPr>
        <p:grpSpPr>
          <a:xfrm>
            <a:off x="6293925" y="3416597"/>
            <a:ext cx="470955" cy="470955"/>
            <a:chOff x="4107620" y="3296640"/>
            <a:chExt cx="604504" cy="604504"/>
          </a:xfrm>
        </p:grpSpPr>
        <p:sp>
          <p:nvSpPr>
            <p:cNvPr id="17" name="椭圆 16">
              <a:extLst>
                <a:ext uri="{FF2B5EF4-FFF2-40B4-BE49-F238E27FC236}">
                  <a16:creationId xmlns:a16="http://schemas.microsoft.com/office/drawing/2014/main" id="{E6863A41-9AEB-4943-8A5C-AD46923B7C49}"/>
                </a:ext>
              </a:extLst>
            </p:cNvPr>
            <p:cNvSpPr/>
            <p:nvPr/>
          </p:nvSpPr>
          <p:spPr>
            <a:xfrm>
              <a:off x="4107620" y="3296640"/>
              <a:ext cx="604504" cy="604504"/>
            </a:xfrm>
            <a:prstGeom prst="ellipse">
              <a:avLst/>
            </a:prstGeom>
            <a:noFill/>
            <a:ln w="6350">
              <a:solidFill>
                <a:srgbClr val="004E96">
                  <a:alpha val="87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21920" tIns="60960" rIns="121920" bIns="6096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p>
          </p:txBody>
        </p:sp>
        <p:sp>
          <p:nvSpPr>
            <p:cNvPr id="18" name="search-home_86260">
              <a:extLst>
                <a:ext uri="{FF2B5EF4-FFF2-40B4-BE49-F238E27FC236}">
                  <a16:creationId xmlns:a16="http://schemas.microsoft.com/office/drawing/2014/main" id="{516E2B2B-1672-464C-BA4B-4E5B4FDC50B4}"/>
                </a:ext>
              </a:extLst>
            </p:cNvPr>
            <p:cNvSpPr>
              <a:spLocks noChangeAspect="1"/>
            </p:cNvSpPr>
            <p:nvPr/>
          </p:nvSpPr>
          <p:spPr bwMode="auto">
            <a:xfrm>
              <a:off x="4265179" y="3395653"/>
              <a:ext cx="279901" cy="407260"/>
            </a:xfrm>
            <a:custGeom>
              <a:avLst/>
              <a:gdLst>
                <a:gd name="connsiteX0" fmla="*/ 142468 w 412043"/>
                <a:gd name="connsiteY0" fmla="*/ 396851 h 599527"/>
                <a:gd name="connsiteX1" fmla="*/ 153964 w 412043"/>
                <a:gd name="connsiteY1" fmla="*/ 405753 h 599527"/>
                <a:gd name="connsiteX2" fmla="*/ 144814 w 412043"/>
                <a:gd name="connsiteY2" fmla="*/ 585910 h 599527"/>
                <a:gd name="connsiteX3" fmla="*/ 135898 w 412043"/>
                <a:gd name="connsiteY3" fmla="*/ 595046 h 599527"/>
                <a:gd name="connsiteX4" fmla="*/ 15768 w 412043"/>
                <a:gd name="connsiteY4" fmla="*/ 599498 h 599527"/>
                <a:gd name="connsiteX5" fmla="*/ 6383 w 412043"/>
                <a:gd name="connsiteY5" fmla="*/ 590127 h 599527"/>
                <a:gd name="connsiteX6" fmla="*/ 142468 w 412043"/>
                <a:gd name="connsiteY6" fmla="*/ 396851 h 599527"/>
                <a:gd name="connsiteX7" fmla="*/ 275305 w 412043"/>
                <a:gd name="connsiteY7" fmla="*/ 271238 h 599527"/>
                <a:gd name="connsiteX8" fmla="*/ 222034 w 412043"/>
                <a:gd name="connsiteY8" fmla="*/ 284828 h 599527"/>
                <a:gd name="connsiteX9" fmla="*/ 158437 w 412043"/>
                <a:gd name="connsiteY9" fmla="*/ 287640 h 599527"/>
                <a:gd name="connsiteX10" fmla="*/ 99299 w 412043"/>
                <a:gd name="connsiteY10" fmla="*/ 277096 h 599527"/>
                <a:gd name="connsiteX11" fmla="*/ 205137 w 412043"/>
                <a:gd name="connsiteY11" fmla="*/ 392382 h 599527"/>
                <a:gd name="connsiteX12" fmla="*/ 312148 w 412043"/>
                <a:gd name="connsiteY12" fmla="*/ 309432 h 599527"/>
                <a:gd name="connsiteX13" fmla="*/ 305108 w 412043"/>
                <a:gd name="connsiteY13" fmla="*/ 310604 h 599527"/>
                <a:gd name="connsiteX14" fmla="*/ 275305 w 412043"/>
                <a:gd name="connsiteY14" fmla="*/ 271238 h 599527"/>
                <a:gd name="connsiteX15" fmla="*/ 93667 w 412043"/>
                <a:gd name="connsiteY15" fmla="*/ 210314 h 599527"/>
                <a:gd name="connsiteX16" fmla="*/ 93667 w 412043"/>
                <a:gd name="connsiteY16" fmla="*/ 212892 h 599527"/>
                <a:gd name="connsiteX17" fmla="*/ 100003 w 412043"/>
                <a:gd name="connsiteY17" fmla="*/ 213595 h 599527"/>
                <a:gd name="connsiteX18" fmla="*/ 93667 w 412043"/>
                <a:gd name="connsiteY18" fmla="*/ 210314 h 599527"/>
                <a:gd name="connsiteX19" fmla="*/ 80202 w 412043"/>
                <a:gd name="connsiteY19" fmla="*/ 186355 h 599527"/>
                <a:gd name="connsiteX20" fmla="*/ 89443 w 412043"/>
                <a:gd name="connsiteY20" fmla="*/ 186413 h 599527"/>
                <a:gd name="connsiteX21" fmla="*/ 269203 w 412043"/>
                <a:gd name="connsiteY21" fmla="*/ 193209 h 599527"/>
                <a:gd name="connsiteX22" fmla="*/ 279059 w 412043"/>
                <a:gd name="connsiteY22" fmla="*/ 193209 h 599527"/>
                <a:gd name="connsiteX23" fmla="*/ 284222 w 412043"/>
                <a:gd name="connsiteY23" fmla="*/ 197661 h 599527"/>
                <a:gd name="connsiteX24" fmla="*/ 288681 w 412043"/>
                <a:gd name="connsiteY24" fmla="*/ 255304 h 599527"/>
                <a:gd name="connsiteX25" fmla="*/ 312383 w 412043"/>
                <a:gd name="connsiteY25" fmla="*/ 289280 h 599527"/>
                <a:gd name="connsiteX26" fmla="*/ 314965 w 412043"/>
                <a:gd name="connsiteY26" fmla="*/ 201175 h 599527"/>
                <a:gd name="connsiteX27" fmla="*/ 330688 w 412043"/>
                <a:gd name="connsiteY27" fmla="*/ 199067 h 599527"/>
                <a:gd name="connsiteX28" fmla="*/ 260051 w 412043"/>
                <a:gd name="connsiteY28" fmla="*/ 401287 h 599527"/>
                <a:gd name="connsiteX29" fmla="*/ 263102 w 412043"/>
                <a:gd name="connsiteY29" fmla="*/ 401990 h 599527"/>
                <a:gd name="connsiteX30" fmla="*/ 401325 w 412043"/>
                <a:gd name="connsiteY30" fmla="*/ 590150 h 599527"/>
                <a:gd name="connsiteX31" fmla="*/ 389591 w 412043"/>
                <a:gd name="connsiteY31" fmla="*/ 599289 h 599527"/>
                <a:gd name="connsiteX32" fmla="*/ 262867 w 412043"/>
                <a:gd name="connsiteY32" fmla="*/ 595071 h 599527"/>
                <a:gd name="connsiteX33" fmla="*/ 253480 w 412043"/>
                <a:gd name="connsiteY33" fmla="*/ 585698 h 599527"/>
                <a:gd name="connsiteX34" fmla="*/ 247144 w 412043"/>
                <a:gd name="connsiteY34" fmla="*/ 414643 h 599527"/>
                <a:gd name="connsiteX35" fmla="*/ 248786 w 412043"/>
                <a:gd name="connsiteY35" fmla="*/ 410660 h 599527"/>
                <a:gd name="connsiteX36" fmla="*/ 251603 w 412043"/>
                <a:gd name="connsiteY36" fmla="*/ 404802 h 599527"/>
                <a:gd name="connsiteX37" fmla="*/ 205137 w 412043"/>
                <a:gd name="connsiteY37" fmla="*/ 410894 h 599527"/>
                <a:gd name="connsiteX38" fmla="*/ 75362 w 412043"/>
                <a:gd name="connsiteY38" fmla="*/ 194380 h 599527"/>
                <a:gd name="connsiteX39" fmla="*/ 80202 w 412043"/>
                <a:gd name="connsiteY39" fmla="*/ 186355 h 599527"/>
                <a:gd name="connsiteX40" fmla="*/ 204675 w 412043"/>
                <a:gd name="connsiteY40" fmla="*/ 1071 h 599527"/>
                <a:gd name="connsiteX41" fmla="*/ 297143 w 412043"/>
                <a:gd name="connsiteY41" fmla="*/ 36212 h 599527"/>
                <a:gd name="connsiteX42" fmla="*/ 407917 w 412043"/>
                <a:gd name="connsiteY42" fmla="*/ 88689 h 599527"/>
                <a:gd name="connsiteX43" fmla="*/ 405335 w 412043"/>
                <a:gd name="connsiteY43" fmla="*/ 105790 h 599527"/>
                <a:gd name="connsiteX44" fmla="*/ 367785 w 412043"/>
                <a:gd name="connsiteY44" fmla="*/ 126172 h 599527"/>
                <a:gd name="connsiteX45" fmla="*/ 313102 w 412043"/>
                <a:gd name="connsiteY45" fmla="*/ 136948 h 599527"/>
                <a:gd name="connsiteX46" fmla="*/ 200216 w 412043"/>
                <a:gd name="connsiteY46" fmla="*/ 93608 h 599527"/>
                <a:gd name="connsiteX47" fmla="*/ 282123 w 412043"/>
                <a:gd name="connsiteY47" fmla="*/ 147256 h 599527"/>
                <a:gd name="connsiteX48" fmla="*/ 285643 w 412043"/>
                <a:gd name="connsiteY48" fmla="*/ 153347 h 599527"/>
                <a:gd name="connsiteX49" fmla="*/ 285174 w 412043"/>
                <a:gd name="connsiteY49" fmla="*/ 165530 h 599527"/>
                <a:gd name="connsiteX50" fmla="*/ 172757 w 412043"/>
                <a:gd name="connsiteY50" fmla="*/ 198328 h 599527"/>
                <a:gd name="connsiteX51" fmla="*/ 8474 w 412043"/>
                <a:gd name="connsiteY51" fmla="*/ 110242 h 599527"/>
                <a:gd name="connsiteX52" fmla="*/ 3310 w 412043"/>
                <a:gd name="connsiteY52" fmla="*/ 97122 h 599527"/>
                <a:gd name="connsiteX53" fmla="*/ 113146 w 412043"/>
                <a:gd name="connsiteY53" fmla="*/ 45114 h 599527"/>
                <a:gd name="connsiteX54" fmla="*/ 204675 w 412043"/>
                <a:gd name="connsiteY54" fmla="*/ 1071 h 59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2043" h="599527">
                  <a:moveTo>
                    <a:pt x="142468" y="396851"/>
                  </a:moveTo>
                  <a:cubicBezTo>
                    <a:pt x="148333" y="395679"/>
                    <a:pt x="153730" y="399662"/>
                    <a:pt x="153964" y="405753"/>
                  </a:cubicBezTo>
                  <a:cubicBezTo>
                    <a:pt x="156545" y="464556"/>
                    <a:pt x="165461" y="529215"/>
                    <a:pt x="144814" y="585910"/>
                  </a:cubicBezTo>
                  <a:cubicBezTo>
                    <a:pt x="145048" y="590595"/>
                    <a:pt x="142233" y="595515"/>
                    <a:pt x="135898" y="595046"/>
                  </a:cubicBezTo>
                  <a:cubicBezTo>
                    <a:pt x="95776" y="591532"/>
                    <a:pt x="55889" y="595046"/>
                    <a:pt x="15768" y="599498"/>
                  </a:cubicBezTo>
                  <a:cubicBezTo>
                    <a:pt x="10606" y="599966"/>
                    <a:pt x="6383" y="594812"/>
                    <a:pt x="6383" y="590127"/>
                  </a:cubicBezTo>
                  <a:cubicBezTo>
                    <a:pt x="5913" y="512348"/>
                    <a:pt x="62224" y="414655"/>
                    <a:pt x="142468" y="396851"/>
                  </a:cubicBezTo>
                  <a:close/>
                  <a:moveTo>
                    <a:pt x="275305" y="271238"/>
                  </a:moveTo>
                  <a:cubicBezTo>
                    <a:pt x="260285" y="280845"/>
                    <a:pt x="239165" y="282251"/>
                    <a:pt x="222034" y="284828"/>
                  </a:cubicBezTo>
                  <a:cubicBezTo>
                    <a:pt x="201148" y="287875"/>
                    <a:pt x="179557" y="289280"/>
                    <a:pt x="158437" y="287640"/>
                  </a:cubicBezTo>
                  <a:cubicBezTo>
                    <a:pt x="143887" y="286469"/>
                    <a:pt x="116899" y="285531"/>
                    <a:pt x="99299" y="277096"/>
                  </a:cubicBezTo>
                  <a:cubicBezTo>
                    <a:pt x="110329" y="336145"/>
                    <a:pt x="139663" y="391679"/>
                    <a:pt x="205137" y="392382"/>
                  </a:cubicBezTo>
                  <a:cubicBezTo>
                    <a:pt x="262163" y="392851"/>
                    <a:pt x="296895" y="356062"/>
                    <a:pt x="312148" y="309432"/>
                  </a:cubicBezTo>
                  <a:cubicBezTo>
                    <a:pt x="310036" y="310135"/>
                    <a:pt x="307690" y="310604"/>
                    <a:pt x="305108" y="310604"/>
                  </a:cubicBezTo>
                  <a:cubicBezTo>
                    <a:pt x="287977" y="310604"/>
                    <a:pt x="279294" y="293030"/>
                    <a:pt x="275305" y="271238"/>
                  </a:cubicBezTo>
                  <a:close/>
                  <a:moveTo>
                    <a:pt x="93667" y="210314"/>
                  </a:moveTo>
                  <a:cubicBezTo>
                    <a:pt x="93667" y="211251"/>
                    <a:pt x="93667" y="212189"/>
                    <a:pt x="93667" y="212892"/>
                  </a:cubicBezTo>
                  <a:cubicBezTo>
                    <a:pt x="95779" y="213126"/>
                    <a:pt x="97891" y="213360"/>
                    <a:pt x="100003" y="213595"/>
                  </a:cubicBezTo>
                  <a:cubicBezTo>
                    <a:pt x="97891" y="212423"/>
                    <a:pt x="95779" y="211486"/>
                    <a:pt x="93667" y="210314"/>
                  </a:cubicBezTo>
                  <a:close/>
                  <a:moveTo>
                    <a:pt x="80202" y="186355"/>
                  </a:moveTo>
                  <a:cubicBezTo>
                    <a:pt x="82872" y="184714"/>
                    <a:pt x="86275" y="184422"/>
                    <a:pt x="89443" y="186413"/>
                  </a:cubicBezTo>
                  <a:cubicBezTo>
                    <a:pt x="144356" y="220156"/>
                    <a:pt x="213820" y="232340"/>
                    <a:pt x="269203" y="193209"/>
                  </a:cubicBezTo>
                  <a:cubicBezTo>
                    <a:pt x="272958" y="190397"/>
                    <a:pt x="276713" y="191100"/>
                    <a:pt x="279059" y="193209"/>
                  </a:cubicBezTo>
                  <a:cubicBezTo>
                    <a:pt x="281641" y="192271"/>
                    <a:pt x="284692" y="194380"/>
                    <a:pt x="284222" y="197661"/>
                  </a:cubicBezTo>
                  <a:cubicBezTo>
                    <a:pt x="281876" y="216172"/>
                    <a:pt x="285630" y="237261"/>
                    <a:pt x="288681" y="255304"/>
                  </a:cubicBezTo>
                  <a:cubicBezTo>
                    <a:pt x="289620" y="261162"/>
                    <a:pt x="304404" y="314587"/>
                    <a:pt x="312383" y="289280"/>
                  </a:cubicBezTo>
                  <a:cubicBezTo>
                    <a:pt x="321301" y="261162"/>
                    <a:pt x="315434" y="229997"/>
                    <a:pt x="314965" y="201175"/>
                  </a:cubicBezTo>
                  <a:cubicBezTo>
                    <a:pt x="314730" y="192037"/>
                    <a:pt x="328341" y="190397"/>
                    <a:pt x="330688" y="199067"/>
                  </a:cubicBezTo>
                  <a:cubicBezTo>
                    <a:pt x="349227" y="270300"/>
                    <a:pt x="328576" y="369887"/>
                    <a:pt x="260051" y="401287"/>
                  </a:cubicBezTo>
                  <a:cubicBezTo>
                    <a:pt x="261224" y="401287"/>
                    <a:pt x="262163" y="401521"/>
                    <a:pt x="263102" y="401990"/>
                  </a:cubicBezTo>
                  <a:cubicBezTo>
                    <a:pt x="332330" y="431983"/>
                    <a:pt x="406018" y="510481"/>
                    <a:pt x="401325" y="590150"/>
                  </a:cubicBezTo>
                  <a:cubicBezTo>
                    <a:pt x="401090" y="596711"/>
                    <a:pt x="395693" y="600226"/>
                    <a:pt x="389591" y="599289"/>
                  </a:cubicBezTo>
                  <a:cubicBezTo>
                    <a:pt x="347584" y="591790"/>
                    <a:pt x="305108" y="600460"/>
                    <a:pt x="262867" y="595071"/>
                  </a:cubicBezTo>
                  <a:cubicBezTo>
                    <a:pt x="257704" y="594368"/>
                    <a:pt x="253480" y="591322"/>
                    <a:pt x="253480" y="585698"/>
                  </a:cubicBezTo>
                  <a:cubicBezTo>
                    <a:pt x="252776" y="529226"/>
                    <a:pt x="239634" y="471115"/>
                    <a:pt x="247144" y="414643"/>
                  </a:cubicBezTo>
                  <a:cubicBezTo>
                    <a:pt x="247378" y="413003"/>
                    <a:pt x="248082" y="411831"/>
                    <a:pt x="248786" y="410660"/>
                  </a:cubicBezTo>
                  <a:cubicBezTo>
                    <a:pt x="249021" y="408551"/>
                    <a:pt x="249960" y="406442"/>
                    <a:pt x="251603" y="404802"/>
                  </a:cubicBezTo>
                  <a:cubicBezTo>
                    <a:pt x="237757" y="409722"/>
                    <a:pt x="222268" y="411831"/>
                    <a:pt x="205137" y="410894"/>
                  </a:cubicBezTo>
                  <a:cubicBezTo>
                    <a:pt x="96248" y="404802"/>
                    <a:pt x="70903" y="284360"/>
                    <a:pt x="75362" y="194380"/>
                  </a:cubicBezTo>
                  <a:cubicBezTo>
                    <a:pt x="75597" y="190983"/>
                    <a:pt x="77533" y="187995"/>
                    <a:pt x="80202" y="186355"/>
                  </a:cubicBezTo>
                  <a:close/>
                  <a:moveTo>
                    <a:pt x="204675" y="1071"/>
                  </a:moveTo>
                  <a:cubicBezTo>
                    <a:pt x="234481" y="-6191"/>
                    <a:pt x="272031" y="25435"/>
                    <a:pt x="297143" y="36212"/>
                  </a:cubicBezTo>
                  <a:cubicBezTo>
                    <a:pt x="334459" y="52142"/>
                    <a:pt x="374121" y="65730"/>
                    <a:pt x="407917" y="88689"/>
                  </a:cubicBezTo>
                  <a:cubicBezTo>
                    <a:pt x="415192" y="93843"/>
                    <a:pt x="411907" y="104150"/>
                    <a:pt x="405335" y="105790"/>
                  </a:cubicBezTo>
                  <a:cubicBezTo>
                    <a:pt x="398295" y="117035"/>
                    <a:pt x="379519" y="122189"/>
                    <a:pt x="367785" y="126172"/>
                  </a:cubicBezTo>
                  <a:cubicBezTo>
                    <a:pt x="351122" y="132029"/>
                    <a:pt x="331173" y="139291"/>
                    <a:pt x="313102" y="136948"/>
                  </a:cubicBezTo>
                  <a:cubicBezTo>
                    <a:pt x="271562" y="131092"/>
                    <a:pt x="243164" y="83769"/>
                    <a:pt x="200216" y="93608"/>
                  </a:cubicBezTo>
                  <a:cubicBezTo>
                    <a:pt x="211481" y="122658"/>
                    <a:pt x="255368" y="139760"/>
                    <a:pt x="282123" y="147256"/>
                  </a:cubicBezTo>
                  <a:cubicBezTo>
                    <a:pt x="285174" y="148193"/>
                    <a:pt x="286113" y="150770"/>
                    <a:pt x="285643" y="153347"/>
                  </a:cubicBezTo>
                  <a:cubicBezTo>
                    <a:pt x="288459" y="156627"/>
                    <a:pt x="289398" y="161547"/>
                    <a:pt x="285174" y="165530"/>
                  </a:cubicBezTo>
                  <a:cubicBezTo>
                    <a:pt x="254899" y="193408"/>
                    <a:pt x="213358" y="214961"/>
                    <a:pt x="172757" y="198328"/>
                  </a:cubicBezTo>
                  <a:cubicBezTo>
                    <a:pt x="115493" y="174666"/>
                    <a:pt x="65738" y="134840"/>
                    <a:pt x="8474" y="110242"/>
                  </a:cubicBezTo>
                  <a:cubicBezTo>
                    <a:pt x="728" y="112584"/>
                    <a:pt x="-3261" y="101339"/>
                    <a:pt x="3310" y="97122"/>
                  </a:cubicBezTo>
                  <a:cubicBezTo>
                    <a:pt x="37341" y="75569"/>
                    <a:pt x="76769" y="61982"/>
                    <a:pt x="113146" y="45114"/>
                  </a:cubicBezTo>
                  <a:cubicBezTo>
                    <a:pt x="142482" y="31526"/>
                    <a:pt x="173226" y="8568"/>
                    <a:pt x="204675" y="1071"/>
                  </a:cubicBezTo>
                  <a:close/>
                </a:path>
              </a:pathLst>
            </a:custGeom>
            <a:solidFill>
              <a:srgbClr val="004E98"/>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dirty="0"/>
            </a:p>
          </p:txBody>
        </p:sp>
      </p:grpSp>
      <p:cxnSp>
        <p:nvCxnSpPr>
          <p:cNvPr id="19" name="直接连接符 68">
            <a:extLst>
              <a:ext uri="{FF2B5EF4-FFF2-40B4-BE49-F238E27FC236}">
                <a16:creationId xmlns:a16="http://schemas.microsoft.com/office/drawing/2014/main" id="{407ED7A6-0DD6-FA46-818C-DEC53F7DF585}"/>
              </a:ext>
            </a:extLst>
          </p:cNvPr>
          <p:cNvCxnSpPr>
            <a:stCxn id="7" idx="4"/>
            <a:endCxn id="17" idx="0"/>
          </p:cNvCxnSpPr>
          <p:nvPr/>
        </p:nvCxnSpPr>
        <p:spPr>
          <a:xfrm>
            <a:off x="6529403" y="2405152"/>
            <a:ext cx="0" cy="101144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69">
            <a:extLst>
              <a:ext uri="{FF2B5EF4-FFF2-40B4-BE49-F238E27FC236}">
                <a16:creationId xmlns:a16="http://schemas.microsoft.com/office/drawing/2014/main" id="{14E6C796-F297-6040-B4A0-B2E59CF8F121}"/>
              </a:ext>
            </a:extLst>
          </p:cNvPr>
          <p:cNvCxnSpPr>
            <a:cxnSpLocks/>
            <a:stCxn id="17" idx="4"/>
            <a:endCxn id="10" idx="0"/>
          </p:cNvCxnSpPr>
          <p:nvPr/>
        </p:nvCxnSpPr>
        <p:spPr>
          <a:xfrm>
            <a:off x="6529403" y="3887553"/>
            <a:ext cx="8295" cy="101144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矩形: 圆角 20">
            <a:extLst>
              <a:ext uri="{FF2B5EF4-FFF2-40B4-BE49-F238E27FC236}">
                <a16:creationId xmlns:a16="http://schemas.microsoft.com/office/drawing/2014/main" id="{EC484BC5-31E7-444C-BE35-58D2BAA5DE06}"/>
              </a:ext>
            </a:extLst>
          </p:cNvPr>
          <p:cNvSpPr/>
          <p:nvPr/>
        </p:nvSpPr>
        <p:spPr>
          <a:xfrm>
            <a:off x="2795374" y="2196042"/>
            <a:ext cx="2911977" cy="339743"/>
          </a:xfrm>
          <a:prstGeom prst="roundRect">
            <a:avLst>
              <a:gd name="adj" fmla="val 50000"/>
            </a:avLst>
          </a:prstGeom>
          <a:gradFill flip="none" rotWithShape="1">
            <a:gsLst>
              <a:gs pos="24000">
                <a:srgbClr val="C3000F">
                  <a:alpha val="0"/>
                </a:srgbClr>
              </a:gs>
              <a:gs pos="83000">
                <a:srgbClr val="004E96"/>
              </a:gs>
              <a:gs pos="98000">
                <a:srgbClr val="004E96"/>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sp>
        <p:nvSpPr>
          <p:cNvPr id="35" name="圆角矩形 34">
            <a:extLst>
              <a:ext uri="{FF2B5EF4-FFF2-40B4-BE49-F238E27FC236}">
                <a16:creationId xmlns:a16="http://schemas.microsoft.com/office/drawing/2014/main" id="{1AD55115-8F58-CA4A-8675-A97BCCB286DE}"/>
              </a:ext>
            </a:extLst>
          </p:cNvPr>
          <p:cNvSpPr/>
          <p:nvPr/>
        </p:nvSpPr>
        <p:spPr>
          <a:xfrm>
            <a:off x="867606" y="1551866"/>
            <a:ext cx="3856780" cy="4193557"/>
          </a:xfrm>
          <a:prstGeom prst="roundRect">
            <a:avLst>
              <a:gd name="adj" fmla="val 3485"/>
            </a:avLst>
          </a:prstGeom>
          <a:solidFill>
            <a:srgbClr val="004E96">
              <a:alpha val="15000"/>
            </a:srgbClr>
          </a:solidFill>
          <a:ln w="12700" cap="flat" cmpd="sng" algn="ctr">
            <a:solidFill>
              <a:srgbClr val="004E98">
                <a:alpha val="20000"/>
              </a:srgbClr>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endParaRPr lang="zh-CN" altLang="en-US" sz="2400" kern="0">
              <a:solidFill>
                <a:prstClr val="white"/>
              </a:solidFill>
              <a:latin typeface="OPPOSans R"/>
              <a:ea typeface="OPPOSans R"/>
            </a:endParaRPr>
          </a:p>
        </p:txBody>
      </p:sp>
      <p:sp>
        <p:nvSpPr>
          <p:cNvPr id="37" name="矩形: 圆角 20">
            <a:extLst>
              <a:ext uri="{FF2B5EF4-FFF2-40B4-BE49-F238E27FC236}">
                <a16:creationId xmlns:a16="http://schemas.microsoft.com/office/drawing/2014/main" id="{17BE56F2-8422-CE44-BC2F-D648A17382FE}"/>
              </a:ext>
            </a:extLst>
          </p:cNvPr>
          <p:cNvSpPr/>
          <p:nvPr/>
        </p:nvSpPr>
        <p:spPr>
          <a:xfrm>
            <a:off x="-1391869" y="3983269"/>
            <a:ext cx="2911977" cy="557664"/>
          </a:xfrm>
          <a:prstGeom prst="roundRect">
            <a:avLst>
              <a:gd name="adj" fmla="val 50000"/>
            </a:avLst>
          </a:prstGeom>
          <a:gradFill flip="none" rotWithShape="1">
            <a:gsLst>
              <a:gs pos="24000">
                <a:srgbClr val="C3000F">
                  <a:alpha val="0"/>
                </a:srgbClr>
              </a:gs>
              <a:gs pos="83000">
                <a:srgbClr val="004E96"/>
              </a:gs>
              <a:gs pos="98000">
                <a:srgbClr val="004E96"/>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sp>
        <p:nvSpPr>
          <p:cNvPr id="38" name="矩形: 圆角 20">
            <a:extLst>
              <a:ext uri="{FF2B5EF4-FFF2-40B4-BE49-F238E27FC236}">
                <a16:creationId xmlns:a16="http://schemas.microsoft.com/office/drawing/2014/main" id="{9DDEDEC6-1B82-A540-9D09-5DBC6139A0D3}"/>
              </a:ext>
            </a:extLst>
          </p:cNvPr>
          <p:cNvSpPr/>
          <p:nvPr/>
        </p:nvSpPr>
        <p:spPr>
          <a:xfrm>
            <a:off x="2591937" y="5999434"/>
            <a:ext cx="2911977" cy="137532"/>
          </a:xfrm>
          <a:prstGeom prst="roundRect">
            <a:avLst>
              <a:gd name="adj" fmla="val 50000"/>
            </a:avLst>
          </a:prstGeom>
          <a:gradFill flip="none" rotWithShape="1">
            <a:gsLst>
              <a:gs pos="24000">
                <a:srgbClr val="C3000F">
                  <a:alpha val="0"/>
                </a:srgbClr>
              </a:gs>
              <a:gs pos="83000">
                <a:srgbClr val="004E96"/>
              </a:gs>
              <a:gs pos="98000">
                <a:srgbClr val="004E96"/>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sp>
        <p:nvSpPr>
          <p:cNvPr id="39" name="文本框 38">
            <a:extLst>
              <a:ext uri="{FF2B5EF4-FFF2-40B4-BE49-F238E27FC236}">
                <a16:creationId xmlns:a16="http://schemas.microsoft.com/office/drawing/2014/main" id="{FBDFC819-BADB-0246-B65F-7179A8C5E642}"/>
              </a:ext>
            </a:extLst>
          </p:cNvPr>
          <p:cNvSpPr txBox="1"/>
          <p:nvPr/>
        </p:nvSpPr>
        <p:spPr>
          <a:xfrm>
            <a:off x="6965646" y="1875777"/>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40" name="矩形 39">
            <a:extLst>
              <a:ext uri="{FF2B5EF4-FFF2-40B4-BE49-F238E27FC236}">
                <a16:creationId xmlns:a16="http://schemas.microsoft.com/office/drawing/2014/main" id="{84E5EC19-9D22-2D48-8768-85E1F3292D98}"/>
              </a:ext>
            </a:extLst>
          </p:cNvPr>
          <p:cNvSpPr/>
          <p:nvPr/>
        </p:nvSpPr>
        <p:spPr>
          <a:xfrm>
            <a:off x="6979534" y="2283144"/>
            <a:ext cx="4222111" cy="810286"/>
          </a:xfrm>
          <a:prstGeom prst="rect">
            <a:avLst/>
          </a:prstGeom>
        </p:spPr>
        <p:txBody>
          <a:bodyPr wrap="square">
            <a:spAutoFit/>
          </a:bodyPr>
          <a:lstStyle/>
          <a:p>
            <a:pPr>
              <a:lnSpc>
                <a:spcPct val="150000"/>
              </a:lnSpc>
            </a:pPr>
            <a:r>
              <a:rPr lang="zh-CN" altLang="en-US" sz="1067" dirty="0">
                <a:solidFill>
                  <a:schemeClr val="tx1">
                    <a:lumMod val="75000"/>
                    <a:lumOff val="25000"/>
                  </a:schemeClr>
                </a:solidFill>
                <a:latin typeface="FZZhengHeiS-DB-GB" panose="02000000000000000000" pitchFamily="2" charset="-122"/>
                <a:ea typeface="FZZhengHeiS-DB-GB" panose="02000000000000000000" pitchFamily="2" charset="-122"/>
              </a:rPr>
              <a:t>点击输入简要文字内容，文字内容需概括精炼，不用多余的文字修饰。点击输入简要文字内容，文字内容需概括精炼，不用多余的文字修饰。</a:t>
            </a:r>
          </a:p>
        </p:txBody>
      </p:sp>
      <p:sp>
        <p:nvSpPr>
          <p:cNvPr id="41" name="文本框 40">
            <a:extLst>
              <a:ext uri="{FF2B5EF4-FFF2-40B4-BE49-F238E27FC236}">
                <a16:creationId xmlns:a16="http://schemas.microsoft.com/office/drawing/2014/main" id="{94960D99-CC06-1E4D-8650-C757491E4DE3}"/>
              </a:ext>
            </a:extLst>
          </p:cNvPr>
          <p:cNvSpPr txBox="1"/>
          <p:nvPr/>
        </p:nvSpPr>
        <p:spPr>
          <a:xfrm>
            <a:off x="6978176" y="3341156"/>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42" name="矩形 41">
            <a:extLst>
              <a:ext uri="{FF2B5EF4-FFF2-40B4-BE49-F238E27FC236}">
                <a16:creationId xmlns:a16="http://schemas.microsoft.com/office/drawing/2014/main" id="{64C519E3-0D58-554A-86AF-0EEA99306503}"/>
              </a:ext>
            </a:extLst>
          </p:cNvPr>
          <p:cNvSpPr/>
          <p:nvPr/>
        </p:nvSpPr>
        <p:spPr>
          <a:xfrm>
            <a:off x="6992063" y="3748523"/>
            <a:ext cx="4222111" cy="810286"/>
          </a:xfrm>
          <a:prstGeom prst="rect">
            <a:avLst/>
          </a:prstGeom>
        </p:spPr>
        <p:txBody>
          <a:bodyPr wrap="square">
            <a:spAutoFit/>
          </a:bodyPr>
          <a:lstStyle/>
          <a:p>
            <a:pPr>
              <a:lnSpc>
                <a:spcPct val="150000"/>
              </a:lnSpc>
            </a:pPr>
            <a:r>
              <a:rPr lang="zh-CN" altLang="en-US" sz="1067" dirty="0">
                <a:solidFill>
                  <a:schemeClr val="tx1">
                    <a:lumMod val="75000"/>
                    <a:lumOff val="25000"/>
                  </a:schemeClr>
                </a:solidFill>
                <a:latin typeface="FZZhengHeiS-DB-GB" panose="02000000000000000000" pitchFamily="2" charset="-122"/>
                <a:ea typeface="FZZhengHeiS-DB-GB" panose="02000000000000000000" pitchFamily="2" charset="-122"/>
              </a:rPr>
              <a:t>点击输入简要文字内容，文字内容需概括精炼，不用多余的文字修饰。点击输入简要文字内容，文字内容需概括精炼，不用多余的文字修饰。</a:t>
            </a:r>
          </a:p>
        </p:txBody>
      </p:sp>
      <p:sp>
        <p:nvSpPr>
          <p:cNvPr id="43" name="文本框 42">
            <a:extLst>
              <a:ext uri="{FF2B5EF4-FFF2-40B4-BE49-F238E27FC236}">
                <a16:creationId xmlns:a16="http://schemas.microsoft.com/office/drawing/2014/main" id="{093E1A45-33D6-8A43-87FA-EAE57EE9CDB7}"/>
              </a:ext>
            </a:extLst>
          </p:cNvPr>
          <p:cNvSpPr txBox="1"/>
          <p:nvPr/>
        </p:nvSpPr>
        <p:spPr>
          <a:xfrm>
            <a:off x="7008653" y="4760768"/>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44" name="矩形 43">
            <a:extLst>
              <a:ext uri="{FF2B5EF4-FFF2-40B4-BE49-F238E27FC236}">
                <a16:creationId xmlns:a16="http://schemas.microsoft.com/office/drawing/2014/main" id="{E59A3A84-E3C2-FE4D-8CF0-E7A7EFB2CAA8}"/>
              </a:ext>
            </a:extLst>
          </p:cNvPr>
          <p:cNvSpPr/>
          <p:nvPr/>
        </p:nvSpPr>
        <p:spPr>
          <a:xfrm>
            <a:off x="7022541" y="5168135"/>
            <a:ext cx="4222111" cy="810286"/>
          </a:xfrm>
          <a:prstGeom prst="rect">
            <a:avLst/>
          </a:prstGeom>
        </p:spPr>
        <p:txBody>
          <a:bodyPr wrap="square">
            <a:spAutoFit/>
          </a:bodyPr>
          <a:lstStyle/>
          <a:p>
            <a:pPr>
              <a:lnSpc>
                <a:spcPct val="150000"/>
              </a:lnSpc>
            </a:pPr>
            <a:r>
              <a:rPr lang="zh-CN" altLang="en-US" sz="1067" dirty="0">
                <a:solidFill>
                  <a:schemeClr val="tx1">
                    <a:lumMod val="75000"/>
                    <a:lumOff val="25000"/>
                  </a:schemeClr>
                </a:solidFill>
                <a:latin typeface="FZZhengHeiS-DB-GB" panose="02000000000000000000" pitchFamily="2" charset="-122"/>
                <a:ea typeface="FZZhengHeiS-DB-GB" panose="02000000000000000000" pitchFamily="2" charset="-122"/>
              </a:rPr>
              <a:t>点击输入简要文字内容，文字内容需概括精炼，不用多余的文字修饰。点击输入简要文字内容，文字内容需概括精炼，不用多余的文字修饰。</a:t>
            </a:r>
          </a:p>
        </p:txBody>
      </p:sp>
      <p:grpSp>
        <p:nvGrpSpPr>
          <p:cNvPr id="31" name="组合 30">
            <a:extLst>
              <a:ext uri="{FF2B5EF4-FFF2-40B4-BE49-F238E27FC236}">
                <a16:creationId xmlns:a16="http://schemas.microsoft.com/office/drawing/2014/main" id="{BB99257C-ED51-9E4E-85CB-6F9EBB35368D}"/>
              </a:ext>
            </a:extLst>
          </p:cNvPr>
          <p:cNvGrpSpPr/>
          <p:nvPr/>
        </p:nvGrpSpPr>
        <p:grpSpPr>
          <a:xfrm>
            <a:off x="-830385" y="475046"/>
            <a:ext cx="1660770" cy="167665"/>
            <a:chOff x="6429877" y="2075668"/>
            <a:chExt cx="1982046" cy="109699"/>
          </a:xfrm>
          <a:solidFill>
            <a:srgbClr val="004E98"/>
          </a:solidFill>
        </p:grpSpPr>
        <p:sp>
          <p:nvSpPr>
            <p:cNvPr id="32" name="矩形: 圆角 26">
              <a:extLst>
                <a:ext uri="{FF2B5EF4-FFF2-40B4-BE49-F238E27FC236}">
                  <a16:creationId xmlns:a16="http://schemas.microsoft.com/office/drawing/2014/main" id="{C4A51C6B-930C-D949-9CA3-23F8239EA339}"/>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34" name="矩形: 圆角 41">
              <a:extLst>
                <a:ext uri="{FF2B5EF4-FFF2-40B4-BE49-F238E27FC236}">
                  <a16:creationId xmlns:a16="http://schemas.microsoft.com/office/drawing/2014/main" id="{EF51FFBE-5CCF-AC46-90B5-684DF6B4575F}"/>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45" name="矩形: 圆角 42">
              <a:extLst>
                <a:ext uri="{FF2B5EF4-FFF2-40B4-BE49-F238E27FC236}">
                  <a16:creationId xmlns:a16="http://schemas.microsoft.com/office/drawing/2014/main" id="{FF935392-6ED7-D242-AFF3-96C870109BDA}"/>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47" name="文本框 46">
            <a:extLst>
              <a:ext uri="{FF2B5EF4-FFF2-40B4-BE49-F238E27FC236}">
                <a16:creationId xmlns:a16="http://schemas.microsoft.com/office/drawing/2014/main" id="{D069B655-229C-354F-A464-F5FB07A5B2D6}"/>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48" name="图片 47">
            <a:extLst>
              <a:ext uri="{FF2B5EF4-FFF2-40B4-BE49-F238E27FC236}">
                <a16:creationId xmlns:a16="http://schemas.microsoft.com/office/drawing/2014/main" id="{886DE52B-6A8A-C849-852F-46CF349A1CE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49" name="直线连接符 48">
            <a:extLst>
              <a:ext uri="{FF2B5EF4-FFF2-40B4-BE49-F238E27FC236}">
                <a16:creationId xmlns:a16="http://schemas.microsoft.com/office/drawing/2014/main" id="{FA94354A-A7B6-5644-A60D-9D0E77079E18}"/>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EFE86609-6E17-7142-A049-60E1E3A8F4E1}"/>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1" name="文本框 50">
            <a:extLst>
              <a:ext uri="{FF2B5EF4-FFF2-40B4-BE49-F238E27FC236}">
                <a16:creationId xmlns:a16="http://schemas.microsoft.com/office/drawing/2014/main" id="{6B2A7E87-B084-DC48-B0E5-C51B7907EEDE}"/>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pic>
        <p:nvPicPr>
          <p:cNvPr id="3" name="图片 2">
            <a:extLst>
              <a:ext uri="{FF2B5EF4-FFF2-40B4-BE49-F238E27FC236}">
                <a16:creationId xmlns:a16="http://schemas.microsoft.com/office/drawing/2014/main" id="{380EA88C-F005-894E-BAD4-D024A2A9182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54274" y="1332005"/>
            <a:ext cx="3506776" cy="4675702"/>
          </a:xfrm>
          <a:prstGeom prst="roundRect">
            <a:avLst>
              <a:gd name="adj" fmla="val 8594"/>
            </a:avLst>
          </a:prstGeom>
          <a:solidFill>
            <a:srgbClr val="FFFFFF">
              <a:shade val="85000"/>
            </a:srgbClr>
          </a:solidFill>
          <a:ln>
            <a:noFill/>
          </a:ln>
          <a:effectLst>
            <a:reflection blurRad="12700" endPos="0" dist="5000" dir="5400000" sy="-100000" algn="bl" rotWithShape="0"/>
          </a:effectLst>
        </p:spPr>
      </p:pic>
    </p:spTree>
    <p:extLst>
      <p:ext uri="{BB962C8B-B14F-4D97-AF65-F5344CB8AC3E}">
        <p14:creationId xmlns:p14="http://schemas.microsoft.com/office/powerpoint/2010/main" val="4088737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矩形: 圆角 20">
            <a:extLst>
              <a:ext uri="{FF2B5EF4-FFF2-40B4-BE49-F238E27FC236}">
                <a16:creationId xmlns:a16="http://schemas.microsoft.com/office/drawing/2014/main" id="{63DFB3F9-53D0-9448-8BE1-AF77738F28D5}"/>
              </a:ext>
            </a:extLst>
          </p:cNvPr>
          <p:cNvSpPr/>
          <p:nvPr/>
        </p:nvSpPr>
        <p:spPr>
          <a:xfrm>
            <a:off x="6302160" y="5056203"/>
            <a:ext cx="5413632" cy="557664"/>
          </a:xfrm>
          <a:prstGeom prst="roundRect">
            <a:avLst>
              <a:gd name="adj" fmla="val 50000"/>
            </a:avLst>
          </a:prstGeom>
          <a:gradFill flip="none" rotWithShape="1">
            <a:gsLst>
              <a:gs pos="24000">
                <a:srgbClr val="C3000F">
                  <a:alpha val="0"/>
                </a:srgbClr>
              </a:gs>
              <a:gs pos="65000">
                <a:srgbClr val="2F5597">
                  <a:alpha val="50196"/>
                </a:srgbClr>
              </a:gs>
              <a:gs pos="98000">
                <a:srgbClr val="004E97"/>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sp>
        <p:nvSpPr>
          <p:cNvPr id="125" name="矩形: 圆角 20">
            <a:extLst>
              <a:ext uri="{FF2B5EF4-FFF2-40B4-BE49-F238E27FC236}">
                <a16:creationId xmlns:a16="http://schemas.microsoft.com/office/drawing/2014/main" id="{8D49ECD2-1E0C-8C41-B31E-AE0C2544E3D9}"/>
              </a:ext>
            </a:extLst>
          </p:cNvPr>
          <p:cNvSpPr/>
          <p:nvPr/>
        </p:nvSpPr>
        <p:spPr>
          <a:xfrm>
            <a:off x="2573236" y="5056203"/>
            <a:ext cx="5413632" cy="557664"/>
          </a:xfrm>
          <a:prstGeom prst="roundRect">
            <a:avLst>
              <a:gd name="adj" fmla="val 50000"/>
            </a:avLst>
          </a:prstGeom>
          <a:gradFill flip="none" rotWithShape="1">
            <a:gsLst>
              <a:gs pos="24000">
                <a:srgbClr val="C3000F">
                  <a:alpha val="0"/>
                </a:srgbClr>
              </a:gs>
              <a:gs pos="65000">
                <a:srgbClr val="2F5597">
                  <a:alpha val="50196"/>
                </a:srgbClr>
              </a:gs>
              <a:gs pos="98000">
                <a:srgbClr val="004E97"/>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sp>
        <p:nvSpPr>
          <p:cNvPr id="124" name="矩形: 圆角 20">
            <a:extLst>
              <a:ext uri="{FF2B5EF4-FFF2-40B4-BE49-F238E27FC236}">
                <a16:creationId xmlns:a16="http://schemas.microsoft.com/office/drawing/2014/main" id="{58ECB32F-DA77-1346-AC79-2C4B349C4A20}"/>
              </a:ext>
            </a:extLst>
          </p:cNvPr>
          <p:cNvSpPr/>
          <p:nvPr/>
        </p:nvSpPr>
        <p:spPr>
          <a:xfrm>
            <a:off x="-1033580" y="5056203"/>
            <a:ext cx="5413632" cy="557664"/>
          </a:xfrm>
          <a:prstGeom prst="roundRect">
            <a:avLst>
              <a:gd name="adj" fmla="val 50000"/>
            </a:avLst>
          </a:prstGeom>
          <a:gradFill flip="none" rotWithShape="1">
            <a:gsLst>
              <a:gs pos="24000">
                <a:srgbClr val="C3000F">
                  <a:alpha val="0"/>
                </a:srgbClr>
              </a:gs>
              <a:gs pos="65000">
                <a:srgbClr val="2F5597">
                  <a:alpha val="50196"/>
                </a:srgbClr>
              </a:gs>
              <a:gs pos="98000">
                <a:srgbClr val="004E97"/>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sp>
        <p:nvSpPr>
          <p:cNvPr id="2" name="矩形: 圆角 1">
            <a:extLst>
              <a:ext uri="{FF2B5EF4-FFF2-40B4-BE49-F238E27FC236}">
                <a16:creationId xmlns:a16="http://schemas.microsoft.com/office/drawing/2014/main" id="{2D3D1A11-65E1-BF46-B41B-83782EB4EC30}"/>
              </a:ext>
            </a:extLst>
          </p:cNvPr>
          <p:cNvSpPr/>
          <p:nvPr/>
        </p:nvSpPr>
        <p:spPr>
          <a:xfrm>
            <a:off x="802082" y="1538513"/>
            <a:ext cx="3177012" cy="4267200"/>
          </a:xfrm>
          <a:prstGeom prst="roundRect">
            <a:avLst>
              <a:gd name="adj" fmla="val 5603"/>
            </a:avLst>
          </a:prstGeom>
          <a:solidFill>
            <a:schemeClr val="bg1"/>
          </a:solidFill>
          <a:ln>
            <a:solidFill>
              <a:srgbClr val="004E96"/>
            </a:solidFill>
          </a:ln>
          <a:effectLst>
            <a:outerShdw blurRad="177800" sx="101000" sy="101000" algn="ctr" rotWithShape="0">
              <a:schemeClr val="accent2">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3" name="图形 52">
            <a:extLst>
              <a:ext uri="{FF2B5EF4-FFF2-40B4-BE49-F238E27FC236}">
                <a16:creationId xmlns:a16="http://schemas.microsoft.com/office/drawing/2014/main" id="{31B300D9-6D33-EB40-BA1A-61507D77793A}"/>
              </a:ext>
            </a:extLst>
          </p:cNvPr>
          <p:cNvGrpSpPr/>
          <p:nvPr/>
        </p:nvGrpSpPr>
        <p:grpSpPr>
          <a:xfrm>
            <a:off x="2152271" y="4042232"/>
            <a:ext cx="1582787" cy="1582787"/>
            <a:chOff x="2270004" y="5016979"/>
            <a:chExt cx="987582" cy="987582"/>
          </a:xfrm>
          <a:solidFill>
            <a:schemeClr val="bg1">
              <a:lumMod val="85000"/>
              <a:alpha val="20000"/>
            </a:schemeClr>
          </a:solidFill>
        </p:grpSpPr>
        <p:sp>
          <p:nvSpPr>
            <p:cNvPr id="4" name="任意多边形: 形状 28">
              <a:extLst>
                <a:ext uri="{FF2B5EF4-FFF2-40B4-BE49-F238E27FC236}">
                  <a16:creationId xmlns:a16="http://schemas.microsoft.com/office/drawing/2014/main" id="{39552E23-C85C-D345-9100-19519E2C6E09}"/>
                </a:ext>
              </a:extLst>
            </p:cNvPr>
            <p:cNvSpPr/>
            <p:nvPr/>
          </p:nvSpPr>
          <p:spPr>
            <a:xfrm>
              <a:off x="2285434" y="5032409"/>
              <a:ext cx="956720" cy="956720"/>
            </a:xfrm>
            <a:custGeom>
              <a:avLst/>
              <a:gdLst>
                <a:gd name="connsiteX0" fmla="*/ 956720 w 956720"/>
                <a:gd name="connsiteY0" fmla="*/ 0 h 956720"/>
                <a:gd name="connsiteX1" fmla="*/ 410248 w 956720"/>
                <a:gd name="connsiteY1" fmla="*/ 0 h 956720"/>
                <a:gd name="connsiteX2" fmla="*/ 185172 w 956720"/>
                <a:gd name="connsiteY2" fmla="*/ 225076 h 956720"/>
                <a:gd name="connsiteX3" fmla="*/ 185172 w 956720"/>
                <a:gd name="connsiteY3" fmla="*/ 260104 h 956720"/>
                <a:gd name="connsiteX4" fmla="*/ 167874 w 956720"/>
                <a:gd name="connsiteY4" fmla="*/ 273236 h 956720"/>
                <a:gd name="connsiteX5" fmla="*/ 89623 w 956720"/>
                <a:gd name="connsiteY5" fmla="*/ 351487 h 956720"/>
                <a:gd name="connsiteX6" fmla="*/ 30862 w 956720"/>
                <a:gd name="connsiteY6" fmla="*/ 493344 h 956720"/>
                <a:gd name="connsiteX7" fmla="*/ 30908 w 956720"/>
                <a:gd name="connsiteY7" fmla="*/ 771548 h 956720"/>
                <a:gd name="connsiteX8" fmla="*/ 0 w 956720"/>
                <a:gd name="connsiteY8" fmla="*/ 771548 h 956720"/>
                <a:gd name="connsiteX9" fmla="*/ 0 w 956720"/>
                <a:gd name="connsiteY9" fmla="*/ 956720 h 956720"/>
                <a:gd name="connsiteX10" fmla="*/ 308619 w 956720"/>
                <a:gd name="connsiteY10" fmla="*/ 956720 h 956720"/>
                <a:gd name="connsiteX11" fmla="*/ 308619 w 956720"/>
                <a:gd name="connsiteY11" fmla="*/ 864134 h 956720"/>
                <a:gd name="connsiteX12" fmla="*/ 956720 w 956720"/>
                <a:gd name="connsiteY12" fmla="*/ 864134 h 956720"/>
                <a:gd name="connsiteX13" fmla="*/ 401205 w 956720"/>
                <a:gd name="connsiteY13" fmla="*/ 52681 h 956720"/>
                <a:gd name="connsiteX14" fmla="*/ 401205 w 956720"/>
                <a:gd name="connsiteY14" fmla="*/ 216034 h 956720"/>
                <a:gd name="connsiteX15" fmla="*/ 237853 w 956720"/>
                <a:gd name="connsiteY15" fmla="*/ 216034 h 956720"/>
                <a:gd name="connsiteX16" fmla="*/ 61724 w 956720"/>
                <a:gd name="connsiteY16" fmla="*/ 493344 h 956720"/>
                <a:gd name="connsiteX17" fmla="*/ 111442 w 956720"/>
                <a:gd name="connsiteY17" fmla="*/ 373306 h 956720"/>
                <a:gd name="connsiteX18" fmla="*/ 185172 w 956720"/>
                <a:gd name="connsiteY18" fmla="*/ 299577 h 956720"/>
                <a:gd name="connsiteX19" fmla="*/ 185172 w 956720"/>
                <a:gd name="connsiteY19" fmla="*/ 570946 h 956720"/>
                <a:gd name="connsiteX20" fmla="*/ 154310 w 956720"/>
                <a:gd name="connsiteY20" fmla="*/ 570946 h 956720"/>
                <a:gd name="connsiteX21" fmla="*/ 154310 w 956720"/>
                <a:gd name="connsiteY21" fmla="*/ 601808 h 956720"/>
                <a:gd name="connsiteX22" fmla="*/ 205895 w 956720"/>
                <a:gd name="connsiteY22" fmla="*/ 601808 h 956720"/>
                <a:gd name="connsiteX23" fmla="*/ 260444 w 956720"/>
                <a:gd name="connsiteY23" fmla="*/ 579201 h 956720"/>
                <a:gd name="connsiteX24" fmla="*/ 334405 w 956720"/>
                <a:gd name="connsiteY24" fmla="*/ 505241 h 956720"/>
                <a:gd name="connsiteX25" fmla="*/ 362072 w 956720"/>
                <a:gd name="connsiteY25" fmla="*/ 493791 h 956720"/>
                <a:gd name="connsiteX26" fmla="*/ 401205 w 956720"/>
                <a:gd name="connsiteY26" fmla="*/ 532909 h 956720"/>
                <a:gd name="connsiteX27" fmla="*/ 389740 w 956720"/>
                <a:gd name="connsiteY27" fmla="*/ 560576 h 956720"/>
                <a:gd name="connsiteX28" fmla="*/ 269486 w 956720"/>
                <a:gd name="connsiteY28" fmla="*/ 680830 h 956720"/>
                <a:gd name="connsiteX29" fmla="*/ 246896 w 956720"/>
                <a:gd name="connsiteY29" fmla="*/ 735394 h 956720"/>
                <a:gd name="connsiteX30" fmla="*/ 246896 w 956720"/>
                <a:gd name="connsiteY30" fmla="*/ 771548 h 956720"/>
                <a:gd name="connsiteX31" fmla="*/ 61770 w 956720"/>
                <a:gd name="connsiteY31" fmla="*/ 771548 h 956720"/>
                <a:gd name="connsiteX32" fmla="*/ 277757 w 956720"/>
                <a:gd name="connsiteY32" fmla="*/ 925858 h 956720"/>
                <a:gd name="connsiteX33" fmla="*/ 30862 w 956720"/>
                <a:gd name="connsiteY33" fmla="*/ 925858 h 956720"/>
                <a:gd name="connsiteX34" fmla="*/ 30862 w 956720"/>
                <a:gd name="connsiteY34" fmla="*/ 802410 h 956720"/>
                <a:gd name="connsiteX35" fmla="*/ 277757 w 956720"/>
                <a:gd name="connsiteY35" fmla="*/ 802410 h 956720"/>
                <a:gd name="connsiteX36" fmla="*/ 925858 w 956720"/>
                <a:gd name="connsiteY36" fmla="*/ 833272 h 956720"/>
                <a:gd name="connsiteX37" fmla="*/ 308619 w 956720"/>
                <a:gd name="connsiteY37" fmla="*/ 833272 h 956720"/>
                <a:gd name="connsiteX38" fmla="*/ 308619 w 956720"/>
                <a:gd name="connsiteY38" fmla="*/ 771548 h 956720"/>
                <a:gd name="connsiteX39" fmla="*/ 277757 w 956720"/>
                <a:gd name="connsiteY39" fmla="*/ 771548 h 956720"/>
                <a:gd name="connsiteX40" fmla="*/ 277757 w 956720"/>
                <a:gd name="connsiteY40" fmla="*/ 735394 h 956720"/>
                <a:gd name="connsiteX41" fmla="*/ 291306 w 956720"/>
                <a:gd name="connsiteY41" fmla="*/ 702649 h 956720"/>
                <a:gd name="connsiteX42" fmla="*/ 411559 w 956720"/>
                <a:gd name="connsiteY42" fmla="*/ 582396 h 956720"/>
                <a:gd name="connsiteX43" fmla="*/ 432067 w 956720"/>
                <a:gd name="connsiteY43" fmla="*/ 532909 h 956720"/>
                <a:gd name="connsiteX44" fmla="*/ 362072 w 956720"/>
                <a:gd name="connsiteY44" fmla="*/ 462929 h 956720"/>
                <a:gd name="connsiteX45" fmla="*/ 312585 w 956720"/>
                <a:gd name="connsiteY45" fmla="*/ 483421 h 956720"/>
                <a:gd name="connsiteX46" fmla="*/ 238625 w 956720"/>
                <a:gd name="connsiteY46" fmla="*/ 557382 h 956720"/>
                <a:gd name="connsiteX47" fmla="*/ 216034 w 956720"/>
                <a:gd name="connsiteY47" fmla="*/ 569711 h 956720"/>
                <a:gd name="connsiteX48" fmla="*/ 216034 w 956720"/>
                <a:gd name="connsiteY48" fmla="*/ 246896 h 956720"/>
                <a:gd name="connsiteX49" fmla="*/ 432067 w 956720"/>
                <a:gd name="connsiteY49" fmla="*/ 246896 h 956720"/>
                <a:gd name="connsiteX50" fmla="*/ 432067 w 956720"/>
                <a:gd name="connsiteY50" fmla="*/ 30862 h 956720"/>
                <a:gd name="connsiteX51" fmla="*/ 925858 w 956720"/>
                <a:gd name="connsiteY51" fmla="*/ 30862 h 95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56720" h="956720">
                  <a:moveTo>
                    <a:pt x="956720" y="0"/>
                  </a:moveTo>
                  <a:lnTo>
                    <a:pt x="410248" y="0"/>
                  </a:lnTo>
                  <a:lnTo>
                    <a:pt x="185172" y="225076"/>
                  </a:lnTo>
                  <a:lnTo>
                    <a:pt x="185172" y="260104"/>
                  </a:lnTo>
                  <a:cubicBezTo>
                    <a:pt x="178953" y="263854"/>
                    <a:pt x="173043" y="268067"/>
                    <a:pt x="167874" y="273236"/>
                  </a:cubicBezTo>
                  <a:lnTo>
                    <a:pt x="89623" y="351487"/>
                  </a:lnTo>
                  <a:cubicBezTo>
                    <a:pt x="51725" y="389370"/>
                    <a:pt x="30862" y="439767"/>
                    <a:pt x="30862" y="493344"/>
                  </a:cubicBezTo>
                  <a:lnTo>
                    <a:pt x="30908" y="771548"/>
                  </a:lnTo>
                  <a:lnTo>
                    <a:pt x="0" y="771548"/>
                  </a:lnTo>
                  <a:lnTo>
                    <a:pt x="0" y="956720"/>
                  </a:lnTo>
                  <a:lnTo>
                    <a:pt x="308619" y="956720"/>
                  </a:lnTo>
                  <a:lnTo>
                    <a:pt x="308619" y="864134"/>
                  </a:lnTo>
                  <a:lnTo>
                    <a:pt x="956720" y="864134"/>
                  </a:lnTo>
                  <a:close/>
                  <a:moveTo>
                    <a:pt x="401205" y="52681"/>
                  </a:moveTo>
                  <a:lnTo>
                    <a:pt x="401205" y="216034"/>
                  </a:lnTo>
                  <a:lnTo>
                    <a:pt x="237853" y="216034"/>
                  </a:lnTo>
                  <a:close/>
                  <a:moveTo>
                    <a:pt x="61724" y="493344"/>
                  </a:moveTo>
                  <a:cubicBezTo>
                    <a:pt x="61724" y="448007"/>
                    <a:pt x="79377" y="405372"/>
                    <a:pt x="111442" y="373306"/>
                  </a:cubicBezTo>
                  <a:lnTo>
                    <a:pt x="185172" y="299577"/>
                  </a:lnTo>
                  <a:lnTo>
                    <a:pt x="185172" y="570946"/>
                  </a:lnTo>
                  <a:lnTo>
                    <a:pt x="154310" y="570946"/>
                  </a:lnTo>
                  <a:lnTo>
                    <a:pt x="154310" y="601808"/>
                  </a:lnTo>
                  <a:lnTo>
                    <a:pt x="205895" y="601808"/>
                  </a:lnTo>
                  <a:cubicBezTo>
                    <a:pt x="226496" y="601808"/>
                    <a:pt x="245877" y="593768"/>
                    <a:pt x="260444" y="579201"/>
                  </a:cubicBezTo>
                  <a:lnTo>
                    <a:pt x="334405" y="505241"/>
                  </a:lnTo>
                  <a:cubicBezTo>
                    <a:pt x="341703" y="497973"/>
                    <a:pt x="351780" y="493791"/>
                    <a:pt x="362072" y="493791"/>
                  </a:cubicBezTo>
                  <a:cubicBezTo>
                    <a:pt x="383645" y="493791"/>
                    <a:pt x="401205" y="511351"/>
                    <a:pt x="401205" y="532909"/>
                  </a:cubicBezTo>
                  <a:cubicBezTo>
                    <a:pt x="401205" y="543355"/>
                    <a:pt x="397131" y="553169"/>
                    <a:pt x="389740" y="560576"/>
                  </a:cubicBezTo>
                  <a:lnTo>
                    <a:pt x="269486" y="680830"/>
                  </a:lnTo>
                  <a:cubicBezTo>
                    <a:pt x="254920" y="695397"/>
                    <a:pt x="246896" y="714778"/>
                    <a:pt x="246896" y="735394"/>
                  </a:cubicBezTo>
                  <a:lnTo>
                    <a:pt x="246896" y="771548"/>
                  </a:lnTo>
                  <a:lnTo>
                    <a:pt x="61770" y="771548"/>
                  </a:lnTo>
                  <a:close/>
                  <a:moveTo>
                    <a:pt x="277757" y="925858"/>
                  </a:moveTo>
                  <a:lnTo>
                    <a:pt x="30862" y="925858"/>
                  </a:lnTo>
                  <a:lnTo>
                    <a:pt x="30862" y="802410"/>
                  </a:lnTo>
                  <a:lnTo>
                    <a:pt x="277757" y="802410"/>
                  </a:lnTo>
                  <a:close/>
                  <a:moveTo>
                    <a:pt x="925858" y="833272"/>
                  </a:moveTo>
                  <a:lnTo>
                    <a:pt x="308619" y="833272"/>
                  </a:lnTo>
                  <a:lnTo>
                    <a:pt x="308619" y="771548"/>
                  </a:lnTo>
                  <a:lnTo>
                    <a:pt x="277757" y="771548"/>
                  </a:lnTo>
                  <a:lnTo>
                    <a:pt x="277757" y="735394"/>
                  </a:lnTo>
                  <a:cubicBezTo>
                    <a:pt x="277757" y="723018"/>
                    <a:pt x="282572" y="711383"/>
                    <a:pt x="291306" y="702649"/>
                  </a:cubicBezTo>
                  <a:lnTo>
                    <a:pt x="411559" y="582396"/>
                  </a:lnTo>
                  <a:cubicBezTo>
                    <a:pt x="424784" y="569187"/>
                    <a:pt x="432067" y="551595"/>
                    <a:pt x="432067" y="532909"/>
                  </a:cubicBezTo>
                  <a:cubicBezTo>
                    <a:pt x="432067" y="494316"/>
                    <a:pt x="400665" y="462929"/>
                    <a:pt x="362072" y="462929"/>
                  </a:cubicBezTo>
                  <a:cubicBezTo>
                    <a:pt x="343385" y="462929"/>
                    <a:pt x="325809" y="470212"/>
                    <a:pt x="312585" y="483421"/>
                  </a:cubicBezTo>
                  <a:lnTo>
                    <a:pt x="238625" y="557382"/>
                  </a:lnTo>
                  <a:cubicBezTo>
                    <a:pt x="232437" y="563570"/>
                    <a:pt x="224505" y="567782"/>
                    <a:pt x="216034" y="569711"/>
                  </a:cubicBezTo>
                  <a:lnTo>
                    <a:pt x="216034" y="246896"/>
                  </a:lnTo>
                  <a:lnTo>
                    <a:pt x="432067" y="246896"/>
                  </a:lnTo>
                  <a:lnTo>
                    <a:pt x="432067" y="30862"/>
                  </a:lnTo>
                  <a:lnTo>
                    <a:pt x="925858" y="30862"/>
                  </a:lnTo>
                  <a:close/>
                </a:path>
              </a:pathLst>
            </a:custGeom>
            <a:grpFill/>
            <a:ln w="15329" cap="flat">
              <a:noFill/>
              <a:prstDash val="solid"/>
              <a:miter/>
            </a:ln>
          </p:spPr>
          <p:txBody>
            <a:bodyPr rtlCol="0" anchor="ctr"/>
            <a:lstStyle/>
            <a:p>
              <a:endParaRPr lang="zh-CN" altLang="en-US"/>
            </a:p>
          </p:txBody>
        </p:sp>
        <p:sp>
          <p:nvSpPr>
            <p:cNvPr id="5" name="任意多边形: 形状 29">
              <a:extLst>
                <a:ext uri="{FF2B5EF4-FFF2-40B4-BE49-F238E27FC236}">
                  <a16:creationId xmlns:a16="http://schemas.microsoft.com/office/drawing/2014/main" id="{2F1AEF81-8D64-C147-B11F-7E7012EB40D7}"/>
                </a:ext>
              </a:extLst>
            </p:cNvPr>
            <p:cNvSpPr/>
            <p:nvPr/>
          </p:nvSpPr>
          <p:spPr>
            <a:xfrm>
              <a:off x="2680251" y="5103176"/>
              <a:ext cx="506567" cy="413982"/>
            </a:xfrm>
            <a:custGeom>
              <a:avLst/>
              <a:gdLst>
                <a:gd name="connsiteX0" fmla="*/ 0 w 506567"/>
                <a:gd name="connsiteY0" fmla="*/ 253284 h 413982"/>
                <a:gd name="connsiteX1" fmla="*/ 160698 w 506567"/>
                <a:gd name="connsiteY1" fmla="*/ 413982 h 413982"/>
                <a:gd name="connsiteX2" fmla="*/ 506568 w 506567"/>
                <a:gd name="connsiteY2" fmla="*/ 68112 h 413982"/>
                <a:gd name="connsiteX3" fmla="*/ 438456 w 506567"/>
                <a:gd name="connsiteY3" fmla="*/ 0 h 413982"/>
                <a:gd name="connsiteX4" fmla="*/ 160698 w 506567"/>
                <a:gd name="connsiteY4" fmla="*/ 277757 h 413982"/>
                <a:gd name="connsiteX5" fmla="*/ 68112 w 506567"/>
                <a:gd name="connsiteY5" fmla="*/ 185172 h 413982"/>
                <a:gd name="connsiteX6" fmla="*/ 438456 w 506567"/>
                <a:gd name="connsiteY6" fmla="*/ 43639 h 413982"/>
                <a:gd name="connsiteX7" fmla="*/ 462929 w 506567"/>
                <a:gd name="connsiteY7" fmla="*/ 68112 h 413982"/>
                <a:gd name="connsiteX8" fmla="*/ 160698 w 506567"/>
                <a:gd name="connsiteY8" fmla="*/ 370343 h 413982"/>
                <a:gd name="connsiteX9" fmla="*/ 43639 w 506567"/>
                <a:gd name="connsiteY9" fmla="*/ 253284 h 413982"/>
                <a:gd name="connsiteX10" fmla="*/ 68112 w 506567"/>
                <a:gd name="connsiteY10" fmla="*/ 228810 h 413982"/>
                <a:gd name="connsiteX11" fmla="*/ 160698 w 506567"/>
                <a:gd name="connsiteY11" fmla="*/ 321396 h 413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6567" h="413982">
                  <a:moveTo>
                    <a:pt x="0" y="253284"/>
                  </a:moveTo>
                  <a:lnTo>
                    <a:pt x="160698" y="413982"/>
                  </a:lnTo>
                  <a:lnTo>
                    <a:pt x="506568" y="68112"/>
                  </a:lnTo>
                  <a:lnTo>
                    <a:pt x="438456" y="0"/>
                  </a:lnTo>
                  <a:lnTo>
                    <a:pt x="160698" y="277757"/>
                  </a:lnTo>
                  <a:lnTo>
                    <a:pt x="68112" y="185172"/>
                  </a:lnTo>
                  <a:close/>
                  <a:moveTo>
                    <a:pt x="438456" y="43639"/>
                  </a:moveTo>
                  <a:lnTo>
                    <a:pt x="462929" y="68112"/>
                  </a:lnTo>
                  <a:lnTo>
                    <a:pt x="160698" y="370343"/>
                  </a:lnTo>
                  <a:lnTo>
                    <a:pt x="43639" y="253284"/>
                  </a:lnTo>
                  <a:lnTo>
                    <a:pt x="68112" y="228810"/>
                  </a:lnTo>
                  <a:lnTo>
                    <a:pt x="160698" y="321396"/>
                  </a:lnTo>
                  <a:close/>
                </a:path>
              </a:pathLst>
            </a:custGeom>
            <a:grpFill/>
            <a:ln w="15329" cap="flat">
              <a:noFill/>
              <a:prstDash val="solid"/>
              <a:miter/>
            </a:ln>
          </p:spPr>
          <p:txBody>
            <a:bodyPr rtlCol="0" anchor="ctr"/>
            <a:lstStyle/>
            <a:p>
              <a:endParaRPr lang="zh-CN" altLang="en-US"/>
            </a:p>
          </p:txBody>
        </p:sp>
        <p:sp>
          <p:nvSpPr>
            <p:cNvPr id="6" name="任意多边形: 形状 30">
              <a:extLst>
                <a:ext uri="{FF2B5EF4-FFF2-40B4-BE49-F238E27FC236}">
                  <a16:creationId xmlns:a16="http://schemas.microsoft.com/office/drawing/2014/main" id="{5E06D5B2-A363-8B41-A754-A200360EC70B}"/>
                </a:ext>
              </a:extLst>
            </p:cNvPr>
            <p:cNvSpPr/>
            <p:nvPr/>
          </p:nvSpPr>
          <p:spPr>
            <a:xfrm>
              <a:off x="2748364" y="5557062"/>
              <a:ext cx="432067" cy="277757"/>
            </a:xfrm>
            <a:custGeom>
              <a:avLst/>
              <a:gdLst>
                <a:gd name="connsiteX0" fmla="*/ 0 w 432067"/>
                <a:gd name="connsiteY0" fmla="*/ 277757 h 277757"/>
                <a:gd name="connsiteX1" fmla="*/ 432067 w 432067"/>
                <a:gd name="connsiteY1" fmla="*/ 277757 h 277757"/>
                <a:gd name="connsiteX2" fmla="*/ 432067 w 432067"/>
                <a:gd name="connsiteY2" fmla="*/ 0 h 277757"/>
                <a:gd name="connsiteX3" fmla="*/ 0 w 432067"/>
                <a:gd name="connsiteY3" fmla="*/ 0 h 277757"/>
                <a:gd name="connsiteX4" fmla="*/ 30862 w 432067"/>
                <a:gd name="connsiteY4" fmla="*/ 30862 h 277757"/>
                <a:gd name="connsiteX5" fmla="*/ 401205 w 432067"/>
                <a:gd name="connsiteY5" fmla="*/ 30862 h 277757"/>
                <a:gd name="connsiteX6" fmla="*/ 401205 w 432067"/>
                <a:gd name="connsiteY6" fmla="*/ 246896 h 277757"/>
                <a:gd name="connsiteX7" fmla="*/ 30862 w 432067"/>
                <a:gd name="connsiteY7" fmla="*/ 246896 h 27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2067" h="277757">
                  <a:moveTo>
                    <a:pt x="0" y="277757"/>
                  </a:moveTo>
                  <a:lnTo>
                    <a:pt x="432067" y="277757"/>
                  </a:lnTo>
                  <a:lnTo>
                    <a:pt x="432067" y="0"/>
                  </a:lnTo>
                  <a:lnTo>
                    <a:pt x="0" y="0"/>
                  </a:lnTo>
                  <a:close/>
                  <a:moveTo>
                    <a:pt x="30862" y="30862"/>
                  </a:moveTo>
                  <a:lnTo>
                    <a:pt x="401205" y="30862"/>
                  </a:lnTo>
                  <a:lnTo>
                    <a:pt x="401205" y="246896"/>
                  </a:lnTo>
                  <a:lnTo>
                    <a:pt x="30862" y="246896"/>
                  </a:lnTo>
                  <a:close/>
                </a:path>
              </a:pathLst>
            </a:custGeom>
            <a:grpFill/>
            <a:ln w="15329" cap="flat">
              <a:noFill/>
              <a:prstDash val="solid"/>
              <a:miter/>
            </a:ln>
          </p:spPr>
          <p:txBody>
            <a:bodyPr rtlCol="0" anchor="ctr"/>
            <a:lstStyle/>
            <a:p>
              <a:endParaRPr lang="zh-CN" altLang="en-US"/>
            </a:p>
          </p:txBody>
        </p:sp>
        <p:sp>
          <p:nvSpPr>
            <p:cNvPr id="7" name="任意多边形: 形状 31">
              <a:extLst>
                <a:ext uri="{FF2B5EF4-FFF2-40B4-BE49-F238E27FC236}">
                  <a16:creationId xmlns:a16="http://schemas.microsoft.com/office/drawing/2014/main" id="{4BA0BFBA-9797-ED47-A782-857525E3A65E}"/>
                </a:ext>
              </a:extLst>
            </p:cNvPr>
            <p:cNvSpPr/>
            <p:nvPr/>
          </p:nvSpPr>
          <p:spPr>
            <a:xfrm>
              <a:off x="2810087" y="5618786"/>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8" name="任意多边形: 形状 32">
              <a:extLst>
                <a:ext uri="{FF2B5EF4-FFF2-40B4-BE49-F238E27FC236}">
                  <a16:creationId xmlns:a16="http://schemas.microsoft.com/office/drawing/2014/main" id="{A1E81B65-E4D7-8644-AEB3-D1FC6D9C261D}"/>
                </a:ext>
              </a:extLst>
            </p:cNvPr>
            <p:cNvSpPr/>
            <p:nvPr/>
          </p:nvSpPr>
          <p:spPr>
            <a:xfrm>
              <a:off x="2871811" y="5618786"/>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9" name="任意多边形: 形状 33">
              <a:extLst>
                <a:ext uri="{FF2B5EF4-FFF2-40B4-BE49-F238E27FC236}">
                  <a16:creationId xmlns:a16="http://schemas.microsoft.com/office/drawing/2014/main" id="{DE4E68A1-7499-FF4D-8CD0-B37B65B19566}"/>
                </a:ext>
              </a:extLst>
            </p:cNvPr>
            <p:cNvSpPr/>
            <p:nvPr/>
          </p:nvSpPr>
          <p:spPr>
            <a:xfrm>
              <a:off x="2933535" y="5618786"/>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0" name="任意多边形: 形状 34">
              <a:extLst>
                <a:ext uri="{FF2B5EF4-FFF2-40B4-BE49-F238E27FC236}">
                  <a16:creationId xmlns:a16="http://schemas.microsoft.com/office/drawing/2014/main" id="{B029D3E0-9556-074E-9237-9F838DDE65E5}"/>
                </a:ext>
              </a:extLst>
            </p:cNvPr>
            <p:cNvSpPr/>
            <p:nvPr/>
          </p:nvSpPr>
          <p:spPr>
            <a:xfrm>
              <a:off x="2810087" y="5680510"/>
              <a:ext cx="308619" cy="30861"/>
            </a:xfrm>
            <a:custGeom>
              <a:avLst/>
              <a:gdLst>
                <a:gd name="connsiteX0" fmla="*/ 0 w 308619"/>
                <a:gd name="connsiteY0" fmla="*/ 0 h 30861"/>
                <a:gd name="connsiteX1" fmla="*/ 308619 w 308619"/>
                <a:gd name="connsiteY1" fmla="*/ 0 h 30861"/>
                <a:gd name="connsiteX2" fmla="*/ 308619 w 308619"/>
                <a:gd name="connsiteY2" fmla="*/ 30862 h 30861"/>
                <a:gd name="connsiteX3" fmla="*/ 0 w 308619"/>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9" h="30861">
                  <a:moveTo>
                    <a:pt x="0" y="0"/>
                  </a:moveTo>
                  <a:lnTo>
                    <a:pt x="308619" y="0"/>
                  </a:lnTo>
                  <a:lnTo>
                    <a:pt x="308619" y="30862"/>
                  </a:lnTo>
                  <a:lnTo>
                    <a:pt x="0" y="30862"/>
                  </a:lnTo>
                  <a:close/>
                </a:path>
              </a:pathLst>
            </a:custGeom>
            <a:grpFill/>
            <a:ln w="15329" cap="flat">
              <a:noFill/>
              <a:prstDash val="solid"/>
              <a:miter/>
            </a:ln>
          </p:spPr>
          <p:txBody>
            <a:bodyPr rtlCol="0" anchor="ctr"/>
            <a:lstStyle/>
            <a:p>
              <a:endParaRPr lang="zh-CN" altLang="en-US"/>
            </a:p>
          </p:txBody>
        </p:sp>
        <p:sp>
          <p:nvSpPr>
            <p:cNvPr id="11" name="任意多边形: 形状 35">
              <a:extLst>
                <a:ext uri="{FF2B5EF4-FFF2-40B4-BE49-F238E27FC236}">
                  <a16:creationId xmlns:a16="http://schemas.microsoft.com/office/drawing/2014/main" id="{7B003ECA-9EE8-484F-8A02-0BFA0FB0FEE8}"/>
                </a:ext>
              </a:extLst>
            </p:cNvPr>
            <p:cNvSpPr/>
            <p:nvPr/>
          </p:nvSpPr>
          <p:spPr>
            <a:xfrm>
              <a:off x="2810087" y="5742234"/>
              <a:ext cx="308619" cy="30861"/>
            </a:xfrm>
            <a:custGeom>
              <a:avLst/>
              <a:gdLst>
                <a:gd name="connsiteX0" fmla="*/ 0 w 308619"/>
                <a:gd name="connsiteY0" fmla="*/ 0 h 30861"/>
                <a:gd name="connsiteX1" fmla="*/ 308619 w 308619"/>
                <a:gd name="connsiteY1" fmla="*/ 0 h 30861"/>
                <a:gd name="connsiteX2" fmla="*/ 308619 w 308619"/>
                <a:gd name="connsiteY2" fmla="*/ 30862 h 30861"/>
                <a:gd name="connsiteX3" fmla="*/ 0 w 308619"/>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9" h="30861">
                  <a:moveTo>
                    <a:pt x="0" y="0"/>
                  </a:moveTo>
                  <a:lnTo>
                    <a:pt x="308619" y="0"/>
                  </a:lnTo>
                  <a:lnTo>
                    <a:pt x="308619" y="30862"/>
                  </a:lnTo>
                  <a:lnTo>
                    <a:pt x="0" y="30862"/>
                  </a:lnTo>
                  <a:close/>
                </a:path>
              </a:pathLst>
            </a:custGeom>
            <a:grpFill/>
            <a:ln w="15329" cap="flat">
              <a:noFill/>
              <a:prstDash val="solid"/>
              <a:miter/>
            </a:ln>
          </p:spPr>
          <p:txBody>
            <a:bodyPr rtlCol="0" anchor="ctr"/>
            <a:lstStyle/>
            <a:p>
              <a:endParaRPr lang="zh-CN" altLang="en-US"/>
            </a:p>
          </p:txBody>
        </p:sp>
        <p:sp>
          <p:nvSpPr>
            <p:cNvPr id="12" name="任意多边形: 形状 36">
              <a:extLst>
                <a:ext uri="{FF2B5EF4-FFF2-40B4-BE49-F238E27FC236}">
                  <a16:creationId xmlns:a16="http://schemas.microsoft.com/office/drawing/2014/main" id="{2925E3A9-4C1B-3E43-A2B9-AAAA6392B9F1}"/>
                </a:ext>
              </a:extLst>
            </p:cNvPr>
            <p:cNvSpPr/>
            <p:nvPr/>
          </p:nvSpPr>
          <p:spPr>
            <a:xfrm>
              <a:off x="2748364" y="5094133"/>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3" name="任意多边形: 形状 38">
              <a:extLst>
                <a:ext uri="{FF2B5EF4-FFF2-40B4-BE49-F238E27FC236}">
                  <a16:creationId xmlns:a16="http://schemas.microsoft.com/office/drawing/2014/main" id="{590D7977-9B55-9545-8319-A20B67E2A3EF}"/>
                </a:ext>
              </a:extLst>
            </p:cNvPr>
            <p:cNvSpPr/>
            <p:nvPr/>
          </p:nvSpPr>
          <p:spPr>
            <a:xfrm>
              <a:off x="2748364" y="5155857"/>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4" name="任意多边形: 形状 39">
              <a:extLst>
                <a:ext uri="{FF2B5EF4-FFF2-40B4-BE49-F238E27FC236}">
                  <a16:creationId xmlns:a16="http://schemas.microsoft.com/office/drawing/2014/main" id="{E8C161D4-74E7-BF48-8AF5-92EDF74F30AC}"/>
                </a:ext>
              </a:extLst>
            </p:cNvPr>
            <p:cNvSpPr/>
            <p:nvPr/>
          </p:nvSpPr>
          <p:spPr>
            <a:xfrm>
              <a:off x="2748364" y="5217581"/>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5" name="任意多边形: 形状 40">
              <a:extLst>
                <a:ext uri="{FF2B5EF4-FFF2-40B4-BE49-F238E27FC236}">
                  <a16:creationId xmlns:a16="http://schemas.microsoft.com/office/drawing/2014/main" id="{6D116DF2-4965-084A-A9A5-B36A3EBF66F8}"/>
                </a:ext>
              </a:extLst>
            </p:cNvPr>
            <p:cNvSpPr/>
            <p:nvPr/>
          </p:nvSpPr>
          <p:spPr>
            <a:xfrm>
              <a:off x="3149569" y="5495339"/>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6" name="任意多边形: 形状 41">
              <a:extLst>
                <a:ext uri="{FF2B5EF4-FFF2-40B4-BE49-F238E27FC236}">
                  <a16:creationId xmlns:a16="http://schemas.microsoft.com/office/drawing/2014/main" id="{2422AD31-7C1A-C743-9F37-8C33BB20642C}"/>
                </a:ext>
              </a:extLst>
            </p:cNvPr>
            <p:cNvSpPr/>
            <p:nvPr/>
          </p:nvSpPr>
          <p:spPr>
            <a:xfrm>
              <a:off x="3149569" y="5433615"/>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7" name="任意多边形: 形状 42">
              <a:extLst>
                <a:ext uri="{FF2B5EF4-FFF2-40B4-BE49-F238E27FC236}">
                  <a16:creationId xmlns:a16="http://schemas.microsoft.com/office/drawing/2014/main" id="{CDCC7923-BFCC-E844-B367-01664EC75042}"/>
                </a:ext>
              </a:extLst>
            </p:cNvPr>
            <p:cNvSpPr/>
            <p:nvPr/>
          </p:nvSpPr>
          <p:spPr>
            <a:xfrm>
              <a:off x="3149569" y="5371891"/>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grpSp>
      <p:sp>
        <p:nvSpPr>
          <p:cNvPr id="27" name="矩形: 圆角 20">
            <a:extLst>
              <a:ext uri="{FF2B5EF4-FFF2-40B4-BE49-F238E27FC236}">
                <a16:creationId xmlns:a16="http://schemas.microsoft.com/office/drawing/2014/main" id="{CBA3A30D-E457-2848-B567-0C3EC417A9E2}"/>
              </a:ext>
            </a:extLst>
          </p:cNvPr>
          <p:cNvSpPr/>
          <p:nvPr/>
        </p:nvSpPr>
        <p:spPr>
          <a:xfrm flipH="1">
            <a:off x="612724" y="1752644"/>
            <a:ext cx="2911977" cy="602473"/>
          </a:xfrm>
          <a:prstGeom prst="roundRect">
            <a:avLst>
              <a:gd name="adj" fmla="val 50000"/>
            </a:avLst>
          </a:prstGeom>
          <a:gradFill flip="none" rotWithShape="1">
            <a:gsLst>
              <a:gs pos="24000">
                <a:srgbClr val="C3000F">
                  <a:alpha val="0"/>
                </a:srgbClr>
              </a:gs>
              <a:gs pos="65000">
                <a:srgbClr val="2F5597">
                  <a:alpha val="50196"/>
                </a:srgbClr>
              </a:gs>
              <a:gs pos="98000">
                <a:srgbClr val="004E97"/>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sp>
        <p:nvSpPr>
          <p:cNvPr id="28" name="椭圆 27">
            <a:extLst>
              <a:ext uri="{FF2B5EF4-FFF2-40B4-BE49-F238E27FC236}">
                <a16:creationId xmlns:a16="http://schemas.microsoft.com/office/drawing/2014/main" id="{8469210F-9701-5F4A-B92F-988E9379CA5F}"/>
              </a:ext>
            </a:extLst>
          </p:cNvPr>
          <p:cNvSpPr/>
          <p:nvPr/>
        </p:nvSpPr>
        <p:spPr>
          <a:xfrm>
            <a:off x="664247" y="1875088"/>
            <a:ext cx="313384" cy="3133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9" name="文本框 28">
            <a:extLst>
              <a:ext uri="{FF2B5EF4-FFF2-40B4-BE49-F238E27FC236}">
                <a16:creationId xmlns:a16="http://schemas.microsoft.com/office/drawing/2014/main" id="{668F151D-45F0-9148-BAEF-5C055923353E}"/>
              </a:ext>
            </a:extLst>
          </p:cNvPr>
          <p:cNvSpPr txBox="1"/>
          <p:nvPr/>
        </p:nvSpPr>
        <p:spPr>
          <a:xfrm>
            <a:off x="631425" y="1826595"/>
            <a:ext cx="377372" cy="379656"/>
          </a:xfrm>
          <a:prstGeom prst="rect">
            <a:avLst/>
          </a:prstGeom>
          <a:noFill/>
        </p:spPr>
        <p:txBody>
          <a:bodyPr wrap="square" rtlCol="0">
            <a:spAutoFit/>
          </a:bodyPr>
          <a:lstStyle/>
          <a:p>
            <a:r>
              <a:rPr kumimoji="1" lang="en-US" altLang="zh-CN" sz="1867" b="1" dirty="0">
                <a:solidFill>
                  <a:schemeClr val="tx1">
                    <a:lumMod val="75000"/>
                    <a:lumOff val="25000"/>
                  </a:schemeClr>
                </a:solidFill>
                <a:latin typeface="Source Han Serif CN SemiBold" panose="02020400000000000000" pitchFamily="18" charset="-128"/>
                <a:ea typeface="Source Han Serif CN SemiBold" panose="02020400000000000000" pitchFamily="18" charset="-128"/>
              </a:rPr>
              <a:t>1</a:t>
            </a:r>
            <a:endParaRPr kumimoji="1" lang="zh-CN" altLang="en-US" sz="1867" b="1" dirty="0">
              <a:solidFill>
                <a:schemeClr val="tx1">
                  <a:lumMod val="75000"/>
                  <a:lumOff val="25000"/>
                </a:schemeClr>
              </a:solidFill>
              <a:latin typeface="Source Han Serif CN SemiBold" panose="02020400000000000000" pitchFamily="18" charset="-128"/>
              <a:ea typeface="Source Han Serif CN SemiBold" panose="02020400000000000000" pitchFamily="18" charset="-128"/>
            </a:endParaRPr>
          </a:p>
        </p:txBody>
      </p:sp>
      <p:sp>
        <p:nvSpPr>
          <p:cNvPr id="30" name="文本框 29">
            <a:extLst>
              <a:ext uri="{FF2B5EF4-FFF2-40B4-BE49-F238E27FC236}">
                <a16:creationId xmlns:a16="http://schemas.microsoft.com/office/drawing/2014/main" id="{174C61EB-C56C-7046-BB21-D4840962C445}"/>
              </a:ext>
            </a:extLst>
          </p:cNvPr>
          <p:cNvSpPr txBox="1"/>
          <p:nvPr/>
        </p:nvSpPr>
        <p:spPr>
          <a:xfrm>
            <a:off x="1094830" y="1846957"/>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31" name="矩形 30">
            <a:extLst>
              <a:ext uri="{FF2B5EF4-FFF2-40B4-BE49-F238E27FC236}">
                <a16:creationId xmlns:a16="http://schemas.microsoft.com/office/drawing/2014/main" id="{76B28228-8ECC-E24C-9EE8-B27D30494560}"/>
              </a:ext>
            </a:extLst>
          </p:cNvPr>
          <p:cNvSpPr/>
          <p:nvPr/>
        </p:nvSpPr>
        <p:spPr>
          <a:xfrm>
            <a:off x="1071122" y="2744890"/>
            <a:ext cx="2682748" cy="1168910"/>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32" name="矩形: 圆角 1">
            <a:extLst>
              <a:ext uri="{FF2B5EF4-FFF2-40B4-BE49-F238E27FC236}">
                <a16:creationId xmlns:a16="http://schemas.microsoft.com/office/drawing/2014/main" id="{4FFF6FA1-8CDC-B641-BE30-38A8E8F17747}"/>
              </a:ext>
            </a:extLst>
          </p:cNvPr>
          <p:cNvSpPr/>
          <p:nvPr/>
        </p:nvSpPr>
        <p:spPr>
          <a:xfrm>
            <a:off x="4432427" y="1513783"/>
            <a:ext cx="3177012" cy="4267200"/>
          </a:xfrm>
          <a:prstGeom prst="roundRect">
            <a:avLst>
              <a:gd name="adj" fmla="val 5603"/>
            </a:avLst>
          </a:prstGeom>
          <a:solidFill>
            <a:schemeClr val="bg1"/>
          </a:solidFill>
          <a:ln>
            <a:solidFill>
              <a:srgbClr val="004E96"/>
            </a:solidFill>
          </a:ln>
          <a:effectLst>
            <a:outerShdw blurRad="177800" sx="101000" sy="101000" algn="ctr" rotWithShape="0">
              <a:schemeClr val="accent2">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矩形: 圆角 20">
            <a:extLst>
              <a:ext uri="{FF2B5EF4-FFF2-40B4-BE49-F238E27FC236}">
                <a16:creationId xmlns:a16="http://schemas.microsoft.com/office/drawing/2014/main" id="{8D8D32AA-59DF-0F45-A595-766F2193B351}"/>
              </a:ext>
            </a:extLst>
          </p:cNvPr>
          <p:cNvSpPr/>
          <p:nvPr/>
        </p:nvSpPr>
        <p:spPr>
          <a:xfrm flipH="1">
            <a:off x="4243069" y="1727913"/>
            <a:ext cx="2911977" cy="602473"/>
          </a:xfrm>
          <a:prstGeom prst="roundRect">
            <a:avLst>
              <a:gd name="adj" fmla="val 50000"/>
            </a:avLst>
          </a:prstGeom>
          <a:gradFill flip="none" rotWithShape="1">
            <a:gsLst>
              <a:gs pos="24000">
                <a:srgbClr val="C3000F">
                  <a:alpha val="0"/>
                </a:srgbClr>
              </a:gs>
              <a:gs pos="65000">
                <a:srgbClr val="2F5597">
                  <a:alpha val="50196"/>
                </a:srgbClr>
              </a:gs>
              <a:gs pos="98000">
                <a:srgbClr val="004E97"/>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sp>
        <p:nvSpPr>
          <p:cNvPr id="49" name="椭圆 48">
            <a:extLst>
              <a:ext uri="{FF2B5EF4-FFF2-40B4-BE49-F238E27FC236}">
                <a16:creationId xmlns:a16="http://schemas.microsoft.com/office/drawing/2014/main" id="{A25D7F3F-2B96-6A40-BB58-912244608DED}"/>
              </a:ext>
            </a:extLst>
          </p:cNvPr>
          <p:cNvSpPr/>
          <p:nvPr/>
        </p:nvSpPr>
        <p:spPr>
          <a:xfrm>
            <a:off x="4294592" y="1850357"/>
            <a:ext cx="313384" cy="3133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50" name="文本框 49">
            <a:extLst>
              <a:ext uri="{FF2B5EF4-FFF2-40B4-BE49-F238E27FC236}">
                <a16:creationId xmlns:a16="http://schemas.microsoft.com/office/drawing/2014/main" id="{6976E7E4-4D02-7C41-BD5B-263EA03DFE87}"/>
              </a:ext>
            </a:extLst>
          </p:cNvPr>
          <p:cNvSpPr txBox="1"/>
          <p:nvPr/>
        </p:nvSpPr>
        <p:spPr>
          <a:xfrm>
            <a:off x="4261770" y="1801864"/>
            <a:ext cx="377372" cy="379656"/>
          </a:xfrm>
          <a:prstGeom prst="rect">
            <a:avLst/>
          </a:prstGeom>
          <a:noFill/>
        </p:spPr>
        <p:txBody>
          <a:bodyPr wrap="square" rtlCol="0">
            <a:spAutoFit/>
          </a:bodyPr>
          <a:lstStyle/>
          <a:p>
            <a:r>
              <a:rPr kumimoji="1" lang="en-US" altLang="zh-CN" sz="1867" b="1" dirty="0">
                <a:solidFill>
                  <a:schemeClr val="tx1">
                    <a:lumMod val="75000"/>
                    <a:lumOff val="25000"/>
                  </a:schemeClr>
                </a:solidFill>
                <a:latin typeface="Source Han Serif CN SemiBold" panose="02020400000000000000" pitchFamily="18" charset="-128"/>
                <a:ea typeface="Source Han Serif CN SemiBold" panose="02020400000000000000" pitchFamily="18" charset="-128"/>
              </a:rPr>
              <a:t>2</a:t>
            </a:r>
            <a:endParaRPr kumimoji="1" lang="zh-CN" altLang="en-US" sz="1867" b="1" dirty="0">
              <a:solidFill>
                <a:schemeClr val="tx1">
                  <a:lumMod val="75000"/>
                  <a:lumOff val="25000"/>
                </a:schemeClr>
              </a:solidFill>
              <a:latin typeface="Source Han Serif CN SemiBold" panose="02020400000000000000" pitchFamily="18" charset="-128"/>
              <a:ea typeface="Source Han Serif CN SemiBold" panose="02020400000000000000" pitchFamily="18" charset="-128"/>
            </a:endParaRPr>
          </a:p>
        </p:txBody>
      </p:sp>
      <p:sp>
        <p:nvSpPr>
          <p:cNvPr id="51" name="文本框 50">
            <a:extLst>
              <a:ext uri="{FF2B5EF4-FFF2-40B4-BE49-F238E27FC236}">
                <a16:creationId xmlns:a16="http://schemas.microsoft.com/office/drawing/2014/main" id="{8699A10B-6398-4A46-BDBB-5E50A4029C7E}"/>
              </a:ext>
            </a:extLst>
          </p:cNvPr>
          <p:cNvSpPr txBox="1"/>
          <p:nvPr/>
        </p:nvSpPr>
        <p:spPr>
          <a:xfrm>
            <a:off x="4725176" y="1822227"/>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52" name="矩形 51">
            <a:extLst>
              <a:ext uri="{FF2B5EF4-FFF2-40B4-BE49-F238E27FC236}">
                <a16:creationId xmlns:a16="http://schemas.microsoft.com/office/drawing/2014/main" id="{DD043F7F-45B4-2146-ACBA-48053F16FF48}"/>
              </a:ext>
            </a:extLst>
          </p:cNvPr>
          <p:cNvSpPr/>
          <p:nvPr/>
        </p:nvSpPr>
        <p:spPr>
          <a:xfrm>
            <a:off x="4701467" y="2720159"/>
            <a:ext cx="2682748" cy="1168910"/>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53" name="矩形: 圆角 1">
            <a:extLst>
              <a:ext uri="{FF2B5EF4-FFF2-40B4-BE49-F238E27FC236}">
                <a16:creationId xmlns:a16="http://schemas.microsoft.com/office/drawing/2014/main" id="{F1E7996F-45BC-9741-80AF-E86419DD8E2F}"/>
              </a:ext>
            </a:extLst>
          </p:cNvPr>
          <p:cNvSpPr/>
          <p:nvPr/>
        </p:nvSpPr>
        <p:spPr>
          <a:xfrm>
            <a:off x="8143129" y="1489052"/>
            <a:ext cx="3177012" cy="4267200"/>
          </a:xfrm>
          <a:prstGeom prst="roundRect">
            <a:avLst>
              <a:gd name="adj" fmla="val 5603"/>
            </a:avLst>
          </a:prstGeom>
          <a:solidFill>
            <a:schemeClr val="bg1"/>
          </a:solidFill>
          <a:ln>
            <a:solidFill>
              <a:srgbClr val="004E96"/>
            </a:solidFill>
          </a:ln>
          <a:effectLst>
            <a:outerShdw blurRad="177800" sx="101000" sy="101000" algn="ctr" rotWithShape="0">
              <a:schemeClr val="accent2">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9" name="矩形: 圆角 20">
            <a:extLst>
              <a:ext uri="{FF2B5EF4-FFF2-40B4-BE49-F238E27FC236}">
                <a16:creationId xmlns:a16="http://schemas.microsoft.com/office/drawing/2014/main" id="{5773B4FF-C9E1-EF4B-9B7F-33697A914917}"/>
              </a:ext>
            </a:extLst>
          </p:cNvPr>
          <p:cNvSpPr/>
          <p:nvPr/>
        </p:nvSpPr>
        <p:spPr>
          <a:xfrm flipH="1">
            <a:off x="7953770" y="1703182"/>
            <a:ext cx="2911977" cy="602473"/>
          </a:xfrm>
          <a:prstGeom prst="roundRect">
            <a:avLst>
              <a:gd name="adj" fmla="val 50000"/>
            </a:avLst>
          </a:prstGeom>
          <a:gradFill flip="none" rotWithShape="1">
            <a:gsLst>
              <a:gs pos="24000">
                <a:srgbClr val="C3000F">
                  <a:alpha val="0"/>
                </a:srgbClr>
              </a:gs>
              <a:gs pos="65000">
                <a:srgbClr val="2F5597">
                  <a:alpha val="50196"/>
                </a:srgbClr>
              </a:gs>
              <a:gs pos="98000">
                <a:srgbClr val="004E97"/>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sp>
        <p:nvSpPr>
          <p:cNvPr id="70" name="椭圆 69">
            <a:extLst>
              <a:ext uri="{FF2B5EF4-FFF2-40B4-BE49-F238E27FC236}">
                <a16:creationId xmlns:a16="http://schemas.microsoft.com/office/drawing/2014/main" id="{C70B6ED2-96B7-1843-A48F-69C4052B97D4}"/>
              </a:ext>
            </a:extLst>
          </p:cNvPr>
          <p:cNvSpPr/>
          <p:nvPr/>
        </p:nvSpPr>
        <p:spPr>
          <a:xfrm>
            <a:off x="8005293" y="1825627"/>
            <a:ext cx="313384" cy="3133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71" name="文本框 70">
            <a:extLst>
              <a:ext uri="{FF2B5EF4-FFF2-40B4-BE49-F238E27FC236}">
                <a16:creationId xmlns:a16="http://schemas.microsoft.com/office/drawing/2014/main" id="{13737E49-DB0C-8141-BA3C-C2FE0E01C2F1}"/>
              </a:ext>
            </a:extLst>
          </p:cNvPr>
          <p:cNvSpPr txBox="1"/>
          <p:nvPr/>
        </p:nvSpPr>
        <p:spPr>
          <a:xfrm>
            <a:off x="7972471" y="1777133"/>
            <a:ext cx="377372" cy="379656"/>
          </a:xfrm>
          <a:prstGeom prst="rect">
            <a:avLst/>
          </a:prstGeom>
          <a:noFill/>
        </p:spPr>
        <p:txBody>
          <a:bodyPr wrap="square" rtlCol="0">
            <a:spAutoFit/>
          </a:bodyPr>
          <a:lstStyle/>
          <a:p>
            <a:r>
              <a:rPr kumimoji="1" lang="en-US" altLang="zh-CN" sz="1867" b="1" dirty="0">
                <a:solidFill>
                  <a:schemeClr val="tx1">
                    <a:lumMod val="75000"/>
                    <a:lumOff val="25000"/>
                  </a:schemeClr>
                </a:solidFill>
                <a:latin typeface="Source Han Serif CN SemiBold" panose="02020400000000000000" pitchFamily="18" charset="-128"/>
                <a:ea typeface="Source Han Serif CN SemiBold" panose="02020400000000000000" pitchFamily="18" charset="-128"/>
              </a:rPr>
              <a:t>3</a:t>
            </a:r>
            <a:endParaRPr kumimoji="1" lang="zh-CN" altLang="en-US" sz="1867" b="1" dirty="0">
              <a:solidFill>
                <a:schemeClr val="tx1">
                  <a:lumMod val="75000"/>
                  <a:lumOff val="25000"/>
                </a:schemeClr>
              </a:solidFill>
              <a:latin typeface="Source Han Serif CN SemiBold" panose="02020400000000000000" pitchFamily="18" charset="-128"/>
              <a:ea typeface="Source Han Serif CN SemiBold" panose="02020400000000000000" pitchFamily="18" charset="-128"/>
            </a:endParaRPr>
          </a:p>
        </p:txBody>
      </p:sp>
      <p:sp>
        <p:nvSpPr>
          <p:cNvPr id="72" name="文本框 71">
            <a:extLst>
              <a:ext uri="{FF2B5EF4-FFF2-40B4-BE49-F238E27FC236}">
                <a16:creationId xmlns:a16="http://schemas.microsoft.com/office/drawing/2014/main" id="{3718EAF6-7F64-B144-825C-2C8D11D11CE4}"/>
              </a:ext>
            </a:extLst>
          </p:cNvPr>
          <p:cNvSpPr txBox="1"/>
          <p:nvPr/>
        </p:nvSpPr>
        <p:spPr>
          <a:xfrm>
            <a:off x="8435877" y="1797496"/>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73" name="矩形 72">
            <a:extLst>
              <a:ext uri="{FF2B5EF4-FFF2-40B4-BE49-F238E27FC236}">
                <a16:creationId xmlns:a16="http://schemas.microsoft.com/office/drawing/2014/main" id="{CC4D6ACC-B5A7-714A-82B5-A888C1A02F44}"/>
              </a:ext>
            </a:extLst>
          </p:cNvPr>
          <p:cNvSpPr/>
          <p:nvPr/>
        </p:nvSpPr>
        <p:spPr>
          <a:xfrm>
            <a:off x="8412169" y="2695429"/>
            <a:ext cx="2682748" cy="1168910"/>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grpSp>
        <p:nvGrpSpPr>
          <p:cNvPr id="74" name="图形 46">
            <a:extLst>
              <a:ext uri="{FF2B5EF4-FFF2-40B4-BE49-F238E27FC236}">
                <a16:creationId xmlns:a16="http://schemas.microsoft.com/office/drawing/2014/main" id="{6240CBAA-B34D-3D4B-BA08-D6AE53D52B02}"/>
              </a:ext>
            </a:extLst>
          </p:cNvPr>
          <p:cNvGrpSpPr/>
          <p:nvPr/>
        </p:nvGrpSpPr>
        <p:grpSpPr>
          <a:xfrm>
            <a:off x="5941778" y="4048289"/>
            <a:ext cx="1523081" cy="1523081"/>
            <a:chOff x="8934414" y="3629132"/>
            <a:chExt cx="987582" cy="987582"/>
          </a:xfrm>
          <a:solidFill>
            <a:schemeClr val="bg1">
              <a:lumMod val="85000"/>
              <a:alpha val="20000"/>
            </a:schemeClr>
          </a:solidFill>
        </p:grpSpPr>
        <p:sp>
          <p:nvSpPr>
            <p:cNvPr id="75" name="任意多边形: 形状 77">
              <a:extLst>
                <a:ext uri="{FF2B5EF4-FFF2-40B4-BE49-F238E27FC236}">
                  <a16:creationId xmlns:a16="http://schemas.microsoft.com/office/drawing/2014/main" id="{3FFC2A82-1EB1-7941-9124-3C51D565D5BD}"/>
                </a:ext>
              </a:extLst>
            </p:cNvPr>
            <p:cNvSpPr/>
            <p:nvPr/>
          </p:nvSpPr>
          <p:spPr>
            <a:xfrm>
              <a:off x="8949844" y="3644562"/>
              <a:ext cx="956720" cy="956720"/>
            </a:xfrm>
            <a:custGeom>
              <a:avLst/>
              <a:gdLst>
                <a:gd name="connsiteX0" fmla="*/ 879565 w 956720"/>
                <a:gd name="connsiteY0" fmla="*/ 154310 h 956720"/>
                <a:gd name="connsiteX1" fmla="*/ 833272 w 956720"/>
                <a:gd name="connsiteY1" fmla="*/ 154310 h 956720"/>
                <a:gd name="connsiteX2" fmla="*/ 833272 w 956720"/>
                <a:gd name="connsiteY2" fmla="*/ 0 h 956720"/>
                <a:gd name="connsiteX3" fmla="*/ 123448 w 956720"/>
                <a:gd name="connsiteY3" fmla="*/ 0 h 956720"/>
                <a:gd name="connsiteX4" fmla="*/ 123448 w 956720"/>
                <a:gd name="connsiteY4" fmla="*/ 154310 h 956720"/>
                <a:gd name="connsiteX5" fmla="*/ 77155 w 956720"/>
                <a:gd name="connsiteY5" fmla="*/ 154310 h 956720"/>
                <a:gd name="connsiteX6" fmla="*/ 0 w 956720"/>
                <a:gd name="connsiteY6" fmla="*/ 231465 h 956720"/>
                <a:gd name="connsiteX7" fmla="*/ 0 w 956720"/>
                <a:gd name="connsiteY7" fmla="*/ 694394 h 956720"/>
                <a:gd name="connsiteX8" fmla="*/ 77155 w 956720"/>
                <a:gd name="connsiteY8" fmla="*/ 771548 h 956720"/>
                <a:gd name="connsiteX9" fmla="*/ 345376 w 956720"/>
                <a:gd name="connsiteY9" fmla="*/ 771548 h 956720"/>
                <a:gd name="connsiteX10" fmla="*/ 314514 w 956720"/>
                <a:gd name="connsiteY10" fmla="*/ 833272 h 956720"/>
                <a:gd name="connsiteX11" fmla="*/ 293188 w 956720"/>
                <a:gd name="connsiteY11" fmla="*/ 833272 h 956720"/>
                <a:gd name="connsiteX12" fmla="*/ 216034 w 956720"/>
                <a:gd name="connsiteY12" fmla="*/ 910427 h 956720"/>
                <a:gd name="connsiteX13" fmla="*/ 216034 w 956720"/>
                <a:gd name="connsiteY13" fmla="*/ 956720 h 956720"/>
                <a:gd name="connsiteX14" fmla="*/ 740687 w 956720"/>
                <a:gd name="connsiteY14" fmla="*/ 956720 h 956720"/>
                <a:gd name="connsiteX15" fmla="*/ 740687 w 956720"/>
                <a:gd name="connsiteY15" fmla="*/ 910427 h 956720"/>
                <a:gd name="connsiteX16" fmla="*/ 663532 w 956720"/>
                <a:gd name="connsiteY16" fmla="*/ 833272 h 956720"/>
                <a:gd name="connsiteX17" fmla="*/ 642206 w 956720"/>
                <a:gd name="connsiteY17" fmla="*/ 833272 h 956720"/>
                <a:gd name="connsiteX18" fmla="*/ 611344 w 956720"/>
                <a:gd name="connsiteY18" fmla="*/ 771548 h 956720"/>
                <a:gd name="connsiteX19" fmla="*/ 879565 w 956720"/>
                <a:gd name="connsiteY19" fmla="*/ 771548 h 956720"/>
                <a:gd name="connsiteX20" fmla="*/ 956720 w 956720"/>
                <a:gd name="connsiteY20" fmla="*/ 694394 h 956720"/>
                <a:gd name="connsiteX21" fmla="*/ 956720 w 956720"/>
                <a:gd name="connsiteY21" fmla="*/ 231465 h 956720"/>
                <a:gd name="connsiteX22" fmla="*/ 879565 w 956720"/>
                <a:gd name="connsiteY22" fmla="*/ 154310 h 956720"/>
                <a:gd name="connsiteX23" fmla="*/ 833272 w 956720"/>
                <a:gd name="connsiteY23" fmla="*/ 586377 h 956720"/>
                <a:gd name="connsiteX24" fmla="*/ 833272 w 956720"/>
                <a:gd name="connsiteY24" fmla="*/ 246896 h 956720"/>
                <a:gd name="connsiteX25" fmla="*/ 864134 w 956720"/>
                <a:gd name="connsiteY25" fmla="*/ 246896 h 956720"/>
                <a:gd name="connsiteX26" fmla="*/ 864134 w 956720"/>
                <a:gd name="connsiteY26" fmla="*/ 648101 h 956720"/>
                <a:gd name="connsiteX27" fmla="*/ 315008 w 956720"/>
                <a:gd name="connsiteY27" fmla="*/ 648101 h 956720"/>
                <a:gd name="connsiteX28" fmla="*/ 293188 w 956720"/>
                <a:gd name="connsiteY28" fmla="*/ 626281 h 956720"/>
                <a:gd name="connsiteX29" fmla="*/ 271369 w 956720"/>
                <a:gd name="connsiteY29" fmla="*/ 617239 h 956720"/>
                <a:gd name="connsiteX30" fmla="*/ 92586 w 956720"/>
                <a:gd name="connsiteY30" fmla="*/ 617239 h 956720"/>
                <a:gd name="connsiteX31" fmla="*/ 92586 w 956720"/>
                <a:gd name="connsiteY31" fmla="*/ 246896 h 956720"/>
                <a:gd name="connsiteX32" fmla="*/ 123448 w 956720"/>
                <a:gd name="connsiteY32" fmla="*/ 246896 h 956720"/>
                <a:gd name="connsiteX33" fmla="*/ 123448 w 956720"/>
                <a:gd name="connsiteY33" fmla="*/ 586377 h 956720"/>
                <a:gd name="connsiteX34" fmla="*/ 154310 w 956720"/>
                <a:gd name="connsiteY34" fmla="*/ 154310 h 956720"/>
                <a:gd name="connsiteX35" fmla="*/ 802410 w 956720"/>
                <a:gd name="connsiteY35" fmla="*/ 154310 h 956720"/>
                <a:gd name="connsiteX36" fmla="*/ 802410 w 956720"/>
                <a:gd name="connsiteY36" fmla="*/ 555515 h 956720"/>
                <a:gd name="connsiteX37" fmla="*/ 154310 w 956720"/>
                <a:gd name="connsiteY37" fmla="*/ 555515 h 956720"/>
                <a:gd name="connsiteX38" fmla="*/ 802410 w 956720"/>
                <a:gd name="connsiteY38" fmla="*/ 30862 h 956720"/>
                <a:gd name="connsiteX39" fmla="*/ 802410 w 956720"/>
                <a:gd name="connsiteY39" fmla="*/ 123448 h 956720"/>
                <a:gd name="connsiteX40" fmla="*/ 154310 w 956720"/>
                <a:gd name="connsiteY40" fmla="*/ 123448 h 956720"/>
                <a:gd name="connsiteX41" fmla="*/ 154310 w 956720"/>
                <a:gd name="connsiteY41" fmla="*/ 30862 h 956720"/>
                <a:gd name="connsiteX42" fmla="*/ 709825 w 956720"/>
                <a:gd name="connsiteY42" fmla="*/ 910427 h 956720"/>
                <a:gd name="connsiteX43" fmla="*/ 709825 w 956720"/>
                <a:gd name="connsiteY43" fmla="*/ 925858 h 956720"/>
                <a:gd name="connsiteX44" fmla="*/ 246896 w 956720"/>
                <a:gd name="connsiteY44" fmla="*/ 925858 h 956720"/>
                <a:gd name="connsiteX45" fmla="*/ 246896 w 956720"/>
                <a:gd name="connsiteY45" fmla="*/ 910427 h 956720"/>
                <a:gd name="connsiteX46" fmla="*/ 293188 w 956720"/>
                <a:gd name="connsiteY46" fmla="*/ 864134 h 956720"/>
                <a:gd name="connsiteX47" fmla="*/ 663532 w 956720"/>
                <a:gd name="connsiteY47" fmla="*/ 864134 h 956720"/>
                <a:gd name="connsiteX48" fmla="*/ 709825 w 956720"/>
                <a:gd name="connsiteY48" fmla="*/ 910427 h 956720"/>
                <a:gd name="connsiteX49" fmla="*/ 607702 w 956720"/>
                <a:gd name="connsiteY49" fmla="*/ 833272 h 956720"/>
                <a:gd name="connsiteX50" fmla="*/ 349018 w 956720"/>
                <a:gd name="connsiteY50" fmla="*/ 833272 h 956720"/>
                <a:gd name="connsiteX51" fmla="*/ 379880 w 956720"/>
                <a:gd name="connsiteY51" fmla="*/ 771548 h 956720"/>
                <a:gd name="connsiteX52" fmla="*/ 576841 w 956720"/>
                <a:gd name="connsiteY52" fmla="*/ 771548 h 956720"/>
                <a:gd name="connsiteX53" fmla="*/ 925858 w 956720"/>
                <a:gd name="connsiteY53" fmla="*/ 694394 h 956720"/>
                <a:gd name="connsiteX54" fmla="*/ 879565 w 956720"/>
                <a:gd name="connsiteY54" fmla="*/ 740687 h 956720"/>
                <a:gd name="connsiteX55" fmla="*/ 77155 w 956720"/>
                <a:gd name="connsiteY55" fmla="*/ 740687 h 956720"/>
                <a:gd name="connsiteX56" fmla="*/ 30862 w 956720"/>
                <a:gd name="connsiteY56" fmla="*/ 694394 h 956720"/>
                <a:gd name="connsiteX57" fmla="*/ 30862 w 956720"/>
                <a:gd name="connsiteY57" fmla="*/ 231465 h 956720"/>
                <a:gd name="connsiteX58" fmla="*/ 77155 w 956720"/>
                <a:gd name="connsiteY58" fmla="*/ 185172 h 956720"/>
                <a:gd name="connsiteX59" fmla="*/ 123448 w 956720"/>
                <a:gd name="connsiteY59" fmla="*/ 185172 h 956720"/>
                <a:gd name="connsiteX60" fmla="*/ 123448 w 956720"/>
                <a:gd name="connsiteY60" fmla="*/ 216034 h 956720"/>
                <a:gd name="connsiteX61" fmla="*/ 92586 w 956720"/>
                <a:gd name="connsiteY61" fmla="*/ 216034 h 956720"/>
                <a:gd name="connsiteX62" fmla="*/ 61724 w 956720"/>
                <a:gd name="connsiteY62" fmla="*/ 246896 h 956720"/>
                <a:gd name="connsiteX63" fmla="*/ 61724 w 956720"/>
                <a:gd name="connsiteY63" fmla="*/ 617239 h 956720"/>
                <a:gd name="connsiteX64" fmla="*/ 92586 w 956720"/>
                <a:gd name="connsiteY64" fmla="*/ 648101 h 956720"/>
                <a:gd name="connsiteX65" fmla="*/ 271369 w 956720"/>
                <a:gd name="connsiteY65" fmla="*/ 648101 h 956720"/>
                <a:gd name="connsiteX66" fmla="*/ 293188 w 956720"/>
                <a:gd name="connsiteY66" fmla="*/ 669920 h 956720"/>
                <a:gd name="connsiteX67" fmla="*/ 315008 w 956720"/>
                <a:gd name="connsiteY67" fmla="*/ 678963 h 956720"/>
                <a:gd name="connsiteX68" fmla="*/ 864134 w 956720"/>
                <a:gd name="connsiteY68" fmla="*/ 678963 h 956720"/>
                <a:gd name="connsiteX69" fmla="*/ 894996 w 956720"/>
                <a:gd name="connsiteY69" fmla="*/ 648101 h 956720"/>
                <a:gd name="connsiteX70" fmla="*/ 894996 w 956720"/>
                <a:gd name="connsiteY70" fmla="*/ 246896 h 956720"/>
                <a:gd name="connsiteX71" fmla="*/ 864134 w 956720"/>
                <a:gd name="connsiteY71" fmla="*/ 216034 h 956720"/>
                <a:gd name="connsiteX72" fmla="*/ 833272 w 956720"/>
                <a:gd name="connsiteY72" fmla="*/ 216034 h 956720"/>
                <a:gd name="connsiteX73" fmla="*/ 833272 w 956720"/>
                <a:gd name="connsiteY73" fmla="*/ 185172 h 956720"/>
                <a:gd name="connsiteX74" fmla="*/ 879565 w 956720"/>
                <a:gd name="connsiteY74" fmla="*/ 185172 h 956720"/>
                <a:gd name="connsiteX75" fmla="*/ 925858 w 956720"/>
                <a:gd name="connsiteY75" fmla="*/ 231465 h 95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956720" h="956720">
                  <a:moveTo>
                    <a:pt x="879565" y="154310"/>
                  </a:moveTo>
                  <a:lnTo>
                    <a:pt x="833272" y="154310"/>
                  </a:lnTo>
                  <a:lnTo>
                    <a:pt x="833272" y="0"/>
                  </a:lnTo>
                  <a:lnTo>
                    <a:pt x="123448" y="0"/>
                  </a:lnTo>
                  <a:lnTo>
                    <a:pt x="123448" y="154310"/>
                  </a:lnTo>
                  <a:lnTo>
                    <a:pt x="77155" y="154310"/>
                  </a:lnTo>
                  <a:cubicBezTo>
                    <a:pt x="34612" y="154310"/>
                    <a:pt x="0" y="188921"/>
                    <a:pt x="0" y="231465"/>
                  </a:cubicBezTo>
                  <a:lnTo>
                    <a:pt x="0" y="694394"/>
                  </a:lnTo>
                  <a:cubicBezTo>
                    <a:pt x="0" y="736937"/>
                    <a:pt x="34612" y="771548"/>
                    <a:pt x="77155" y="771548"/>
                  </a:cubicBezTo>
                  <a:lnTo>
                    <a:pt x="345376" y="771548"/>
                  </a:lnTo>
                  <a:lnTo>
                    <a:pt x="314514" y="833272"/>
                  </a:lnTo>
                  <a:lnTo>
                    <a:pt x="293188" y="833272"/>
                  </a:lnTo>
                  <a:cubicBezTo>
                    <a:pt x="250645" y="833272"/>
                    <a:pt x="216034" y="867884"/>
                    <a:pt x="216034" y="910427"/>
                  </a:cubicBezTo>
                  <a:lnTo>
                    <a:pt x="216034" y="956720"/>
                  </a:lnTo>
                  <a:lnTo>
                    <a:pt x="740687" y="956720"/>
                  </a:lnTo>
                  <a:lnTo>
                    <a:pt x="740687" y="910427"/>
                  </a:lnTo>
                  <a:cubicBezTo>
                    <a:pt x="740687" y="867884"/>
                    <a:pt x="706075" y="833272"/>
                    <a:pt x="663532" y="833272"/>
                  </a:cubicBezTo>
                  <a:lnTo>
                    <a:pt x="642206" y="833272"/>
                  </a:lnTo>
                  <a:lnTo>
                    <a:pt x="611344" y="771548"/>
                  </a:lnTo>
                  <a:lnTo>
                    <a:pt x="879565" y="771548"/>
                  </a:lnTo>
                  <a:cubicBezTo>
                    <a:pt x="922108" y="771548"/>
                    <a:pt x="956720" y="736937"/>
                    <a:pt x="956720" y="694394"/>
                  </a:cubicBezTo>
                  <a:lnTo>
                    <a:pt x="956720" y="231465"/>
                  </a:lnTo>
                  <a:cubicBezTo>
                    <a:pt x="956720" y="188921"/>
                    <a:pt x="922108" y="154310"/>
                    <a:pt x="879565" y="154310"/>
                  </a:cubicBezTo>
                  <a:close/>
                  <a:moveTo>
                    <a:pt x="833272" y="586377"/>
                  </a:moveTo>
                  <a:lnTo>
                    <a:pt x="833272" y="246896"/>
                  </a:lnTo>
                  <a:lnTo>
                    <a:pt x="864134" y="246896"/>
                  </a:lnTo>
                  <a:lnTo>
                    <a:pt x="864134" y="648101"/>
                  </a:lnTo>
                  <a:lnTo>
                    <a:pt x="315008" y="648101"/>
                  </a:lnTo>
                  <a:lnTo>
                    <a:pt x="293188" y="626281"/>
                  </a:lnTo>
                  <a:cubicBezTo>
                    <a:pt x="287356" y="620448"/>
                    <a:pt x="279609" y="617239"/>
                    <a:pt x="271369" y="617239"/>
                  </a:cubicBezTo>
                  <a:lnTo>
                    <a:pt x="92586" y="617239"/>
                  </a:lnTo>
                  <a:lnTo>
                    <a:pt x="92586" y="246896"/>
                  </a:lnTo>
                  <a:lnTo>
                    <a:pt x="123448" y="246896"/>
                  </a:lnTo>
                  <a:lnTo>
                    <a:pt x="123448" y="586377"/>
                  </a:lnTo>
                  <a:close/>
                  <a:moveTo>
                    <a:pt x="154310" y="154310"/>
                  </a:moveTo>
                  <a:lnTo>
                    <a:pt x="802410" y="154310"/>
                  </a:lnTo>
                  <a:lnTo>
                    <a:pt x="802410" y="555515"/>
                  </a:lnTo>
                  <a:lnTo>
                    <a:pt x="154310" y="555515"/>
                  </a:lnTo>
                  <a:close/>
                  <a:moveTo>
                    <a:pt x="802410" y="30862"/>
                  </a:moveTo>
                  <a:lnTo>
                    <a:pt x="802410" y="123448"/>
                  </a:lnTo>
                  <a:lnTo>
                    <a:pt x="154310" y="123448"/>
                  </a:lnTo>
                  <a:lnTo>
                    <a:pt x="154310" y="30862"/>
                  </a:lnTo>
                  <a:close/>
                  <a:moveTo>
                    <a:pt x="709825" y="910427"/>
                  </a:moveTo>
                  <a:lnTo>
                    <a:pt x="709825" y="925858"/>
                  </a:lnTo>
                  <a:lnTo>
                    <a:pt x="246896" y="925858"/>
                  </a:lnTo>
                  <a:lnTo>
                    <a:pt x="246896" y="910427"/>
                  </a:lnTo>
                  <a:cubicBezTo>
                    <a:pt x="246896" y="884904"/>
                    <a:pt x="267666" y="864134"/>
                    <a:pt x="293188" y="864134"/>
                  </a:cubicBezTo>
                  <a:lnTo>
                    <a:pt x="663532" y="864134"/>
                  </a:lnTo>
                  <a:cubicBezTo>
                    <a:pt x="689054" y="864134"/>
                    <a:pt x="709825" y="884904"/>
                    <a:pt x="709825" y="910427"/>
                  </a:cubicBezTo>
                  <a:close/>
                  <a:moveTo>
                    <a:pt x="607702" y="833272"/>
                  </a:moveTo>
                  <a:lnTo>
                    <a:pt x="349018" y="833272"/>
                  </a:lnTo>
                  <a:lnTo>
                    <a:pt x="379880" y="771548"/>
                  </a:lnTo>
                  <a:lnTo>
                    <a:pt x="576841" y="771548"/>
                  </a:lnTo>
                  <a:close/>
                  <a:moveTo>
                    <a:pt x="925858" y="694394"/>
                  </a:moveTo>
                  <a:cubicBezTo>
                    <a:pt x="925858" y="719916"/>
                    <a:pt x="905088" y="740687"/>
                    <a:pt x="879565" y="740687"/>
                  </a:cubicBezTo>
                  <a:lnTo>
                    <a:pt x="77155" y="740687"/>
                  </a:lnTo>
                  <a:cubicBezTo>
                    <a:pt x="51632" y="740687"/>
                    <a:pt x="30862" y="719916"/>
                    <a:pt x="30862" y="694394"/>
                  </a:cubicBezTo>
                  <a:lnTo>
                    <a:pt x="30862" y="231465"/>
                  </a:lnTo>
                  <a:cubicBezTo>
                    <a:pt x="30862" y="205942"/>
                    <a:pt x="51632" y="185172"/>
                    <a:pt x="77155" y="185172"/>
                  </a:cubicBezTo>
                  <a:lnTo>
                    <a:pt x="123448" y="185172"/>
                  </a:lnTo>
                  <a:lnTo>
                    <a:pt x="123448" y="216034"/>
                  </a:lnTo>
                  <a:lnTo>
                    <a:pt x="92586" y="216034"/>
                  </a:lnTo>
                  <a:cubicBezTo>
                    <a:pt x="75565" y="216034"/>
                    <a:pt x="61724" y="229875"/>
                    <a:pt x="61724" y="246896"/>
                  </a:cubicBezTo>
                  <a:lnTo>
                    <a:pt x="61724" y="617239"/>
                  </a:lnTo>
                  <a:cubicBezTo>
                    <a:pt x="61724" y="634259"/>
                    <a:pt x="75565" y="648101"/>
                    <a:pt x="92586" y="648101"/>
                  </a:cubicBezTo>
                  <a:lnTo>
                    <a:pt x="271369" y="648101"/>
                  </a:lnTo>
                  <a:lnTo>
                    <a:pt x="293188" y="669920"/>
                  </a:lnTo>
                  <a:cubicBezTo>
                    <a:pt x="299021" y="675753"/>
                    <a:pt x="306768" y="678963"/>
                    <a:pt x="315008" y="678963"/>
                  </a:cubicBezTo>
                  <a:lnTo>
                    <a:pt x="864134" y="678963"/>
                  </a:lnTo>
                  <a:cubicBezTo>
                    <a:pt x="881155" y="678963"/>
                    <a:pt x="894996" y="665121"/>
                    <a:pt x="894996" y="648101"/>
                  </a:cubicBezTo>
                  <a:lnTo>
                    <a:pt x="894996" y="246896"/>
                  </a:lnTo>
                  <a:cubicBezTo>
                    <a:pt x="894996" y="229875"/>
                    <a:pt x="881155" y="216034"/>
                    <a:pt x="864134" y="216034"/>
                  </a:cubicBezTo>
                  <a:lnTo>
                    <a:pt x="833272" y="216034"/>
                  </a:lnTo>
                  <a:lnTo>
                    <a:pt x="833272" y="185172"/>
                  </a:lnTo>
                  <a:lnTo>
                    <a:pt x="879565" y="185172"/>
                  </a:lnTo>
                  <a:cubicBezTo>
                    <a:pt x="905088" y="185172"/>
                    <a:pt x="925858" y="205942"/>
                    <a:pt x="925858" y="231465"/>
                  </a:cubicBezTo>
                  <a:close/>
                </a:path>
              </a:pathLst>
            </a:custGeom>
            <a:grpFill/>
            <a:ln w="12700" cap="flat" cmpd="sng" algn="ctr">
              <a:noFill/>
              <a:prstDash val="solid"/>
              <a:miter lim="800000"/>
            </a:ln>
            <a:effectLst/>
          </p:spPr>
          <p:txBody>
            <a:bodyPr rtlCol="0" anchor="ctr"/>
            <a:lstStyle/>
            <a:p>
              <a:endParaRPr lang="zh-CN" altLang="en-US"/>
            </a:p>
          </p:txBody>
        </p:sp>
        <p:sp>
          <p:nvSpPr>
            <p:cNvPr id="76" name="任意多边形: 形状 78">
              <a:extLst>
                <a:ext uri="{FF2B5EF4-FFF2-40B4-BE49-F238E27FC236}">
                  <a16:creationId xmlns:a16="http://schemas.microsoft.com/office/drawing/2014/main" id="{9110D728-7BEA-C945-B194-6E6060BE354A}"/>
                </a:ext>
              </a:extLst>
            </p:cNvPr>
            <p:cNvSpPr/>
            <p:nvPr/>
          </p:nvSpPr>
          <p:spPr>
            <a:xfrm>
              <a:off x="9042430" y="4323525"/>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77" name="任意多边形: 形状 79">
              <a:extLst>
                <a:ext uri="{FF2B5EF4-FFF2-40B4-BE49-F238E27FC236}">
                  <a16:creationId xmlns:a16="http://schemas.microsoft.com/office/drawing/2014/main" id="{26F262BA-7CDA-394F-9E4F-EC08828B06E8}"/>
                </a:ext>
              </a:extLst>
            </p:cNvPr>
            <p:cNvSpPr/>
            <p:nvPr/>
          </p:nvSpPr>
          <p:spPr>
            <a:xfrm>
              <a:off x="9104154" y="4323525"/>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78" name="任意多边形: 形状 80">
              <a:extLst>
                <a:ext uri="{FF2B5EF4-FFF2-40B4-BE49-F238E27FC236}">
                  <a16:creationId xmlns:a16="http://schemas.microsoft.com/office/drawing/2014/main" id="{AF6E75FD-BF9E-0D44-B76F-3BD2B6CDA988}"/>
                </a:ext>
              </a:extLst>
            </p:cNvPr>
            <p:cNvSpPr/>
            <p:nvPr/>
          </p:nvSpPr>
          <p:spPr>
            <a:xfrm>
              <a:off x="9165878" y="4323525"/>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79" name="任意多边形: 形状 81">
              <a:extLst>
                <a:ext uri="{FF2B5EF4-FFF2-40B4-BE49-F238E27FC236}">
                  <a16:creationId xmlns:a16="http://schemas.microsoft.com/office/drawing/2014/main" id="{2C29CB76-843B-4848-A5A8-1C7E0CE8CA40}"/>
                </a:ext>
              </a:extLst>
            </p:cNvPr>
            <p:cNvSpPr/>
            <p:nvPr/>
          </p:nvSpPr>
          <p:spPr>
            <a:xfrm>
              <a:off x="9135016" y="3706286"/>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80" name="任意多边形: 形状 82">
              <a:extLst>
                <a:ext uri="{FF2B5EF4-FFF2-40B4-BE49-F238E27FC236}">
                  <a16:creationId xmlns:a16="http://schemas.microsoft.com/office/drawing/2014/main" id="{355E7A73-EE65-A64C-9B75-131E7880B227}"/>
                </a:ext>
              </a:extLst>
            </p:cNvPr>
            <p:cNvSpPr/>
            <p:nvPr/>
          </p:nvSpPr>
          <p:spPr>
            <a:xfrm>
              <a:off x="9196740" y="3706286"/>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81" name="任意多边形: 形状 83">
              <a:extLst>
                <a:ext uri="{FF2B5EF4-FFF2-40B4-BE49-F238E27FC236}">
                  <a16:creationId xmlns:a16="http://schemas.microsoft.com/office/drawing/2014/main" id="{6E22768E-64F5-E94C-BE02-D26181B3B8CB}"/>
                </a:ext>
              </a:extLst>
            </p:cNvPr>
            <p:cNvSpPr/>
            <p:nvPr/>
          </p:nvSpPr>
          <p:spPr>
            <a:xfrm>
              <a:off x="9258464" y="3706286"/>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82" name="任意多边形: 形状 84">
              <a:extLst>
                <a:ext uri="{FF2B5EF4-FFF2-40B4-BE49-F238E27FC236}">
                  <a16:creationId xmlns:a16="http://schemas.microsoft.com/office/drawing/2014/main" id="{77022B60-E6FA-7744-AC92-B23BF393A1FA}"/>
                </a:ext>
              </a:extLst>
            </p:cNvPr>
            <p:cNvSpPr/>
            <p:nvPr/>
          </p:nvSpPr>
          <p:spPr>
            <a:xfrm>
              <a:off x="9536221" y="3829734"/>
              <a:ext cx="185171" cy="30861"/>
            </a:xfrm>
            <a:custGeom>
              <a:avLst/>
              <a:gdLst>
                <a:gd name="connsiteX0" fmla="*/ 0 w 185171"/>
                <a:gd name="connsiteY0" fmla="*/ 0 h 30861"/>
                <a:gd name="connsiteX1" fmla="*/ 185172 w 185171"/>
                <a:gd name="connsiteY1" fmla="*/ 0 h 30861"/>
                <a:gd name="connsiteX2" fmla="*/ 185172 w 185171"/>
                <a:gd name="connsiteY2" fmla="*/ 30862 h 30861"/>
                <a:gd name="connsiteX3" fmla="*/ 0 w 18517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185171" h="30861">
                  <a:moveTo>
                    <a:pt x="0" y="0"/>
                  </a:moveTo>
                  <a:lnTo>
                    <a:pt x="185172" y="0"/>
                  </a:lnTo>
                  <a:lnTo>
                    <a:pt x="18517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83" name="任意多边形: 形状 85">
              <a:extLst>
                <a:ext uri="{FF2B5EF4-FFF2-40B4-BE49-F238E27FC236}">
                  <a16:creationId xmlns:a16="http://schemas.microsoft.com/office/drawing/2014/main" id="{546E5967-16AB-6E44-A85E-A4A4450DF403}"/>
                </a:ext>
              </a:extLst>
            </p:cNvPr>
            <p:cNvSpPr/>
            <p:nvPr/>
          </p:nvSpPr>
          <p:spPr>
            <a:xfrm>
              <a:off x="9690531" y="3891458"/>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84" name="任意多边形: 形状 86">
              <a:extLst>
                <a:ext uri="{FF2B5EF4-FFF2-40B4-BE49-F238E27FC236}">
                  <a16:creationId xmlns:a16="http://schemas.microsoft.com/office/drawing/2014/main" id="{D5A264C6-6384-9A49-884B-E28B68C0BB24}"/>
                </a:ext>
              </a:extLst>
            </p:cNvPr>
            <p:cNvSpPr/>
            <p:nvPr/>
          </p:nvSpPr>
          <p:spPr>
            <a:xfrm>
              <a:off x="9628807" y="3891458"/>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85" name="任意多边形: 形状 87">
              <a:extLst>
                <a:ext uri="{FF2B5EF4-FFF2-40B4-BE49-F238E27FC236}">
                  <a16:creationId xmlns:a16="http://schemas.microsoft.com/office/drawing/2014/main" id="{DCADAA43-B7F5-CF46-86F1-6D1082F2B57B}"/>
                </a:ext>
              </a:extLst>
            </p:cNvPr>
            <p:cNvSpPr/>
            <p:nvPr/>
          </p:nvSpPr>
          <p:spPr>
            <a:xfrm>
              <a:off x="9536221" y="3891458"/>
              <a:ext cx="61723" cy="30861"/>
            </a:xfrm>
            <a:custGeom>
              <a:avLst/>
              <a:gdLst>
                <a:gd name="connsiteX0" fmla="*/ 0 w 61723"/>
                <a:gd name="connsiteY0" fmla="*/ 0 h 30861"/>
                <a:gd name="connsiteX1" fmla="*/ 61724 w 61723"/>
                <a:gd name="connsiteY1" fmla="*/ 0 h 30861"/>
                <a:gd name="connsiteX2" fmla="*/ 61724 w 61723"/>
                <a:gd name="connsiteY2" fmla="*/ 30862 h 30861"/>
                <a:gd name="connsiteX3" fmla="*/ 0 w 61723"/>
                <a:gd name="connsiteY3" fmla="*/ 30862 h 30861"/>
              </a:gdLst>
              <a:ahLst/>
              <a:cxnLst>
                <a:cxn ang="0">
                  <a:pos x="connsiteX0" y="connsiteY0"/>
                </a:cxn>
                <a:cxn ang="0">
                  <a:pos x="connsiteX1" y="connsiteY1"/>
                </a:cxn>
                <a:cxn ang="0">
                  <a:pos x="connsiteX2" y="connsiteY2"/>
                </a:cxn>
                <a:cxn ang="0">
                  <a:pos x="connsiteX3" y="connsiteY3"/>
                </a:cxn>
              </a:cxnLst>
              <a:rect l="l" t="t" r="r" b="b"/>
              <a:pathLst>
                <a:path w="61723" h="30861">
                  <a:moveTo>
                    <a:pt x="0" y="0"/>
                  </a:moveTo>
                  <a:lnTo>
                    <a:pt x="61724" y="0"/>
                  </a:lnTo>
                  <a:lnTo>
                    <a:pt x="61724"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86" name="任意多边形: 形状 88">
              <a:extLst>
                <a:ext uri="{FF2B5EF4-FFF2-40B4-BE49-F238E27FC236}">
                  <a16:creationId xmlns:a16="http://schemas.microsoft.com/office/drawing/2014/main" id="{CBFE5F83-A85B-C448-9EF6-A63D80ACB373}"/>
                </a:ext>
              </a:extLst>
            </p:cNvPr>
            <p:cNvSpPr/>
            <p:nvPr/>
          </p:nvSpPr>
          <p:spPr>
            <a:xfrm>
              <a:off x="9536221" y="3953182"/>
              <a:ext cx="185171" cy="30861"/>
            </a:xfrm>
            <a:custGeom>
              <a:avLst/>
              <a:gdLst>
                <a:gd name="connsiteX0" fmla="*/ 0 w 185171"/>
                <a:gd name="connsiteY0" fmla="*/ 0 h 30861"/>
                <a:gd name="connsiteX1" fmla="*/ 185172 w 185171"/>
                <a:gd name="connsiteY1" fmla="*/ 0 h 30861"/>
                <a:gd name="connsiteX2" fmla="*/ 185172 w 185171"/>
                <a:gd name="connsiteY2" fmla="*/ 30862 h 30861"/>
                <a:gd name="connsiteX3" fmla="*/ 0 w 18517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185171" h="30861">
                  <a:moveTo>
                    <a:pt x="0" y="0"/>
                  </a:moveTo>
                  <a:lnTo>
                    <a:pt x="185172" y="0"/>
                  </a:lnTo>
                  <a:lnTo>
                    <a:pt x="18517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87" name="任意多边形: 形状 89">
              <a:extLst>
                <a:ext uri="{FF2B5EF4-FFF2-40B4-BE49-F238E27FC236}">
                  <a16:creationId xmlns:a16="http://schemas.microsoft.com/office/drawing/2014/main" id="{D8991E41-3291-5A49-AA51-1C565EA63E51}"/>
                </a:ext>
              </a:extLst>
            </p:cNvPr>
            <p:cNvSpPr/>
            <p:nvPr/>
          </p:nvSpPr>
          <p:spPr>
            <a:xfrm>
              <a:off x="9690531" y="4014906"/>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88" name="任意多边形: 形状 90">
              <a:extLst>
                <a:ext uri="{FF2B5EF4-FFF2-40B4-BE49-F238E27FC236}">
                  <a16:creationId xmlns:a16="http://schemas.microsoft.com/office/drawing/2014/main" id="{996A3CD3-2666-1D47-8A9C-C0C140FA23CF}"/>
                </a:ext>
              </a:extLst>
            </p:cNvPr>
            <p:cNvSpPr/>
            <p:nvPr/>
          </p:nvSpPr>
          <p:spPr>
            <a:xfrm>
              <a:off x="9628807" y="4014906"/>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89" name="任意多边形: 形状 91">
              <a:extLst>
                <a:ext uri="{FF2B5EF4-FFF2-40B4-BE49-F238E27FC236}">
                  <a16:creationId xmlns:a16="http://schemas.microsoft.com/office/drawing/2014/main" id="{EB1686D2-BE97-2B46-8139-12F489A6935A}"/>
                </a:ext>
              </a:extLst>
            </p:cNvPr>
            <p:cNvSpPr/>
            <p:nvPr/>
          </p:nvSpPr>
          <p:spPr>
            <a:xfrm>
              <a:off x="9536221" y="4014906"/>
              <a:ext cx="61723" cy="30861"/>
            </a:xfrm>
            <a:custGeom>
              <a:avLst/>
              <a:gdLst>
                <a:gd name="connsiteX0" fmla="*/ 0 w 61723"/>
                <a:gd name="connsiteY0" fmla="*/ 0 h 30861"/>
                <a:gd name="connsiteX1" fmla="*/ 61724 w 61723"/>
                <a:gd name="connsiteY1" fmla="*/ 0 h 30861"/>
                <a:gd name="connsiteX2" fmla="*/ 61724 w 61723"/>
                <a:gd name="connsiteY2" fmla="*/ 30862 h 30861"/>
                <a:gd name="connsiteX3" fmla="*/ 0 w 61723"/>
                <a:gd name="connsiteY3" fmla="*/ 30862 h 30861"/>
              </a:gdLst>
              <a:ahLst/>
              <a:cxnLst>
                <a:cxn ang="0">
                  <a:pos x="connsiteX0" y="connsiteY0"/>
                </a:cxn>
                <a:cxn ang="0">
                  <a:pos x="connsiteX1" y="connsiteY1"/>
                </a:cxn>
                <a:cxn ang="0">
                  <a:pos x="connsiteX2" y="connsiteY2"/>
                </a:cxn>
                <a:cxn ang="0">
                  <a:pos x="connsiteX3" y="connsiteY3"/>
                </a:cxn>
              </a:cxnLst>
              <a:rect l="l" t="t" r="r" b="b"/>
              <a:pathLst>
                <a:path w="61723" h="30861">
                  <a:moveTo>
                    <a:pt x="0" y="0"/>
                  </a:moveTo>
                  <a:lnTo>
                    <a:pt x="61724" y="0"/>
                  </a:lnTo>
                  <a:lnTo>
                    <a:pt x="61724"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90" name="任意多边形: 形状 92">
              <a:extLst>
                <a:ext uri="{FF2B5EF4-FFF2-40B4-BE49-F238E27FC236}">
                  <a16:creationId xmlns:a16="http://schemas.microsoft.com/office/drawing/2014/main" id="{A0C2A94E-95D3-2D41-A69C-AB6FE3AA001B}"/>
                </a:ext>
              </a:extLst>
            </p:cNvPr>
            <p:cNvSpPr/>
            <p:nvPr/>
          </p:nvSpPr>
          <p:spPr>
            <a:xfrm>
              <a:off x="9536221" y="4076630"/>
              <a:ext cx="185171" cy="30861"/>
            </a:xfrm>
            <a:custGeom>
              <a:avLst/>
              <a:gdLst>
                <a:gd name="connsiteX0" fmla="*/ 0 w 185171"/>
                <a:gd name="connsiteY0" fmla="*/ 0 h 30861"/>
                <a:gd name="connsiteX1" fmla="*/ 185172 w 185171"/>
                <a:gd name="connsiteY1" fmla="*/ 0 h 30861"/>
                <a:gd name="connsiteX2" fmla="*/ 185172 w 185171"/>
                <a:gd name="connsiteY2" fmla="*/ 30862 h 30861"/>
                <a:gd name="connsiteX3" fmla="*/ 0 w 18517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185171" h="30861">
                  <a:moveTo>
                    <a:pt x="0" y="0"/>
                  </a:moveTo>
                  <a:lnTo>
                    <a:pt x="185172" y="0"/>
                  </a:lnTo>
                  <a:lnTo>
                    <a:pt x="18517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91" name="任意多边形: 形状 93">
              <a:extLst>
                <a:ext uri="{FF2B5EF4-FFF2-40B4-BE49-F238E27FC236}">
                  <a16:creationId xmlns:a16="http://schemas.microsoft.com/office/drawing/2014/main" id="{72616DD2-D1CF-F744-9EDF-16759C3DA18A}"/>
                </a:ext>
              </a:extLst>
            </p:cNvPr>
            <p:cNvSpPr/>
            <p:nvPr/>
          </p:nvSpPr>
          <p:spPr>
            <a:xfrm>
              <a:off x="9690531" y="4138353"/>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92" name="任意多边形: 形状 94">
              <a:extLst>
                <a:ext uri="{FF2B5EF4-FFF2-40B4-BE49-F238E27FC236}">
                  <a16:creationId xmlns:a16="http://schemas.microsoft.com/office/drawing/2014/main" id="{98E4A288-9366-0045-A18D-31EFE09178E9}"/>
                </a:ext>
              </a:extLst>
            </p:cNvPr>
            <p:cNvSpPr/>
            <p:nvPr/>
          </p:nvSpPr>
          <p:spPr>
            <a:xfrm>
              <a:off x="9628807" y="4138353"/>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93" name="任意多边形: 形状 95">
              <a:extLst>
                <a:ext uri="{FF2B5EF4-FFF2-40B4-BE49-F238E27FC236}">
                  <a16:creationId xmlns:a16="http://schemas.microsoft.com/office/drawing/2014/main" id="{E9F802C9-3BDE-7B48-8BCC-82EC4B1F37B3}"/>
                </a:ext>
              </a:extLst>
            </p:cNvPr>
            <p:cNvSpPr/>
            <p:nvPr/>
          </p:nvSpPr>
          <p:spPr>
            <a:xfrm>
              <a:off x="9536221" y="4138353"/>
              <a:ext cx="61723" cy="30861"/>
            </a:xfrm>
            <a:custGeom>
              <a:avLst/>
              <a:gdLst>
                <a:gd name="connsiteX0" fmla="*/ 0 w 61723"/>
                <a:gd name="connsiteY0" fmla="*/ 0 h 30861"/>
                <a:gd name="connsiteX1" fmla="*/ 61724 w 61723"/>
                <a:gd name="connsiteY1" fmla="*/ 0 h 30861"/>
                <a:gd name="connsiteX2" fmla="*/ 61724 w 61723"/>
                <a:gd name="connsiteY2" fmla="*/ 30862 h 30861"/>
                <a:gd name="connsiteX3" fmla="*/ 0 w 61723"/>
                <a:gd name="connsiteY3" fmla="*/ 30862 h 30861"/>
              </a:gdLst>
              <a:ahLst/>
              <a:cxnLst>
                <a:cxn ang="0">
                  <a:pos x="connsiteX0" y="connsiteY0"/>
                </a:cxn>
                <a:cxn ang="0">
                  <a:pos x="connsiteX1" y="connsiteY1"/>
                </a:cxn>
                <a:cxn ang="0">
                  <a:pos x="connsiteX2" y="connsiteY2"/>
                </a:cxn>
                <a:cxn ang="0">
                  <a:pos x="connsiteX3" y="connsiteY3"/>
                </a:cxn>
              </a:cxnLst>
              <a:rect l="l" t="t" r="r" b="b"/>
              <a:pathLst>
                <a:path w="61723" h="30861">
                  <a:moveTo>
                    <a:pt x="0" y="0"/>
                  </a:moveTo>
                  <a:lnTo>
                    <a:pt x="61724" y="0"/>
                  </a:lnTo>
                  <a:lnTo>
                    <a:pt x="61724"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94" name="任意多边形: 形状 96">
              <a:extLst>
                <a:ext uri="{FF2B5EF4-FFF2-40B4-BE49-F238E27FC236}">
                  <a16:creationId xmlns:a16="http://schemas.microsoft.com/office/drawing/2014/main" id="{39FB3791-5ED6-FF41-99B0-995E9BD4C4DB}"/>
                </a:ext>
              </a:extLst>
            </p:cNvPr>
            <p:cNvSpPr/>
            <p:nvPr/>
          </p:nvSpPr>
          <p:spPr>
            <a:xfrm>
              <a:off x="9135016" y="3829734"/>
              <a:ext cx="246895" cy="154309"/>
            </a:xfrm>
            <a:custGeom>
              <a:avLst/>
              <a:gdLst>
                <a:gd name="connsiteX0" fmla="*/ 0 w 246895"/>
                <a:gd name="connsiteY0" fmla="*/ 154310 h 154309"/>
                <a:gd name="connsiteX1" fmla="*/ 246896 w 246895"/>
                <a:gd name="connsiteY1" fmla="*/ 154310 h 154309"/>
                <a:gd name="connsiteX2" fmla="*/ 246896 w 246895"/>
                <a:gd name="connsiteY2" fmla="*/ 0 h 154309"/>
                <a:gd name="connsiteX3" fmla="*/ 0 w 246895"/>
                <a:gd name="connsiteY3" fmla="*/ 0 h 154309"/>
                <a:gd name="connsiteX4" fmla="*/ 30862 w 246895"/>
                <a:gd name="connsiteY4" fmla="*/ 30862 h 154309"/>
                <a:gd name="connsiteX5" fmla="*/ 216034 w 246895"/>
                <a:gd name="connsiteY5" fmla="*/ 30862 h 154309"/>
                <a:gd name="connsiteX6" fmla="*/ 216034 w 246895"/>
                <a:gd name="connsiteY6" fmla="*/ 123448 h 154309"/>
                <a:gd name="connsiteX7" fmla="*/ 30862 w 246895"/>
                <a:gd name="connsiteY7" fmla="*/ 123448 h 1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895" h="154309">
                  <a:moveTo>
                    <a:pt x="0" y="154310"/>
                  </a:moveTo>
                  <a:lnTo>
                    <a:pt x="246896" y="154310"/>
                  </a:lnTo>
                  <a:lnTo>
                    <a:pt x="246896" y="0"/>
                  </a:lnTo>
                  <a:lnTo>
                    <a:pt x="0" y="0"/>
                  </a:lnTo>
                  <a:close/>
                  <a:moveTo>
                    <a:pt x="30862" y="30862"/>
                  </a:moveTo>
                  <a:lnTo>
                    <a:pt x="216034" y="30862"/>
                  </a:lnTo>
                  <a:lnTo>
                    <a:pt x="216034" y="123448"/>
                  </a:lnTo>
                  <a:lnTo>
                    <a:pt x="30862" y="123448"/>
                  </a:lnTo>
                  <a:close/>
                </a:path>
              </a:pathLst>
            </a:custGeom>
            <a:grpFill/>
            <a:ln w="12700" cap="flat" cmpd="sng" algn="ctr">
              <a:noFill/>
              <a:prstDash val="solid"/>
              <a:miter lim="800000"/>
            </a:ln>
            <a:effectLst/>
          </p:spPr>
          <p:txBody>
            <a:bodyPr rtlCol="0" anchor="ctr"/>
            <a:lstStyle/>
            <a:p>
              <a:endParaRPr lang="zh-CN" altLang="en-US"/>
            </a:p>
          </p:txBody>
        </p:sp>
        <p:sp>
          <p:nvSpPr>
            <p:cNvPr id="95" name="任意多边形: 形状 97">
              <a:extLst>
                <a:ext uri="{FF2B5EF4-FFF2-40B4-BE49-F238E27FC236}">
                  <a16:creationId xmlns:a16="http://schemas.microsoft.com/office/drawing/2014/main" id="{8673F794-BAFE-AD45-8D35-1E0D4CF19984}"/>
                </a:ext>
              </a:extLst>
            </p:cNvPr>
            <p:cNvSpPr/>
            <p:nvPr/>
          </p:nvSpPr>
          <p:spPr>
            <a:xfrm>
              <a:off x="9135016" y="4014906"/>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96" name="任意多边形: 形状 98">
              <a:extLst>
                <a:ext uri="{FF2B5EF4-FFF2-40B4-BE49-F238E27FC236}">
                  <a16:creationId xmlns:a16="http://schemas.microsoft.com/office/drawing/2014/main" id="{0C3A1777-AB34-864D-9B35-E7143D01EF20}"/>
                </a:ext>
              </a:extLst>
            </p:cNvPr>
            <p:cNvSpPr/>
            <p:nvPr/>
          </p:nvSpPr>
          <p:spPr>
            <a:xfrm>
              <a:off x="9196740" y="4014906"/>
              <a:ext cx="185171" cy="30861"/>
            </a:xfrm>
            <a:custGeom>
              <a:avLst/>
              <a:gdLst>
                <a:gd name="connsiteX0" fmla="*/ 0 w 185171"/>
                <a:gd name="connsiteY0" fmla="*/ 0 h 30861"/>
                <a:gd name="connsiteX1" fmla="*/ 185172 w 185171"/>
                <a:gd name="connsiteY1" fmla="*/ 0 h 30861"/>
                <a:gd name="connsiteX2" fmla="*/ 185172 w 185171"/>
                <a:gd name="connsiteY2" fmla="*/ 30862 h 30861"/>
                <a:gd name="connsiteX3" fmla="*/ 0 w 18517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185171" h="30861">
                  <a:moveTo>
                    <a:pt x="0" y="0"/>
                  </a:moveTo>
                  <a:lnTo>
                    <a:pt x="185172" y="0"/>
                  </a:lnTo>
                  <a:lnTo>
                    <a:pt x="185172"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97" name="任意多边形: 形状 99">
              <a:extLst>
                <a:ext uri="{FF2B5EF4-FFF2-40B4-BE49-F238E27FC236}">
                  <a16:creationId xmlns:a16="http://schemas.microsoft.com/office/drawing/2014/main" id="{4BB4A359-BE2E-4145-B3D6-7A736AC1C796}"/>
                </a:ext>
              </a:extLst>
            </p:cNvPr>
            <p:cNvSpPr/>
            <p:nvPr/>
          </p:nvSpPr>
          <p:spPr>
            <a:xfrm>
              <a:off x="9135016" y="4076630"/>
              <a:ext cx="246895" cy="30861"/>
            </a:xfrm>
            <a:custGeom>
              <a:avLst/>
              <a:gdLst>
                <a:gd name="connsiteX0" fmla="*/ 0 w 246895"/>
                <a:gd name="connsiteY0" fmla="*/ 0 h 30861"/>
                <a:gd name="connsiteX1" fmla="*/ 246896 w 246895"/>
                <a:gd name="connsiteY1" fmla="*/ 0 h 30861"/>
                <a:gd name="connsiteX2" fmla="*/ 246896 w 246895"/>
                <a:gd name="connsiteY2" fmla="*/ 30862 h 30861"/>
                <a:gd name="connsiteX3" fmla="*/ 0 w 246895"/>
                <a:gd name="connsiteY3" fmla="*/ 30862 h 30861"/>
              </a:gdLst>
              <a:ahLst/>
              <a:cxnLst>
                <a:cxn ang="0">
                  <a:pos x="connsiteX0" y="connsiteY0"/>
                </a:cxn>
                <a:cxn ang="0">
                  <a:pos x="connsiteX1" y="connsiteY1"/>
                </a:cxn>
                <a:cxn ang="0">
                  <a:pos x="connsiteX2" y="connsiteY2"/>
                </a:cxn>
                <a:cxn ang="0">
                  <a:pos x="connsiteX3" y="connsiteY3"/>
                </a:cxn>
              </a:cxnLst>
              <a:rect l="l" t="t" r="r" b="b"/>
              <a:pathLst>
                <a:path w="246895" h="30861">
                  <a:moveTo>
                    <a:pt x="0" y="0"/>
                  </a:moveTo>
                  <a:lnTo>
                    <a:pt x="246896" y="0"/>
                  </a:lnTo>
                  <a:lnTo>
                    <a:pt x="246896"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98" name="任意多边形: 形状 100">
              <a:extLst>
                <a:ext uri="{FF2B5EF4-FFF2-40B4-BE49-F238E27FC236}">
                  <a16:creationId xmlns:a16="http://schemas.microsoft.com/office/drawing/2014/main" id="{40B32394-41E9-E742-A9CF-A07C3298080E}"/>
                </a:ext>
              </a:extLst>
            </p:cNvPr>
            <p:cNvSpPr/>
            <p:nvPr/>
          </p:nvSpPr>
          <p:spPr>
            <a:xfrm>
              <a:off x="9135016" y="4138353"/>
              <a:ext cx="246895" cy="30861"/>
            </a:xfrm>
            <a:custGeom>
              <a:avLst/>
              <a:gdLst>
                <a:gd name="connsiteX0" fmla="*/ 0 w 246895"/>
                <a:gd name="connsiteY0" fmla="*/ 0 h 30861"/>
                <a:gd name="connsiteX1" fmla="*/ 246896 w 246895"/>
                <a:gd name="connsiteY1" fmla="*/ 0 h 30861"/>
                <a:gd name="connsiteX2" fmla="*/ 246896 w 246895"/>
                <a:gd name="connsiteY2" fmla="*/ 30862 h 30861"/>
                <a:gd name="connsiteX3" fmla="*/ 0 w 246895"/>
                <a:gd name="connsiteY3" fmla="*/ 30862 h 30861"/>
              </a:gdLst>
              <a:ahLst/>
              <a:cxnLst>
                <a:cxn ang="0">
                  <a:pos x="connsiteX0" y="connsiteY0"/>
                </a:cxn>
                <a:cxn ang="0">
                  <a:pos x="connsiteX1" y="connsiteY1"/>
                </a:cxn>
                <a:cxn ang="0">
                  <a:pos x="connsiteX2" y="connsiteY2"/>
                </a:cxn>
                <a:cxn ang="0">
                  <a:pos x="connsiteX3" y="connsiteY3"/>
                </a:cxn>
              </a:cxnLst>
              <a:rect l="l" t="t" r="r" b="b"/>
              <a:pathLst>
                <a:path w="246895" h="30861">
                  <a:moveTo>
                    <a:pt x="0" y="0"/>
                  </a:moveTo>
                  <a:lnTo>
                    <a:pt x="246896" y="0"/>
                  </a:lnTo>
                  <a:lnTo>
                    <a:pt x="246896" y="30862"/>
                  </a:lnTo>
                  <a:lnTo>
                    <a:pt x="0" y="30862"/>
                  </a:lnTo>
                  <a:close/>
                </a:path>
              </a:pathLst>
            </a:custGeom>
            <a:grpFill/>
            <a:ln w="12700" cap="flat" cmpd="sng" algn="ctr">
              <a:noFill/>
              <a:prstDash val="solid"/>
              <a:miter lim="800000"/>
            </a:ln>
            <a:effectLst/>
          </p:spPr>
          <p:txBody>
            <a:bodyPr rtlCol="0" anchor="ctr"/>
            <a:lstStyle/>
            <a:p>
              <a:endParaRPr lang="zh-CN" altLang="en-US"/>
            </a:p>
          </p:txBody>
        </p:sp>
        <p:sp>
          <p:nvSpPr>
            <p:cNvPr id="99" name="任意多边形: 形状 101">
              <a:extLst>
                <a:ext uri="{FF2B5EF4-FFF2-40B4-BE49-F238E27FC236}">
                  <a16:creationId xmlns:a16="http://schemas.microsoft.com/office/drawing/2014/main" id="{DA39CF06-85BF-A440-B0D4-602F4D12F6E7}"/>
                </a:ext>
              </a:extLst>
            </p:cNvPr>
            <p:cNvSpPr/>
            <p:nvPr/>
          </p:nvSpPr>
          <p:spPr>
            <a:xfrm>
              <a:off x="9412774" y="4076630"/>
              <a:ext cx="92585" cy="92585"/>
            </a:xfrm>
            <a:custGeom>
              <a:avLst/>
              <a:gdLst>
                <a:gd name="connsiteX0" fmla="*/ 0 w 92585"/>
                <a:gd name="connsiteY0" fmla="*/ 92586 h 92585"/>
                <a:gd name="connsiteX1" fmla="*/ 92586 w 92585"/>
                <a:gd name="connsiteY1" fmla="*/ 92586 h 92585"/>
                <a:gd name="connsiteX2" fmla="*/ 92586 w 92585"/>
                <a:gd name="connsiteY2" fmla="*/ 0 h 92585"/>
                <a:gd name="connsiteX3" fmla="*/ 0 w 92585"/>
                <a:gd name="connsiteY3" fmla="*/ 0 h 92585"/>
                <a:gd name="connsiteX4" fmla="*/ 30862 w 92585"/>
                <a:gd name="connsiteY4" fmla="*/ 30862 h 92585"/>
                <a:gd name="connsiteX5" fmla="*/ 61724 w 92585"/>
                <a:gd name="connsiteY5" fmla="*/ 30862 h 92585"/>
                <a:gd name="connsiteX6" fmla="*/ 61724 w 92585"/>
                <a:gd name="connsiteY6" fmla="*/ 61724 h 92585"/>
                <a:gd name="connsiteX7" fmla="*/ 30862 w 92585"/>
                <a:gd name="connsiteY7" fmla="*/ 61724 h 92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585" h="92585">
                  <a:moveTo>
                    <a:pt x="0" y="92586"/>
                  </a:moveTo>
                  <a:lnTo>
                    <a:pt x="92586" y="92586"/>
                  </a:lnTo>
                  <a:lnTo>
                    <a:pt x="92586" y="0"/>
                  </a:lnTo>
                  <a:lnTo>
                    <a:pt x="0" y="0"/>
                  </a:lnTo>
                  <a:close/>
                  <a:moveTo>
                    <a:pt x="30862" y="30862"/>
                  </a:moveTo>
                  <a:lnTo>
                    <a:pt x="61724" y="30862"/>
                  </a:lnTo>
                  <a:lnTo>
                    <a:pt x="61724" y="61724"/>
                  </a:lnTo>
                  <a:lnTo>
                    <a:pt x="30862" y="61724"/>
                  </a:lnTo>
                  <a:close/>
                </a:path>
              </a:pathLst>
            </a:custGeom>
            <a:grpFill/>
            <a:ln w="12700" cap="flat" cmpd="sng" algn="ctr">
              <a:noFill/>
              <a:prstDash val="solid"/>
              <a:miter lim="800000"/>
            </a:ln>
            <a:effectLst/>
          </p:spPr>
          <p:txBody>
            <a:bodyPr rtlCol="0" anchor="ctr"/>
            <a:lstStyle/>
            <a:p>
              <a:endParaRPr lang="zh-CN" altLang="en-US"/>
            </a:p>
          </p:txBody>
        </p:sp>
        <p:sp>
          <p:nvSpPr>
            <p:cNvPr id="100" name="任意多边形: 形状 102">
              <a:extLst>
                <a:ext uri="{FF2B5EF4-FFF2-40B4-BE49-F238E27FC236}">
                  <a16:creationId xmlns:a16="http://schemas.microsoft.com/office/drawing/2014/main" id="{7515BED4-EBEF-2641-A9C6-08CEB88B11B9}"/>
                </a:ext>
              </a:extLst>
            </p:cNvPr>
            <p:cNvSpPr/>
            <p:nvPr/>
          </p:nvSpPr>
          <p:spPr>
            <a:xfrm>
              <a:off x="9412774" y="3953182"/>
              <a:ext cx="92585" cy="92585"/>
            </a:xfrm>
            <a:custGeom>
              <a:avLst/>
              <a:gdLst>
                <a:gd name="connsiteX0" fmla="*/ 0 w 92585"/>
                <a:gd name="connsiteY0" fmla="*/ 92586 h 92585"/>
                <a:gd name="connsiteX1" fmla="*/ 92586 w 92585"/>
                <a:gd name="connsiteY1" fmla="*/ 92586 h 92585"/>
                <a:gd name="connsiteX2" fmla="*/ 92586 w 92585"/>
                <a:gd name="connsiteY2" fmla="*/ 0 h 92585"/>
                <a:gd name="connsiteX3" fmla="*/ 0 w 92585"/>
                <a:gd name="connsiteY3" fmla="*/ 0 h 92585"/>
                <a:gd name="connsiteX4" fmla="*/ 30862 w 92585"/>
                <a:gd name="connsiteY4" fmla="*/ 30862 h 92585"/>
                <a:gd name="connsiteX5" fmla="*/ 61724 w 92585"/>
                <a:gd name="connsiteY5" fmla="*/ 30862 h 92585"/>
                <a:gd name="connsiteX6" fmla="*/ 61724 w 92585"/>
                <a:gd name="connsiteY6" fmla="*/ 61724 h 92585"/>
                <a:gd name="connsiteX7" fmla="*/ 30862 w 92585"/>
                <a:gd name="connsiteY7" fmla="*/ 61724 h 92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585" h="92585">
                  <a:moveTo>
                    <a:pt x="0" y="92586"/>
                  </a:moveTo>
                  <a:lnTo>
                    <a:pt x="92586" y="92586"/>
                  </a:lnTo>
                  <a:lnTo>
                    <a:pt x="92586" y="0"/>
                  </a:lnTo>
                  <a:lnTo>
                    <a:pt x="0" y="0"/>
                  </a:lnTo>
                  <a:close/>
                  <a:moveTo>
                    <a:pt x="30862" y="30862"/>
                  </a:moveTo>
                  <a:lnTo>
                    <a:pt x="61724" y="30862"/>
                  </a:lnTo>
                  <a:lnTo>
                    <a:pt x="61724" y="61724"/>
                  </a:lnTo>
                  <a:lnTo>
                    <a:pt x="30862" y="61724"/>
                  </a:lnTo>
                  <a:close/>
                </a:path>
              </a:pathLst>
            </a:custGeom>
            <a:grpFill/>
            <a:ln w="12700" cap="flat" cmpd="sng" algn="ctr">
              <a:noFill/>
              <a:prstDash val="solid"/>
              <a:miter lim="800000"/>
            </a:ln>
            <a:effectLst/>
          </p:spPr>
          <p:txBody>
            <a:bodyPr rtlCol="0" anchor="ctr"/>
            <a:lstStyle/>
            <a:p>
              <a:endParaRPr lang="zh-CN" altLang="en-US"/>
            </a:p>
          </p:txBody>
        </p:sp>
        <p:sp>
          <p:nvSpPr>
            <p:cNvPr id="101" name="任意多边形: 形状 103">
              <a:extLst>
                <a:ext uri="{FF2B5EF4-FFF2-40B4-BE49-F238E27FC236}">
                  <a16:creationId xmlns:a16="http://schemas.microsoft.com/office/drawing/2014/main" id="{87FD337B-5E23-314C-988E-0B3561F26482}"/>
                </a:ext>
              </a:extLst>
            </p:cNvPr>
            <p:cNvSpPr/>
            <p:nvPr/>
          </p:nvSpPr>
          <p:spPr>
            <a:xfrm>
              <a:off x="9412774" y="3829734"/>
              <a:ext cx="92585" cy="92585"/>
            </a:xfrm>
            <a:custGeom>
              <a:avLst/>
              <a:gdLst>
                <a:gd name="connsiteX0" fmla="*/ 0 w 92585"/>
                <a:gd name="connsiteY0" fmla="*/ 92586 h 92585"/>
                <a:gd name="connsiteX1" fmla="*/ 92586 w 92585"/>
                <a:gd name="connsiteY1" fmla="*/ 92586 h 92585"/>
                <a:gd name="connsiteX2" fmla="*/ 92586 w 92585"/>
                <a:gd name="connsiteY2" fmla="*/ 0 h 92585"/>
                <a:gd name="connsiteX3" fmla="*/ 0 w 92585"/>
                <a:gd name="connsiteY3" fmla="*/ 0 h 92585"/>
                <a:gd name="connsiteX4" fmla="*/ 30862 w 92585"/>
                <a:gd name="connsiteY4" fmla="*/ 30862 h 92585"/>
                <a:gd name="connsiteX5" fmla="*/ 61724 w 92585"/>
                <a:gd name="connsiteY5" fmla="*/ 30862 h 92585"/>
                <a:gd name="connsiteX6" fmla="*/ 61724 w 92585"/>
                <a:gd name="connsiteY6" fmla="*/ 61724 h 92585"/>
                <a:gd name="connsiteX7" fmla="*/ 30862 w 92585"/>
                <a:gd name="connsiteY7" fmla="*/ 61724 h 92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585" h="92585">
                  <a:moveTo>
                    <a:pt x="0" y="92586"/>
                  </a:moveTo>
                  <a:lnTo>
                    <a:pt x="92586" y="92586"/>
                  </a:lnTo>
                  <a:lnTo>
                    <a:pt x="92586" y="0"/>
                  </a:lnTo>
                  <a:lnTo>
                    <a:pt x="0" y="0"/>
                  </a:lnTo>
                  <a:close/>
                  <a:moveTo>
                    <a:pt x="30862" y="30862"/>
                  </a:moveTo>
                  <a:lnTo>
                    <a:pt x="61724" y="30862"/>
                  </a:lnTo>
                  <a:lnTo>
                    <a:pt x="61724" y="61724"/>
                  </a:lnTo>
                  <a:lnTo>
                    <a:pt x="30862" y="61724"/>
                  </a:lnTo>
                  <a:close/>
                </a:path>
              </a:pathLst>
            </a:custGeom>
            <a:grpFill/>
            <a:ln w="12700" cap="flat" cmpd="sng" algn="ctr">
              <a:noFill/>
              <a:prstDash val="solid"/>
              <a:miter lim="800000"/>
            </a:ln>
            <a:effectLst/>
          </p:spPr>
          <p:txBody>
            <a:bodyPr rtlCol="0" anchor="ctr"/>
            <a:lstStyle/>
            <a:p>
              <a:endParaRPr lang="zh-CN" altLang="en-US"/>
            </a:p>
          </p:txBody>
        </p:sp>
      </p:grpSp>
      <p:grpSp>
        <p:nvGrpSpPr>
          <p:cNvPr id="102" name="图形 56">
            <a:extLst>
              <a:ext uri="{FF2B5EF4-FFF2-40B4-BE49-F238E27FC236}">
                <a16:creationId xmlns:a16="http://schemas.microsoft.com/office/drawing/2014/main" id="{1271DD7C-F910-3443-907C-C07F2F1DC217}"/>
              </a:ext>
            </a:extLst>
          </p:cNvPr>
          <p:cNvGrpSpPr/>
          <p:nvPr/>
        </p:nvGrpSpPr>
        <p:grpSpPr>
          <a:xfrm>
            <a:off x="9712961" y="4023794"/>
            <a:ext cx="1567743" cy="1567743"/>
            <a:chOff x="4935768" y="5016979"/>
            <a:chExt cx="987582" cy="987582"/>
          </a:xfrm>
          <a:solidFill>
            <a:schemeClr val="bg1">
              <a:lumMod val="85000"/>
              <a:alpha val="20000"/>
            </a:schemeClr>
          </a:solidFill>
        </p:grpSpPr>
        <p:sp>
          <p:nvSpPr>
            <p:cNvPr id="103" name="任意多边形: 形状 51">
              <a:extLst>
                <a:ext uri="{FF2B5EF4-FFF2-40B4-BE49-F238E27FC236}">
                  <a16:creationId xmlns:a16="http://schemas.microsoft.com/office/drawing/2014/main" id="{11779CE4-4C31-FD4B-BE51-87E3E29C052C}"/>
                </a:ext>
              </a:extLst>
            </p:cNvPr>
            <p:cNvSpPr/>
            <p:nvPr/>
          </p:nvSpPr>
          <p:spPr>
            <a:xfrm>
              <a:off x="5043784" y="5485046"/>
              <a:ext cx="799324" cy="504083"/>
            </a:xfrm>
            <a:custGeom>
              <a:avLst/>
              <a:gdLst>
                <a:gd name="connsiteX0" fmla="*/ 589463 w 799324"/>
                <a:gd name="connsiteY0" fmla="*/ 139913 h 504083"/>
                <a:gd name="connsiteX1" fmla="*/ 614153 w 799324"/>
                <a:gd name="connsiteY1" fmla="*/ 158414 h 504083"/>
                <a:gd name="connsiteX2" fmla="*/ 678963 w 799324"/>
                <a:gd name="connsiteY2" fmla="*/ 72016 h 504083"/>
                <a:gd name="connsiteX3" fmla="*/ 678963 w 799324"/>
                <a:gd name="connsiteY3" fmla="*/ 426929 h 504083"/>
                <a:gd name="connsiteX4" fmla="*/ 632670 w 799324"/>
                <a:gd name="connsiteY4" fmla="*/ 473222 h 504083"/>
                <a:gd name="connsiteX5" fmla="*/ 77155 w 799324"/>
                <a:gd name="connsiteY5" fmla="*/ 473222 h 504083"/>
                <a:gd name="connsiteX6" fmla="*/ 30862 w 799324"/>
                <a:gd name="connsiteY6" fmla="*/ 426929 h 504083"/>
                <a:gd name="connsiteX7" fmla="*/ 30862 w 799324"/>
                <a:gd name="connsiteY7" fmla="*/ 41154 h 504083"/>
                <a:gd name="connsiteX8" fmla="*/ 0 w 799324"/>
                <a:gd name="connsiteY8" fmla="*/ 41154 h 504083"/>
                <a:gd name="connsiteX9" fmla="*/ 0 w 799324"/>
                <a:gd name="connsiteY9" fmla="*/ 426929 h 504083"/>
                <a:gd name="connsiteX10" fmla="*/ 77155 w 799324"/>
                <a:gd name="connsiteY10" fmla="*/ 504083 h 504083"/>
                <a:gd name="connsiteX11" fmla="*/ 632670 w 799324"/>
                <a:gd name="connsiteY11" fmla="*/ 504083 h 504083"/>
                <a:gd name="connsiteX12" fmla="*/ 709825 w 799324"/>
                <a:gd name="connsiteY12" fmla="*/ 426929 h 504083"/>
                <a:gd name="connsiteX13" fmla="*/ 709825 w 799324"/>
                <a:gd name="connsiteY13" fmla="*/ 72016 h 504083"/>
                <a:gd name="connsiteX14" fmla="*/ 774635 w 799324"/>
                <a:gd name="connsiteY14" fmla="*/ 158414 h 504083"/>
                <a:gd name="connsiteX15" fmla="*/ 799324 w 799324"/>
                <a:gd name="connsiteY15" fmla="*/ 139913 h 504083"/>
                <a:gd name="connsiteX16" fmla="*/ 694394 w 799324"/>
                <a:gd name="connsiteY16" fmla="*/ 0 h 504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99324" h="504083">
                  <a:moveTo>
                    <a:pt x="589463" y="139913"/>
                  </a:moveTo>
                  <a:lnTo>
                    <a:pt x="614153" y="158414"/>
                  </a:lnTo>
                  <a:lnTo>
                    <a:pt x="678963" y="72016"/>
                  </a:lnTo>
                  <a:lnTo>
                    <a:pt x="678963" y="426929"/>
                  </a:lnTo>
                  <a:cubicBezTo>
                    <a:pt x="678963" y="452451"/>
                    <a:pt x="658193" y="473222"/>
                    <a:pt x="632670" y="473222"/>
                  </a:cubicBezTo>
                  <a:lnTo>
                    <a:pt x="77155" y="473222"/>
                  </a:lnTo>
                  <a:cubicBezTo>
                    <a:pt x="51632" y="473222"/>
                    <a:pt x="30862" y="452451"/>
                    <a:pt x="30862" y="426929"/>
                  </a:cubicBezTo>
                  <a:lnTo>
                    <a:pt x="30862" y="41154"/>
                  </a:lnTo>
                  <a:lnTo>
                    <a:pt x="0" y="41154"/>
                  </a:lnTo>
                  <a:lnTo>
                    <a:pt x="0" y="426929"/>
                  </a:lnTo>
                  <a:cubicBezTo>
                    <a:pt x="0" y="469472"/>
                    <a:pt x="34612" y="504083"/>
                    <a:pt x="77155" y="504083"/>
                  </a:cubicBezTo>
                  <a:lnTo>
                    <a:pt x="632670" y="504083"/>
                  </a:lnTo>
                  <a:cubicBezTo>
                    <a:pt x="675213" y="504083"/>
                    <a:pt x="709825" y="469472"/>
                    <a:pt x="709825" y="426929"/>
                  </a:cubicBezTo>
                  <a:lnTo>
                    <a:pt x="709825" y="72016"/>
                  </a:lnTo>
                  <a:lnTo>
                    <a:pt x="774635" y="158414"/>
                  </a:lnTo>
                  <a:lnTo>
                    <a:pt x="799324" y="139913"/>
                  </a:lnTo>
                  <a:lnTo>
                    <a:pt x="694394" y="0"/>
                  </a:lnTo>
                  <a:close/>
                </a:path>
              </a:pathLst>
            </a:custGeom>
            <a:grpFill/>
            <a:ln w="15329" cap="flat">
              <a:noFill/>
              <a:prstDash val="solid"/>
              <a:miter/>
            </a:ln>
          </p:spPr>
          <p:txBody>
            <a:bodyPr rtlCol="0" anchor="ctr"/>
            <a:lstStyle/>
            <a:p>
              <a:endParaRPr lang="zh-CN" altLang="en-US" dirty="0"/>
            </a:p>
          </p:txBody>
        </p:sp>
        <p:sp>
          <p:nvSpPr>
            <p:cNvPr id="104" name="任意多边形: 形状 53">
              <a:extLst>
                <a:ext uri="{FF2B5EF4-FFF2-40B4-BE49-F238E27FC236}">
                  <a16:creationId xmlns:a16="http://schemas.microsoft.com/office/drawing/2014/main" id="{EC65595C-F354-0E4A-A24F-98856C4B407C}"/>
                </a:ext>
              </a:extLst>
            </p:cNvPr>
            <p:cNvSpPr/>
            <p:nvPr/>
          </p:nvSpPr>
          <p:spPr>
            <a:xfrm>
              <a:off x="4954285" y="5032409"/>
              <a:ext cx="953633" cy="527399"/>
            </a:xfrm>
            <a:custGeom>
              <a:avLst/>
              <a:gdLst>
                <a:gd name="connsiteX0" fmla="*/ 872745 w 953633"/>
                <a:gd name="connsiteY0" fmla="*/ 46293 h 527399"/>
                <a:gd name="connsiteX1" fmla="*/ 815542 w 953633"/>
                <a:gd name="connsiteY1" fmla="*/ 69979 h 527399"/>
                <a:gd name="connsiteX2" fmla="*/ 799324 w 953633"/>
                <a:gd name="connsiteY2" fmla="*/ 86197 h 527399"/>
                <a:gd name="connsiteX3" fmla="*/ 799324 w 953633"/>
                <a:gd name="connsiteY3" fmla="*/ 77155 h 527399"/>
                <a:gd name="connsiteX4" fmla="*/ 722169 w 953633"/>
                <a:gd name="connsiteY4" fmla="*/ 0 h 527399"/>
                <a:gd name="connsiteX5" fmla="*/ 166654 w 953633"/>
                <a:gd name="connsiteY5" fmla="*/ 0 h 527399"/>
                <a:gd name="connsiteX6" fmla="*/ 89500 w 953633"/>
                <a:gd name="connsiteY6" fmla="*/ 77155 h 527399"/>
                <a:gd name="connsiteX7" fmla="*/ 89500 w 953633"/>
                <a:gd name="connsiteY7" fmla="*/ 385774 h 527399"/>
                <a:gd name="connsiteX8" fmla="*/ 24690 w 953633"/>
                <a:gd name="connsiteY8" fmla="*/ 299361 h 527399"/>
                <a:gd name="connsiteX9" fmla="*/ 0 w 953633"/>
                <a:gd name="connsiteY9" fmla="*/ 317878 h 527399"/>
                <a:gd name="connsiteX10" fmla="*/ 104931 w 953633"/>
                <a:gd name="connsiteY10" fmla="*/ 457791 h 527399"/>
                <a:gd name="connsiteX11" fmla="*/ 209861 w 953633"/>
                <a:gd name="connsiteY11" fmla="*/ 317878 h 527399"/>
                <a:gd name="connsiteX12" fmla="*/ 185172 w 953633"/>
                <a:gd name="connsiteY12" fmla="*/ 299361 h 527399"/>
                <a:gd name="connsiteX13" fmla="*/ 120362 w 953633"/>
                <a:gd name="connsiteY13" fmla="*/ 385774 h 527399"/>
                <a:gd name="connsiteX14" fmla="*/ 120362 w 953633"/>
                <a:gd name="connsiteY14" fmla="*/ 77155 h 527399"/>
                <a:gd name="connsiteX15" fmla="*/ 166654 w 953633"/>
                <a:gd name="connsiteY15" fmla="*/ 30862 h 527399"/>
                <a:gd name="connsiteX16" fmla="*/ 722169 w 953633"/>
                <a:gd name="connsiteY16" fmla="*/ 30862 h 527399"/>
                <a:gd name="connsiteX17" fmla="*/ 768462 w 953633"/>
                <a:gd name="connsiteY17" fmla="*/ 77155 h 527399"/>
                <a:gd name="connsiteX18" fmla="*/ 768462 w 953633"/>
                <a:gd name="connsiteY18" fmla="*/ 117059 h 527399"/>
                <a:gd name="connsiteX19" fmla="*/ 491600 w 953633"/>
                <a:gd name="connsiteY19" fmla="*/ 393922 h 527399"/>
                <a:gd name="connsiteX20" fmla="*/ 472527 w 953633"/>
                <a:gd name="connsiteY20" fmla="*/ 527400 h 527399"/>
                <a:gd name="connsiteX21" fmla="*/ 606005 w 953633"/>
                <a:gd name="connsiteY21" fmla="*/ 508327 h 527399"/>
                <a:gd name="connsiteX22" fmla="*/ 768462 w 953633"/>
                <a:gd name="connsiteY22" fmla="*/ 345870 h 527399"/>
                <a:gd name="connsiteX23" fmla="*/ 768462 w 953633"/>
                <a:gd name="connsiteY23" fmla="*/ 416636 h 527399"/>
                <a:gd name="connsiteX24" fmla="*/ 799324 w 953633"/>
                <a:gd name="connsiteY24" fmla="*/ 416636 h 527399"/>
                <a:gd name="connsiteX25" fmla="*/ 799324 w 953633"/>
                <a:gd name="connsiteY25" fmla="*/ 315008 h 527399"/>
                <a:gd name="connsiteX26" fmla="*/ 929947 w 953633"/>
                <a:gd name="connsiteY26" fmla="*/ 184385 h 527399"/>
                <a:gd name="connsiteX27" fmla="*/ 953634 w 953633"/>
                <a:gd name="connsiteY27" fmla="*/ 127182 h 527399"/>
                <a:gd name="connsiteX28" fmla="*/ 872745 w 953633"/>
                <a:gd name="connsiteY28" fmla="*/ 46293 h 527399"/>
                <a:gd name="connsiteX29" fmla="*/ 783893 w 953633"/>
                <a:gd name="connsiteY29" fmla="*/ 145267 h 527399"/>
                <a:gd name="connsiteX30" fmla="*/ 808367 w 953633"/>
                <a:gd name="connsiteY30" fmla="*/ 169741 h 527399"/>
                <a:gd name="connsiteX31" fmla="*/ 552429 w 953633"/>
                <a:gd name="connsiteY31" fmla="*/ 425679 h 527399"/>
                <a:gd name="connsiteX32" fmla="*/ 527955 w 953633"/>
                <a:gd name="connsiteY32" fmla="*/ 401205 h 527399"/>
                <a:gd name="connsiteX33" fmla="*/ 508898 w 953633"/>
                <a:gd name="connsiteY33" fmla="*/ 491029 h 527399"/>
                <a:gd name="connsiteX34" fmla="*/ 517045 w 953633"/>
                <a:gd name="connsiteY34" fmla="*/ 433934 h 527399"/>
                <a:gd name="connsiteX35" fmla="*/ 565993 w 953633"/>
                <a:gd name="connsiteY35" fmla="*/ 482881 h 527399"/>
                <a:gd name="connsiteX36" fmla="*/ 598722 w 953633"/>
                <a:gd name="connsiteY36" fmla="*/ 471972 h 527399"/>
                <a:gd name="connsiteX37" fmla="*/ 574248 w 953633"/>
                <a:gd name="connsiteY37" fmla="*/ 447498 h 527399"/>
                <a:gd name="connsiteX38" fmla="*/ 830186 w 953633"/>
                <a:gd name="connsiteY38" fmla="*/ 191560 h 527399"/>
                <a:gd name="connsiteX39" fmla="*/ 854660 w 953633"/>
                <a:gd name="connsiteY39" fmla="*/ 216034 h 527399"/>
                <a:gd name="connsiteX40" fmla="*/ 908128 w 953633"/>
                <a:gd name="connsiteY40" fmla="*/ 162565 h 527399"/>
                <a:gd name="connsiteX41" fmla="*/ 876479 w 953633"/>
                <a:gd name="connsiteY41" fmla="*/ 194214 h 527399"/>
                <a:gd name="connsiteX42" fmla="*/ 805713 w 953633"/>
                <a:gd name="connsiteY42" fmla="*/ 123448 h 527399"/>
                <a:gd name="connsiteX43" fmla="*/ 837362 w 953633"/>
                <a:gd name="connsiteY43" fmla="*/ 91799 h 527399"/>
                <a:gd name="connsiteX44" fmla="*/ 872745 w 953633"/>
                <a:gd name="connsiteY44" fmla="*/ 77155 h 527399"/>
                <a:gd name="connsiteX45" fmla="*/ 922772 w 953633"/>
                <a:gd name="connsiteY45" fmla="*/ 127182 h 527399"/>
                <a:gd name="connsiteX46" fmla="*/ 908128 w 953633"/>
                <a:gd name="connsiteY46" fmla="*/ 162565 h 527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953633" h="527399">
                  <a:moveTo>
                    <a:pt x="872745" y="46293"/>
                  </a:moveTo>
                  <a:cubicBezTo>
                    <a:pt x="851141" y="46293"/>
                    <a:pt x="830819" y="54703"/>
                    <a:pt x="815542" y="69979"/>
                  </a:cubicBezTo>
                  <a:lnTo>
                    <a:pt x="799324" y="86197"/>
                  </a:lnTo>
                  <a:lnTo>
                    <a:pt x="799324" y="77155"/>
                  </a:lnTo>
                  <a:cubicBezTo>
                    <a:pt x="799324" y="34612"/>
                    <a:pt x="764713" y="0"/>
                    <a:pt x="722169" y="0"/>
                  </a:cubicBezTo>
                  <a:lnTo>
                    <a:pt x="166654" y="0"/>
                  </a:lnTo>
                  <a:cubicBezTo>
                    <a:pt x="124111" y="0"/>
                    <a:pt x="89500" y="34612"/>
                    <a:pt x="89500" y="77155"/>
                  </a:cubicBezTo>
                  <a:lnTo>
                    <a:pt x="89500" y="385774"/>
                  </a:lnTo>
                  <a:lnTo>
                    <a:pt x="24690" y="299361"/>
                  </a:lnTo>
                  <a:lnTo>
                    <a:pt x="0" y="317878"/>
                  </a:lnTo>
                  <a:lnTo>
                    <a:pt x="104931" y="457791"/>
                  </a:lnTo>
                  <a:lnTo>
                    <a:pt x="209861" y="317878"/>
                  </a:lnTo>
                  <a:lnTo>
                    <a:pt x="185172" y="299361"/>
                  </a:lnTo>
                  <a:lnTo>
                    <a:pt x="120362" y="385774"/>
                  </a:lnTo>
                  <a:lnTo>
                    <a:pt x="120362" y="77155"/>
                  </a:lnTo>
                  <a:cubicBezTo>
                    <a:pt x="120362" y="51632"/>
                    <a:pt x="141132" y="30862"/>
                    <a:pt x="166654" y="30862"/>
                  </a:cubicBezTo>
                  <a:lnTo>
                    <a:pt x="722169" y="30862"/>
                  </a:lnTo>
                  <a:cubicBezTo>
                    <a:pt x="747692" y="30862"/>
                    <a:pt x="768462" y="51632"/>
                    <a:pt x="768462" y="77155"/>
                  </a:cubicBezTo>
                  <a:lnTo>
                    <a:pt x="768462" y="117059"/>
                  </a:lnTo>
                  <a:lnTo>
                    <a:pt x="491600" y="393922"/>
                  </a:lnTo>
                  <a:lnTo>
                    <a:pt x="472527" y="527400"/>
                  </a:lnTo>
                  <a:lnTo>
                    <a:pt x="606005" y="508327"/>
                  </a:lnTo>
                  <a:lnTo>
                    <a:pt x="768462" y="345870"/>
                  </a:lnTo>
                  <a:lnTo>
                    <a:pt x="768462" y="416636"/>
                  </a:lnTo>
                  <a:lnTo>
                    <a:pt x="799324" y="416636"/>
                  </a:lnTo>
                  <a:lnTo>
                    <a:pt x="799324" y="315008"/>
                  </a:lnTo>
                  <a:lnTo>
                    <a:pt x="929947" y="184385"/>
                  </a:lnTo>
                  <a:cubicBezTo>
                    <a:pt x="945224" y="169108"/>
                    <a:pt x="953634" y="148801"/>
                    <a:pt x="953634" y="127182"/>
                  </a:cubicBezTo>
                  <a:cubicBezTo>
                    <a:pt x="953634" y="82587"/>
                    <a:pt x="917340" y="46293"/>
                    <a:pt x="872745" y="46293"/>
                  </a:cubicBezTo>
                  <a:close/>
                  <a:moveTo>
                    <a:pt x="783893" y="145267"/>
                  </a:moveTo>
                  <a:lnTo>
                    <a:pt x="808367" y="169741"/>
                  </a:lnTo>
                  <a:lnTo>
                    <a:pt x="552429" y="425679"/>
                  </a:lnTo>
                  <a:lnTo>
                    <a:pt x="527955" y="401205"/>
                  </a:lnTo>
                  <a:close/>
                  <a:moveTo>
                    <a:pt x="508898" y="491029"/>
                  </a:moveTo>
                  <a:lnTo>
                    <a:pt x="517045" y="433934"/>
                  </a:lnTo>
                  <a:lnTo>
                    <a:pt x="565993" y="482881"/>
                  </a:lnTo>
                  <a:close/>
                  <a:moveTo>
                    <a:pt x="598722" y="471972"/>
                  </a:moveTo>
                  <a:lnTo>
                    <a:pt x="574248" y="447498"/>
                  </a:lnTo>
                  <a:lnTo>
                    <a:pt x="830186" y="191560"/>
                  </a:lnTo>
                  <a:lnTo>
                    <a:pt x="854660" y="216034"/>
                  </a:lnTo>
                  <a:close/>
                  <a:moveTo>
                    <a:pt x="908128" y="162565"/>
                  </a:moveTo>
                  <a:lnTo>
                    <a:pt x="876479" y="194214"/>
                  </a:lnTo>
                  <a:lnTo>
                    <a:pt x="805713" y="123448"/>
                  </a:lnTo>
                  <a:lnTo>
                    <a:pt x="837362" y="91799"/>
                  </a:lnTo>
                  <a:cubicBezTo>
                    <a:pt x="846805" y="82355"/>
                    <a:pt x="859382" y="77155"/>
                    <a:pt x="872745" y="77155"/>
                  </a:cubicBezTo>
                  <a:cubicBezTo>
                    <a:pt x="900335" y="77155"/>
                    <a:pt x="922772" y="99591"/>
                    <a:pt x="922772" y="127182"/>
                  </a:cubicBezTo>
                  <a:cubicBezTo>
                    <a:pt x="922772" y="140545"/>
                    <a:pt x="917572" y="153122"/>
                    <a:pt x="908128" y="162565"/>
                  </a:cubicBezTo>
                  <a:close/>
                </a:path>
              </a:pathLst>
            </a:custGeom>
            <a:grpFill/>
            <a:ln w="15329" cap="flat">
              <a:noFill/>
              <a:prstDash val="solid"/>
              <a:miter/>
            </a:ln>
          </p:spPr>
          <p:txBody>
            <a:bodyPr rtlCol="0" anchor="ctr"/>
            <a:lstStyle/>
            <a:p>
              <a:endParaRPr lang="zh-CN" altLang="en-US"/>
            </a:p>
          </p:txBody>
        </p:sp>
        <p:sp>
          <p:nvSpPr>
            <p:cNvPr id="105" name="任意多边形: 形状 56">
              <a:extLst>
                <a:ext uri="{FF2B5EF4-FFF2-40B4-BE49-F238E27FC236}">
                  <a16:creationId xmlns:a16="http://schemas.microsoft.com/office/drawing/2014/main" id="{11CD478D-B2B5-094B-B057-18DA15FB9CC4}"/>
                </a:ext>
              </a:extLst>
            </p:cNvPr>
            <p:cNvSpPr/>
            <p:nvPr/>
          </p:nvSpPr>
          <p:spPr>
            <a:xfrm>
              <a:off x="5105508" y="5711372"/>
              <a:ext cx="308619" cy="216033"/>
            </a:xfrm>
            <a:custGeom>
              <a:avLst/>
              <a:gdLst>
                <a:gd name="connsiteX0" fmla="*/ 0 w 308619"/>
                <a:gd name="connsiteY0" fmla="*/ 169741 h 216033"/>
                <a:gd name="connsiteX1" fmla="*/ 46293 w 308619"/>
                <a:gd name="connsiteY1" fmla="*/ 216034 h 216033"/>
                <a:gd name="connsiteX2" fmla="*/ 262326 w 308619"/>
                <a:gd name="connsiteY2" fmla="*/ 216034 h 216033"/>
                <a:gd name="connsiteX3" fmla="*/ 308619 w 308619"/>
                <a:gd name="connsiteY3" fmla="*/ 169741 h 216033"/>
                <a:gd name="connsiteX4" fmla="*/ 308619 w 308619"/>
                <a:gd name="connsiteY4" fmla="*/ 46293 h 216033"/>
                <a:gd name="connsiteX5" fmla="*/ 262326 w 308619"/>
                <a:gd name="connsiteY5" fmla="*/ 0 h 216033"/>
                <a:gd name="connsiteX6" fmla="*/ 46293 w 308619"/>
                <a:gd name="connsiteY6" fmla="*/ 0 h 216033"/>
                <a:gd name="connsiteX7" fmla="*/ 0 w 308619"/>
                <a:gd name="connsiteY7" fmla="*/ 46293 h 216033"/>
                <a:gd name="connsiteX8" fmla="*/ 30862 w 308619"/>
                <a:gd name="connsiteY8" fmla="*/ 46293 h 216033"/>
                <a:gd name="connsiteX9" fmla="*/ 46293 w 308619"/>
                <a:gd name="connsiteY9" fmla="*/ 30862 h 216033"/>
                <a:gd name="connsiteX10" fmla="*/ 262326 w 308619"/>
                <a:gd name="connsiteY10" fmla="*/ 30862 h 216033"/>
                <a:gd name="connsiteX11" fmla="*/ 277757 w 308619"/>
                <a:gd name="connsiteY11" fmla="*/ 46293 h 216033"/>
                <a:gd name="connsiteX12" fmla="*/ 277757 w 308619"/>
                <a:gd name="connsiteY12" fmla="*/ 169741 h 216033"/>
                <a:gd name="connsiteX13" fmla="*/ 262326 w 308619"/>
                <a:gd name="connsiteY13" fmla="*/ 185172 h 216033"/>
                <a:gd name="connsiteX14" fmla="*/ 46293 w 308619"/>
                <a:gd name="connsiteY14" fmla="*/ 185172 h 216033"/>
                <a:gd name="connsiteX15" fmla="*/ 30862 w 308619"/>
                <a:gd name="connsiteY15" fmla="*/ 169741 h 21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8619" h="216033">
                  <a:moveTo>
                    <a:pt x="0" y="169741"/>
                  </a:moveTo>
                  <a:cubicBezTo>
                    <a:pt x="0" y="195263"/>
                    <a:pt x="20770" y="216034"/>
                    <a:pt x="46293" y="216034"/>
                  </a:cubicBezTo>
                  <a:lnTo>
                    <a:pt x="262326" y="216034"/>
                  </a:lnTo>
                  <a:cubicBezTo>
                    <a:pt x="287849" y="216034"/>
                    <a:pt x="308619" y="195263"/>
                    <a:pt x="308619" y="169741"/>
                  </a:cubicBezTo>
                  <a:lnTo>
                    <a:pt x="308619" y="46293"/>
                  </a:lnTo>
                  <a:cubicBezTo>
                    <a:pt x="308619" y="20770"/>
                    <a:pt x="287849" y="0"/>
                    <a:pt x="262326" y="0"/>
                  </a:cubicBezTo>
                  <a:lnTo>
                    <a:pt x="46293" y="0"/>
                  </a:lnTo>
                  <a:cubicBezTo>
                    <a:pt x="20770" y="0"/>
                    <a:pt x="0" y="20770"/>
                    <a:pt x="0" y="46293"/>
                  </a:cubicBezTo>
                  <a:close/>
                  <a:moveTo>
                    <a:pt x="30862" y="46293"/>
                  </a:moveTo>
                  <a:cubicBezTo>
                    <a:pt x="30862" y="37775"/>
                    <a:pt x="37775" y="30862"/>
                    <a:pt x="46293" y="30862"/>
                  </a:cubicBezTo>
                  <a:lnTo>
                    <a:pt x="262326" y="30862"/>
                  </a:lnTo>
                  <a:cubicBezTo>
                    <a:pt x="270844" y="30862"/>
                    <a:pt x="277757" y="37775"/>
                    <a:pt x="277757" y="46293"/>
                  </a:cubicBezTo>
                  <a:lnTo>
                    <a:pt x="277757" y="169741"/>
                  </a:lnTo>
                  <a:cubicBezTo>
                    <a:pt x="277757" y="178259"/>
                    <a:pt x="270844" y="185172"/>
                    <a:pt x="262326" y="185172"/>
                  </a:cubicBezTo>
                  <a:lnTo>
                    <a:pt x="46293" y="185172"/>
                  </a:lnTo>
                  <a:cubicBezTo>
                    <a:pt x="37775" y="185172"/>
                    <a:pt x="30862" y="178259"/>
                    <a:pt x="30862" y="169741"/>
                  </a:cubicBezTo>
                  <a:close/>
                </a:path>
              </a:pathLst>
            </a:custGeom>
            <a:grpFill/>
            <a:ln w="15329" cap="flat">
              <a:noFill/>
              <a:prstDash val="solid"/>
              <a:miter/>
            </a:ln>
          </p:spPr>
          <p:txBody>
            <a:bodyPr rtlCol="0" anchor="ctr"/>
            <a:lstStyle/>
            <a:p>
              <a:endParaRPr lang="zh-CN" altLang="en-US"/>
            </a:p>
          </p:txBody>
        </p:sp>
        <p:sp>
          <p:nvSpPr>
            <p:cNvPr id="106" name="任意多边形: 形状 57">
              <a:extLst>
                <a:ext uri="{FF2B5EF4-FFF2-40B4-BE49-F238E27FC236}">
                  <a16:creationId xmlns:a16="http://schemas.microsoft.com/office/drawing/2014/main" id="{6FFA188A-3AAB-4B48-8509-6C17D6024290}"/>
                </a:ext>
              </a:extLst>
            </p:cNvPr>
            <p:cNvSpPr/>
            <p:nvPr/>
          </p:nvSpPr>
          <p:spPr>
            <a:xfrm>
              <a:off x="5105508" y="5464477"/>
              <a:ext cx="308619" cy="216033"/>
            </a:xfrm>
            <a:custGeom>
              <a:avLst/>
              <a:gdLst>
                <a:gd name="connsiteX0" fmla="*/ 0 w 308619"/>
                <a:gd name="connsiteY0" fmla="*/ 46293 h 216033"/>
                <a:gd name="connsiteX1" fmla="*/ 0 w 308619"/>
                <a:gd name="connsiteY1" fmla="*/ 169741 h 216033"/>
                <a:gd name="connsiteX2" fmla="*/ 46293 w 308619"/>
                <a:gd name="connsiteY2" fmla="*/ 216034 h 216033"/>
                <a:gd name="connsiteX3" fmla="*/ 262326 w 308619"/>
                <a:gd name="connsiteY3" fmla="*/ 216034 h 216033"/>
                <a:gd name="connsiteX4" fmla="*/ 308619 w 308619"/>
                <a:gd name="connsiteY4" fmla="*/ 169741 h 216033"/>
                <a:gd name="connsiteX5" fmla="*/ 308619 w 308619"/>
                <a:gd name="connsiteY5" fmla="*/ 46293 h 216033"/>
                <a:gd name="connsiteX6" fmla="*/ 262326 w 308619"/>
                <a:gd name="connsiteY6" fmla="*/ 0 h 216033"/>
                <a:gd name="connsiteX7" fmla="*/ 46293 w 308619"/>
                <a:gd name="connsiteY7" fmla="*/ 0 h 216033"/>
                <a:gd name="connsiteX8" fmla="*/ 0 w 308619"/>
                <a:gd name="connsiteY8" fmla="*/ 46293 h 216033"/>
                <a:gd name="connsiteX9" fmla="*/ 277757 w 308619"/>
                <a:gd name="connsiteY9" fmla="*/ 46293 h 216033"/>
                <a:gd name="connsiteX10" fmla="*/ 277757 w 308619"/>
                <a:gd name="connsiteY10" fmla="*/ 169741 h 216033"/>
                <a:gd name="connsiteX11" fmla="*/ 262326 w 308619"/>
                <a:gd name="connsiteY11" fmla="*/ 185172 h 216033"/>
                <a:gd name="connsiteX12" fmla="*/ 46293 w 308619"/>
                <a:gd name="connsiteY12" fmla="*/ 185172 h 216033"/>
                <a:gd name="connsiteX13" fmla="*/ 30862 w 308619"/>
                <a:gd name="connsiteY13" fmla="*/ 169741 h 216033"/>
                <a:gd name="connsiteX14" fmla="*/ 30862 w 308619"/>
                <a:gd name="connsiteY14" fmla="*/ 46293 h 216033"/>
                <a:gd name="connsiteX15" fmla="*/ 46293 w 308619"/>
                <a:gd name="connsiteY15" fmla="*/ 30862 h 216033"/>
                <a:gd name="connsiteX16" fmla="*/ 262326 w 308619"/>
                <a:gd name="connsiteY16" fmla="*/ 30862 h 216033"/>
                <a:gd name="connsiteX17" fmla="*/ 277757 w 308619"/>
                <a:gd name="connsiteY17" fmla="*/ 46293 h 21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8619" h="216033">
                  <a:moveTo>
                    <a:pt x="0" y="46293"/>
                  </a:moveTo>
                  <a:lnTo>
                    <a:pt x="0" y="169741"/>
                  </a:lnTo>
                  <a:cubicBezTo>
                    <a:pt x="0" y="195263"/>
                    <a:pt x="20770" y="216034"/>
                    <a:pt x="46293" y="216034"/>
                  </a:cubicBezTo>
                  <a:lnTo>
                    <a:pt x="262326" y="216034"/>
                  </a:lnTo>
                  <a:cubicBezTo>
                    <a:pt x="287849" y="216034"/>
                    <a:pt x="308619" y="195263"/>
                    <a:pt x="308619" y="169741"/>
                  </a:cubicBezTo>
                  <a:lnTo>
                    <a:pt x="308619" y="46293"/>
                  </a:lnTo>
                  <a:cubicBezTo>
                    <a:pt x="308619" y="20770"/>
                    <a:pt x="287849" y="0"/>
                    <a:pt x="262326" y="0"/>
                  </a:cubicBezTo>
                  <a:lnTo>
                    <a:pt x="46293" y="0"/>
                  </a:lnTo>
                  <a:cubicBezTo>
                    <a:pt x="20770" y="0"/>
                    <a:pt x="0" y="20770"/>
                    <a:pt x="0" y="46293"/>
                  </a:cubicBezTo>
                  <a:close/>
                  <a:moveTo>
                    <a:pt x="277757" y="46293"/>
                  </a:moveTo>
                  <a:lnTo>
                    <a:pt x="277757" y="169741"/>
                  </a:lnTo>
                  <a:cubicBezTo>
                    <a:pt x="277757" y="178259"/>
                    <a:pt x="270844" y="185172"/>
                    <a:pt x="262326" y="185172"/>
                  </a:cubicBezTo>
                  <a:lnTo>
                    <a:pt x="46293" y="185172"/>
                  </a:lnTo>
                  <a:cubicBezTo>
                    <a:pt x="37775" y="185172"/>
                    <a:pt x="30862" y="178259"/>
                    <a:pt x="30862" y="169741"/>
                  </a:cubicBezTo>
                  <a:lnTo>
                    <a:pt x="30862" y="46293"/>
                  </a:lnTo>
                  <a:cubicBezTo>
                    <a:pt x="30862" y="37775"/>
                    <a:pt x="37775" y="30862"/>
                    <a:pt x="46293" y="30862"/>
                  </a:cubicBezTo>
                  <a:lnTo>
                    <a:pt x="262326" y="30862"/>
                  </a:lnTo>
                  <a:cubicBezTo>
                    <a:pt x="270844" y="30862"/>
                    <a:pt x="277757" y="37775"/>
                    <a:pt x="277757" y="46293"/>
                  </a:cubicBezTo>
                  <a:close/>
                </a:path>
              </a:pathLst>
            </a:custGeom>
            <a:grpFill/>
            <a:ln w="15329" cap="flat">
              <a:noFill/>
              <a:prstDash val="solid"/>
              <a:miter/>
            </a:ln>
          </p:spPr>
          <p:txBody>
            <a:bodyPr rtlCol="0" anchor="ctr"/>
            <a:lstStyle/>
            <a:p>
              <a:endParaRPr lang="zh-CN" altLang="en-US"/>
            </a:p>
          </p:txBody>
        </p:sp>
        <p:sp>
          <p:nvSpPr>
            <p:cNvPr id="107" name="任意多边形: 形状 58">
              <a:extLst>
                <a:ext uri="{FF2B5EF4-FFF2-40B4-BE49-F238E27FC236}">
                  <a16:creationId xmlns:a16="http://schemas.microsoft.com/office/drawing/2014/main" id="{1246F716-1235-AB48-93D3-659B903777E9}"/>
                </a:ext>
              </a:extLst>
            </p:cNvPr>
            <p:cNvSpPr/>
            <p:nvPr/>
          </p:nvSpPr>
          <p:spPr>
            <a:xfrm>
              <a:off x="5444989" y="5896544"/>
              <a:ext cx="246895" cy="30861"/>
            </a:xfrm>
            <a:custGeom>
              <a:avLst/>
              <a:gdLst>
                <a:gd name="connsiteX0" fmla="*/ 0 w 246895"/>
                <a:gd name="connsiteY0" fmla="*/ 0 h 30861"/>
                <a:gd name="connsiteX1" fmla="*/ 246896 w 246895"/>
                <a:gd name="connsiteY1" fmla="*/ 0 h 30861"/>
                <a:gd name="connsiteX2" fmla="*/ 246896 w 246895"/>
                <a:gd name="connsiteY2" fmla="*/ 30862 h 30861"/>
                <a:gd name="connsiteX3" fmla="*/ 0 w 246895"/>
                <a:gd name="connsiteY3" fmla="*/ 30862 h 30861"/>
              </a:gdLst>
              <a:ahLst/>
              <a:cxnLst>
                <a:cxn ang="0">
                  <a:pos x="connsiteX0" y="connsiteY0"/>
                </a:cxn>
                <a:cxn ang="0">
                  <a:pos x="connsiteX1" y="connsiteY1"/>
                </a:cxn>
                <a:cxn ang="0">
                  <a:pos x="connsiteX2" y="connsiteY2"/>
                </a:cxn>
                <a:cxn ang="0">
                  <a:pos x="connsiteX3" y="connsiteY3"/>
                </a:cxn>
              </a:cxnLst>
              <a:rect l="l" t="t" r="r" b="b"/>
              <a:pathLst>
                <a:path w="246895" h="30861">
                  <a:moveTo>
                    <a:pt x="0" y="0"/>
                  </a:moveTo>
                  <a:lnTo>
                    <a:pt x="246896" y="0"/>
                  </a:lnTo>
                  <a:lnTo>
                    <a:pt x="246896" y="30862"/>
                  </a:lnTo>
                  <a:lnTo>
                    <a:pt x="0" y="30862"/>
                  </a:lnTo>
                  <a:close/>
                </a:path>
              </a:pathLst>
            </a:custGeom>
            <a:grpFill/>
            <a:ln w="15329" cap="flat">
              <a:noFill/>
              <a:prstDash val="solid"/>
              <a:miter/>
            </a:ln>
          </p:spPr>
          <p:txBody>
            <a:bodyPr rtlCol="0" anchor="ctr"/>
            <a:lstStyle/>
            <a:p>
              <a:endParaRPr lang="zh-CN" altLang="en-US"/>
            </a:p>
          </p:txBody>
        </p:sp>
        <p:sp>
          <p:nvSpPr>
            <p:cNvPr id="108" name="任意多边形: 形状 59">
              <a:extLst>
                <a:ext uri="{FF2B5EF4-FFF2-40B4-BE49-F238E27FC236}">
                  <a16:creationId xmlns:a16="http://schemas.microsoft.com/office/drawing/2014/main" id="{6EF03325-06DB-3846-9C2A-099182F53658}"/>
                </a:ext>
              </a:extLst>
            </p:cNvPr>
            <p:cNvSpPr/>
            <p:nvPr/>
          </p:nvSpPr>
          <p:spPr>
            <a:xfrm>
              <a:off x="5661023" y="5834820"/>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09" name="任意多边形: 形状 60">
              <a:extLst>
                <a:ext uri="{FF2B5EF4-FFF2-40B4-BE49-F238E27FC236}">
                  <a16:creationId xmlns:a16="http://schemas.microsoft.com/office/drawing/2014/main" id="{774551A4-DDF0-464E-A8E7-B7685B628844}"/>
                </a:ext>
              </a:extLst>
            </p:cNvPr>
            <p:cNvSpPr/>
            <p:nvPr/>
          </p:nvSpPr>
          <p:spPr>
            <a:xfrm>
              <a:off x="5444989" y="5834820"/>
              <a:ext cx="185171" cy="30861"/>
            </a:xfrm>
            <a:custGeom>
              <a:avLst/>
              <a:gdLst>
                <a:gd name="connsiteX0" fmla="*/ 0 w 185171"/>
                <a:gd name="connsiteY0" fmla="*/ 0 h 30861"/>
                <a:gd name="connsiteX1" fmla="*/ 185172 w 185171"/>
                <a:gd name="connsiteY1" fmla="*/ 0 h 30861"/>
                <a:gd name="connsiteX2" fmla="*/ 185172 w 185171"/>
                <a:gd name="connsiteY2" fmla="*/ 30862 h 30861"/>
                <a:gd name="connsiteX3" fmla="*/ 0 w 18517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185171" h="30861">
                  <a:moveTo>
                    <a:pt x="0" y="0"/>
                  </a:moveTo>
                  <a:lnTo>
                    <a:pt x="185172" y="0"/>
                  </a:lnTo>
                  <a:lnTo>
                    <a:pt x="185172" y="30862"/>
                  </a:lnTo>
                  <a:lnTo>
                    <a:pt x="0" y="30862"/>
                  </a:lnTo>
                  <a:close/>
                </a:path>
              </a:pathLst>
            </a:custGeom>
            <a:grpFill/>
            <a:ln w="15329" cap="flat">
              <a:noFill/>
              <a:prstDash val="solid"/>
              <a:miter/>
            </a:ln>
          </p:spPr>
          <p:txBody>
            <a:bodyPr rtlCol="0" anchor="ctr"/>
            <a:lstStyle/>
            <a:p>
              <a:endParaRPr lang="zh-CN" altLang="en-US"/>
            </a:p>
          </p:txBody>
        </p:sp>
        <p:sp>
          <p:nvSpPr>
            <p:cNvPr id="110" name="任意多边形: 形状 61">
              <a:extLst>
                <a:ext uri="{FF2B5EF4-FFF2-40B4-BE49-F238E27FC236}">
                  <a16:creationId xmlns:a16="http://schemas.microsoft.com/office/drawing/2014/main" id="{5981396F-1E43-A74C-990E-FDDC773AD9E0}"/>
                </a:ext>
              </a:extLst>
            </p:cNvPr>
            <p:cNvSpPr/>
            <p:nvPr/>
          </p:nvSpPr>
          <p:spPr>
            <a:xfrm>
              <a:off x="5444989" y="5773096"/>
              <a:ext cx="246895" cy="30861"/>
            </a:xfrm>
            <a:custGeom>
              <a:avLst/>
              <a:gdLst>
                <a:gd name="connsiteX0" fmla="*/ 0 w 246895"/>
                <a:gd name="connsiteY0" fmla="*/ 0 h 30861"/>
                <a:gd name="connsiteX1" fmla="*/ 246896 w 246895"/>
                <a:gd name="connsiteY1" fmla="*/ 0 h 30861"/>
                <a:gd name="connsiteX2" fmla="*/ 246896 w 246895"/>
                <a:gd name="connsiteY2" fmla="*/ 30862 h 30861"/>
                <a:gd name="connsiteX3" fmla="*/ 0 w 246895"/>
                <a:gd name="connsiteY3" fmla="*/ 30862 h 30861"/>
              </a:gdLst>
              <a:ahLst/>
              <a:cxnLst>
                <a:cxn ang="0">
                  <a:pos x="connsiteX0" y="connsiteY0"/>
                </a:cxn>
                <a:cxn ang="0">
                  <a:pos x="connsiteX1" y="connsiteY1"/>
                </a:cxn>
                <a:cxn ang="0">
                  <a:pos x="connsiteX2" y="connsiteY2"/>
                </a:cxn>
                <a:cxn ang="0">
                  <a:pos x="connsiteX3" y="connsiteY3"/>
                </a:cxn>
              </a:cxnLst>
              <a:rect l="l" t="t" r="r" b="b"/>
              <a:pathLst>
                <a:path w="246895" h="30861">
                  <a:moveTo>
                    <a:pt x="0" y="0"/>
                  </a:moveTo>
                  <a:lnTo>
                    <a:pt x="246896" y="0"/>
                  </a:lnTo>
                  <a:lnTo>
                    <a:pt x="246896" y="30862"/>
                  </a:lnTo>
                  <a:lnTo>
                    <a:pt x="0" y="30862"/>
                  </a:lnTo>
                  <a:close/>
                </a:path>
              </a:pathLst>
            </a:custGeom>
            <a:grpFill/>
            <a:ln w="15329" cap="flat">
              <a:noFill/>
              <a:prstDash val="solid"/>
              <a:miter/>
            </a:ln>
          </p:spPr>
          <p:txBody>
            <a:bodyPr rtlCol="0" anchor="ctr"/>
            <a:lstStyle/>
            <a:p>
              <a:endParaRPr lang="zh-CN" altLang="en-US"/>
            </a:p>
          </p:txBody>
        </p:sp>
        <p:sp>
          <p:nvSpPr>
            <p:cNvPr id="111" name="任意多边形: 形状 63">
              <a:extLst>
                <a:ext uri="{FF2B5EF4-FFF2-40B4-BE49-F238E27FC236}">
                  <a16:creationId xmlns:a16="http://schemas.microsoft.com/office/drawing/2014/main" id="{B94A511B-8EFE-894D-82EF-33C0175A8D39}"/>
                </a:ext>
              </a:extLst>
            </p:cNvPr>
            <p:cNvSpPr/>
            <p:nvPr/>
          </p:nvSpPr>
          <p:spPr>
            <a:xfrm>
              <a:off x="5444989" y="5711372"/>
              <a:ext cx="246895" cy="30861"/>
            </a:xfrm>
            <a:custGeom>
              <a:avLst/>
              <a:gdLst>
                <a:gd name="connsiteX0" fmla="*/ 0 w 246895"/>
                <a:gd name="connsiteY0" fmla="*/ 0 h 30861"/>
                <a:gd name="connsiteX1" fmla="*/ 246896 w 246895"/>
                <a:gd name="connsiteY1" fmla="*/ 0 h 30861"/>
                <a:gd name="connsiteX2" fmla="*/ 246896 w 246895"/>
                <a:gd name="connsiteY2" fmla="*/ 30862 h 30861"/>
                <a:gd name="connsiteX3" fmla="*/ 0 w 246895"/>
                <a:gd name="connsiteY3" fmla="*/ 30862 h 30861"/>
              </a:gdLst>
              <a:ahLst/>
              <a:cxnLst>
                <a:cxn ang="0">
                  <a:pos x="connsiteX0" y="connsiteY0"/>
                </a:cxn>
                <a:cxn ang="0">
                  <a:pos x="connsiteX1" y="connsiteY1"/>
                </a:cxn>
                <a:cxn ang="0">
                  <a:pos x="connsiteX2" y="connsiteY2"/>
                </a:cxn>
                <a:cxn ang="0">
                  <a:pos x="connsiteX3" y="connsiteY3"/>
                </a:cxn>
              </a:cxnLst>
              <a:rect l="l" t="t" r="r" b="b"/>
              <a:pathLst>
                <a:path w="246895" h="30861">
                  <a:moveTo>
                    <a:pt x="0" y="0"/>
                  </a:moveTo>
                  <a:lnTo>
                    <a:pt x="246896" y="0"/>
                  </a:lnTo>
                  <a:lnTo>
                    <a:pt x="246896" y="30862"/>
                  </a:lnTo>
                  <a:lnTo>
                    <a:pt x="0" y="30862"/>
                  </a:lnTo>
                  <a:close/>
                </a:path>
              </a:pathLst>
            </a:custGeom>
            <a:grpFill/>
            <a:ln w="15329" cap="flat">
              <a:noFill/>
              <a:prstDash val="solid"/>
              <a:miter/>
            </a:ln>
          </p:spPr>
          <p:txBody>
            <a:bodyPr rtlCol="0" anchor="ctr"/>
            <a:lstStyle/>
            <a:p>
              <a:endParaRPr lang="zh-CN" altLang="en-US"/>
            </a:p>
          </p:txBody>
        </p:sp>
        <p:sp>
          <p:nvSpPr>
            <p:cNvPr id="112" name="任意多边形: 形状 64">
              <a:extLst>
                <a:ext uri="{FF2B5EF4-FFF2-40B4-BE49-F238E27FC236}">
                  <a16:creationId xmlns:a16="http://schemas.microsoft.com/office/drawing/2014/main" id="{6CBB31CF-2BA5-8E4D-B917-2092CB846A75}"/>
                </a:ext>
              </a:extLst>
            </p:cNvPr>
            <p:cNvSpPr/>
            <p:nvPr/>
          </p:nvSpPr>
          <p:spPr>
            <a:xfrm>
              <a:off x="5444989" y="5649648"/>
              <a:ext cx="154309" cy="30861"/>
            </a:xfrm>
            <a:custGeom>
              <a:avLst/>
              <a:gdLst>
                <a:gd name="connsiteX0" fmla="*/ 0 w 154309"/>
                <a:gd name="connsiteY0" fmla="*/ 0 h 30861"/>
                <a:gd name="connsiteX1" fmla="*/ 154310 w 154309"/>
                <a:gd name="connsiteY1" fmla="*/ 0 h 30861"/>
                <a:gd name="connsiteX2" fmla="*/ 154310 w 154309"/>
                <a:gd name="connsiteY2" fmla="*/ 30862 h 30861"/>
                <a:gd name="connsiteX3" fmla="*/ 0 w 154309"/>
                <a:gd name="connsiteY3" fmla="*/ 30862 h 30861"/>
              </a:gdLst>
              <a:ahLst/>
              <a:cxnLst>
                <a:cxn ang="0">
                  <a:pos x="connsiteX0" y="connsiteY0"/>
                </a:cxn>
                <a:cxn ang="0">
                  <a:pos x="connsiteX1" y="connsiteY1"/>
                </a:cxn>
                <a:cxn ang="0">
                  <a:pos x="connsiteX2" y="connsiteY2"/>
                </a:cxn>
                <a:cxn ang="0">
                  <a:pos x="connsiteX3" y="connsiteY3"/>
                </a:cxn>
              </a:cxnLst>
              <a:rect l="l" t="t" r="r" b="b"/>
              <a:pathLst>
                <a:path w="154309" h="30861">
                  <a:moveTo>
                    <a:pt x="0" y="0"/>
                  </a:moveTo>
                  <a:lnTo>
                    <a:pt x="154310" y="0"/>
                  </a:lnTo>
                  <a:lnTo>
                    <a:pt x="154310" y="30862"/>
                  </a:lnTo>
                  <a:lnTo>
                    <a:pt x="0" y="30862"/>
                  </a:lnTo>
                  <a:close/>
                </a:path>
              </a:pathLst>
            </a:custGeom>
            <a:grpFill/>
            <a:ln w="15329" cap="flat">
              <a:noFill/>
              <a:prstDash val="solid"/>
              <a:miter/>
            </a:ln>
          </p:spPr>
          <p:txBody>
            <a:bodyPr rtlCol="0" anchor="ctr"/>
            <a:lstStyle/>
            <a:p>
              <a:endParaRPr lang="zh-CN" altLang="en-US"/>
            </a:p>
          </p:txBody>
        </p:sp>
        <p:sp>
          <p:nvSpPr>
            <p:cNvPr id="113" name="任意多边形: 形状 65">
              <a:extLst>
                <a:ext uri="{FF2B5EF4-FFF2-40B4-BE49-F238E27FC236}">
                  <a16:creationId xmlns:a16="http://schemas.microsoft.com/office/drawing/2014/main" id="{5C51B8F9-DE3A-0D4E-8590-D01483F8127A}"/>
                </a:ext>
              </a:extLst>
            </p:cNvPr>
            <p:cNvSpPr/>
            <p:nvPr/>
          </p:nvSpPr>
          <p:spPr>
            <a:xfrm>
              <a:off x="5444989" y="5587924"/>
              <a:ext cx="154309" cy="30861"/>
            </a:xfrm>
            <a:custGeom>
              <a:avLst/>
              <a:gdLst>
                <a:gd name="connsiteX0" fmla="*/ 0 w 154309"/>
                <a:gd name="connsiteY0" fmla="*/ 0 h 30861"/>
                <a:gd name="connsiteX1" fmla="*/ 154310 w 154309"/>
                <a:gd name="connsiteY1" fmla="*/ 0 h 30861"/>
                <a:gd name="connsiteX2" fmla="*/ 154310 w 154309"/>
                <a:gd name="connsiteY2" fmla="*/ 30862 h 30861"/>
                <a:gd name="connsiteX3" fmla="*/ 0 w 154309"/>
                <a:gd name="connsiteY3" fmla="*/ 30862 h 30861"/>
              </a:gdLst>
              <a:ahLst/>
              <a:cxnLst>
                <a:cxn ang="0">
                  <a:pos x="connsiteX0" y="connsiteY0"/>
                </a:cxn>
                <a:cxn ang="0">
                  <a:pos x="connsiteX1" y="connsiteY1"/>
                </a:cxn>
                <a:cxn ang="0">
                  <a:pos x="connsiteX2" y="connsiteY2"/>
                </a:cxn>
                <a:cxn ang="0">
                  <a:pos x="connsiteX3" y="connsiteY3"/>
                </a:cxn>
              </a:cxnLst>
              <a:rect l="l" t="t" r="r" b="b"/>
              <a:pathLst>
                <a:path w="154309" h="30861">
                  <a:moveTo>
                    <a:pt x="0" y="0"/>
                  </a:moveTo>
                  <a:lnTo>
                    <a:pt x="154310" y="0"/>
                  </a:lnTo>
                  <a:lnTo>
                    <a:pt x="154310" y="30862"/>
                  </a:lnTo>
                  <a:lnTo>
                    <a:pt x="0" y="30862"/>
                  </a:lnTo>
                  <a:close/>
                </a:path>
              </a:pathLst>
            </a:custGeom>
            <a:grpFill/>
            <a:ln w="15329" cap="flat">
              <a:noFill/>
              <a:prstDash val="solid"/>
              <a:miter/>
            </a:ln>
          </p:spPr>
          <p:txBody>
            <a:bodyPr rtlCol="0" anchor="ctr"/>
            <a:lstStyle/>
            <a:p>
              <a:endParaRPr lang="zh-CN" altLang="en-US"/>
            </a:p>
          </p:txBody>
        </p:sp>
        <p:sp>
          <p:nvSpPr>
            <p:cNvPr id="114" name="任意多边形: 形状 66">
              <a:extLst>
                <a:ext uri="{FF2B5EF4-FFF2-40B4-BE49-F238E27FC236}">
                  <a16:creationId xmlns:a16="http://schemas.microsoft.com/office/drawing/2014/main" id="{25C2B6E7-DA83-5945-8A2C-73631DEE4F55}"/>
                </a:ext>
              </a:extLst>
            </p:cNvPr>
            <p:cNvSpPr/>
            <p:nvPr/>
          </p:nvSpPr>
          <p:spPr>
            <a:xfrm>
              <a:off x="5105508" y="5094133"/>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15" name="任意多边形: 形状 67">
              <a:extLst>
                <a:ext uri="{FF2B5EF4-FFF2-40B4-BE49-F238E27FC236}">
                  <a16:creationId xmlns:a16="http://schemas.microsoft.com/office/drawing/2014/main" id="{9A28F002-46F9-A345-912B-29D6D1124F44}"/>
                </a:ext>
              </a:extLst>
            </p:cNvPr>
            <p:cNvSpPr/>
            <p:nvPr/>
          </p:nvSpPr>
          <p:spPr>
            <a:xfrm>
              <a:off x="5167232" y="5094133"/>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16" name="任意多边形: 形状 68">
              <a:extLst>
                <a:ext uri="{FF2B5EF4-FFF2-40B4-BE49-F238E27FC236}">
                  <a16:creationId xmlns:a16="http://schemas.microsoft.com/office/drawing/2014/main" id="{A7259C9B-4EC5-AF42-931E-B5ABCDEDA681}"/>
                </a:ext>
              </a:extLst>
            </p:cNvPr>
            <p:cNvSpPr/>
            <p:nvPr/>
          </p:nvSpPr>
          <p:spPr>
            <a:xfrm>
              <a:off x="5228956" y="5094133"/>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17" name="任意多边形: 形状 69">
              <a:extLst>
                <a:ext uri="{FF2B5EF4-FFF2-40B4-BE49-F238E27FC236}">
                  <a16:creationId xmlns:a16="http://schemas.microsoft.com/office/drawing/2014/main" id="{D04C38A3-5F7E-CC48-B36A-B5D5470517CB}"/>
                </a:ext>
              </a:extLst>
            </p:cNvPr>
            <p:cNvSpPr/>
            <p:nvPr/>
          </p:nvSpPr>
          <p:spPr>
            <a:xfrm>
              <a:off x="5105508" y="5155857"/>
              <a:ext cx="401205" cy="30861"/>
            </a:xfrm>
            <a:custGeom>
              <a:avLst/>
              <a:gdLst>
                <a:gd name="connsiteX0" fmla="*/ 0 w 401205"/>
                <a:gd name="connsiteY0" fmla="*/ 0 h 30861"/>
                <a:gd name="connsiteX1" fmla="*/ 401205 w 401205"/>
                <a:gd name="connsiteY1" fmla="*/ 0 h 30861"/>
                <a:gd name="connsiteX2" fmla="*/ 401205 w 401205"/>
                <a:gd name="connsiteY2" fmla="*/ 30862 h 30861"/>
                <a:gd name="connsiteX3" fmla="*/ 0 w 401205"/>
                <a:gd name="connsiteY3" fmla="*/ 30862 h 30861"/>
              </a:gdLst>
              <a:ahLst/>
              <a:cxnLst>
                <a:cxn ang="0">
                  <a:pos x="connsiteX0" y="connsiteY0"/>
                </a:cxn>
                <a:cxn ang="0">
                  <a:pos x="connsiteX1" y="connsiteY1"/>
                </a:cxn>
                <a:cxn ang="0">
                  <a:pos x="connsiteX2" y="connsiteY2"/>
                </a:cxn>
                <a:cxn ang="0">
                  <a:pos x="connsiteX3" y="connsiteY3"/>
                </a:cxn>
              </a:cxnLst>
              <a:rect l="l" t="t" r="r" b="b"/>
              <a:pathLst>
                <a:path w="401205" h="30861">
                  <a:moveTo>
                    <a:pt x="0" y="0"/>
                  </a:moveTo>
                  <a:lnTo>
                    <a:pt x="401205" y="0"/>
                  </a:lnTo>
                  <a:lnTo>
                    <a:pt x="401205" y="30862"/>
                  </a:lnTo>
                  <a:lnTo>
                    <a:pt x="0" y="30862"/>
                  </a:lnTo>
                  <a:close/>
                </a:path>
              </a:pathLst>
            </a:custGeom>
            <a:grpFill/>
            <a:ln w="15329" cap="flat">
              <a:noFill/>
              <a:prstDash val="solid"/>
              <a:miter/>
            </a:ln>
          </p:spPr>
          <p:txBody>
            <a:bodyPr rtlCol="0" anchor="ctr"/>
            <a:lstStyle/>
            <a:p>
              <a:endParaRPr lang="zh-CN" altLang="en-US"/>
            </a:p>
          </p:txBody>
        </p:sp>
        <p:sp>
          <p:nvSpPr>
            <p:cNvPr id="118" name="任意多边形: 形状 70">
              <a:extLst>
                <a:ext uri="{FF2B5EF4-FFF2-40B4-BE49-F238E27FC236}">
                  <a16:creationId xmlns:a16="http://schemas.microsoft.com/office/drawing/2014/main" id="{DBE9A4E2-47D5-A94F-ACB4-AD74D6132F80}"/>
                </a:ext>
              </a:extLst>
            </p:cNvPr>
            <p:cNvSpPr/>
            <p:nvPr/>
          </p:nvSpPr>
          <p:spPr>
            <a:xfrm>
              <a:off x="5475851" y="5217581"/>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19" name="任意多边形: 形状 71">
              <a:extLst>
                <a:ext uri="{FF2B5EF4-FFF2-40B4-BE49-F238E27FC236}">
                  <a16:creationId xmlns:a16="http://schemas.microsoft.com/office/drawing/2014/main" id="{B1BA9DDC-10C7-8346-AAE5-4AD5C4F2AD49}"/>
                </a:ext>
              </a:extLst>
            </p:cNvPr>
            <p:cNvSpPr/>
            <p:nvPr/>
          </p:nvSpPr>
          <p:spPr>
            <a:xfrm>
              <a:off x="5105508" y="5217581"/>
              <a:ext cx="339481" cy="30861"/>
            </a:xfrm>
            <a:custGeom>
              <a:avLst/>
              <a:gdLst>
                <a:gd name="connsiteX0" fmla="*/ 0 w 339481"/>
                <a:gd name="connsiteY0" fmla="*/ 0 h 30861"/>
                <a:gd name="connsiteX1" fmla="*/ 339481 w 339481"/>
                <a:gd name="connsiteY1" fmla="*/ 0 h 30861"/>
                <a:gd name="connsiteX2" fmla="*/ 339481 w 339481"/>
                <a:gd name="connsiteY2" fmla="*/ 30862 h 30861"/>
                <a:gd name="connsiteX3" fmla="*/ 0 w 33948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39481" h="30861">
                  <a:moveTo>
                    <a:pt x="0" y="0"/>
                  </a:moveTo>
                  <a:lnTo>
                    <a:pt x="339481" y="0"/>
                  </a:lnTo>
                  <a:lnTo>
                    <a:pt x="339481" y="30862"/>
                  </a:lnTo>
                  <a:lnTo>
                    <a:pt x="0" y="30862"/>
                  </a:lnTo>
                  <a:close/>
                </a:path>
              </a:pathLst>
            </a:custGeom>
            <a:grpFill/>
            <a:ln w="15329" cap="flat">
              <a:noFill/>
              <a:prstDash val="solid"/>
              <a:miter/>
            </a:ln>
          </p:spPr>
          <p:txBody>
            <a:bodyPr rtlCol="0" anchor="ctr"/>
            <a:lstStyle/>
            <a:p>
              <a:endParaRPr lang="zh-CN" altLang="en-US"/>
            </a:p>
          </p:txBody>
        </p:sp>
        <p:sp>
          <p:nvSpPr>
            <p:cNvPr id="120" name="任意多边形: 形状 72">
              <a:extLst>
                <a:ext uri="{FF2B5EF4-FFF2-40B4-BE49-F238E27FC236}">
                  <a16:creationId xmlns:a16="http://schemas.microsoft.com/office/drawing/2014/main" id="{8BCE44DB-E0A5-F647-9E25-F85B5DAC3B5F}"/>
                </a:ext>
              </a:extLst>
            </p:cNvPr>
            <p:cNvSpPr/>
            <p:nvPr/>
          </p:nvSpPr>
          <p:spPr>
            <a:xfrm>
              <a:off x="5105508" y="5279305"/>
              <a:ext cx="401205" cy="30861"/>
            </a:xfrm>
            <a:custGeom>
              <a:avLst/>
              <a:gdLst>
                <a:gd name="connsiteX0" fmla="*/ 0 w 401205"/>
                <a:gd name="connsiteY0" fmla="*/ 0 h 30861"/>
                <a:gd name="connsiteX1" fmla="*/ 401205 w 401205"/>
                <a:gd name="connsiteY1" fmla="*/ 0 h 30861"/>
                <a:gd name="connsiteX2" fmla="*/ 401205 w 401205"/>
                <a:gd name="connsiteY2" fmla="*/ 30862 h 30861"/>
                <a:gd name="connsiteX3" fmla="*/ 0 w 401205"/>
                <a:gd name="connsiteY3" fmla="*/ 30862 h 30861"/>
              </a:gdLst>
              <a:ahLst/>
              <a:cxnLst>
                <a:cxn ang="0">
                  <a:pos x="connsiteX0" y="connsiteY0"/>
                </a:cxn>
                <a:cxn ang="0">
                  <a:pos x="connsiteX1" y="connsiteY1"/>
                </a:cxn>
                <a:cxn ang="0">
                  <a:pos x="connsiteX2" y="connsiteY2"/>
                </a:cxn>
                <a:cxn ang="0">
                  <a:pos x="connsiteX3" y="connsiteY3"/>
                </a:cxn>
              </a:cxnLst>
              <a:rect l="l" t="t" r="r" b="b"/>
              <a:pathLst>
                <a:path w="401205" h="30861">
                  <a:moveTo>
                    <a:pt x="0" y="0"/>
                  </a:moveTo>
                  <a:lnTo>
                    <a:pt x="401205" y="0"/>
                  </a:lnTo>
                  <a:lnTo>
                    <a:pt x="401205" y="30862"/>
                  </a:lnTo>
                  <a:lnTo>
                    <a:pt x="0" y="30862"/>
                  </a:lnTo>
                  <a:close/>
                </a:path>
              </a:pathLst>
            </a:custGeom>
            <a:grpFill/>
            <a:ln w="15329" cap="flat">
              <a:noFill/>
              <a:prstDash val="solid"/>
              <a:miter/>
            </a:ln>
          </p:spPr>
          <p:txBody>
            <a:bodyPr rtlCol="0" anchor="ctr"/>
            <a:lstStyle/>
            <a:p>
              <a:endParaRPr lang="zh-CN" altLang="en-US"/>
            </a:p>
          </p:txBody>
        </p:sp>
        <p:sp>
          <p:nvSpPr>
            <p:cNvPr id="121" name="任意多边形: 形状 73">
              <a:extLst>
                <a:ext uri="{FF2B5EF4-FFF2-40B4-BE49-F238E27FC236}">
                  <a16:creationId xmlns:a16="http://schemas.microsoft.com/office/drawing/2014/main" id="{AEC8C2A7-339E-4A43-8521-F1ED9A898BB3}"/>
                </a:ext>
              </a:extLst>
            </p:cNvPr>
            <p:cNvSpPr/>
            <p:nvPr/>
          </p:nvSpPr>
          <p:spPr>
            <a:xfrm>
              <a:off x="5198094" y="5341029"/>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22" name="任意多边形: 形状 74">
              <a:extLst>
                <a:ext uri="{FF2B5EF4-FFF2-40B4-BE49-F238E27FC236}">
                  <a16:creationId xmlns:a16="http://schemas.microsoft.com/office/drawing/2014/main" id="{4E68A209-3356-6A4F-9AC9-3F0F036621FE}"/>
                </a:ext>
              </a:extLst>
            </p:cNvPr>
            <p:cNvSpPr/>
            <p:nvPr/>
          </p:nvSpPr>
          <p:spPr>
            <a:xfrm>
              <a:off x="5259818" y="5341029"/>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sp>
          <p:nvSpPr>
            <p:cNvPr id="123" name="任意多边形: 形状 75">
              <a:extLst>
                <a:ext uri="{FF2B5EF4-FFF2-40B4-BE49-F238E27FC236}">
                  <a16:creationId xmlns:a16="http://schemas.microsoft.com/office/drawing/2014/main" id="{BC8E7836-462A-8549-ACD5-C75B9568934A}"/>
                </a:ext>
              </a:extLst>
            </p:cNvPr>
            <p:cNvSpPr/>
            <p:nvPr/>
          </p:nvSpPr>
          <p:spPr>
            <a:xfrm>
              <a:off x="5321542" y="5341029"/>
              <a:ext cx="30861" cy="30861"/>
            </a:xfrm>
            <a:custGeom>
              <a:avLst/>
              <a:gdLst>
                <a:gd name="connsiteX0" fmla="*/ 0 w 30861"/>
                <a:gd name="connsiteY0" fmla="*/ 0 h 30861"/>
                <a:gd name="connsiteX1" fmla="*/ 30862 w 30861"/>
                <a:gd name="connsiteY1" fmla="*/ 0 h 30861"/>
                <a:gd name="connsiteX2" fmla="*/ 30862 w 30861"/>
                <a:gd name="connsiteY2" fmla="*/ 30862 h 30861"/>
                <a:gd name="connsiteX3" fmla="*/ 0 w 30861"/>
                <a:gd name="connsiteY3" fmla="*/ 30862 h 30861"/>
              </a:gdLst>
              <a:ahLst/>
              <a:cxnLst>
                <a:cxn ang="0">
                  <a:pos x="connsiteX0" y="connsiteY0"/>
                </a:cxn>
                <a:cxn ang="0">
                  <a:pos x="connsiteX1" y="connsiteY1"/>
                </a:cxn>
                <a:cxn ang="0">
                  <a:pos x="connsiteX2" y="connsiteY2"/>
                </a:cxn>
                <a:cxn ang="0">
                  <a:pos x="connsiteX3" y="connsiteY3"/>
                </a:cxn>
              </a:cxnLst>
              <a:rect l="l" t="t" r="r" b="b"/>
              <a:pathLst>
                <a:path w="30861" h="30861">
                  <a:moveTo>
                    <a:pt x="0" y="0"/>
                  </a:moveTo>
                  <a:lnTo>
                    <a:pt x="30862" y="0"/>
                  </a:lnTo>
                  <a:lnTo>
                    <a:pt x="30862" y="30862"/>
                  </a:lnTo>
                  <a:lnTo>
                    <a:pt x="0" y="30862"/>
                  </a:lnTo>
                  <a:close/>
                </a:path>
              </a:pathLst>
            </a:custGeom>
            <a:grpFill/>
            <a:ln w="15329" cap="flat">
              <a:noFill/>
              <a:prstDash val="solid"/>
              <a:miter/>
            </a:ln>
          </p:spPr>
          <p:txBody>
            <a:bodyPr rtlCol="0" anchor="ctr"/>
            <a:lstStyle/>
            <a:p>
              <a:endParaRPr lang="zh-CN" altLang="en-US"/>
            </a:p>
          </p:txBody>
        </p:sp>
      </p:grpSp>
      <p:sp>
        <p:nvSpPr>
          <p:cNvPr id="127" name="矩形: 圆角 20">
            <a:extLst>
              <a:ext uri="{FF2B5EF4-FFF2-40B4-BE49-F238E27FC236}">
                <a16:creationId xmlns:a16="http://schemas.microsoft.com/office/drawing/2014/main" id="{6966A72D-E47F-914A-90AE-9399D45B53C4}"/>
              </a:ext>
            </a:extLst>
          </p:cNvPr>
          <p:cNvSpPr/>
          <p:nvPr/>
        </p:nvSpPr>
        <p:spPr>
          <a:xfrm>
            <a:off x="6132160" y="1270697"/>
            <a:ext cx="5413632" cy="60959"/>
          </a:xfrm>
          <a:prstGeom prst="roundRect">
            <a:avLst>
              <a:gd name="adj" fmla="val 50000"/>
            </a:avLst>
          </a:prstGeom>
          <a:gradFill flip="none" rotWithShape="1">
            <a:gsLst>
              <a:gs pos="24000">
                <a:srgbClr val="C3000F">
                  <a:alpha val="0"/>
                </a:srgbClr>
              </a:gs>
              <a:gs pos="65000">
                <a:srgbClr val="2F5597"/>
              </a:gs>
              <a:gs pos="98000">
                <a:srgbClr val="004E96"/>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grpSp>
        <p:nvGrpSpPr>
          <p:cNvPr id="129" name="组合 128">
            <a:extLst>
              <a:ext uri="{FF2B5EF4-FFF2-40B4-BE49-F238E27FC236}">
                <a16:creationId xmlns:a16="http://schemas.microsoft.com/office/drawing/2014/main" id="{49E60F29-EB8C-9B42-9656-F4431CD2D56E}"/>
              </a:ext>
            </a:extLst>
          </p:cNvPr>
          <p:cNvGrpSpPr/>
          <p:nvPr/>
        </p:nvGrpSpPr>
        <p:grpSpPr>
          <a:xfrm>
            <a:off x="-830385" y="475046"/>
            <a:ext cx="1660770" cy="167665"/>
            <a:chOff x="6429877" y="2075668"/>
            <a:chExt cx="1982046" cy="109699"/>
          </a:xfrm>
          <a:solidFill>
            <a:srgbClr val="004E98"/>
          </a:solidFill>
        </p:grpSpPr>
        <p:sp>
          <p:nvSpPr>
            <p:cNvPr id="130" name="矩形: 圆角 26">
              <a:extLst>
                <a:ext uri="{FF2B5EF4-FFF2-40B4-BE49-F238E27FC236}">
                  <a16:creationId xmlns:a16="http://schemas.microsoft.com/office/drawing/2014/main" id="{0D112E25-EF69-B148-B55A-A61FD49E6B84}"/>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131" name="矩形: 圆角 41">
              <a:extLst>
                <a:ext uri="{FF2B5EF4-FFF2-40B4-BE49-F238E27FC236}">
                  <a16:creationId xmlns:a16="http://schemas.microsoft.com/office/drawing/2014/main" id="{260D8715-7B2F-7946-A056-CEE3351ADBDF}"/>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132" name="矩形: 圆角 42">
              <a:extLst>
                <a:ext uri="{FF2B5EF4-FFF2-40B4-BE49-F238E27FC236}">
                  <a16:creationId xmlns:a16="http://schemas.microsoft.com/office/drawing/2014/main" id="{590D1F87-5122-F74A-A447-EF06A74A2AF9}"/>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133" name="文本框 132">
            <a:extLst>
              <a:ext uri="{FF2B5EF4-FFF2-40B4-BE49-F238E27FC236}">
                <a16:creationId xmlns:a16="http://schemas.microsoft.com/office/drawing/2014/main" id="{35501320-872B-0F49-82BE-A1055DE40174}"/>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134" name="图片 133">
            <a:extLst>
              <a:ext uri="{FF2B5EF4-FFF2-40B4-BE49-F238E27FC236}">
                <a16:creationId xmlns:a16="http://schemas.microsoft.com/office/drawing/2014/main" id="{D9644747-A977-3448-883C-DE2F21D08AF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135" name="直线连接符 134">
            <a:extLst>
              <a:ext uri="{FF2B5EF4-FFF2-40B4-BE49-F238E27FC236}">
                <a16:creationId xmlns:a16="http://schemas.microsoft.com/office/drawing/2014/main" id="{F90F3FD1-6539-DF46-91F6-0BA476D7AC31}"/>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136" name="矩形 135">
            <a:extLst>
              <a:ext uri="{FF2B5EF4-FFF2-40B4-BE49-F238E27FC236}">
                <a16:creationId xmlns:a16="http://schemas.microsoft.com/office/drawing/2014/main" id="{48B5899C-3A03-FF4E-815F-C97F6423783F}"/>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7" name="文本框 136">
            <a:extLst>
              <a:ext uri="{FF2B5EF4-FFF2-40B4-BE49-F238E27FC236}">
                <a16:creationId xmlns:a16="http://schemas.microsoft.com/office/drawing/2014/main" id="{F3422A1D-3B8E-5446-ABFC-22ED1A169D3E}"/>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3817220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EA526F7-15D8-D644-B3A6-3D191D91E526}"/>
              </a:ext>
            </a:extLst>
          </p:cNvPr>
          <p:cNvSpPr/>
          <p:nvPr/>
        </p:nvSpPr>
        <p:spPr>
          <a:xfrm>
            <a:off x="783275" y="1919803"/>
            <a:ext cx="10625451" cy="3333024"/>
          </a:xfrm>
          <a:prstGeom prst="rect">
            <a:avLst/>
          </a:prstGeom>
          <a:solidFill>
            <a:schemeClr val="bg1">
              <a:lumMod val="9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BD80C85B-33EC-7C4E-9B16-A415F961B92A}"/>
              </a:ext>
            </a:extLst>
          </p:cNvPr>
          <p:cNvGrpSpPr/>
          <p:nvPr/>
        </p:nvGrpSpPr>
        <p:grpSpPr>
          <a:xfrm>
            <a:off x="783275" y="1575202"/>
            <a:ext cx="10625451" cy="632375"/>
            <a:chOff x="787758" y="1183316"/>
            <a:chExt cx="10625451" cy="632375"/>
          </a:xfrm>
          <a:solidFill>
            <a:srgbClr val="004E98"/>
          </a:solidFill>
        </p:grpSpPr>
        <p:sp>
          <p:nvSpPr>
            <p:cNvPr id="9" name="left-quote_56937">
              <a:extLst>
                <a:ext uri="{FF2B5EF4-FFF2-40B4-BE49-F238E27FC236}">
                  <a16:creationId xmlns:a16="http://schemas.microsoft.com/office/drawing/2014/main" id="{5FF3B712-6ACF-A645-B40F-055BFAE35C34}"/>
                </a:ext>
              </a:extLst>
            </p:cNvPr>
            <p:cNvSpPr>
              <a:spLocks noChangeAspect="1"/>
            </p:cNvSpPr>
            <p:nvPr/>
          </p:nvSpPr>
          <p:spPr bwMode="auto">
            <a:xfrm>
              <a:off x="5783393" y="1183316"/>
              <a:ext cx="718131" cy="632375"/>
            </a:xfrm>
            <a:custGeom>
              <a:avLst/>
              <a:gdLst>
                <a:gd name="connsiteX0" fmla="*/ 566457 w 609553"/>
                <a:gd name="connsiteY0" fmla="*/ 2407 h 536763"/>
                <a:gd name="connsiteX1" fmla="*/ 582730 w 609553"/>
                <a:gd name="connsiteY1" fmla="*/ 17137 h 536763"/>
                <a:gd name="connsiteX2" fmla="*/ 606700 w 609553"/>
                <a:gd name="connsiteY2" fmla="*/ 67222 h 536763"/>
                <a:gd name="connsiteX3" fmla="*/ 591949 w 609553"/>
                <a:gd name="connsiteY3" fmla="*/ 106626 h 536763"/>
                <a:gd name="connsiteX4" fmla="*/ 511924 w 609553"/>
                <a:gd name="connsiteY4" fmla="*/ 165549 h 536763"/>
                <a:gd name="connsiteX5" fmla="*/ 477627 w 609553"/>
                <a:gd name="connsiteY5" fmla="*/ 284868 h 536763"/>
                <a:gd name="connsiteX6" fmla="*/ 570560 w 609553"/>
                <a:gd name="connsiteY6" fmla="*/ 284868 h 536763"/>
                <a:gd name="connsiteX7" fmla="*/ 600062 w 609553"/>
                <a:gd name="connsiteY7" fmla="*/ 314329 h 536763"/>
                <a:gd name="connsiteX8" fmla="*/ 600062 w 609553"/>
                <a:gd name="connsiteY8" fmla="*/ 507302 h 536763"/>
                <a:gd name="connsiteX9" fmla="*/ 570560 w 609553"/>
                <a:gd name="connsiteY9" fmla="*/ 536763 h 536763"/>
                <a:gd name="connsiteX10" fmla="*/ 377319 w 609553"/>
                <a:gd name="connsiteY10" fmla="*/ 536763 h 536763"/>
                <a:gd name="connsiteX11" fmla="*/ 347817 w 609553"/>
                <a:gd name="connsiteY11" fmla="*/ 507302 h 536763"/>
                <a:gd name="connsiteX12" fmla="*/ 347817 w 609553"/>
                <a:gd name="connsiteY12" fmla="*/ 356680 h 536763"/>
                <a:gd name="connsiteX13" fmla="*/ 366994 w 609553"/>
                <a:gd name="connsiteY13" fmla="*/ 184331 h 536763"/>
                <a:gd name="connsiteX14" fmla="*/ 438537 w 609553"/>
                <a:gd name="connsiteY14" fmla="*/ 71273 h 536763"/>
                <a:gd name="connsiteX15" fmla="*/ 544376 w 609553"/>
                <a:gd name="connsiteY15" fmla="*/ 3143 h 536763"/>
                <a:gd name="connsiteX16" fmla="*/ 566457 w 609553"/>
                <a:gd name="connsiteY16" fmla="*/ 2407 h 536763"/>
                <a:gd name="connsiteX17" fmla="*/ 219410 w 609553"/>
                <a:gd name="connsiteY17" fmla="*/ 1869 h 536763"/>
                <a:gd name="connsiteX18" fmla="*/ 235685 w 609553"/>
                <a:gd name="connsiteY18" fmla="*/ 16784 h 536763"/>
                <a:gd name="connsiteX19" fmla="*/ 259659 w 609553"/>
                <a:gd name="connsiteY19" fmla="*/ 67235 h 536763"/>
                <a:gd name="connsiteX20" fmla="*/ 244906 w 609553"/>
                <a:gd name="connsiteY20" fmla="*/ 106638 h 536763"/>
                <a:gd name="connsiteX21" fmla="*/ 164869 w 609553"/>
                <a:gd name="connsiteY21" fmla="*/ 165560 h 536763"/>
                <a:gd name="connsiteX22" fmla="*/ 130198 w 609553"/>
                <a:gd name="connsiteY22" fmla="*/ 284875 h 536763"/>
                <a:gd name="connsiteX23" fmla="*/ 222776 w 609553"/>
                <a:gd name="connsiteY23" fmla="*/ 284875 h 536763"/>
                <a:gd name="connsiteX24" fmla="*/ 252282 w 609553"/>
                <a:gd name="connsiteY24" fmla="*/ 314336 h 536763"/>
                <a:gd name="connsiteX25" fmla="*/ 252282 w 609553"/>
                <a:gd name="connsiteY25" fmla="*/ 507303 h 536763"/>
                <a:gd name="connsiteX26" fmla="*/ 222776 w 609553"/>
                <a:gd name="connsiteY26" fmla="*/ 536763 h 536763"/>
                <a:gd name="connsiteX27" fmla="*/ 29507 w 609553"/>
                <a:gd name="connsiteY27" fmla="*/ 536763 h 536763"/>
                <a:gd name="connsiteX28" fmla="*/ 0 w 609553"/>
                <a:gd name="connsiteY28" fmla="*/ 507303 h 536763"/>
                <a:gd name="connsiteX29" fmla="*/ 0 w 609553"/>
                <a:gd name="connsiteY29" fmla="*/ 356685 h 536763"/>
                <a:gd name="connsiteX30" fmla="*/ 19548 w 609553"/>
                <a:gd name="connsiteY30" fmla="*/ 183604 h 536763"/>
                <a:gd name="connsiteX31" fmla="*/ 91102 w 609553"/>
                <a:gd name="connsiteY31" fmla="*/ 71286 h 536763"/>
                <a:gd name="connsiteX32" fmla="*/ 197326 w 609553"/>
                <a:gd name="connsiteY32" fmla="*/ 2422 h 536763"/>
                <a:gd name="connsiteX33" fmla="*/ 219410 w 609553"/>
                <a:gd name="connsiteY33" fmla="*/ 1869 h 536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9553" h="536763">
                  <a:moveTo>
                    <a:pt x="566457" y="2407"/>
                  </a:moveTo>
                  <a:cubicBezTo>
                    <a:pt x="573326" y="4985"/>
                    <a:pt x="579226" y="10140"/>
                    <a:pt x="582730" y="17137"/>
                  </a:cubicBezTo>
                  <a:lnTo>
                    <a:pt x="606700" y="67222"/>
                  </a:lnTo>
                  <a:cubicBezTo>
                    <a:pt x="613707" y="81952"/>
                    <a:pt x="607438" y="100366"/>
                    <a:pt x="591949" y="106626"/>
                  </a:cubicBezTo>
                  <a:cubicBezTo>
                    <a:pt x="556177" y="121725"/>
                    <a:pt x="529625" y="141612"/>
                    <a:pt x="511924" y="165549"/>
                  </a:cubicBezTo>
                  <a:cubicBezTo>
                    <a:pt x="490166" y="195379"/>
                    <a:pt x="478365" y="235152"/>
                    <a:pt x="477627" y="284868"/>
                  </a:cubicBezTo>
                  <a:lnTo>
                    <a:pt x="570560" y="284868"/>
                  </a:lnTo>
                  <a:cubicBezTo>
                    <a:pt x="586786" y="284868"/>
                    <a:pt x="600062" y="298126"/>
                    <a:pt x="600062" y="314329"/>
                  </a:cubicBezTo>
                  <a:lnTo>
                    <a:pt x="600062" y="507302"/>
                  </a:lnTo>
                  <a:cubicBezTo>
                    <a:pt x="600062" y="523506"/>
                    <a:pt x="586786" y="536763"/>
                    <a:pt x="570560" y="536763"/>
                  </a:cubicBezTo>
                  <a:lnTo>
                    <a:pt x="377319" y="536763"/>
                  </a:lnTo>
                  <a:cubicBezTo>
                    <a:pt x="361093" y="536763"/>
                    <a:pt x="347817" y="523506"/>
                    <a:pt x="347817" y="507302"/>
                  </a:cubicBezTo>
                  <a:lnTo>
                    <a:pt x="347817" y="356680"/>
                  </a:lnTo>
                  <a:cubicBezTo>
                    <a:pt x="347817" y="283027"/>
                    <a:pt x="354086" y="225577"/>
                    <a:pt x="366994" y="184331"/>
                  </a:cubicBezTo>
                  <a:cubicBezTo>
                    <a:pt x="379532" y="142348"/>
                    <a:pt x="403871" y="104785"/>
                    <a:pt x="438537" y="71273"/>
                  </a:cubicBezTo>
                  <a:cubicBezTo>
                    <a:pt x="467670" y="43653"/>
                    <a:pt x="503073" y="20820"/>
                    <a:pt x="544376" y="3143"/>
                  </a:cubicBezTo>
                  <a:cubicBezTo>
                    <a:pt x="551752" y="-171"/>
                    <a:pt x="559589" y="-171"/>
                    <a:pt x="566457" y="2407"/>
                  </a:cubicBezTo>
                  <a:close/>
                  <a:moveTo>
                    <a:pt x="219410" y="1869"/>
                  </a:moveTo>
                  <a:cubicBezTo>
                    <a:pt x="226280" y="4447"/>
                    <a:pt x="232181" y="9603"/>
                    <a:pt x="235685" y="16784"/>
                  </a:cubicBezTo>
                  <a:lnTo>
                    <a:pt x="259659" y="67235"/>
                  </a:lnTo>
                  <a:cubicBezTo>
                    <a:pt x="266667" y="81965"/>
                    <a:pt x="260028" y="100378"/>
                    <a:pt x="244906" y="106638"/>
                  </a:cubicBezTo>
                  <a:cubicBezTo>
                    <a:pt x="209129" y="121737"/>
                    <a:pt x="182573" y="141623"/>
                    <a:pt x="164869" y="165560"/>
                  </a:cubicBezTo>
                  <a:cubicBezTo>
                    <a:pt x="143108" y="195389"/>
                    <a:pt x="131305" y="235160"/>
                    <a:pt x="130198" y="284875"/>
                  </a:cubicBezTo>
                  <a:lnTo>
                    <a:pt x="222776" y="284875"/>
                  </a:lnTo>
                  <a:cubicBezTo>
                    <a:pt x="239004" y="284875"/>
                    <a:pt x="252282" y="298132"/>
                    <a:pt x="252282" y="314336"/>
                  </a:cubicBezTo>
                  <a:lnTo>
                    <a:pt x="252282" y="507303"/>
                  </a:lnTo>
                  <a:cubicBezTo>
                    <a:pt x="252282" y="523506"/>
                    <a:pt x="239004" y="536763"/>
                    <a:pt x="222776" y="536763"/>
                  </a:cubicBezTo>
                  <a:lnTo>
                    <a:pt x="29507" y="536763"/>
                  </a:lnTo>
                  <a:cubicBezTo>
                    <a:pt x="13278" y="536763"/>
                    <a:pt x="0" y="523506"/>
                    <a:pt x="0" y="507303"/>
                  </a:cubicBezTo>
                  <a:lnTo>
                    <a:pt x="0" y="356685"/>
                  </a:lnTo>
                  <a:cubicBezTo>
                    <a:pt x="0" y="283402"/>
                    <a:pt x="7008" y="225954"/>
                    <a:pt x="19548" y="183604"/>
                  </a:cubicBezTo>
                  <a:cubicBezTo>
                    <a:pt x="32457" y="141991"/>
                    <a:pt x="56063" y="104061"/>
                    <a:pt x="91102" y="71286"/>
                  </a:cubicBezTo>
                  <a:cubicBezTo>
                    <a:pt x="119502" y="43298"/>
                    <a:pt x="155279" y="20098"/>
                    <a:pt x="197326" y="2422"/>
                  </a:cubicBezTo>
                  <a:cubicBezTo>
                    <a:pt x="204703" y="-708"/>
                    <a:pt x="212541" y="-708"/>
                    <a:pt x="219410" y="1869"/>
                  </a:cubicBezTo>
                  <a:close/>
                </a:path>
              </a:pathLst>
            </a:custGeom>
            <a:grpFill/>
            <a:ln>
              <a:noFill/>
            </a:ln>
          </p:spPr>
        </p:sp>
        <p:cxnSp>
          <p:nvCxnSpPr>
            <p:cNvPr id="10" name="直接连接符 23">
              <a:extLst>
                <a:ext uri="{FF2B5EF4-FFF2-40B4-BE49-F238E27FC236}">
                  <a16:creationId xmlns:a16="http://schemas.microsoft.com/office/drawing/2014/main" id="{40520378-7A15-5C40-A600-07BDBA904773}"/>
                </a:ext>
              </a:extLst>
            </p:cNvPr>
            <p:cNvCxnSpPr>
              <a:cxnSpLocks/>
            </p:cNvCxnSpPr>
            <p:nvPr/>
          </p:nvCxnSpPr>
          <p:spPr>
            <a:xfrm>
              <a:off x="787758" y="1527917"/>
              <a:ext cx="4698642" cy="0"/>
            </a:xfrm>
            <a:prstGeom prst="line">
              <a:avLst/>
            </a:prstGeom>
            <a:grpFill/>
            <a:ln>
              <a:solidFill>
                <a:srgbClr val="004E96"/>
              </a:solidFill>
            </a:ln>
          </p:spPr>
          <p:style>
            <a:lnRef idx="1">
              <a:schemeClr val="accent1"/>
            </a:lnRef>
            <a:fillRef idx="0">
              <a:schemeClr val="accent1"/>
            </a:fillRef>
            <a:effectRef idx="0">
              <a:schemeClr val="accent1"/>
            </a:effectRef>
            <a:fontRef idx="minor">
              <a:schemeClr val="tx1"/>
            </a:fontRef>
          </p:style>
        </p:cxnSp>
        <p:cxnSp>
          <p:nvCxnSpPr>
            <p:cNvPr id="11" name="直接连接符 24">
              <a:extLst>
                <a:ext uri="{FF2B5EF4-FFF2-40B4-BE49-F238E27FC236}">
                  <a16:creationId xmlns:a16="http://schemas.microsoft.com/office/drawing/2014/main" id="{28CB9922-5940-7E40-9060-1DF32D594A91}"/>
                </a:ext>
              </a:extLst>
            </p:cNvPr>
            <p:cNvCxnSpPr>
              <a:cxnSpLocks/>
            </p:cNvCxnSpPr>
            <p:nvPr/>
          </p:nvCxnSpPr>
          <p:spPr>
            <a:xfrm>
              <a:off x="6798518" y="1527917"/>
              <a:ext cx="4614691" cy="0"/>
            </a:xfrm>
            <a:prstGeom prst="line">
              <a:avLst/>
            </a:prstGeom>
            <a:grpFill/>
            <a:ln>
              <a:solidFill>
                <a:srgbClr val="004E96"/>
              </a:solidFill>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819F066A-4DAB-FA42-8FDC-976D336DA499}"/>
              </a:ext>
            </a:extLst>
          </p:cNvPr>
          <p:cNvGrpSpPr/>
          <p:nvPr/>
        </p:nvGrpSpPr>
        <p:grpSpPr>
          <a:xfrm flipV="1">
            <a:off x="783275" y="4965059"/>
            <a:ext cx="10625451" cy="632375"/>
            <a:chOff x="703810" y="1183316"/>
            <a:chExt cx="10625451" cy="632375"/>
          </a:xfrm>
          <a:solidFill>
            <a:srgbClr val="004E98"/>
          </a:solidFill>
        </p:grpSpPr>
        <p:sp>
          <p:nvSpPr>
            <p:cNvPr id="6" name="left-quote_56937">
              <a:extLst>
                <a:ext uri="{FF2B5EF4-FFF2-40B4-BE49-F238E27FC236}">
                  <a16:creationId xmlns:a16="http://schemas.microsoft.com/office/drawing/2014/main" id="{7B1AE18E-8084-394E-B957-E3CA933B58E2}"/>
                </a:ext>
              </a:extLst>
            </p:cNvPr>
            <p:cNvSpPr>
              <a:spLocks noChangeAspect="1"/>
            </p:cNvSpPr>
            <p:nvPr/>
          </p:nvSpPr>
          <p:spPr bwMode="auto">
            <a:xfrm flipH="1">
              <a:off x="5783393" y="1183316"/>
              <a:ext cx="718131" cy="632375"/>
            </a:xfrm>
            <a:custGeom>
              <a:avLst/>
              <a:gdLst>
                <a:gd name="connsiteX0" fmla="*/ 566457 w 609553"/>
                <a:gd name="connsiteY0" fmla="*/ 2407 h 536763"/>
                <a:gd name="connsiteX1" fmla="*/ 582730 w 609553"/>
                <a:gd name="connsiteY1" fmla="*/ 17137 h 536763"/>
                <a:gd name="connsiteX2" fmla="*/ 606700 w 609553"/>
                <a:gd name="connsiteY2" fmla="*/ 67222 h 536763"/>
                <a:gd name="connsiteX3" fmla="*/ 591949 w 609553"/>
                <a:gd name="connsiteY3" fmla="*/ 106626 h 536763"/>
                <a:gd name="connsiteX4" fmla="*/ 511924 w 609553"/>
                <a:gd name="connsiteY4" fmla="*/ 165549 h 536763"/>
                <a:gd name="connsiteX5" fmla="*/ 477627 w 609553"/>
                <a:gd name="connsiteY5" fmla="*/ 284868 h 536763"/>
                <a:gd name="connsiteX6" fmla="*/ 570560 w 609553"/>
                <a:gd name="connsiteY6" fmla="*/ 284868 h 536763"/>
                <a:gd name="connsiteX7" fmla="*/ 600062 w 609553"/>
                <a:gd name="connsiteY7" fmla="*/ 314329 h 536763"/>
                <a:gd name="connsiteX8" fmla="*/ 600062 w 609553"/>
                <a:gd name="connsiteY8" fmla="*/ 507302 h 536763"/>
                <a:gd name="connsiteX9" fmla="*/ 570560 w 609553"/>
                <a:gd name="connsiteY9" fmla="*/ 536763 h 536763"/>
                <a:gd name="connsiteX10" fmla="*/ 377319 w 609553"/>
                <a:gd name="connsiteY10" fmla="*/ 536763 h 536763"/>
                <a:gd name="connsiteX11" fmla="*/ 347817 w 609553"/>
                <a:gd name="connsiteY11" fmla="*/ 507302 h 536763"/>
                <a:gd name="connsiteX12" fmla="*/ 347817 w 609553"/>
                <a:gd name="connsiteY12" fmla="*/ 356680 h 536763"/>
                <a:gd name="connsiteX13" fmla="*/ 366994 w 609553"/>
                <a:gd name="connsiteY13" fmla="*/ 184331 h 536763"/>
                <a:gd name="connsiteX14" fmla="*/ 438537 w 609553"/>
                <a:gd name="connsiteY14" fmla="*/ 71273 h 536763"/>
                <a:gd name="connsiteX15" fmla="*/ 544376 w 609553"/>
                <a:gd name="connsiteY15" fmla="*/ 3143 h 536763"/>
                <a:gd name="connsiteX16" fmla="*/ 566457 w 609553"/>
                <a:gd name="connsiteY16" fmla="*/ 2407 h 536763"/>
                <a:gd name="connsiteX17" fmla="*/ 219410 w 609553"/>
                <a:gd name="connsiteY17" fmla="*/ 1869 h 536763"/>
                <a:gd name="connsiteX18" fmla="*/ 235685 w 609553"/>
                <a:gd name="connsiteY18" fmla="*/ 16784 h 536763"/>
                <a:gd name="connsiteX19" fmla="*/ 259659 w 609553"/>
                <a:gd name="connsiteY19" fmla="*/ 67235 h 536763"/>
                <a:gd name="connsiteX20" fmla="*/ 244906 w 609553"/>
                <a:gd name="connsiteY20" fmla="*/ 106638 h 536763"/>
                <a:gd name="connsiteX21" fmla="*/ 164869 w 609553"/>
                <a:gd name="connsiteY21" fmla="*/ 165560 h 536763"/>
                <a:gd name="connsiteX22" fmla="*/ 130198 w 609553"/>
                <a:gd name="connsiteY22" fmla="*/ 284875 h 536763"/>
                <a:gd name="connsiteX23" fmla="*/ 222776 w 609553"/>
                <a:gd name="connsiteY23" fmla="*/ 284875 h 536763"/>
                <a:gd name="connsiteX24" fmla="*/ 252282 w 609553"/>
                <a:gd name="connsiteY24" fmla="*/ 314336 h 536763"/>
                <a:gd name="connsiteX25" fmla="*/ 252282 w 609553"/>
                <a:gd name="connsiteY25" fmla="*/ 507303 h 536763"/>
                <a:gd name="connsiteX26" fmla="*/ 222776 w 609553"/>
                <a:gd name="connsiteY26" fmla="*/ 536763 h 536763"/>
                <a:gd name="connsiteX27" fmla="*/ 29507 w 609553"/>
                <a:gd name="connsiteY27" fmla="*/ 536763 h 536763"/>
                <a:gd name="connsiteX28" fmla="*/ 0 w 609553"/>
                <a:gd name="connsiteY28" fmla="*/ 507303 h 536763"/>
                <a:gd name="connsiteX29" fmla="*/ 0 w 609553"/>
                <a:gd name="connsiteY29" fmla="*/ 356685 h 536763"/>
                <a:gd name="connsiteX30" fmla="*/ 19548 w 609553"/>
                <a:gd name="connsiteY30" fmla="*/ 183604 h 536763"/>
                <a:gd name="connsiteX31" fmla="*/ 91102 w 609553"/>
                <a:gd name="connsiteY31" fmla="*/ 71286 h 536763"/>
                <a:gd name="connsiteX32" fmla="*/ 197326 w 609553"/>
                <a:gd name="connsiteY32" fmla="*/ 2422 h 536763"/>
                <a:gd name="connsiteX33" fmla="*/ 219410 w 609553"/>
                <a:gd name="connsiteY33" fmla="*/ 1869 h 536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9553" h="536763">
                  <a:moveTo>
                    <a:pt x="566457" y="2407"/>
                  </a:moveTo>
                  <a:cubicBezTo>
                    <a:pt x="573326" y="4985"/>
                    <a:pt x="579226" y="10140"/>
                    <a:pt x="582730" y="17137"/>
                  </a:cubicBezTo>
                  <a:lnTo>
                    <a:pt x="606700" y="67222"/>
                  </a:lnTo>
                  <a:cubicBezTo>
                    <a:pt x="613707" y="81952"/>
                    <a:pt x="607438" y="100366"/>
                    <a:pt x="591949" y="106626"/>
                  </a:cubicBezTo>
                  <a:cubicBezTo>
                    <a:pt x="556177" y="121725"/>
                    <a:pt x="529625" y="141612"/>
                    <a:pt x="511924" y="165549"/>
                  </a:cubicBezTo>
                  <a:cubicBezTo>
                    <a:pt x="490166" y="195379"/>
                    <a:pt x="478365" y="235152"/>
                    <a:pt x="477627" y="284868"/>
                  </a:cubicBezTo>
                  <a:lnTo>
                    <a:pt x="570560" y="284868"/>
                  </a:lnTo>
                  <a:cubicBezTo>
                    <a:pt x="586786" y="284868"/>
                    <a:pt x="600062" y="298126"/>
                    <a:pt x="600062" y="314329"/>
                  </a:cubicBezTo>
                  <a:lnTo>
                    <a:pt x="600062" y="507302"/>
                  </a:lnTo>
                  <a:cubicBezTo>
                    <a:pt x="600062" y="523506"/>
                    <a:pt x="586786" y="536763"/>
                    <a:pt x="570560" y="536763"/>
                  </a:cubicBezTo>
                  <a:lnTo>
                    <a:pt x="377319" y="536763"/>
                  </a:lnTo>
                  <a:cubicBezTo>
                    <a:pt x="361093" y="536763"/>
                    <a:pt x="347817" y="523506"/>
                    <a:pt x="347817" y="507302"/>
                  </a:cubicBezTo>
                  <a:lnTo>
                    <a:pt x="347817" y="356680"/>
                  </a:lnTo>
                  <a:cubicBezTo>
                    <a:pt x="347817" y="283027"/>
                    <a:pt x="354086" y="225577"/>
                    <a:pt x="366994" y="184331"/>
                  </a:cubicBezTo>
                  <a:cubicBezTo>
                    <a:pt x="379532" y="142348"/>
                    <a:pt x="403871" y="104785"/>
                    <a:pt x="438537" y="71273"/>
                  </a:cubicBezTo>
                  <a:cubicBezTo>
                    <a:pt x="467670" y="43653"/>
                    <a:pt x="503073" y="20820"/>
                    <a:pt x="544376" y="3143"/>
                  </a:cubicBezTo>
                  <a:cubicBezTo>
                    <a:pt x="551752" y="-171"/>
                    <a:pt x="559589" y="-171"/>
                    <a:pt x="566457" y="2407"/>
                  </a:cubicBezTo>
                  <a:close/>
                  <a:moveTo>
                    <a:pt x="219410" y="1869"/>
                  </a:moveTo>
                  <a:cubicBezTo>
                    <a:pt x="226280" y="4447"/>
                    <a:pt x="232181" y="9603"/>
                    <a:pt x="235685" y="16784"/>
                  </a:cubicBezTo>
                  <a:lnTo>
                    <a:pt x="259659" y="67235"/>
                  </a:lnTo>
                  <a:cubicBezTo>
                    <a:pt x="266667" y="81965"/>
                    <a:pt x="260028" y="100378"/>
                    <a:pt x="244906" y="106638"/>
                  </a:cubicBezTo>
                  <a:cubicBezTo>
                    <a:pt x="209129" y="121737"/>
                    <a:pt x="182573" y="141623"/>
                    <a:pt x="164869" y="165560"/>
                  </a:cubicBezTo>
                  <a:cubicBezTo>
                    <a:pt x="143108" y="195389"/>
                    <a:pt x="131305" y="235160"/>
                    <a:pt x="130198" y="284875"/>
                  </a:cubicBezTo>
                  <a:lnTo>
                    <a:pt x="222776" y="284875"/>
                  </a:lnTo>
                  <a:cubicBezTo>
                    <a:pt x="239004" y="284875"/>
                    <a:pt x="252282" y="298132"/>
                    <a:pt x="252282" y="314336"/>
                  </a:cubicBezTo>
                  <a:lnTo>
                    <a:pt x="252282" y="507303"/>
                  </a:lnTo>
                  <a:cubicBezTo>
                    <a:pt x="252282" y="523506"/>
                    <a:pt x="239004" y="536763"/>
                    <a:pt x="222776" y="536763"/>
                  </a:cubicBezTo>
                  <a:lnTo>
                    <a:pt x="29507" y="536763"/>
                  </a:lnTo>
                  <a:cubicBezTo>
                    <a:pt x="13278" y="536763"/>
                    <a:pt x="0" y="523506"/>
                    <a:pt x="0" y="507303"/>
                  </a:cubicBezTo>
                  <a:lnTo>
                    <a:pt x="0" y="356685"/>
                  </a:lnTo>
                  <a:cubicBezTo>
                    <a:pt x="0" y="283402"/>
                    <a:pt x="7008" y="225954"/>
                    <a:pt x="19548" y="183604"/>
                  </a:cubicBezTo>
                  <a:cubicBezTo>
                    <a:pt x="32457" y="141991"/>
                    <a:pt x="56063" y="104061"/>
                    <a:pt x="91102" y="71286"/>
                  </a:cubicBezTo>
                  <a:cubicBezTo>
                    <a:pt x="119502" y="43298"/>
                    <a:pt x="155279" y="20098"/>
                    <a:pt x="197326" y="2422"/>
                  </a:cubicBezTo>
                  <a:cubicBezTo>
                    <a:pt x="204703" y="-708"/>
                    <a:pt x="212541" y="-708"/>
                    <a:pt x="219410" y="1869"/>
                  </a:cubicBezTo>
                  <a:close/>
                </a:path>
              </a:pathLst>
            </a:custGeom>
            <a:grpFill/>
            <a:ln>
              <a:solidFill>
                <a:srgbClr val="004E96"/>
              </a:solidFill>
            </a:ln>
          </p:spPr>
        </p:sp>
        <p:cxnSp>
          <p:nvCxnSpPr>
            <p:cNvPr id="7" name="直接连接符 19">
              <a:extLst>
                <a:ext uri="{FF2B5EF4-FFF2-40B4-BE49-F238E27FC236}">
                  <a16:creationId xmlns:a16="http://schemas.microsoft.com/office/drawing/2014/main" id="{DB69BF51-C34A-3346-A568-F46260B9DD4D}"/>
                </a:ext>
              </a:extLst>
            </p:cNvPr>
            <p:cNvCxnSpPr>
              <a:cxnSpLocks/>
            </p:cNvCxnSpPr>
            <p:nvPr/>
          </p:nvCxnSpPr>
          <p:spPr>
            <a:xfrm flipV="1">
              <a:off x="703810" y="1527917"/>
              <a:ext cx="4782590" cy="0"/>
            </a:xfrm>
            <a:prstGeom prst="line">
              <a:avLst/>
            </a:prstGeom>
            <a:grpFill/>
            <a:ln>
              <a:solidFill>
                <a:srgbClr val="004E96"/>
              </a:solidFill>
            </a:ln>
          </p:spPr>
          <p:style>
            <a:lnRef idx="1">
              <a:schemeClr val="accent1"/>
            </a:lnRef>
            <a:fillRef idx="0">
              <a:schemeClr val="accent1"/>
            </a:fillRef>
            <a:effectRef idx="0">
              <a:schemeClr val="accent1"/>
            </a:effectRef>
            <a:fontRef idx="minor">
              <a:schemeClr val="tx1"/>
            </a:fontRef>
          </p:style>
        </p:cxnSp>
        <p:cxnSp>
          <p:nvCxnSpPr>
            <p:cNvPr id="8" name="直接连接符 20">
              <a:extLst>
                <a:ext uri="{FF2B5EF4-FFF2-40B4-BE49-F238E27FC236}">
                  <a16:creationId xmlns:a16="http://schemas.microsoft.com/office/drawing/2014/main" id="{C7E05013-5DC1-054C-92B5-25151ED125D6}"/>
                </a:ext>
              </a:extLst>
            </p:cNvPr>
            <p:cNvCxnSpPr>
              <a:cxnSpLocks/>
            </p:cNvCxnSpPr>
            <p:nvPr/>
          </p:nvCxnSpPr>
          <p:spPr>
            <a:xfrm>
              <a:off x="6798518" y="1527917"/>
              <a:ext cx="4530743" cy="0"/>
            </a:xfrm>
            <a:prstGeom prst="line">
              <a:avLst/>
            </a:prstGeom>
            <a:grpFill/>
            <a:ln>
              <a:solidFill>
                <a:srgbClr val="004E96"/>
              </a:solidFill>
            </a:ln>
          </p:spPr>
          <p:style>
            <a:lnRef idx="1">
              <a:schemeClr val="accent1"/>
            </a:lnRef>
            <a:fillRef idx="0">
              <a:schemeClr val="accent1"/>
            </a:fillRef>
            <a:effectRef idx="0">
              <a:schemeClr val="accent1"/>
            </a:effectRef>
            <a:fontRef idx="minor">
              <a:schemeClr val="tx1"/>
            </a:fontRef>
          </p:style>
        </p:cxnSp>
      </p:grpSp>
      <p:sp>
        <p:nvSpPr>
          <p:cNvPr id="17" name="文本框 16">
            <a:extLst>
              <a:ext uri="{FF2B5EF4-FFF2-40B4-BE49-F238E27FC236}">
                <a16:creationId xmlns:a16="http://schemas.microsoft.com/office/drawing/2014/main" id="{C1F553F0-B457-3C4C-A50B-3315D9D732A5}"/>
              </a:ext>
            </a:extLst>
          </p:cNvPr>
          <p:cNvSpPr txBox="1"/>
          <p:nvPr/>
        </p:nvSpPr>
        <p:spPr>
          <a:xfrm>
            <a:off x="1345344" y="2827086"/>
            <a:ext cx="9506856" cy="78912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18" name="文本框 17">
            <a:extLst>
              <a:ext uri="{FF2B5EF4-FFF2-40B4-BE49-F238E27FC236}">
                <a16:creationId xmlns:a16="http://schemas.microsoft.com/office/drawing/2014/main" id="{7581725F-562F-F840-B251-DB770EE8179D}"/>
              </a:ext>
            </a:extLst>
          </p:cNvPr>
          <p:cNvSpPr txBox="1"/>
          <p:nvPr/>
        </p:nvSpPr>
        <p:spPr>
          <a:xfrm>
            <a:off x="8388626" y="4020490"/>
            <a:ext cx="2282807" cy="338554"/>
          </a:xfrm>
          <a:prstGeom prst="rect">
            <a:avLst/>
          </a:prstGeom>
          <a:noFill/>
        </p:spPr>
        <p:txBody>
          <a:bodyPr wrap="square" rtlCol="0">
            <a:spAutoFit/>
          </a:bodyPr>
          <a:lstStyle/>
          <a:p>
            <a:pPr algn="r"/>
            <a:r>
              <a:rPr lang="zh-CN" altLang="en-US" sz="16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a:t>
            </a:r>
          </a:p>
        </p:txBody>
      </p:sp>
      <p:grpSp>
        <p:nvGrpSpPr>
          <p:cNvPr id="19" name="组合 18">
            <a:extLst>
              <a:ext uri="{FF2B5EF4-FFF2-40B4-BE49-F238E27FC236}">
                <a16:creationId xmlns:a16="http://schemas.microsoft.com/office/drawing/2014/main" id="{C70FFFD7-392A-B140-822D-99796B0AFEBB}"/>
              </a:ext>
            </a:extLst>
          </p:cNvPr>
          <p:cNvGrpSpPr/>
          <p:nvPr/>
        </p:nvGrpSpPr>
        <p:grpSpPr>
          <a:xfrm>
            <a:off x="-830385" y="475046"/>
            <a:ext cx="1660770" cy="167665"/>
            <a:chOff x="6429877" y="2075668"/>
            <a:chExt cx="1982046" cy="109699"/>
          </a:xfrm>
          <a:solidFill>
            <a:srgbClr val="004E98"/>
          </a:solidFill>
        </p:grpSpPr>
        <p:sp>
          <p:nvSpPr>
            <p:cNvPr id="20" name="矩形: 圆角 26">
              <a:extLst>
                <a:ext uri="{FF2B5EF4-FFF2-40B4-BE49-F238E27FC236}">
                  <a16:creationId xmlns:a16="http://schemas.microsoft.com/office/drawing/2014/main" id="{54653590-A564-524A-AC16-88E9AEB33DA3}"/>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21" name="矩形: 圆角 41">
              <a:extLst>
                <a:ext uri="{FF2B5EF4-FFF2-40B4-BE49-F238E27FC236}">
                  <a16:creationId xmlns:a16="http://schemas.microsoft.com/office/drawing/2014/main" id="{9F0DCE29-167F-0B41-B87A-9B3D044EEEE6}"/>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22" name="矩形: 圆角 42">
              <a:extLst>
                <a:ext uri="{FF2B5EF4-FFF2-40B4-BE49-F238E27FC236}">
                  <a16:creationId xmlns:a16="http://schemas.microsoft.com/office/drawing/2014/main" id="{65786441-0322-5647-BCF0-8E8B68AC7E91}"/>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23" name="文本框 22">
            <a:extLst>
              <a:ext uri="{FF2B5EF4-FFF2-40B4-BE49-F238E27FC236}">
                <a16:creationId xmlns:a16="http://schemas.microsoft.com/office/drawing/2014/main" id="{FA0D6199-B36A-324E-A0B9-915FEA9B9462}"/>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24" name="图片 23">
            <a:extLst>
              <a:ext uri="{FF2B5EF4-FFF2-40B4-BE49-F238E27FC236}">
                <a16:creationId xmlns:a16="http://schemas.microsoft.com/office/drawing/2014/main" id="{7C8CD19D-958B-6F4B-9BC2-22F8A38593D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25" name="直线连接符 24">
            <a:extLst>
              <a:ext uri="{FF2B5EF4-FFF2-40B4-BE49-F238E27FC236}">
                <a16:creationId xmlns:a16="http://schemas.microsoft.com/office/drawing/2014/main" id="{2CB70795-F3AE-A549-924A-9360E81C444D}"/>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8714C6C7-6042-A24C-B443-D83AAAB07AA0}"/>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文本框 26">
            <a:extLst>
              <a:ext uri="{FF2B5EF4-FFF2-40B4-BE49-F238E27FC236}">
                <a16:creationId xmlns:a16="http://schemas.microsoft.com/office/drawing/2014/main" id="{389DE8DB-1574-6D4B-B679-614A6F483D17}"/>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4180757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8B3A8A2-68BE-754B-A686-2559B2F7CF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文本框 3">
            <a:extLst>
              <a:ext uri="{FF2B5EF4-FFF2-40B4-BE49-F238E27FC236}">
                <a16:creationId xmlns:a16="http://schemas.microsoft.com/office/drawing/2014/main" id="{C13C66E8-A52D-D642-AE61-BCC03443B7C9}"/>
              </a:ext>
            </a:extLst>
          </p:cNvPr>
          <p:cNvSpPr txBox="1"/>
          <p:nvPr/>
        </p:nvSpPr>
        <p:spPr>
          <a:xfrm>
            <a:off x="988540" y="1482811"/>
            <a:ext cx="6956854" cy="1446550"/>
          </a:xfrm>
          <a:prstGeom prst="rect">
            <a:avLst/>
          </a:prstGeom>
          <a:noFill/>
        </p:spPr>
        <p:txBody>
          <a:bodyPr wrap="square" rtlCol="0">
            <a:spAutoFit/>
          </a:bodyPr>
          <a:lstStyle/>
          <a:p>
            <a:r>
              <a:rPr kumimoji="1" lang="zh-CN" altLang="en-US" sz="8800" dirty="0">
                <a:solidFill>
                  <a:srgbClr val="004E98"/>
                </a:solidFill>
                <a:latin typeface="FZZhengHeiS-DB-GB" panose="02000000000000000000" pitchFamily="2" charset="-122"/>
                <a:ea typeface="FZZhengHeiS-DB-GB" panose="02000000000000000000" pitchFamily="2" charset="-122"/>
              </a:rPr>
              <a:t>章节标题 </a:t>
            </a:r>
            <a:r>
              <a:rPr kumimoji="1" lang="en-US" altLang="zh-CN" sz="8800" dirty="0">
                <a:solidFill>
                  <a:srgbClr val="004E98"/>
                </a:solidFill>
                <a:latin typeface="FZZhengHeiS-DB-GB" panose="02000000000000000000" pitchFamily="2" charset="-122"/>
                <a:ea typeface="FZZhengHeiS-DB-GB" panose="02000000000000000000" pitchFamily="2" charset="-122"/>
              </a:rPr>
              <a:t>02</a:t>
            </a:r>
            <a:endParaRPr kumimoji="1" lang="zh-CN" altLang="en-US" sz="8800" dirty="0">
              <a:solidFill>
                <a:srgbClr val="004E98"/>
              </a:solidFill>
              <a:latin typeface="FZZhengHeiS-DB-GB" panose="02000000000000000000" pitchFamily="2" charset="-122"/>
              <a:ea typeface="FZZhengHeiS-DB-GB" panose="02000000000000000000" pitchFamily="2" charset="-122"/>
            </a:endParaRPr>
          </a:p>
        </p:txBody>
      </p:sp>
      <p:pic>
        <p:nvPicPr>
          <p:cNvPr id="5" name="图片 4">
            <a:extLst>
              <a:ext uri="{FF2B5EF4-FFF2-40B4-BE49-F238E27FC236}">
                <a16:creationId xmlns:a16="http://schemas.microsoft.com/office/drawing/2014/main" id="{558AD7AD-4BAA-4849-B78B-A5E6A5F26C8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1841855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84F574D-1A1D-9946-B1F8-69051BDAE772}"/>
              </a:ext>
            </a:extLst>
          </p:cNvPr>
          <p:cNvSpPr/>
          <p:nvPr/>
        </p:nvSpPr>
        <p:spPr>
          <a:xfrm>
            <a:off x="2913037" y="1729525"/>
            <a:ext cx="8606791" cy="670560"/>
          </a:xfrm>
          <a:prstGeom prst="rect">
            <a:avLst/>
          </a:prstGeom>
          <a:solidFill>
            <a:schemeClr val="bg1"/>
          </a:solidFill>
          <a:ln>
            <a:solidFill>
              <a:srgbClr val="004E96"/>
            </a:solidFill>
          </a:ln>
          <a:effectLst>
            <a:outerShdw blurRad="177800" sx="101000" sy="101000" algn="ctr" rotWithShape="0">
              <a:schemeClr val="accent2">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t> 爱国进步、诚信质朴、求真创新、为人师表  </a:t>
            </a:r>
          </a:p>
        </p:txBody>
      </p:sp>
      <p:sp>
        <p:nvSpPr>
          <p:cNvPr id="11" name="矩形 10">
            <a:extLst>
              <a:ext uri="{FF2B5EF4-FFF2-40B4-BE49-F238E27FC236}">
                <a16:creationId xmlns:a16="http://schemas.microsoft.com/office/drawing/2014/main" id="{227C87C6-6BE6-CE4D-BE34-FA86D81B0D58}"/>
              </a:ext>
            </a:extLst>
          </p:cNvPr>
          <p:cNvSpPr/>
          <p:nvPr/>
        </p:nvSpPr>
        <p:spPr>
          <a:xfrm>
            <a:off x="2913037" y="2750605"/>
            <a:ext cx="8606791" cy="670560"/>
          </a:xfrm>
          <a:prstGeom prst="rect">
            <a:avLst/>
          </a:prstGeom>
          <a:solidFill>
            <a:schemeClr val="bg1"/>
          </a:solidFill>
          <a:ln>
            <a:solidFill>
              <a:srgbClr val="004E96"/>
            </a:solidFill>
          </a:ln>
          <a:effectLst>
            <a:outerShdw blurRad="177800" sx="101000" sy="101000" algn="ctr" rotWithShape="0">
              <a:schemeClr val="accent2">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t>✦ 爱国进步、诚信质朴、求真创新、为人师表 ✦ </a:t>
            </a:r>
          </a:p>
        </p:txBody>
      </p:sp>
      <p:sp>
        <p:nvSpPr>
          <p:cNvPr id="14" name="矩形 13">
            <a:extLst>
              <a:ext uri="{FF2B5EF4-FFF2-40B4-BE49-F238E27FC236}">
                <a16:creationId xmlns:a16="http://schemas.microsoft.com/office/drawing/2014/main" id="{7C59326F-B2C8-5241-8B53-DBD6D55A02C9}"/>
              </a:ext>
            </a:extLst>
          </p:cNvPr>
          <p:cNvSpPr/>
          <p:nvPr/>
        </p:nvSpPr>
        <p:spPr>
          <a:xfrm>
            <a:off x="2913037" y="3756445"/>
            <a:ext cx="8606791" cy="670560"/>
          </a:xfrm>
          <a:prstGeom prst="rect">
            <a:avLst/>
          </a:prstGeom>
          <a:solidFill>
            <a:schemeClr val="bg1"/>
          </a:solidFill>
          <a:ln>
            <a:solidFill>
              <a:srgbClr val="004E96"/>
            </a:solidFill>
          </a:ln>
          <a:effectLst>
            <a:outerShdw blurRad="177800" sx="101000" sy="101000" algn="ctr" rotWithShape="0">
              <a:schemeClr val="accent2">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t> 爱国进步、诚信质朴、求真创新、为人师表 </a:t>
            </a:r>
          </a:p>
        </p:txBody>
      </p:sp>
      <p:sp>
        <p:nvSpPr>
          <p:cNvPr id="17" name="矩形 16">
            <a:extLst>
              <a:ext uri="{FF2B5EF4-FFF2-40B4-BE49-F238E27FC236}">
                <a16:creationId xmlns:a16="http://schemas.microsoft.com/office/drawing/2014/main" id="{7CBFE705-063F-124D-A3D8-3403A38A994C}"/>
              </a:ext>
            </a:extLst>
          </p:cNvPr>
          <p:cNvSpPr/>
          <p:nvPr/>
        </p:nvSpPr>
        <p:spPr>
          <a:xfrm>
            <a:off x="2913037" y="4777525"/>
            <a:ext cx="8606791" cy="670560"/>
          </a:xfrm>
          <a:prstGeom prst="rect">
            <a:avLst/>
          </a:prstGeom>
          <a:solidFill>
            <a:schemeClr val="bg1"/>
          </a:solidFill>
          <a:ln>
            <a:solidFill>
              <a:srgbClr val="004E96"/>
            </a:solidFill>
          </a:ln>
          <a:effectLst>
            <a:outerShdw blurRad="177800" sx="101000" sy="101000" algn="ctr" rotWithShape="0">
              <a:schemeClr val="accent2">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t> 爱国进步、诚信质朴、求真创新、为人师表 </a:t>
            </a:r>
          </a:p>
        </p:txBody>
      </p:sp>
      <p:sp>
        <p:nvSpPr>
          <p:cNvPr id="19" name="同侧圆角矩形 18">
            <a:extLst>
              <a:ext uri="{FF2B5EF4-FFF2-40B4-BE49-F238E27FC236}">
                <a16:creationId xmlns:a16="http://schemas.microsoft.com/office/drawing/2014/main" id="{6EF5B00E-D021-3A4C-8AF2-606F6D662A63}"/>
              </a:ext>
            </a:extLst>
          </p:cNvPr>
          <p:cNvSpPr/>
          <p:nvPr/>
        </p:nvSpPr>
        <p:spPr>
          <a:xfrm rot="16200000">
            <a:off x="1487065" y="997263"/>
            <a:ext cx="670559" cy="2135087"/>
          </a:xfrm>
          <a:prstGeom prst="round2SameRect">
            <a:avLst/>
          </a:prstGeom>
          <a:solidFill>
            <a:srgbClr val="004E98"/>
          </a:solidFill>
          <a:ln>
            <a:noFill/>
          </a:ln>
          <a:effectLst>
            <a:outerShdw blurRad="279400" sx="101000" sy="101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0" name="文本框 19">
            <a:extLst>
              <a:ext uri="{FF2B5EF4-FFF2-40B4-BE49-F238E27FC236}">
                <a16:creationId xmlns:a16="http://schemas.microsoft.com/office/drawing/2014/main" id="{93A50F75-88DA-664D-9618-E42890FC4B18}"/>
              </a:ext>
            </a:extLst>
          </p:cNvPr>
          <p:cNvSpPr txBox="1"/>
          <p:nvPr/>
        </p:nvSpPr>
        <p:spPr>
          <a:xfrm>
            <a:off x="966001" y="1858397"/>
            <a:ext cx="2285201" cy="379656"/>
          </a:xfrm>
          <a:prstGeom prst="rect">
            <a:avLst/>
          </a:prstGeom>
          <a:noFill/>
        </p:spPr>
        <p:txBody>
          <a:bodyPr wrap="square" rtlCol="0">
            <a:spAutoFit/>
          </a:bodyPr>
          <a:lstStyle/>
          <a:p>
            <a:r>
              <a:rPr kumimoji="1" lang="en-US" altLang="zh-CN" sz="1867" b="1" dirty="0">
                <a:solidFill>
                  <a:schemeClr val="bg1"/>
                </a:solidFill>
                <a:latin typeface="Source Han Serif CN" panose="02020400000000000000" pitchFamily="18" charset="-128"/>
                <a:ea typeface="Source Han Serif CN" panose="02020400000000000000" pitchFamily="18" charset="-128"/>
              </a:rPr>
              <a:t>01</a:t>
            </a:r>
            <a:r>
              <a:rPr kumimoji="1" lang="zh-CN" altLang="en-US" sz="1867" b="1" dirty="0">
                <a:solidFill>
                  <a:schemeClr val="bg1"/>
                </a:solidFill>
                <a:latin typeface="Source Han Serif CN" panose="02020400000000000000" pitchFamily="18" charset="-128"/>
                <a:ea typeface="Source Han Serif CN" panose="02020400000000000000" pitchFamily="18" charset="-128"/>
              </a:rPr>
              <a:t> </a:t>
            </a:r>
            <a:r>
              <a:rPr kumimoji="1" lang="en-US" altLang="zh-CN" sz="1867" b="1" dirty="0">
                <a:solidFill>
                  <a:schemeClr val="bg1"/>
                </a:solidFill>
                <a:latin typeface="Source Han Serif CN" panose="02020400000000000000" pitchFamily="18" charset="-128"/>
                <a:ea typeface="Source Han Serif CN" panose="02020400000000000000" pitchFamily="18" charset="-128"/>
              </a:rPr>
              <a:t>/</a:t>
            </a:r>
            <a:r>
              <a:rPr kumimoji="1" lang="zh-CN" altLang="en-US" sz="1867" b="1" dirty="0">
                <a:solidFill>
                  <a:schemeClr val="bg1"/>
                </a:solidFill>
                <a:latin typeface="Source Han Serif CN" panose="02020400000000000000" pitchFamily="18" charset="-128"/>
                <a:ea typeface="Source Han Serif CN" panose="02020400000000000000" pitchFamily="18" charset="-128"/>
              </a:rPr>
              <a:t>  添加标题</a:t>
            </a:r>
          </a:p>
        </p:txBody>
      </p:sp>
      <p:sp>
        <p:nvSpPr>
          <p:cNvPr id="21" name="同侧圆角矩形 20">
            <a:extLst>
              <a:ext uri="{FF2B5EF4-FFF2-40B4-BE49-F238E27FC236}">
                <a16:creationId xmlns:a16="http://schemas.microsoft.com/office/drawing/2014/main" id="{D29B65CD-EC2C-4B40-AD30-3B16C70E2668}"/>
              </a:ext>
            </a:extLst>
          </p:cNvPr>
          <p:cNvSpPr/>
          <p:nvPr/>
        </p:nvSpPr>
        <p:spPr>
          <a:xfrm rot="16200000">
            <a:off x="1487063" y="2025058"/>
            <a:ext cx="670559" cy="2135087"/>
          </a:xfrm>
          <a:prstGeom prst="round2SameRect">
            <a:avLst/>
          </a:prstGeom>
          <a:solidFill>
            <a:srgbClr val="004E98"/>
          </a:solidFill>
          <a:ln>
            <a:noFill/>
          </a:ln>
          <a:effectLst>
            <a:outerShdw blurRad="279400" sx="101000" sy="101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2" name="文本框 21">
            <a:extLst>
              <a:ext uri="{FF2B5EF4-FFF2-40B4-BE49-F238E27FC236}">
                <a16:creationId xmlns:a16="http://schemas.microsoft.com/office/drawing/2014/main" id="{D30731E9-B38C-6D49-BA40-22DE5C83A7A1}"/>
              </a:ext>
            </a:extLst>
          </p:cNvPr>
          <p:cNvSpPr txBox="1"/>
          <p:nvPr/>
        </p:nvSpPr>
        <p:spPr>
          <a:xfrm>
            <a:off x="966000" y="2886191"/>
            <a:ext cx="2285201" cy="379656"/>
          </a:xfrm>
          <a:prstGeom prst="rect">
            <a:avLst/>
          </a:prstGeom>
          <a:noFill/>
        </p:spPr>
        <p:txBody>
          <a:bodyPr wrap="square" rtlCol="0">
            <a:spAutoFit/>
          </a:bodyPr>
          <a:lstStyle/>
          <a:p>
            <a:r>
              <a:rPr kumimoji="1" lang="en-US" altLang="zh-CN" sz="1867" b="1" dirty="0">
                <a:solidFill>
                  <a:schemeClr val="bg1"/>
                </a:solidFill>
                <a:latin typeface="Source Han Serif CN" panose="02020400000000000000" pitchFamily="18" charset="-128"/>
                <a:ea typeface="Source Han Serif CN" panose="02020400000000000000" pitchFamily="18" charset="-128"/>
              </a:rPr>
              <a:t>01</a:t>
            </a:r>
            <a:r>
              <a:rPr kumimoji="1" lang="zh-CN" altLang="en-US" sz="1867" b="1" dirty="0">
                <a:solidFill>
                  <a:schemeClr val="bg1"/>
                </a:solidFill>
                <a:latin typeface="Source Han Serif CN" panose="02020400000000000000" pitchFamily="18" charset="-128"/>
                <a:ea typeface="Source Han Serif CN" panose="02020400000000000000" pitchFamily="18" charset="-128"/>
              </a:rPr>
              <a:t> </a:t>
            </a:r>
            <a:r>
              <a:rPr kumimoji="1" lang="en-US" altLang="zh-CN" sz="1867" b="1" dirty="0">
                <a:solidFill>
                  <a:schemeClr val="bg1"/>
                </a:solidFill>
                <a:latin typeface="Source Han Serif CN" panose="02020400000000000000" pitchFamily="18" charset="-128"/>
                <a:ea typeface="Source Han Serif CN" panose="02020400000000000000" pitchFamily="18" charset="-128"/>
              </a:rPr>
              <a:t>/</a:t>
            </a:r>
            <a:r>
              <a:rPr kumimoji="1" lang="zh-CN" altLang="en-US" sz="1867" b="1" dirty="0">
                <a:solidFill>
                  <a:schemeClr val="bg1"/>
                </a:solidFill>
                <a:latin typeface="Source Han Serif CN" panose="02020400000000000000" pitchFamily="18" charset="-128"/>
                <a:ea typeface="Source Han Serif CN" panose="02020400000000000000" pitchFamily="18" charset="-128"/>
              </a:rPr>
              <a:t>  添加标题</a:t>
            </a:r>
          </a:p>
        </p:txBody>
      </p:sp>
      <p:sp>
        <p:nvSpPr>
          <p:cNvPr id="23" name="同侧圆角矩形 22">
            <a:extLst>
              <a:ext uri="{FF2B5EF4-FFF2-40B4-BE49-F238E27FC236}">
                <a16:creationId xmlns:a16="http://schemas.microsoft.com/office/drawing/2014/main" id="{2855B630-0FE0-594E-A329-4EDC713DDA93}"/>
              </a:ext>
            </a:extLst>
          </p:cNvPr>
          <p:cNvSpPr/>
          <p:nvPr/>
        </p:nvSpPr>
        <p:spPr>
          <a:xfrm rot="16200000">
            <a:off x="1487063" y="3027811"/>
            <a:ext cx="670559" cy="2135087"/>
          </a:xfrm>
          <a:prstGeom prst="round2SameRect">
            <a:avLst/>
          </a:prstGeom>
          <a:solidFill>
            <a:srgbClr val="004E98"/>
          </a:solidFill>
          <a:ln>
            <a:noFill/>
          </a:ln>
          <a:effectLst>
            <a:outerShdw blurRad="279400" sx="101000" sy="101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4" name="文本框 23">
            <a:extLst>
              <a:ext uri="{FF2B5EF4-FFF2-40B4-BE49-F238E27FC236}">
                <a16:creationId xmlns:a16="http://schemas.microsoft.com/office/drawing/2014/main" id="{5AFA958B-08F0-944B-840F-40D87F57C915}"/>
              </a:ext>
            </a:extLst>
          </p:cNvPr>
          <p:cNvSpPr txBox="1"/>
          <p:nvPr/>
        </p:nvSpPr>
        <p:spPr>
          <a:xfrm>
            <a:off x="966000" y="3888945"/>
            <a:ext cx="2285201" cy="379656"/>
          </a:xfrm>
          <a:prstGeom prst="rect">
            <a:avLst/>
          </a:prstGeom>
          <a:noFill/>
        </p:spPr>
        <p:txBody>
          <a:bodyPr wrap="square" rtlCol="0">
            <a:spAutoFit/>
          </a:bodyPr>
          <a:lstStyle/>
          <a:p>
            <a:r>
              <a:rPr kumimoji="1" lang="en-US" altLang="zh-CN" sz="1867" b="1" dirty="0">
                <a:solidFill>
                  <a:schemeClr val="bg1"/>
                </a:solidFill>
                <a:latin typeface="Source Han Serif CN" panose="02020400000000000000" pitchFamily="18" charset="-128"/>
                <a:ea typeface="Source Han Serif CN" panose="02020400000000000000" pitchFamily="18" charset="-128"/>
              </a:rPr>
              <a:t>01</a:t>
            </a:r>
            <a:r>
              <a:rPr kumimoji="1" lang="zh-CN" altLang="en-US" sz="1867" b="1" dirty="0">
                <a:solidFill>
                  <a:schemeClr val="bg1"/>
                </a:solidFill>
                <a:latin typeface="Source Han Serif CN" panose="02020400000000000000" pitchFamily="18" charset="-128"/>
                <a:ea typeface="Source Han Serif CN" panose="02020400000000000000" pitchFamily="18" charset="-128"/>
              </a:rPr>
              <a:t> </a:t>
            </a:r>
            <a:r>
              <a:rPr kumimoji="1" lang="en-US" altLang="zh-CN" sz="1867" b="1" dirty="0">
                <a:solidFill>
                  <a:schemeClr val="bg1"/>
                </a:solidFill>
                <a:latin typeface="Source Han Serif CN" panose="02020400000000000000" pitchFamily="18" charset="-128"/>
                <a:ea typeface="Source Han Serif CN" panose="02020400000000000000" pitchFamily="18" charset="-128"/>
              </a:rPr>
              <a:t>/</a:t>
            </a:r>
            <a:r>
              <a:rPr kumimoji="1" lang="zh-CN" altLang="en-US" sz="1867" b="1" dirty="0">
                <a:solidFill>
                  <a:schemeClr val="bg1"/>
                </a:solidFill>
                <a:latin typeface="Source Han Serif CN" panose="02020400000000000000" pitchFamily="18" charset="-128"/>
                <a:ea typeface="Source Han Serif CN" panose="02020400000000000000" pitchFamily="18" charset="-128"/>
              </a:rPr>
              <a:t>  添加标题</a:t>
            </a:r>
          </a:p>
        </p:txBody>
      </p:sp>
      <p:sp>
        <p:nvSpPr>
          <p:cNvPr id="25" name="同侧圆角矩形 24">
            <a:extLst>
              <a:ext uri="{FF2B5EF4-FFF2-40B4-BE49-F238E27FC236}">
                <a16:creationId xmlns:a16="http://schemas.microsoft.com/office/drawing/2014/main" id="{65269958-2480-6445-80B7-BC3AC5EEF226}"/>
              </a:ext>
            </a:extLst>
          </p:cNvPr>
          <p:cNvSpPr/>
          <p:nvPr/>
        </p:nvSpPr>
        <p:spPr>
          <a:xfrm rot="16200000">
            <a:off x="1487063" y="4045263"/>
            <a:ext cx="670559" cy="2135087"/>
          </a:xfrm>
          <a:prstGeom prst="round2SameRect">
            <a:avLst/>
          </a:prstGeom>
          <a:solidFill>
            <a:srgbClr val="004E98"/>
          </a:solidFill>
          <a:ln>
            <a:noFill/>
          </a:ln>
          <a:effectLst>
            <a:outerShdw blurRad="279400" sx="101000" sy="101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6" name="文本框 25">
            <a:extLst>
              <a:ext uri="{FF2B5EF4-FFF2-40B4-BE49-F238E27FC236}">
                <a16:creationId xmlns:a16="http://schemas.microsoft.com/office/drawing/2014/main" id="{9FE06854-8D7D-424A-894F-9154F3AA283C}"/>
              </a:ext>
            </a:extLst>
          </p:cNvPr>
          <p:cNvSpPr txBox="1"/>
          <p:nvPr/>
        </p:nvSpPr>
        <p:spPr>
          <a:xfrm>
            <a:off x="966000" y="4906397"/>
            <a:ext cx="2285201" cy="379656"/>
          </a:xfrm>
          <a:prstGeom prst="rect">
            <a:avLst/>
          </a:prstGeom>
          <a:noFill/>
        </p:spPr>
        <p:txBody>
          <a:bodyPr wrap="square" rtlCol="0">
            <a:spAutoFit/>
          </a:bodyPr>
          <a:lstStyle/>
          <a:p>
            <a:r>
              <a:rPr kumimoji="1" lang="en-US" altLang="zh-CN" sz="1867" b="1" dirty="0">
                <a:solidFill>
                  <a:schemeClr val="bg1"/>
                </a:solidFill>
                <a:latin typeface="Source Han Serif CN" panose="02020400000000000000" pitchFamily="18" charset="-128"/>
                <a:ea typeface="Source Han Serif CN" panose="02020400000000000000" pitchFamily="18" charset="-128"/>
              </a:rPr>
              <a:t>01</a:t>
            </a:r>
            <a:r>
              <a:rPr kumimoji="1" lang="zh-CN" altLang="en-US" sz="1867" b="1" dirty="0">
                <a:solidFill>
                  <a:schemeClr val="bg1"/>
                </a:solidFill>
                <a:latin typeface="Source Han Serif CN" panose="02020400000000000000" pitchFamily="18" charset="-128"/>
                <a:ea typeface="Source Han Serif CN" panose="02020400000000000000" pitchFamily="18" charset="-128"/>
              </a:rPr>
              <a:t> </a:t>
            </a:r>
            <a:r>
              <a:rPr kumimoji="1" lang="en-US" altLang="zh-CN" sz="1867" b="1" dirty="0">
                <a:solidFill>
                  <a:schemeClr val="bg1"/>
                </a:solidFill>
                <a:latin typeface="Source Han Serif CN" panose="02020400000000000000" pitchFamily="18" charset="-128"/>
                <a:ea typeface="Source Han Serif CN" panose="02020400000000000000" pitchFamily="18" charset="-128"/>
              </a:rPr>
              <a:t>/</a:t>
            </a:r>
            <a:r>
              <a:rPr kumimoji="1" lang="zh-CN" altLang="en-US" sz="1867" b="1" dirty="0">
                <a:solidFill>
                  <a:schemeClr val="bg1"/>
                </a:solidFill>
                <a:latin typeface="Source Han Serif CN" panose="02020400000000000000" pitchFamily="18" charset="-128"/>
                <a:ea typeface="Source Han Serif CN" panose="02020400000000000000" pitchFamily="18" charset="-128"/>
              </a:rPr>
              <a:t>  添加标题</a:t>
            </a:r>
          </a:p>
        </p:txBody>
      </p:sp>
      <p:sp>
        <p:nvSpPr>
          <p:cNvPr id="27" name="矩形 26">
            <a:extLst>
              <a:ext uri="{FF2B5EF4-FFF2-40B4-BE49-F238E27FC236}">
                <a16:creationId xmlns:a16="http://schemas.microsoft.com/office/drawing/2014/main" id="{FCDEDC29-0CF6-BD47-825A-8CEED6D6CB59}"/>
              </a:ext>
            </a:extLst>
          </p:cNvPr>
          <p:cNvSpPr/>
          <p:nvPr/>
        </p:nvSpPr>
        <p:spPr>
          <a:xfrm>
            <a:off x="2947945" y="1740451"/>
            <a:ext cx="8524168" cy="618887"/>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28" name="矩形 27">
            <a:extLst>
              <a:ext uri="{FF2B5EF4-FFF2-40B4-BE49-F238E27FC236}">
                <a16:creationId xmlns:a16="http://schemas.microsoft.com/office/drawing/2014/main" id="{0A560087-504E-2846-9492-2ED9541CAAF1}"/>
              </a:ext>
            </a:extLst>
          </p:cNvPr>
          <p:cNvSpPr/>
          <p:nvPr/>
        </p:nvSpPr>
        <p:spPr>
          <a:xfrm>
            <a:off x="2947945" y="2752809"/>
            <a:ext cx="8524168" cy="618887"/>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29" name="矩形 28">
            <a:extLst>
              <a:ext uri="{FF2B5EF4-FFF2-40B4-BE49-F238E27FC236}">
                <a16:creationId xmlns:a16="http://schemas.microsoft.com/office/drawing/2014/main" id="{C578EA1D-88AD-064B-A0CB-A4E637209328}"/>
              </a:ext>
            </a:extLst>
          </p:cNvPr>
          <p:cNvSpPr/>
          <p:nvPr/>
        </p:nvSpPr>
        <p:spPr>
          <a:xfrm>
            <a:off x="2947945" y="3765168"/>
            <a:ext cx="8524168" cy="618887"/>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30" name="矩形 29">
            <a:extLst>
              <a:ext uri="{FF2B5EF4-FFF2-40B4-BE49-F238E27FC236}">
                <a16:creationId xmlns:a16="http://schemas.microsoft.com/office/drawing/2014/main" id="{D7AD88A1-CD87-9343-A6BF-3B9D03651C4C}"/>
              </a:ext>
            </a:extLst>
          </p:cNvPr>
          <p:cNvSpPr/>
          <p:nvPr/>
        </p:nvSpPr>
        <p:spPr>
          <a:xfrm>
            <a:off x="2947945" y="4777525"/>
            <a:ext cx="8524168" cy="618887"/>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31" name="矩形: 圆角 20">
            <a:extLst>
              <a:ext uri="{FF2B5EF4-FFF2-40B4-BE49-F238E27FC236}">
                <a16:creationId xmlns:a16="http://schemas.microsoft.com/office/drawing/2014/main" id="{6B8EF79D-1731-8E42-BD41-EE5A2D2E752E}"/>
              </a:ext>
            </a:extLst>
          </p:cNvPr>
          <p:cNvSpPr/>
          <p:nvPr/>
        </p:nvSpPr>
        <p:spPr>
          <a:xfrm>
            <a:off x="-1945979" y="5616906"/>
            <a:ext cx="2911977" cy="60959"/>
          </a:xfrm>
          <a:prstGeom prst="roundRect">
            <a:avLst>
              <a:gd name="adj" fmla="val 50000"/>
            </a:avLst>
          </a:prstGeom>
          <a:gradFill flip="none" rotWithShape="1">
            <a:gsLst>
              <a:gs pos="24000">
                <a:srgbClr val="C3000F">
                  <a:alpha val="0"/>
                </a:srgbClr>
              </a:gs>
              <a:gs pos="65000">
                <a:srgbClr val="2F5597"/>
              </a:gs>
              <a:gs pos="98000">
                <a:srgbClr val="004E98"/>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sp>
        <p:nvSpPr>
          <p:cNvPr id="32" name="矩形: 圆角 20">
            <a:extLst>
              <a:ext uri="{FF2B5EF4-FFF2-40B4-BE49-F238E27FC236}">
                <a16:creationId xmlns:a16="http://schemas.microsoft.com/office/drawing/2014/main" id="{082EE0DB-7A34-8945-901B-463069732714}"/>
              </a:ext>
            </a:extLst>
          </p:cNvPr>
          <p:cNvSpPr/>
          <p:nvPr/>
        </p:nvSpPr>
        <p:spPr>
          <a:xfrm flipH="1">
            <a:off x="10016122" y="5825263"/>
            <a:ext cx="2911977" cy="67539"/>
          </a:xfrm>
          <a:prstGeom prst="roundRect">
            <a:avLst>
              <a:gd name="adj" fmla="val 50000"/>
            </a:avLst>
          </a:prstGeom>
          <a:gradFill flip="none" rotWithShape="1">
            <a:gsLst>
              <a:gs pos="24000">
                <a:srgbClr val="C3000F">
                  <a:alpha val="0"/>
                </a:srgbClr>
              </a:gs>
              <a:gs pos="65000">
                <a:srgbClr val="2F5597"/>
              </a:gs>
              <a:gs pos="98000">
                <a:srgbClr val="004E98"/>
              </a:gs>
            </a:gsLst>
            <a:lin ang="0" scaled="1"/>
            <a:tileRect/>
          </a:gra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OPPOSans R"/>
              <a:ea typeface="OPPOSans R"/>
            </a:endParaRPr>
          </a:p>
        </p:txBody>
      </p:sp>
      <p:grpSp>
        <p:nvGrpSpPr>
          <p:cNvPr id="33" name="组合 32">
            <a:extLst>
              <a:ext uri="{FF2B5EF4-FFF2-40B4-BE49-F238E27FC236}">
                <a16:creationId xmlns:a16="http://schemas.microsoft.com/office/drawing/2014/main" id="{102C71F3-B401-9E43-A925-2F75751F096F}"/>
              </a:ext>
            </a:extLst>
          </p:cNvPr>
          <p:cNvGrpSpPr/>
          <p:nvPr/>
        </p:nvGrpSpPr>
        <p:grpSpPr>
          <a:xfrm>
            <a:off x="-830385" y="475046"/>
            <a:ext cx="1660770" cy="167665"/>
            <a:chOff x="6429877" y="2075668"/>
            <a:chExt cx="1982046" cy="109699"/>
          </a:xfrm>
          <a:solidFill>
            <a:srgbClr val="004E98"/>
          </a:solidFill>
        </p:grpSpPr>
        <p:sp>
          <p:nvSpPr>
            <p:cNvPr id="34" name="矩形: 圆角 26">
              <a:extLst>
                <a:ext uri="{FF2B5EF4-FFF2-40B4-BE49-F238E27FC236}">
                  <a16:creationId xmlns:a16="http://schemas.microsoft.com/office/drawing/2014/main" id="{4837F803-45CE-7642-8EA6-19B1C5720788}"/>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35" name="矩形: 圆角 41">
              <a:extLst>
                <a:ext uri="{FF2B5EF4-FFF2-40B4-BE49-F238E27FC236}">
                  <a16:creationId xmlns:a16="http://schemas.microsoft.com/office/drawing/2014/main" id="{6BB5462C-B490-AC41-8F5D-A885006B097E}"/>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36" name="矩形: 圆角 42">
              <a:extLst>
                <a:ext uri="{FF2B5EF4-FFF2-40B4-BE49-F238E27FC236}">
                  <a16:creationId xmlns:a16="http://schemas.microsoft.com/office/drawing/2014/main" id="{C8C85203-CD6F-B64D-A408-D9174A1FD9BC}"/>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37" name="文本框 36">
            <a:extLst>
              <a:ext uri="{FF2B5EF4-FFF2-40B4-BE49-F238E27FC236}">
                <a16:creationId xmlns:a16="http://schemas.microsoft.com/office/drawing/2014/main" id="{AE7286D0-E95A-DE48-B728-AA6DC95A03E3}"/>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38" name="图片 37">
            <a:extLst>
              <a:ext uri="{FF2B5EF4-FFF2-40B4-BE49-F238E27FC236}">
                <a16:creationId xmlns:a16="http://schemas.microsoft.com/office/drawing/2014/main" id="{5C71AB42-ABC8-8547-8CDA-6AC1A78149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39" name="直线连接符 38">
            <a:extLst>
              <a:ext uri="{FF2B5EF4-FFF2-40B4-BE49-F238E27FC236}">
                <a16:creationId xmlns:a16="http://schemas.microsoft.com/office/drawing/2014/main" id="{8D390D80-2415-FD40-8754-691CD56F9693}"/>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2BCFCE10-AAD6-CC44-8C4C-53AB6999D3DA}"/>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1" name="文本框 40">
            <a:extLst>
              <a:ext uri="{FF2B5EF4-FFF2-40B4-BE49-F238E27FC236}">
                <a16:creationId xmlns:a16="http://schemas.microsoft.com/office/drawing/2014/main" id="{EE0C3154-C9AB-8C40-A91D-94987EC75620}"/>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1675452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平行四边形 12">
            <a:extLst>
              <a:ext uri="{FF2B5EF4-FFF2-40B4-BE49-F238E27FC236}">
                <a16:creationId xmlns:a16="http://schemas.microsoft.com/office/drawing/2014/main" id="{BDD47A8A-4E2F-8F4D-A350-146AF9E2288B}"/>
              </a:ext>
            </a:extLst>
          </p:cNvPr>
          <p:cNvSpPr/>
          <p:nvPr/>
        </p:nvSpPr>
        <p:spPr>
          <a:xfrm>
            <a:off x="-636010" y="1658335"/>
            <a:ext cx="6947135" cy="2538491"/>
          </a:xfrm>
          <a:custGeom>
            <a:avLst/>
            <a:gdLst>
              <a:gd name="connsiteX0" fmla="*/ 3279 w 6947135"/>
              <a:gd name="connsiteY0" fmla="*/ 2404296 h 2538490"/>
              <a:gd name="connsiteX1" fmla="*/ 583902 w 6947135"/>
              <a:gd name="connsiteY1" fmla="*/ 81806 h 2538490"/>
              <a:gd name="connsiteX2" fmla="*/ 688678 w 6947135"/>
              <a:gd name="connsiteY2" fmla="*/ 0 h 2538490"/>
              <a:gd name="connsiteX3" fmla="*/ 6839081 w 6947135"/>
              <a:gd name="connsiteY3" fmla="*/ 0 h 2538490"/>
              <a:gd name="connsiteX4" fmla="*/ 6943857 w 6947135"/>
              <a:gd name="connsiteY4" fmla="*/ 134194 h 2538490"/>
              <a:gd name="connsiteX5" fmla="*/ 6363235 w 6947135"/>
              <a:gd name="connsiteY5" fmla="*/ 2456684 h 2538490"/>
              <a:gd name="connsiteX6" fmla="*/ 6258459 w 6947135"/>
              <a:gd name="connsiteY6" fmla="*/ 2538490 h 2538490"/>
              <a:gd name="connsiteX7" fmla="*/ 108055 w 6947135"/>
              <a:gd name="connsiteY7" fmla="*/ 2538490 h 2538490"/>
              <a:gd name="connsiteX8" fmla="*/ 3279 w 6947135"/>
              <a:gd name="connsiteY8" fmla="*/ 2404296 h 253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47135" h="2538490">
                <a:moveTo>
                  <a:pt x="3279" y="2404296"/>
                </a:moveTo>
                <a:lnTo>
                  <a:pt x="583902" y="81806"/>
                </a:lnTo>
                <a:cubicBezTo>
                  <a:pt x="595928" y="33704"/>
                  <a:pt x="639095" y="0"/>
                  <a:pt x="688678" y="0"/>
                </a:cubicBezTo>
                <a:lnTo>
                  <a:pt x="6839081" y="0"/>
                </a:lnTo>
                <a:cubicBezTo>
                  <a:pt x="6909350" y="0"/>
                  <a:pt x="6960899" y="66023"/>
                  <a:pt x="6943857" y="134194"/>
                </a:cubicBezTo>
                <a:lnTo>
                  <a:pt x="6363235" y="2456684"/>
                </a:lnTo>
                <a:cubicBezTo>
                  <a:pt x="6351209" y="2504786"/>
                  <a:pt x="6308042" y="2538490"/>
                  <a:pt x="6258459" y="2538490"/>
                </a:cubicBezTo>
                <a:lnTo>
                  <a:pt x="108055" y="2538490"/>
                </a:lnTo>
                <a:cubicBezTo>
                  <a:pt x="37786" y="2538490"/>
                  <a:pt x="-13763" y="2472466"/>
                  <a:pt x="3279" y="2404296"/>
                </a:cubicBezTo>
              </a:path>
            </a:pathLst>
          </a:custGeom>
          <a:solidFill>
            <a:srgbClr val="004E97">
              <a:alpha val="14902"/>
            </a:srgbClr>
          </a:solidFill>
          <a:ln w="12700"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endParaRPr lang="zh-CN" altLang="en-US" sz="2400" kern="0">
              <a:solidFill>
                <a:prstClr val="white"/>
              </a:solidFill>
              <a:latin typeface="OPPOSans R"/>
              <a:ea typeface="OPPOSans R"/>
            </a:endParaRPr>
          </a:p>
        </p:txBody>
      </p:sp>
      <p:sp>
        <p:nvSpPr>
          <p:cNvPr id="3" name="平行四边形 12">
            <a:extLst>
              <a:ext uri="{FF2B5EF4-FFF2-40B4-BE49-F238E27FC236}">
                <a16:creationId xmlns:a16="http://schemas.microsoft.com/office/drawing/2014/main" id="{B4584F85-50F9-5D49-A6AB-C00DEA6A5284}"/>
              </a:ext>
            </a:extLst>
          </p:cNvPr>
          <p:cNvSpPr/>
          <p:nvPr/>
        </p:nvSpPr>
        <p:spPr>
          <a:xfrm>
            <a:off x="-748786" y="1535797"/>
            <a:ext cx="6947135" cy="2538491"/>
          </a:xfrm>
          <a:custGeom>
            <a:avLst/>
            <a:gdLst>
              <a:gd name="connsiteX0" fmla="*/ 3279 w 6947135"/>
              <a:gd name="connsiteY0" fmla="*/ 2404296 h 2538490"/>
              <a:gd name="connsiteX1" fmla="*/ 583902 w 6947135"/>
              <a:gd name="connsiteY1" fmla="*/ 81806 h 2538490"/>
              <a:gd name="connsiteX2" fmla="*/ 688678 w 6947135"/>
              <a:gd name="connsiteY2" fmla="*/ 0 h 2538490"/>
              <a:gd name="connsiteX3" fmla="*/ 6839081 w 6947135"/>
              <a:gd name="connsiteY3" fmla="*/ 0 h 2538490"/>
              <a:gd name="connsiteX4" fmla="*/ 6943857 w 6947135"/>
              <a:gd name="connsiteY4" fmla="*/ 134194 h 2538490"/>
              <a:gd name="connsiteX5" fmla="*/ 6363235 w 6947135"/>
              <a:gd name="connsiteY5" fmla="*/ 2456684 h 2538490"/>
              <a:gd name="connsiteX6" fmla="*/ 6258459 w 6947135"/>
              <a:gd name="connsiteY6" fmla="*/ 2538490 h 2538490"/>
              <a:gd name="connsiteX7" fmla="*/ 108055 w 6947135"/>
              <a:gd name="connsiteY7" fmla="*/ 2538490 h 2538490"/>
              <a:gd name="connsiteX8" fmla="*/ 3279 w 6947135"/>
              <a:gd name="connsiteY8" fmla="*/ 2404296 h 253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47135" h="2538490">
                <a:moveTo>
                  <a:pt x="3279" y="2404296"/>
                </a:moveTo>
                <a:lnTo>
                  <a:pt x="583902" y="81806"/>
                </a:lnTo>
                <a:cubicBezTo>
                  <a:pt x="595928" y="33704"/>
                  <a:pt x="639095" y="0"/>
                  <a:pt x="688678" y="0"/>
                </a:cubicBezTo>
                <a:lnTo>
                  <a:pt x="6839081" y="0"/>
                </a:lnTo>
                <a:cubicBezTo>
                  <a:pt x="6909350" y="0"/>
                  <a:pt x="6960899" y="66023"/>
                  <a:pt x="6943857" y="134194"/>
                </a:cubicBezTo>
                <a:lnTo>
                  <a:pt x="6363235" y="2456684"/>
                </a:lnTo>
                <a:cubicBezTo>
                  <a:pt x="6351209" y="2504786"/>
                  <a:pt x="6308042" y="2538490"/>
                  <a:pt x="6258459" y="2538490"/>
                </a:cubicBezTo>
                <a:lnTo>
                  <a:pt x="108055" y="2538490"/>
                </a:lnTo>
                <a:cubicBezTo>
                  <a:pt x="37786" y="2538490"/>
                  <a:pt x="-13763" y="2472466"/>
                  <a:pt x="3279" y="2404296"/>
                </a:cubicBezTo>
              </a:path>
            </a:pathLst>
          </a:custGeom>
          <a:solidFill>
            <a:schemeClr val="bg1"/>
          </a:solidFill>
          <a:ln>
            <a:solidFill>
              <a:srgbClr val="004E96"/>
            </a:solidFill>
          </a:ln>
          <a:effectLst>
            <a:outerShdw blurRad="177800" sx="101000" sy="101000" algn="ctr" rotWithShape="0">
              <a:schemeClr val="accent2">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 name="平行四边形 12">
            <a:extLst>
              <a:ext uri="{FF2B5EF4-FFF2-40B4-BE49-F238E27FC236}">
                <a16:creationId xmlns:a16="http://schemas.microsoft.com/office/drawing/2014/main" id="{2972377F-55FE-344A-8E7B-4EC0FD7919DF}"/>
              </a:ext>
            </a:extLst>
          </p:cNvPr>
          <p:cNvSpPr/>
          <p:nvPr/>
        </p:nvSpPr>
        <p:spPr>
          <a:xfrm>
            <a:off x="5701918" y="3485380"/>
            <a:ext cx="6947135" cy="2538491"/>
          </a:xfrm>
          <a:custGeom>
            <a:avLst/>
            <a:gdLst>
              <a:gd name="connsiteX0" fmla="*/ 3279 w 6947135"/>
              <a:gd name="connsiteY0" fmla="*/ 2404296 h 2538490"/>
              <a:gd name="connsiteX1" fmla="*/ 583902 w 6947135"/>
              <a:gd name="connsiteY1" fmla="*/ 81806 h 2538490"/>
              <a:gd name="connsiteX2" fmla="*/ 688678 w 6947135"/>
              <a:gd name="connsiteY2" fmla="*/ 0 h 2538490"/>
              <a:gd name="connsiteX3" fmla="*/ 6839081 w 6947135"/>
              <a:gd name="connsiteY3" fmla="*/ 0 h 2538490"/>
              <a:gd name="connsiteX4" fmla="*/ 6943857 w 6947135"/>
              <a:gd name="connsiteY4" fmla="*/ 134194 h 2538490"/>
              <a:gd name="connsiteX5" fmla="*/ 6363235 w 6947135"/>
              <a:gd name="connsiteY5" fmla="*/ 2456684 h 2538490"/>
              <a:gd name="connsiteX6" fmla="*/ 6258459 w 6947135"/>
              <a:gd name="connsiteY6" fmla="*/ 2538490 h 2538490"/>
              <a:gd name="connsiteX7" fmla="*/ 108055 w 6947135"/>
              <a:gd name="connsiteY7" fmla="*/ 2538490 h 2538490"/>
              <a:gd name="connsiteX8" fmla="*/ 3279 w 6947135"/>
              <a:gd name="connsiteY8" fmla="*/ 2404296 h 253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47135" h="2538490">
                <a:moveTo>
                  <a:pt x="3279" y="2404296"/>
                </a:moveTo>
                <a:lnTo>
                  <a:pt x="583902" y="81806"/>
                </a:lnTo>
                <a:cubicBezTo>
                  <a:pt x="595928" y="33704"/>
                  <a:pt x="639095" y="0"/>
                  <a:pt x="688678" y="0"/>
                </a:cubicBezTo>
                <a:lnTo>
                  <a:pt x="6839081" y="0"/>
                </a:lnTo>
                <a:cubicBezTo>
                  <a:pt x="6909350" y="0"/>
                  <a:pt x="6960899" y="66023"/>
                  <a:pt x="6943857" y="134194"/>
                </a:cubicBezTo>
                <a:lnTo>
                  <a:pt x="6363235" y="2456684"/>
                </a:lnTo>
                <a:cubicBezTo>
                  <a:pt x="6351209" y="2504786"/>
                  <a:pt x="6308042" y="2538490"/>
                  <a:pt x="6258459" y="2538490"/>
                </a:cubicBezTo>
                <a:lnTo>
                  <a:pt x="108055" y="2538490"/>
                </a:lnTo>
                <a:cubicBezTo>
                  <a:pt x="37786" y="2538490"/>
                  <a:pt x="-13763" y="2472466"/>
                  <a:pt x="3279" y="2404296"/>
                </a:cubicBezTo>
              </a:path>
            </a:pathLst>
          </a:custGeom>
          <a:solidFill>
            <a:srgbClr val="004E97">
              <a:alpha val="14902"/>
            </a:srgbClr>
          </a:solidFill>
          <a:ln w="12700"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endParaRPr lang="zh-CN" altLang="en-US" sz="2400" kern="0">
              <a:solidFill>
                <a:prstClr val="white"/>
              </a:solidFill>
              <a:latin typeface="OPPOSans R"/>
              <a:ea typeface="OPPOSans R"/>
            </a:endParaRPr>
          </a:p>
        </p:txBody>
      </p:sp>
      <p:sp>
        <p:nvSpPr>
          <p:cNvPr id="5" name="平行四边形 12">
            <a:extLst>
              <a:ext uri="{FF2B5EF4-FFF2-40B4-BE49-F238E27FC236}">
                <a16:creationId xmlns:a16="http://schemas.microsoft.com/office/drawing/2014/main" id="{F799E0FE-55B8-A547-95BF-1312256D6BC2}"/>
              </a:ext>
            </a:extLst>
          </p:cNvPr>
          <p:cNvSpPr/>
          <p:nvPr/>
        </p:nvSpPr>
        <p:spPr>
          <a:xfrm>
            <a:off x="5913234" y="3362841"/>
            <a:ext cx="6947135" cy="2538491"/>
          </a:xfrm>
          <a:custGeom>
            <a:avLst/>
            <a:gdLst>
              <a:gd name="connsiteX0" fmla="*/ 3279 w 6947135"/>
              <a:gd name="connsiteY0" fmla="*/ 2404296 h 2538490"/>
              <a:gd name="connsiteX1" fmla="*/ 583902 w 6947135"/>
              <a:gd name="connsiteY1" fmla="*/ 81806 h 2538490"/>
              <a:gd name="connsiteX2" fmla="*/ 688678 w 6947135"/>
              <a:gd name="connsiteY2" fmla="*/ 0 h 2538490"/>
              <a:gd name="connsiteX3" fmla="*/ 6839081 w 6947135"/>
              <a:gd name="connsiteY3" fmla="*/ 0 h 2538490"/>
              <a:gd name="connsiteX4" fmla="*/ 6943857 w 6947135"/>
              <a:gd name="connsiteY4" fmla="*/ 134194 h 2538490"/>
              <a:gd name="connsiteX5" fmla="*/ 6363235 w 6947135"/>
              <a:gd name="connsiteY5" fmla="*/ 2456684 h 2538490"/>
              <a:gd name="connsiteX6" fmla="*/ 6258459 w 6947135"/>
              <a:gd name="connsiteY6" fmla="*/ 2538490 h 2538490"/>
              <a:gd name="connsiteX7" fmla="*/ 108055 w 6947135"/>
              <a:gd name="connsiteY7" fmla="*/ 2538490 h 2538490"/>
              <a:gd name="connsiteX8" fmla="*/ 3279 w 6947135"/>
              <a:gd name="connsiteY8" fmla="*/ 2404296 h 253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47135" h="2538490">
                <a:moveTo>
                  <a:pt x="3279" y="2404296"/>
                </a:moveTo>
                <a:lnTo>
                  <a:pt x="583902" y="81806"/>
                </a:lnTo>
                <a:cubicBezTo>
                  <a:pt x="595928" y="33704"/>
                  <a:pt x="639095" y="0"/>
                  <a:pt x="688678" y="0"/>
                </a:cubicBezTo>
                <a:lnTo>
                  <a:pt x="6839081" y="0"/>
                </a:lnTo>
                <a:cubicBezTo>
                  <a:pt x="6909350" y="0"/>
                  <a:pt x="6960899" y="66023"/>
                  <a:pt x="6943857" y="134194"/>
                </a:cubicBezTo>
                <a:lnTo>
                  <a:pt x="6363235" y="2456684"/>
                </a:lnTo>
                <a:cubicBezTo>
                  <a:pt x="6351209" y="2504786"/>
                  <a:pt x="6308042" y="2538490"/>
                  <a:pt x="6258459" y="2538490"/>
                </a:cubicBezTo>
                <a:lnTo>
                  <a:pt x="108055" y="2538490"/>
                </a:lnTo>
                <a:cubicBezTo>
                  <a:pt x="37786" y="2538490"/>
                  <a:pt x="-13763" y="2472466"/>
                  <a:pt x="3279" y="2404296"/>
                </a:cubicBezTo>
              </a:path>
            </a:pathLst>
          </a:custGeom>
          <a:solidFill>
            <a:schemeClr val="bg1"/>
          </a:solidFill>
          <a:ln>
            <a:solidFill>
              <a:srgbClr val="004E96"/>
            </a:solidFill>
          </a:ln>
          <a:effectLst>
            <a:outerShdw blurRad="177800" sx="101000" sy="101000" algn="ctr" rotWithShape="0">
              <a:schemeClr val="accent2">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 name="矩形: 圆角 25">
            <a:extLst>
              <a:ext uri="{FF2B5EF4-FFF2-40B4-BE49-F238E27FC236}">
                <a16:creationId xmlns:a16="http://schemas.microsoft.com/office/drawing/2014/main" id="{F2C728FD-BA2C-BA40-BE0D-F2F8D7B4DEFD}"/>
              </a:ext>
            </a:extLst>
          </p:cNvPr>
          <p:cNvSpPr/>
          <p:nvPr/>
        </p:nvSpPr>
        <p:spPr>
          <a:xfrm>
            <a:off x="2217121" y="4384487"/>
            <a:ext cx="3379140" cy="101207"/>
          </a:xfrm>
          <a:prstGeom prst="roundRect">
            <a:avLst>
              <a:gd name="adj" fmla="val 50000"/>
            </a:avLst>
          </a:prstGeom>
          <a:gradFill flip="none" rotWithShape="1">
            <a:gsLst>
              <a:gs pos="24000">
                <a:srgbClr val="C3000F">
                  <a:alpha val="0"/>
                </a:srgbClr>
              </a:gs>
              <a:gs pos="65000">
                <a:srgbClr val="2F5597"/>
              </a:gs>
              <a:gs pos="98000">
                <a:srgbClr val="004E96"/>
              </a:gs>
            </a:gsLst>
            <a:lin ang="0" scaled="1"/>
            <a:tileRect/>
          </a:gradFill>
          <a:ln w="12700" cap="flat" cmpd="sng" algn="ctr">
            <a:noFill/>
            <a:prstDash val="solid"/>
            <a:miter lim="800000"/>
          </a:ln>
          <a:effectLst/>
        </p:spPr>
        <p:txBody>
          <a:bodyPr rtlCol="0" anchor="ctr"/>
          <a:lstStyle/>
          <a:p>
            <a:pPr algn="ctr" defTabSz="1219170"/>
            <a:endParaRPr lang="zh-CN" altLang="en-US" sz="2400" kern="0">
              <a:solidFill>
                <a:prstClr val="white"/>
              </a:solidFill>
              <a:latin typeface="OPPOSans R"/>
              <a:ea typeface="OPPOSans R"/>
            </a:endParaRPr>
          </a:p>
        </p:txBody>
      </p:sp>
      <p:sp>
        <p:nvSpPr>
          <p:cNvPr id="11" name="矩形: 圆角 33">
            <a:extLst>
              <a:ext uri="{FF2B5EF4-FFF2-40B4-BE49-F238E27FC236}">
                <a16:creationId xmlns:a16="http://schemas.microsoft.com/office/drawing/2014/main" id="{E9995D7C-7F61-8B45-8A9B-8EC740958B7D}"/>
              </a:ext>
            </a:extLst>
          </p:cNvPr>
          <p:cNvSpPr/>
          <p:nvPr/>
        </p:nvSpPr>
        <p:spPr>
          <a:xfrm>
            <a:off x="881089" y="4787151"/>
            <a:ext cx="2376000" cy="72000"/>
          </a:xfrm>
          <a:prstGeom prst="roundRect">
            <a:avLst>
              <a:gd name="adj" fmla="val 50000"/>
            </a:avLst>
          </a:prstGeom>
          <a:gradFill flip="none" rotWithShape="1">
            <a:gsLst>
              <a:gs pos="24000">
                <a:srgbClr val="C3000F">
                  <a:alpha val="0"/>
                </a:srgbClr>
              </a:gs>
              <a:gs pos="65000">
                <a:srgbClr val="E20010">
                  <a:alpha val="35000"/>
                </a:srgbClr>
              </a:gs>
              <a:gs pos="98000">
                <a:srgbClr val="004E97"/>
              </a:gs>
            </a:gsLst>
            <a:lin ang="0" scaled="1"/>
            <a:tileRect/>
          </a:gradFill>
          <a:ln w="12700" cap="flat" cmpd="sng" algn="ctr">
            <a:noFill/>
            <a:prstDash val="solid"/>
            <a:miter lim="800000"/>
          </a:ln>
          <a:effectLst/>
        </p:spPr>
        <p:txBody>
          <a:bodyPr rtlCol="0" anchor="ctr"/>
          <a:lstStyle/>
          <a:p>
            <a:pPr algn="ctr" defTabSz="1219170"/>
            <a:endParaRPr lang="zh-CN" altLang="en-US" sz="2400" kern="0">
              <a:solidFill>
                <a:prstClr val="white"/>
              </a:solidFill>
              <a:latin typeface="OPPOSans R"/>
              <a:ea typeface="OPPOSans R"/>
            </a:endParaRPr>
          </a:p>
        </p:txBody>
      </p:sp>
      <p:sp>
        <p:nvSpPr>
          <p:cNvPr id="12" name="矩形: 圆角 34">
            <a:extLst>
              <a:ext uri="{FF2B5EF4-FFF2-40B4-BE49-F238E27FC236}">
                <a16:creationId xmlns:a16="http://schemas.microsoft.com/office/drawing/2014/main" id="{9AB2A39E-6633-1542-AB0D-86F66F85E3F3}"/>
              </a:ext>
            </a:extLst>
          </p:cNvPr>
          <p:cNvSpPr/>
          <p:nvPr/>
        </p:nvSpPr>
        <p:spPr>
          <a:xfrm flipH="1">
            <a:off x="6747843" y="2939125"/>
            <a:ext cx="3379140" cy="101207"/>
          </a:xfrm>
          <a:prstGeom prst="roundRect">
            <a:avLst>
              <a:gd name="adj" fmla="val 50000"/>
            </a:avLst>
          </a:prstGeom>
          <a:gradFill flip="none" rotWithShape="1">
            <a:gsLst>
              <a:gs pos="24000">
                <a:srgbClr val="C3000F">
                  <a:alpha val="0"/>
                </a:srgbClr>
              </a:gs>
              <a:gs pos="65000">
                <a:srgbClr val="2F5597"/>
              </a:gs>
              <a:gs pos="98000">
                <a:srgbClr val="2F5597"/>
              </a:gs>
            </a:gsLst>
            <a:lin ang="0" scaled="1"/>
            <a:tileRect/>
          </a:gradFill>
          <a:ln w="12700" cap="flat" cmpd="sng" algn="ctr">
            <a:noFill/>
            <a:prstDash val="solid"/>
            <a:miter lim="800000"/>
          </a:ln>
          <a:effectLst/>
        </p:spPr>
        <p:txBody>
          <a:bodyPr rtlCol="0" anchor="ctr"/>
          <a:lstStyle/>
          <a:p>
            <a:pPr algn="ctr" defTabSz="1219170"/>
            <a:endParaRPr lang="zh-CN" altLang="en-US" sz="2400" kern="0">
              <a:solidFill>
                <a:prstClr val="white"/>
              </a:solidFill>
              <a:latin typeface="OPPOSans R"/>
              <a:ea typeface="OPPOSans R"/>
            </a:endParaRPr>
          </a:p>
        </p:txBody>
      </p:sp>
      <p:sp>
        <p:nvSpPr>
          <p:cNvPr id="13" name="矩形: 圆角 35">
            <a:extLst>
              <a:ext uri="{FF2B5EF4-FFF2-40B4-BE49-F238E27FC236}">
                <a16:creationId xmlns:a16="http://schemas.microsoft.com/office/drawing/2014/main" id="{4D0517BF-55CA-0F46-804E-2EFDAF5EEC6C}"/>
              </a:ext>
            </a:extLst>
          </p:cNvPr>
          <p:cNvSpPr/>
          <p:nvPr/>
        </p:nvSpPr>
        <p:spPr>
          <a:xfrm flipH="1">
            <a:off x="9431957" y="2790616"/>
            <a:ext cx="2376000" cy="72000"/>
          </a:xfrm>
          <a:prstGeom prst="roundRect">
            <a:avLst>
              <a:gd name="adj" fmla="val 50000"/>
            </a:avLst>
          </a:prstGeom>
          <a:gradFill flip="none" rotWithShape="1">
            <a:gsLst>
              <a:gs pos="24000">
                <a:srgbClr val="C3000F">
                  <a:alpha val="0"/>
                </a:srgbClr>
              </a:gs>
              <a:gs pos="65000">
                <a:srgbClr val="2F5597"/>
              </a:gs>
              <a:gs pos="97000">
                <a:srgbClr val="004E97"/>
              </a:gs>
            </a:gsLst>
            <a:lin ang="0" scaled="1"/>
            <a:tileRect/>
          </a:gradFill>
          <a:ln w="12700" cap="flat" cmpd="sng" algn="ctr">
            <a:noFill/>
            <a:prstDash val="solid"/>
            <a:miter lim="800000"/>
          </a:ln>
          <a:effectLst/>
        </p:spPr>
        <p:txBody>
          <a:bodyPr rtlCol="0" anchor="ctr"/>
          <a:lstStyle/>
          <a:p>
            <a:pPr algn="ctr" defTabSz="1219170"/>
            <a:endParaRPr lang="zh-CN" altLang="en-US" sz="2400" kern="0">
              <a:solidFill>
                <a:prstClr val="white"/>
              </a:solidFill>
              <a:latin typeface="OPPOSans R"/>
              <a:ea typeface="OPPOSans R"/>
            </a:endParaRPr>
          </a:p>
        </p:txBody>
      </p:sp>
      <p:sp>
        <p:nvSpPr>
          <p:cNvPr id="14" name="图形 26">
            <a:extLst>
              <a:ext uri="{FF2B5EF4-FFF2-40B4-BE49-F238E27FC236}">
                <a16:creationId xmlns:a16="http://schemas.microsoft.com/office/drawing/2014/main" id="{4808C258-1B8E-B746-B1F5-DF38A99982A8}"/>
              </a:ext>
            </a:extLst>
          </p:cNvPr>
          <p:cNvSpPr/>
          <p:nvPr/>
        </p:nvSpPr>
        <p:spPr>
          <a:xfrm>
            <a:off x="-314115" y="2346591"/>
            <a:ext cx="916904" cy="916904"/>
          </a:xfrm>
          <a:custGeom>
            <a:avLst/>
            <a:gdLst>
              <a:gd name="connsiteX0" fmla="*/ 412348 w 824696"/>
              <a:gd name="connsiteY0" fmla="*/ 0 h 824696"/>
              <a:gd name="connsiteX1" fmla="*/ 0 w 824696"/>
              <a:gd name="connsiteY1" fmla="*/ 412348 h 824696"/>
              <a:gd name="connsiteX2" fmla="*/ 412348 w 824696"/>
              <a:gd name="connsiteY2" fmla="*/ 824696 h 824696"/>
              <a:gd name="connsiteX3" fmla="*/ 824696 w 824696"/>
              <a:gd name="connsiteY3" fmla="*/ 412348 h 824696"/>
              <a:gd name="connsiteX4" fmla="*/ 412348 w 824696"/>
              <a:gd name="connsiteY4" fmla="*/ 0 h 824696"/>
              <a:gd name="connsiteX5" fmla="*/ 795694 w 824696"/>
              <a:gd name="connsiteY5" fmla="*/ 379085 h 824696"/>
              <a:gd name="connsiteX6" fmla="*/ 758720 w 824696"/>
              <a:gd name="connsiteY6" fmla="*/ 406575 h 824696"/>
              <a:gd name="connsiteX7" fmla="*/ 742226 w 824696"/>
              <a:gd name="connsiteY7" fmla="*/ 439838 h 824696"/>
              <a:gd name="connsiteX8" fmla="*/ 742226 w 824696"/>
              <a:gd name="connsiteY8" fmla="*/ 493306 h 824696"/>
              <a:gd name="connsiteX9" fmla="*/ 735766 w 824696"/>
              <a:gd name="connsiteY9" fmla="*/ 504989 h 824696"/>
              <a:gd name="connsiteX10" fmla="*/ 659757 w 824696"/>
              <a:gd name="connsiteY10" fmla="*/ 552546 h 824696"/>
              <a:gd name="connsiteX11" fmla="*/ 659757 w 824696"/>
              <a:gd name="connsiteY11" fmla="*/ 357368 h 824696"/>
              <a:gd name="connsiteX12" fmla="*/ 646012 w 824696"/>
              <a:gd name="connsiteY12" fmla="*/ 343623 h 824696"/>
              <a:gd name="connsiteX13" fmla="*/ 542513 w 824696"/>
              <a:gd name="connsiteY13" fmla="*/ 343623 h 824696"/>
              <a:gd name="connsiteX14" fmla="*/ 485883 w 824696"/>
              <a:gd name="connsiteY14" fmla="*/ 275723 h 824696"/>
              <a:gd name="connsiteX15" fmla="*/ 606426 w 824696"/>
              <a:gd name="connsiteY15" fmla="*/ 155180 h 824696"/>
              <a:gd name="connsiteX16" fmla="*/ 616185 w 824696"/>
              <a:gd name="connsiteY16" fmla="*/ 151194 h 824696"/>
              <a:gd name="connsiteX17" fmla="*/ 694669 w 824696"/>
              <a:gd name="connsiteY17" fmla="*/ 151194 h 824696"/>
              <a:gd name="connsiteX18" fmla="*/ 795694 w 824696"/>
              <a:gd name="connsiteY18" fmla="*/ 379085 h 824696"/>
              <a:gd name="connsiteX19" fmla="*/ 412348 w 824696"/>
              <a:gd name="connsiteY19" fmla="*/ 27490 h 824696"/>
              <a:gd name="connsiteX20" fmla="*/ 525056 w 824696"/>
              <a:gd name="connsiteY20" fmla="*/ 44396 h 824696"/>
              <a:gd name="connsiteX21" fmla="*/ 454270 w 824696"/>
              <a:gd name="connsiteY21" fmla="*/ 105011 h 824696"/>
              <a:gd name="connsiteX22" fmla="*/ 408362 w 824696"/>
              <a:gd name="connsiteY22" fmla="*/ 58966 h 824696"/>
              <a:gd name="connsiteX23" fmla="*/ 404788 w 824696"/>
              <a:gd name="connsiteY23" fmla="*/ 56492 h 824696"/>
              <a:gd name="connsiteX24" fmla="*/ 355307 w 824696"/>
              <a:gd name="connsiteY24" fmla="*/ 31751 h 824696"/>
              <a:gd name="connsiteX25" fmla="*/ 412348 w 824696"/>
              <a:gd name="connsiteY25" fmla="*/ 27490 h 824696"/>
              <a:gd name="connsiteX26" fmla="*/ 130027 w 824696"/>
              <a:gd name="connsiteY26" fmla="*/ 151194 h 824696"/>
              <a:gd name="connsiteX27" fmla="*/ 329878 w 824696"/>
              <a:gd name="connsiteY27" fmla="*/ 151194 h 824696"/>
              <a:gd name="connsiteX28" fmla="*/ 341149 w 824696"/>
              <a:gd name="connsiteY28" fmla="*/ 156967 h 824696"/>
              <a:gd name="connsiteX29" fmla="*/ 385683 w 824696"/>
              <a:gd name="connsiteY29" fmla="*/ 219919 h 824696"/>
              <a:gd name="connsiteX30" fmla="*/ 343623 w 824696"/>
              <a:gd name="connsiteY30" fmla="*/ 219919 h 824696"/>
              <a:gd name="connsiteX31" fmla="*/ 329878 w 824696"/>
              <a:gd name="connsiteY31" fmla="*/ 233664 h 824696"/>
              <a:gd name="connsiteX32" fmla="*/ 329878 w 824696"/>
              <a:gd name="connsiteY32" fmla="*/ 302389 h 824696"/>
              <a:gd name="connsiteX33" fmla="*/ 333452 w 824696"/>
              <a:gd name="connsiteY33" fmla="*/ 311735 h 824696"/>
              <a:gd name="connsiteX34" fmla="*/ 473376 w 824696"/>
              <a:gd name="connsiteY34" fmla="*/ 464166 h 824696"/>
              <a:gd name="connsiteX35" fmla="*/ 363416 w 824696"/>
              <a:gd name="connsiteY35" fmla="*/ 530005 h 824696"/>
              <a:gd name="connsiteX36" fmla="*/ 343623 w 824696"/>
              <a:gd name="connsiteY36" fmla="*/ 565329 h 824696"/>
              <a:gd name="connsiteX37" fmla="*/ 343623 w 824696"/>
              <a:gd name="connsiteY37" fmla="*/ 657970 h 824696"/>
              <a:gd name="connsiteX38" fmla="*/ 288644 w 824696"/>
              <a:gd name="connsiteY38" fmla="*/ 612062 h 824696"/>
              <a:gd name="connsiteX39" fmla="*/ 288644 w 824696"/>
              <a:gd name="connsiteY39" fmla="*/ 412348 h 824696"/>
              <a:gd name="connsiteX40" fmla="*/ 274899 w 824696"/>
              <a:gd name="connsiteY40" fmla="*/ 398603 h 824696"/>
              <a:gd name="connsiteX41" fmla="*/ 144597 w 824696"/>
              <a:gd name="connsiteY41" fmla="*/ 398603 h 824696"/>
              <a:gd name="connsiteX42" fmla="*/ 54980 w 824696"/>
              <a:gd name="connsiteY42" fmla="*/ 270225 h 824696"/>
              <a:gd name="connsiteX43" fmla="*/ 130027 w 824696"/>
              <a:gd name="connsiteY43" fmla="*/ 151194 h 824696"/>
              <a:gd name="connsiteX44" fmla="*/ 158204 w 824696"/>
              <a:gd name="connsiteY44" fmla="*/ 700992 h 824696"/>
              <a:gd name="connsiteX45" fmla="*/ 228028 w 824696"/>
              <a:gd name="connsiteY45" fmla="*/ 700992 h 824696"/>
              <a:gd name="connsiteX46" fmla="*/ 336613 w 824696"/>
              <a:gd name="connsiteY46" fmla="*/ 789784 h 824696"/>
              <a:gd name="connsiteX47" fmla="*/ 158204 w 824696"/>
              <a:gd name="connsiteY47" fmla="*/ 700992 h 824696"/>
              <a:gd name="connsiteX48" fmla="*/ 412348 w 824696"/>
              <a:gd name="connsiteY48" fmla="*/ 797206 h 824696"/>
              <a:gd name="connsiteX49" fmla="*/ 388844 w 824696"/>
              <a:gd name="connsiteY49" fmla="*/ 796381 h 824696"/>
              <a:gd name="connsiteX50" fmla="*/ 242323 w 824696"/>
              <a:gd name="connsiteY50" fmla="*/ 676663 h 824696"/>
              <a:gd name="connsiteX51" fmla="*/ 233664 w 824696"/>
              <a:gd name="connsiteY51" fmla="*/ 673502 h 824696"/>
              <a:gd name="connsiteX52" fmla="*/ 130027 w 824696"/>
              <a:gd name="connsiteY52" fmla="*/ 673502 h 824696"/>
              <a:gd name="connsiteX53" fmla="*/ 43571 w 824696"/>
              <a:gd name="connsiteY53" fmla="*/ 302389 h 824696"/>
              <a:gd name="connsiteX54" fmla="*/ 126041 w 824696"/>
              <a:gd name="connsiteY54" fmla="*/ 420320 h 824696"/>
              <a:gd name="connsiteX55" fmla="*/ 137449 w 824696"/>
              <a:gd name="connsiteY55" fmla="*/ 426093 h 824696"/>
              <a:gd name="connsiteX56" fmla="*/ 261154 w 824696"/>
              <a:gd name="connsiteY56" fmla="*/ 426093 h 824696"/>
              <a:gd name="connsiteX57" fmla="*/ 261154 w 824696"/>
              <a:gd name="connsiteY57" fmla="*/ 618522 h 824696"/>
              <a:gd name="connsiteX58" fmla="*/ 266102 w 824696"/>
              <a:gd name="connsiteY58" fmla="*/ 629106 h 824696"/>
              <a:gd name="connsiteX59" fmla="*/ 348572 w 824696"/>
              <a:gd name="connsiteY59" fmla="*/ 697830 h 824696"/>
              <a:gd name="connsiteX60" fmla="*/ 357368 w 824696"/>
              <a:gd name="connsiteY60" fmla="*/ 700992 h 824696"/>
              <a:gd name="connsiteX61" fmla="*/ 363141 w 824696"/>
              <a:gd name="connsiteY61" fmla="*/ 699755 h 824696"/>
              <a:gd name="connsiteX62" fmla="*/ 371113 w 824696"/>
              <a:gd name="connsiteY62" fmla="*/ 687247 h 824696"/>
              <a:gd name="connsiteX63" fmla="*/ 371113 w 824696"/>
              <a:gd name="connsiteY63" fmla="*/ 565329 h 824696"/>
              <a:gd name="connsiteX64" fmla="*/ 377848 w 824696"/>
              <a:gd name="connsiteY64" fmla="*/ 553509 h 824696"/>
              <a:gd name="connsiteX65" fmla="*/ 501553 w 824696"/>
              <a:gd name="connsiteY65" fmla="*/ 479148 h 824696"/>
              <a:gd name="connsiteX66" fmla="*/ 508150 w 824696"/>
              <a:gd name="connsiteY66" fmla="*/ 469252 h 824696"/>
              <a:gd name="connsiteX67" fmla="*/ 504714 w 824696"/>
              <a:gd name="connsiteY67" fmla="*/ 457981 h 824696"/>
              <a:gd name="connsiteX68" fmla="*/ 357368 w 824696"/>
              <a:gd name="connsiteY68" fmla="*/ 297028 h 824696"/>
              <a:gd name="connsiteX69" fmla="*/ 357368 w 824696"/>
              <a:gd name="connsiteY69" fmla="*/ 247409 h 824696"/>
              <a:gd name="connsiteX70" fmla="*/ 412348 w 824696"/>
              <a:gd name="connsiteY70" fmla="*/ 247409 h 824696"/>
              <a:gd name="connsiteX71" fmla="*/ 426029 w 824696"/>
              <a:gd name="connsiteY71" fmla="*/ 233600 h 824696"/>
              <a:gd name="connsiteX72" fmla="*/ 423481 w 824696"/>
              <a:gd name="connsiteY72" fmla="*/ 225692 h 824696"/>
              <a:gd name="connsiteX73" fmla="*/ 363004 w 824696"/>
              <a:gd name="connsiteY73" fmla="*/ 141023 h 824696"/>
              <a:gd name="connsiteX74" fmla="*/ 329878 w 824696"/>
              <a:gd name="connsiteY74" fmla="*/ 123704 h 824696"/>
              <a:gd name="connsiteX75" fmla="*/ 158204 w 824696"/>
              <a:gd name="connsiteY75" fmla="*/ 123704 h 824696"/>
              <a:gd name="connsiteX76" fmla="*/ 312010 w 824696"/>
              <a:gd name="connsiteY76" fmla="*/ 41235 h 824696"/>
              <a:gd name="connsiteX77" fmla="*/ 390494 w 824696"/>
              <a:gd name="connsiteY77" fmla="*/ 80408 h 824696"/>
              <a:gd name="connsiteX78" fmla="*/ 443824 w 824696"/>
              <a:gd name="connsiteY78" fmla="*/ 133876 h 824696"/>
              <a:gd name="connsiteX79" fmla="*/ 453583 w 824696"/>
              <a:gd name="connsiteY79" fmla="*/ 137449 h 824696"/>
              <a:gd name="connsiteX80" fmla="*/ 462517 w 824696"/>
              <a:gd name="connsiteY80" fmla="*/ 134151 h 824696"/>
              <a:gd name="connsiteX81" fmla="*/ 554883 w 824696"/>
              <a:gd name="connsiteY81" fmla="*/ 54980 h 824696"/>
              <a:gd name="connsiteX82" fmla="*/ 666492 w 824696"/>
              <a:gd name="connsiteY82" fmla="*/ 123704 h 824696"/>
              <a:gd name="connsiteX83" fmla="*/ 616185 w 824696"/>
              <a:gd name="connsiteY83" fmla="*/ 123704 h 824696"/>
              <a:gd name="connsiteX84" fmla="*/ 587046 w 824696"/>
              <a:gd name="connsiteY84" fmla="*/ 135800 h 824696"/>
              <a:gd name="connsiteX85" fmla="*/ 457569 w 824696"/>
              <a:gd name="connsiteY85" fmla="*/ 265140 h 824696"/>
              <a:gd name="connsiteX86" fmla="*/ 456744 w 824696"/>
              <a:gd name="connsiteY86" fmla="*/ 283695 h 824696"/>
              <a:gd name="connsiteX87" fmla="*/ 525469 w 824696"/>
              <a:gd name="connsiteY87" fmla="*/ 366165 h 824696"/>
              <a:gd name="connsiteX88" fmla="*/ 536052 w 824696"/>
              <a:gd name="connsiteY88" fmla="*/ 371113 h 824696"/>
              <a:gd name="connsiteX89" fmla="*/ 632267 w 824696"/>
              <a:gd name="connsiteY89" fmla="*/ 371113 h 824696"/>
              <a:gd name="connsiteX90" fmla="*/ 632267 w 824696"/>
              <a:gd name="connsiteY90" fmla="*/ 577287 h 824696"/>
              <a:gd name="connsiteX91" fmla="*/ 639414 w 824696"/>
              <a:gd name="connsiteY91" fmla="*/ 589383 h 824696"/>
              <a:gd name="connsiteX92" fmla="*/ 653159 w 824696"/>
              <a:gd name="connsiteY92" fmla="*/ 589383 h 824696"/>
              <a:gd name="connsiteX93" fmla="*/ 750199 w 824696"/>
              <a:gd name="connsiteY93" fmla="*/ 528768 h 824696"/>
              <a:gd name="connsiteX94" fmla="*/ 769716 w 824696"/>
              <a:gd name="connsiteY94" fmla="*/ 493306 h 824696"/>
              <a:gd name="connsiteX95" fmla="*/ 769716 w 824696"/>
              <a:gd name="connsiteY95" fmla="*/ 439838 h 824696"/>
              <a:gd name="connsiteX96" fmla="*/ 775214 w 824696"/>
              <a:gd name="connsiteY96" fmla="*/ 428842 h 824696"/>
              <a:gd name="connsiteX97" fmla="*/ 797206 w 824696"/>
              <a:gd name="connsiteY97" fmla="*/ 412348 h 824696"/>
              <a:gd name="connsiteX98" fmla="*/ 412348 w 824696"/>
              <a:gd name="connsiteY98" fmla="*/ 797206 h 82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824696" h="824696">
                <a:moveTo>
                  <a:pt x="412348" y="0"/>
                </a:moveTo>
                <a:cubicBezTo>
                  <a:pt x="184615" y="0"/>
                  <a:pt x="0" y="184615"/>
                  <a:pt x="0" y="412348"/>
                </a:cubicBezTo>
                <a:cubicBezTo>
                  <a:pt x="0" y="640081"/>
                  <a:pt x="184615" y="824696"/>
                  <a:pt x="412348" y="824696"/>
                </a:cubicBezTo>
                <a:cubicBezTo>
                  <a:pt x="640081" y="824696"/>
                  <a:pt x="824696" y="640081"/>
                  <a:pt x="824696" y="412348"/>
                </a:cubicBezTo>
                <a:cubicBezTo>
                  <a:pt x="824696" y="184615"/>
                  <a:pt x="640081" y="0"/>
                  <a:pt x="412348" y="0"/>
                </a:cubicBezTo>
                <a:close/>
                <a:moveTo>
                  <a:pt x="795694" y="379085"/>
                </a:moveTo>
                <a:lnTo>
                  <a:pt x="758720" y="406575"/>
                </a:lnTo>
                <a:cubicBezTo>
                  <a:pt x="748259" y="414420"/>
                  <a:pt x="742139" y="426763"/>
                  <a:pt x="742226" y="439838"/>
                </a:cubicBezTo>
                <a:lnTo>
                  <a:pt x="742226" y="493306"/>
                </a:lnTo>
                <a:cubicBezTo>
                  <a:pt x="742237" y="498055"/>
                  <a:pt x="739794" y="502472"/>
                  <a:pt x="735766" y="504989"/>
                </a:cubicBezTo>
                <a:lnTo>
                  <a:pt x="659757" y="552546"/>
                </a:lnTo>
                <a:lnTo>
                  <a:pt x="659757" y="357368"/>
                </a:lnTo>
                <a:cubicBezTo>
                  <a:pt x="659757" y="349778"/>
                  <a:pt x="653603" y="343623"/>
                  <a:pt x="646012" y="343623"/>
                </a:cubicBezTo>
                <a:lnTo>
                  <a:pt x="542513" y="343623"/>
                </a:lnTo>
                <a:lnTo>
                  <a:pt x="485883" y="275723"/>
                </a:lnTo>
                <a:lnTo>
                  <a:pt x="606426" y="155180"/>
                </a:lnTo>
                <a:cubicBezTo>
                  <a:pt x="609060" y="152668"/>
                  <a:pt x="612546" y="151244"/>
                  <a:pt x="616185" y="151194"/>
                </a:cubicBezTo>
                <a:lnTo>
                  <a:pt x="694669" y="151194"/>
                </a:lnTo>
                <a:cubicBezTo>
                  <a:pt x="752774" y="213794"/>
                  <a:pt x="788327" y="293994"/>
                  <a:pt x="795694" y="379085"/>
                </a:cubicBezTo>
                <a:close/>
                <a:moveTo>
                  <a:pt x="412348" y="27490"/>
                </a:moveTo>
                <a:cubicBezTo>
                  <a:pt x="450550" y="27464"/>
                  <a:pt x="488543" y="33161"/>
                  <a:pt x="525056" y="44396"/>
                </a:cubicBezTo>
                <a:lnTo>
                  <a:pt x="454270" y="105011"/>
                </a:lnTo>
                <a:lnTo>
                  <a:pt x="408362" y="58966"/>
                </a:lnTo>
                <a:cubicBezTo>
                  <a:pt x="407297" y="57973"/>
                  <a:pt x="406092" y="57139"/>
                  <a:pt x="404788" y="56492"/>
                </a:cubicBezTo>
                <a:lnTo>
                  <a:pt x="355307" y="31751"/>
                </a:lnTo>
                <a:cubicBezTo>
                  <a:pt x="374190" y="28940"/>
                  <a:pt x="393256" y="27516"/>
                  <a:pt x="412348" y="27490"/>
                </a:cubicBezTo>
                <a:close/>
                <a:moveTo>
                  <a:pt x="130027" y="151194"/>
                </a:moveTo>
                <a:lnTo>
                  <a:pt x="329878" y="151194"/>
                </a:lnTo>
                <a:cubicBezTo>
                  <a:pt x="334351" y="151170"/>
                  <a:pt x="338555" y="153323"/>
                  <a:pt x="341149" y="156967"/>
                </a:cubicBezTo>
                <a:lnTo>
                  <a:pt x="385683" y="219919"/>
                </a:lnTo>
                <a:lnTo>
                  <a:pt x="343623" y="219919"/>
                </a:lnTo>
                <a:cubicBezTo>
                  <a:pt x="336033" y="219919"/>
                  <a:pt x="329878" y="226073"/>
                  <a:pt x="329878" y="233664"/>
                </a:cubicBezTo>
                <a:lnTo>
                  <a:pt x="329878" y="302389"/>
                </a:lnTo>
                <a:cubicBezTo>
                  <a:pt x="329853" y="305842"/>
                  <a:pt x="331129" y="309179"/>
                  <a:pt x="333452" y="311735"/>
                </a:cubicBezTo>
                <a:lnTo>
                  <a:pt x="473376" y="464166"/>
                </a:lnTo>
                <a:lnTo>
                  <a:pt x="363416" y="530005"/>
                </a:lnTo>
                <a:cubicBezTo>
                  <a:pt x="351094" y="537506"/>
                  <a:pt x="343587" y="550902"/>
                  <a:pt x="343623" y="565329"/>
                </a:cubicBezTo>
                <a:lnTo>
                  <a:pt x="343623" y="657970"/>
                </a:lnTo>
                <a:lnTo>
                  <a:pt x="288644" y="612062"/>
                </a:lnTo>
                <a:lnTo>
                  <a:pt x="288644" y="412348"/>
                </a:lnTo>
                <a:cubicBezTo>
                  <a:pt x="288644" y="404757"/>
                  <a:pt x="282489" y="398603"/>
                  <a:pt x="274899" y="398603"/>
                </a:cubicBezTo>
                <a:lnTo>
                  <a:pt x="144597" y="398603"/>
                </a:lnTo>
                <a:lnTo>
                  <a:pt x="54980" y="270225"/>
                </a:lnTo>
                <a:cubicBezTo>
                  <a:pt x="72468" y="226274"/>
                  <a:pt x="97909" y="185923"/>
                  <a:pt x="130027" y="151194"/>
                </a:cubicBezTo>
                <a:close/>
                <a:moveTo>
                  <a:pt x="158204" y="700992"/>
                </a:moveTo>
                <a:lnTo>
                  <a:pt x="228028" y="700992"/>
                </a:lnTo>
                <a:lnTo>
                  <a:pt x="336613" y="789784"/>
                </a:lnTo>
                <a:cubicBezTo>
                  <a:pt x="270380" y="776364"/>
                  <a:pt x="208847" y="745740"/>
                  <a:pt x="158204" y="700992"/>
                </a:cubicBezTo>
                <a:close/>
                <a:moveTo>
                  <a:pt x="412348" y="797206"/>
                </a:moveTo>
                <a:cubicBezTo>
                  <a:pt x="404376" y="797206"/>
                  <a:pt x="396541" y="796931"/>
                  <a:pt x="388844" y="796381"/>
                </a:cubicBezTo>
                <a:lnTo>
                  <a:pt x="242323" y="676663"/>
                </a:lnTo>
                <a:cubicBezTo>
                  <a:pt x="239887" y="674644"/>
                  <a:pt x="236829" y="673528"/>
                  <a:pt x="233664" y="673502"/>
                </a:cubicBezTo>
                <a:lnTo>
                  <a:pt x="130027" y="673502"/>
                </a:lnTo>
                <a:cubicBezTo>
                  <a:pt x="37567" y="573813"/>
                  <a:pt x="4687" y="432677"/>
                  <a:pt x="43571" y="302389"/>
                </a:cubicBezTo>
                <a:lnTo>
                  <a:pt x="126041" y="420320"/>
                </a:lnTo>
                <a:cubicBezTo>
                  <a:pt x="128663" y="424004"/>
                  <a:pt x="132929" y="426162"/>
                  <a:pt x="137449" y="426093"/>
                </a:cubicBezTo>
                <a:lnTo>
                  <a:pt x="261154" y="426093"/>
                </a:lnTo>
                <a:lnTo>
                  <a:pt x="261154" y="618522"/>
                </a:lnTo>
                <a:cubicBezTo>
                  <a:pt x="261147" y="622609"/>
                  <a:pt x="262961" y="626489"/>
                  <a:pt x="266102" y="629106"/>
                </a:cubicBezTo>
                <a:lnTo>
                  <a:pt x="348572" y="697830"/>
                </a:lnTo>
                <a:cubicBezTo>
                  <a:pt x="351044" y="699880"/>
                  <a:pt x="354157" y="700998"/>
                  <a:pt x="357368" y="700992"/>
                </a:cubicBezTo>
                <a:cubicBezTo>
                  <a:pt x="359360" y="701002"/>
                  <a:pt x="361329" y="700581"/>
                  <a:pt x="363141" y="699755"/>
                </a:cubicBezTo>
                <a:cubicBezTo>
                  <a:pt x="368014" y="697500"/>
                  <a:pt x="371127" y="692616"/>
                  <a:pt x="371113" y="687247"/>
                </a:cubicBezTo>
                <a:lnTo>
                  <a:pt x="371113" y="565329"/>
                </a:lnTo>
                <a:cubicBezTo>
                  <a:pt x="371113" y="560475"/>
                  <a:pt x="373673" y="555984"/>
                  <a:pt x="377848" y="553509"/>
                </a:cubicBezTo>
                <a:lnTo>
                  <a:pt x="501553" y="479148"/>
                </a:lnTo>
                <a:cubicBezTo>
                  <a:pt x="505138" y="477021"/>
                  <a:pt x="507566" y="473381"/>
                  <a:pt x="508150" y="469252"/>
                </a:cubicBezTo>
                <a:cubicBezTo>
                  <a:pt x="508755" y="465170"/>
                  <a:pt x="507494" y="461033"/>
                  <a:pt x="504714" y="457981"/>
                </a:cubicBezTo>
                <a:lnTo>
                  <a:pt x="357368" y="297028"/>
                </a:lnTo>
                <a:lnTo>
                  <a:pt x="357368" y="247409"/>
                </a:lnTo>
                <a:lnTo>
                  <a:pt x="412348" y="247409"/>
                </a:lnTo>
                <a:cubicBezTo>
                  <a:pt x="419939" y="247374"/>
                  <a:pt x="426064" y="241191"/>
                  <a:pt x="426029" y="233600"/>
                </a:cubicBezTo>
                <a:cubicBezTo>
                  <a:pt x="426016" y="230764"/>
                  <a:pt x="425126" y="228001"/>
                  <a:pt x="423481" y="225692"/>
                </a:cubicBezTo>
                <a:lnTo>
                  <a:pt x="363004" y="141023"/>
                </a:lnTo>
                <a:cubicBezTo>
                  <a:pt x="355363" y="130290"/>
                  <a:pt x="343053" y="123854"/>
                  <a:pt x="329878" y="123704"/>
                </a:cubicBezTo>
                <a:lnTo>
                  <a:pt x="158204" y="123704"/>
                </a:lnTo>
                <a:cubicBezTo>
                  <a:pt x="202496" y="84820"/>
                  <a:pt x="255111" y="56607"/>
                  <a:pt x="312010" y="41235"/>
                </a:cubicBezTo>
                <a:lnTo>
                  <a:pt x="390494" y="80408"/>
                </a:lnTo>
                <a:lnTo>
                  <a:pt x="443824" y="133876"/>
                </a:lnTo>
                <a:cubicBezTo>
                  <a:pt x="446484" y="136298"/>
                  <a:pt x="449987" y="137582"/>
                  <a:pt x="453583" y="137449"/>
                </a:cubicBezTo>
                <a:cubicBezTo>
                  <a:pt x="456859" y="137449"/>
                  <a:pt x="460027" y="136279"/>
                  <a:pt x="462517" y="134151"/>
                </a:cubicBezTo>
                <a:lnTo>
                  <a:pt x="554883" y="54980"/>
                </a:lnTo>
                <a:cubicBezTo>
                  <a:pt x="595742" y="71338"/>
                  <a:pt x="633492" y="94582"/>
                  <a:pt x="666492" y="123704"/>
                </a:cubicBezTo>
                <a:lnTo>
                  <a:pt x="616185" y="123704"/>
                </a:lnTo>
                <a:cubicBezTo>
                  <a:pt x="605253" y="123715"/>
                  <a:pt x="594773" y="128065"/>
                  <a:pt x="587046" y="135800"/>
                </a:cubicBezTo>
                <a:lnTo>
                  <a:pt x="457569" y="265140"/>
                </a:lnTo>
                <a:cubicBezTo>
                  <a:pt x="452524" y="270176"/>
                  <a:pt x="452165" y="278232"/>
                  <a:pt x="456744" y="283695"/>
                </a:cubicBezTo>
                <a:lnTo>
                  <a:pt x="525469" y="366165"/>
                </a:lnTo>
                <a:cubicBezTo>
                  <a:pt x="528086" y="369306"/>
                  <a:pt x="531965" y="371120"/>
                  <a:pt x="536052" y="371113"/>
                </a:cubicBezTo>
                <a:lnTo>
                  <a:pt x="632267" y="371113"/>
                </a:lnTo>
                <a:lnTo>
                  <a:pt x="632267" y="577287"/>
                </a:lnTo>
                <a:cubicBezTo>
                  <a:pt x="632253" y="582325"/>
                  <a:pt x="634995" y="586965"/>
                  <a:pt x="639414" y="589383"/>
                </a:cubicBezTo>
                <a:cubicBezTo>
                  <a:pt x="643667" y="591838"/>
                  <a:pt x="648907" y="591838"/>
                  <a:pt x="653159" y="589383"/>
                </a:cubicBezTo>
                <a:lnTo>
                  <a:pt x="750199" y="528768"/>
                </a:lnTo>
                <a:cubicBezTo>
                  <a:pt x="762457" y="521174"/>
                  <a:pt x="769859" y="507726"/>
                  <a:pt x="769716" y="493306"/>
                </a:cubicBezTo>
                <a:lnTo>
                  <a:pt x="769716" y="439838"/>
                </a:lnTo>
                <a:cubicBezTo>
                  <a:pt x="769716" y="435512"/>
                  <a:pt x="771754" y="431438"/>
                  <a:pt x="775214" y="428842"/>
                </a:cubicBezTo>
                <a:lnTo>
                  <a:pt x="797206" y="412348"/>
                </a:lnTo>
                <a:cubicBezTo>
                  <a:pt x="797206" y="624900"/>
                  <a:pt x="624900" y="797206"/>
                  <a:pt x="412348" y="797206"/>
                </a:cubicBezTo>
                <a:close/>
              </a:path>
            </a:pathLst>
          </a:custGeom>
          <a:solidFill>
            <a:schemeClr val="bg1">
              <a:lumMod val="85000"/>
              <a:alpha val="20000"/>
            </a:schemeClr>
          </a:solidFill>
          <a:ln w="1707" cap="flat">
            <a:noFill/>
            <a:prstDash val="solid"/>
            <a:miter/>
          </a:ln>
        </p:spPr>
        <p:txBody>
          <a:bodyPr rtlCol="0" anchor="ctr"/>
          <a:lstStyle/>
          <a:p>
            <a:endParaRPr lang="zh-CN" altLang="en-US"/>
          </a:p>
        </p:txBody>
      </p:sp>
      <p:grpSp>
        <p:nvGrpSpPr>
          <p:cNvPr id="15" name="图形 28">
            <a:extLst>
              <a:ext uri="{FF2B5EF4-FFF2-40B4-BE49-F238E27FC236}">
                <a16:creationId xmlns:a16="http://schemas.microsoft.com/office/drawing/2014/main" id="{B360C5D8-88FD-2A49-8884-A9FA616D988A}"/>
              </a:ext>
            </a:extLst>
          </p:cNvPr>
          <p:cNvGrpSpPr/>
          <p:nvPr/>
        </p:nvGrpSpPr>
        <p:grpSpPr>
          <a:xfrm>
            <a:off x="11368120" y="4399671"/>
            <a:ext cx="824696" cy="824696"/>
            <a:chOff x="7480502" y="1718492"/>
            <a:chExt cx="824696" cy="824696"/>
          </a:xfrm>
          <a:solidFill>
            <a:schemeClr val="bg1">
              <a:lumMod val="85000"/>
              <a:alpha val="20000"/>
            </a:schemeClr>
          </a:solidFill>
        </p:grpSpPr>
        <p:sp>
          <p:nvSpPr>
            <p:cNvPr id="16" name="任意多边形: 形状 39">
              <a:extLst>
                <a:ext uri="{FF2B5EF4-FFF2-40B4-BE49-F238E27FC236}">
                  <a16:creationId xmlns:a16="http://schemas.microsoft.com/office/drawing/2014/main" id="{D4C057BB-7C4C-DD44-932D-E6192AD31E51}"/>
                </a:ext>
              </a:extLst>
            </p:cNvPr>
            <p:cNvSpPr/>
            <p:nvPr/>
          </p:nvSpPr>
          <p:spPr>
            <a:xfrm>
              <a:off x="7480502" y="1718492"/>
              <a:ext cx="618522" cy="824696"/>
            </a:xfrm>
            <a:custGeom>
              <a:avLst/>
              <a:gdLst>
                <a:gd name="connsiteX0" fmla="*/ 604777 w 618522"/>
                <a:gd name="connsiteY0" fmla="*/ 0 h 824696"/>
                <a:gd name="connsiteX1" fmla="*/ 96215 w 618522"/>
                <a:gd name="connsiteY1" fmla="*/ 0 h 824696"/>
                <a:gd name="connsiteX2" fmla="*/ 82470 w 618522"/>
                <a:gd name="connsiteY2" fmla="*/ 13745 h 824696"/>
                <a:gd name="connsiteX3" fmla="*/ 82470 w 618522"/>
                <a:gd name="connsiteY3" fmla="*/ 82470 h 824696"/>
                <a:gd name="connsiteX4" fmla="*/ 13745 w 618522"/>
                <a:gd name="connsiteY4" fmla="*/ 82470 h 824696"/>
                <a:gd name="connsiteX5" fmla="*/ 0 w 618522"/>
                <a:gd name="connsiteY5" fmla="*/ 96215 h 824696"/>
                <a:gd name="connsiteX6" fmla="*/ 0 w 618522"/>
                <a:gd name="connsiteY6" fmla="*/ 810951 h 824696"/>
                <a:gd name="connsiteX7" fmla="*/ 13745 w 618522"/>
                <a:gd name="connsiteY7" fmla="*/ 824696 h 824696"/>
                <a:gd name="connsiteX8" fmla="*/ 522307 w 618522"/>
                <a:gd name="connsiteY8" fmla="*/ 824696 h 824696"/>
                <a:gd name="connsiteX9" fmla="*/ 536052 w 618522"/>
                <a:gd name="connsiteY9" fmla="*/ 810951 h 824696"/>
                <a:gd name="connsiteX10" fmla="*/ 536052 w 618522"/>
                <a:gd name="connsiteY10" fmla="*/ 755971 h 824696"/>
                <a:gd name="connsiteX11" fmla="*/ 604777 w 618522"/>
                <a:gd name="connsiteY11" fmla="*/ 755971 h 824696"/>
                <a:gd name="connsiteX12" fmla="*/ 618522 w 618522"/>
                <a:gd name="connsiteY12" fmla="*/ 742226 h 824696"/>
                <a:gd name="connsiteX13" fmla="*/ 618522 w 618522"/>
                <a:gd name="connsiteY13" fmla="*/ 13745 h 824696"/>
                <a:gd name="connsiteX14" fmla="*/ 604777 w 618522"/>
                <a:gd name="connsiteY14" fmla="*/ 0 h 824696"/>
                <a:gd name="connsiteX15" fmla="*/ 508563 w 618522"/>
                <a:gd name="connsiteY15" fmla="*/ 797206 h 824696"/>
                <a:gd name="connsiteX16" fmla="*/ 27490 w 618522"/>
                <a:gd name="connsiteY16" fmla="*/ 797206 h 824696"/>
                <a:gd name="connsiteX17" fmla="*/ 27490 w 618522"/>
                <a:gd name="connsiteY17" fmla="*/ 109959 h 824696"/>
                <a:gd name="connsiteX18" fmla="*/ 371113 w 618522"/>
                <a:gd name="connsiteY18" fmla="*/ 109959 h 824696"/>
                <a:gd name="connsiteX19" fmla="*/ 371113 w 618522"/>
                <a:gd name="connsiteY19" fmla="*/ 233664 h 824696"/>
                <a:gd name="connsiteX20" fmla="*/ 384858 w 618522"/>
                <a:gd name="connsiteY20" fmla="*/ 247409 h 824696"/>
                <a:gd name="connsiteX21" fmla="*/ 508563 w 618522"/>
                <a:gd name="connsiteY21" fmla="*/ 247409 h 824696"/>
                <a:gd name="connsiteX22" fmla="*/ 508563 w 618522"/>
                <a:gd name="connsiteY22" fmla="*/ 797206 h 824696"/>
                <a:gd name="connsiteX23" fmla="*/ 398603 w 618522"/>
                <a:gd name="connsiteY23" fmla="*/ 219919 h 824696"/>
                <a:gd name="connsiteX24" fmla="*/ 398603 w 618522"/>
                <a:gd name="connsiteY24" fmla="*/ 129340 h 824696"/>
                <a:gd name="connsiteX25" fmla="*/ 489182 w 618522"/>
                <a:gd name="connsiteY25" fmla="*/ 219919 h 824696"/>
                <a:gd name="connsiteX26" fmla="*/ 398603 w 618522"/>
                <a:gd name="connsiteY26" fmla="*/ 219919 h 824696"/>
                <a:gd name="connsiteX27" fmla="*/ 591032 w 618522"/>
                <a:gd name="connsiteY27" fmla="*/ 728481 h 824696"/>
                <a:gd name="connsiteX28" fmla="*/ 536052 w 618522"/>
                <a:gd name="connsiteY28" fmla="*/ 728481 h 824696"/>
                <a:gd name="connsiteX29" fmla="*/ 536052 w 618522"/>
                <a:gd name="connsiteY29" fmla="*/ 233664 h 824696"/>
                <a:gd name="connsiteX30" fmla="*/ 532066 w 618522"/>
                <a:gd name="connsiteY30" fmla="*/ 223905 h 824696"/>
                <a:gd name="connsiteX31" fmla="*/ 500453 w 618522"/>
                <a:gd name="connsiteY31" fmla="*/ 192429 h 824696"/>
                <a:gd name="connsiteX32" fmla="*/ 536052 w 618522"/>
                <a:gd name="connsiteY32" fmla="*/ 192429 h 824696"/>
                <a:gd name="connsiteX33" fmla="*/ 536052 w 618522"/>
                <a:gd name="connsiteY33" fmla="*/ 164939 h 824696"/>
                <a:gd name="connsiteX34" fmla="*/ 472963 w 618522"/>
                <a:gd name="connsiteY34" fmla="*/ 164939 h 824696"/>
                <a:gd name="connsiteX35" fmla="*/ 431728 w 618522"/>
                <a:gd name="connsiteY35" fmla="*/ 123704 h 824696"/>
                <a:gd name="connsiteX36" fmla="*/ 453583 w 618522"/>
                <a:gd name="connsiteY36" fmla="*/ 123704 h 824696"/>
                <a:gd name="connsiteX37" fmla="*/ 453583 w 618522"/>
                <a:gd name="connsiteY37" fmla="*/ 96215 h 824696"/>
                <a:gd name="connsiteX38" fmla="*/ 404239 w 618522"/>
                <a:gd name="connsiteY38" fmla="*/ 96215 h 824696"/>
                <a:gd name="connsiteX39" fmla="*/ 394617 w 618522"/>
                <a:gd name="connsiteY39" fmla="*/ 86456 h 824696"/>
                <a:gd name="connsiteX40" fmla="*/ 384858 w 618522"/>
                <a:gd name="connsiteY40" fmla="*/ 82470 h 824696"/>
                <a:gd name="connsiteX41" fmla="*/ 109959 w 618522"/>
                <a:gd name="connsiteY41" fmla="*/ 82470 h 824696"/>
                <a:gd name="connsiteX42" fmla="*/ 109959 w 618522"/>
                <a:gd name="connsiteY42" fmla="*/ 27490 h 824696"/>
                <a:gd name="connsiteX43" fmla="*/ 591032 w 618522"/>
                <a:gd name="connsiteY43" fmla="*/ 27490 h 824696"/>
                <a:gd name="connsiteX44" fmla="*/ 591032 w 618522"/>
                <a:gd name="connsiteY44" fmla="*/ 728481 h 82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8522" h="824696">
                  <a:moveTo>
                    <a:pt x="604777" y="0"/>
                  </a:moveTo>
                  <a:lnTo>
                    <a:pt x="96215" y="0"/>
                  </a:lnTo>
                  <a:cubicBezTo>
                    <a:pt x="88624" y="0"/>
                    <a:pt x="82470" y="6154"/>
                    <a:pt x="82470" y="13745"/>
                  </a:cubicBezTo>
                  <a:lnTo>
                    <a:pt x="82470" y="82470"/>
                  </a:lnTo>
                  <a:lnTo>
                    <a:pt x="13745" y="82470"/>
                  </a:lnTo>
                  <a:cubicBezTo>
                    <a:pt x="6154" y="82470"/>
                    <a:pt x="0" y="88624"/>
                    <a:pt x="0" y="96215"/>
                  </a:cubicBezTo>
                  <a:lnTo>
                    <a:pt x="0" y="810951"/>
                  </a:lnTo>
                  <a:cubicBezTo>
                    <a:pt x="0" y="818542"/>
                    <a:pt x="6154" y="824696"/>
                    <a:pt x="13745" y="824696"/>
                  </a:cubicBezTo>
                  <a:lnTo>
                    <a:pt x="522307" y="824696"/>
                  </a:lnTo>
                  <a:cubicBezTo>
                    <a:pt x="529898" y="824696"/>
                    <a:pt x="536052" y="818542"/>
                    <a:pt x="536052" y="810951"/>
                  </a:cubicBezTo>
                  <a:lnTo>
                    <a:pt x="536052" y="755971"/>
                  </a:lnTo>
                  <a:lnTo>
                    <a:pt x="604777" y="755971"/>
                  </a:lnTo>
                  <a:cubicBezTo>
                    <a:pt x="612368" y="755971"/>
                    <a:pt x="618522" y="749817"/>
                    <a:pt x="618522" y="742226"/>
                  </a:cubicBezTo>
                  <a:lnTo>
                    <a:pt x="618522" y="13745"/>
                  </a:lnTo>
                  <a:cubicBezTo>
                    <a:pt x="618522" y="6154"/>
                    <a:pt x="612368" y="0"/>
                    <a:pt x="604777" y="0"/>
                  </a:cubicBezTo>
                  <a:close/>
                  <a:moveTo>
                    <a:pt x="508563" y="797206"/>
                  </a:moveTo>
                  <a:lnTo>
                    <a:pt x="27490" y="797206"/>
                  </a:lnTo>
                  <a:lnTo>
                    <a:pt x="27490" y="109959"/>
                  </a:lnTo>
                  <a:lnTo>
                    <a:pt x="371113" y="109959"/>
                  </a:lnTo>
                  <a:lnTo>
                    <a:pt x="371113" y="233664"/>
                  </a:lnTo>
                  <a:cubicBezTo>
                    <a:pt x="371113" y="241255"/>
                    <a:pt x="377268" y="247409"/>
                    <a:pt x="384858" y="247409"/>
                  </a:cubicBezTo>
                  <a:lnTo>
                    <a:pt x="508563" y="247409"/>
                  </a:lnTo>
                  <a:lnTo>
                    <a:pt x="508563" y="797206"/>
                  </a:lnTo>
                  <a:close/>
                  <a:moveTo>
                    <a:pt x="398603" y="219919"/>
                  </a:moveTo>
                  <a:lnTo>
                    <a:pt x="398603" y="129340"/>
                  </a:lnTo>
                  <a:lnTo>
                    <a:pt x="489182" y="219919"/>
                  </a:lnTo>
                  <a:lnTo>
                    <a:pt x="398603" y="219919"/>
                  </a:lnTo>
                  <a:close/>
                  <a:moveTo>
                    <a:pt x="591032" y="728481"/>
                  </a:moveTo>
                  <a:lnTo>
                    <a:pt x="536052" y="728481"/>
                  </a:lnTo>
                  <a:lnTo>
                    <a:pt x="536052" y="233664"/>
                  </a:lnTo>
                  <a:cubicBezTo>
                    <a:pt x="536073" y="230011"/>
                    <a:pt x="534638" y="226499"/>
                    <a:pt x="532066" y="223905"/>
                  </a:cubicBezTo>
                  <a:lnTo>
                    <a:pt x="500453" y="192429"/>
                  </a:lnTo>
                  <a:lnTo>
                    <a:pt x="536052" y="192429"/>
                  </a:lnTo>
                  <a:lnTo>
                    <a:pt x="536052" y="164939"/>
                  </a:lnTo>
                  <a:lnTo>
                    <a:pt x="472963" y="164939"/>
                  </a:lnTo>
                  <a:lnTo>
                    <a:pt x="431728" y="123704"/>
                  </a:lnTo>
                  <a:lnTo>
                    <a:pt x="453583" y="123704"/>
                  </a:lnTo>
                  <a:lnTo>
                    <a:pt x="453583" y="96215"/>
                  </a:lnTo>
                  <a:lnTo>
                    <a:pt x="404239" y="96215"/>
                  </a:lnTo>
                  <a:lnTo>
                    <a:pt x="394617" y="86456"/>
                  </a:lnTo>
                  <a:cubicBezTo>
                    <a:pt x="392023" y="83884"/>
                    <a:pt x="388511" y="82449"/>
                    <a:pt x="384858" y="82470"/>
                  </a:cubicBezTo>
                  <a:lnTo>
                    <a:pt x="109959" y="82470"/>
                  </a:lnTo>
                  <a:lnTo>
                    <a:pt x="109959" y="27490"/>
                  </a:lnTo>
                  <a:lnTo>
                    <a:pt x="591032" y="27490"/>
                  </a:lnTo>
                  <a:lnTo>
                    <a:pt x="591032" y="728481"/>
                  </a:lnTo>
                  <a:close/>
                </a:path>
              </a:pathLst>
            </a:custGeom>
            <a:grpFill/>
            <a:ln w="1707" cap="flat">
              <a:noFill/>
              <a:prstDash val="solid"/>
              <a:miter/>
            </a:ln>
          </p:spPr>
          <p:txBody>
            <a:bodyPr rtlCol="0" anchor="ctr"/>
            <a:lstStyle/>
            <a:p>
              <a:endParaRPr lang="zh-CN" altLang="en-US"/>
            </a:p>
          </p:txBody>
        </p:sp>
        <p:sp>
          <p:nvSpPr>
            <p:cNvPr id="17" name="任意多边形: 形状 40">
              <a:extLst>
                <a:ext uri="{FF2B5EF4-FFF2-40B4-BE49-F238E27FC236}">
                  <a16:creationId xmlns:a16="http://schemas.microsoft.com/office/drawing/2014/main" id="{9782A805-98F5-124D-BDD9-38E4AC3DEE9A}"/>
                </a:ext>
              </a:extLst>
            </p:cNvPr>
            <p:cNvSpPr/>
            <p:nvPr/>
          </p:nvSpPr>
          <p:spPr>
            <a:xfrm>
              <a:off x="8154003" y="1869686"/>
              <a:ext cx="151194" cy="673499"/>
            </a:xfrm>
            <a:custGeom>
              <a:avLst/>
              <a:gdLst>
                <a:gd name="connsiteX0" fmla="*/ 137449 w 151194"/>
                <a:gd name="connsiteY0" fmla="*/ 54980 h 673499"/>
                <a:gd name="connsiteX1" fmla="*/ 109959 w 151194"/>
                <a:gd name="connsiteY1" fmla="*/ 54980 h 673499"/>
                <a:gd name="connsiteX2" fmla="*/ 54980 w 151194"/>
                <a:gd name="connsiteY2" fmla="*/ 0 h 673499"/>
                <a:gd name="connsiteX3" fmla="*/ 0 w 151194"/>
                <a:gd name="connsiteY3" fmla="*/ 54980 h 673499"/>
                <a:gd name="connsiteX4" fmla="*/ 0 w 151194"/>
                <a:gd name="connsiteY4" fmla="*/ 591032 h 673499"/>
                <a:gd name="connsiteX5" fmla="*/ 1924 w 151194"/>
                <a:gd name="connsiteY5" fmla="*/ 598042 h 673499"/>
                <a:gd name="connsiteX6" fmla="*/ 43159 w 151194"/>
                <a:gd name="connsiteY6" fmla="*/ 666767 h 673499"/>
                <a:gd name="connsiteX7" fmla="*/ 61993 w 151194"/>
                <a:gd name="connsiteY7" fmla="*/ 671574 h 673499"/>
                <a:gd name="connsiteX8" fmla="*/ 66800 w 151194"/>
                <a:gd name="connsiteY8" fmla="*/ 666767 h 673499"/>
                <a:gd name="connsiteX9" fmla="*/ 108035 w 151194"/>
                <a:gd name="connsiteY9" fmla="*/ 598042 h 673499"/>
                <a:gd name="connsiteX10" fmla="*/ 109959 w 151194"/>
                <a:gd name="connsiteY10" fmla="*/ 591032 h 673499"/>
                <a:gd name="connsiteX11" fmla="*/ 109959 w 151194"/>
                <a:gd name="connsiteY11" fmla="*/ 82470 h 673499"/>
                <a:gd name="connsiteX12" fmla="*/ 123704 w 151194"/>
                <a:gd name="connsiteY12" fmla="*/ 82470 h 673499"/>
                <a:gd name="connsiteX13" fmla="*/ 123704 w 151194"/>
                <a:gd name="connsiteY13" fmla="*/ 329878 h 673499"/>
                <a:gd name="connsiteX14" fmla="*/ 151194 w 151194"/>
                <a:gd name="connsiteY14" fmla="*/ 329878 h 673499"/>
                <a:gd name="connsiteX15" fmla="*/ 151194 w 151194"/>
                <a:gd name="connsiteY15" fmla="*/ 68725 h 673499"/>
                <a:gd name="connsiteX16" fmla="*/ 137449 w 151194"/>
                <a:gd name="connsiteY16" fmla="*/ 54980 h 673499"/>
                <a:gd name="connsiteX17" fmla="*/ 54980 w 151194"/>
                <a:gd name="connsiteY17" fmla="*/ 633092 h 673499"/>
                <a:gd name="connsiteX18" fmla="*/ 38073 w 151194"/>
                <a:gd name="connsiteY18" fmla="*/ 604777 h 673499"/>
                <a:gd name="connsiteX19" fmla="*/ 71886 w 151194"/>
                <a:gd name="connsiteY19" fmla="*/ 604777 h 673499"/>
                <a:gd name="connsiteX20" fmla="*/ 54980 w 151194"/>
                <a:gd name="connsiteY20" fmla="*/ 633092 h 673499"/>
                <a:gd name="connsiteX21" fmla="*/ 82470 w 151194"/>
                <a:gd name="connsiteY21" fmla="*/ 577287 h 673499"/>
                <a:gd name="connsiteX22" fmla="*/ 27490 w 151194"/>
                <a:gd name="connsiteY22" fmla="*/ 577287 h 673499"/>
                <a:gd name="connsiteX23" fmla="*/ 27490 w 151194"/>
                <a:gd name="connsiteY23" fmla="*/ 329878 h 673499"/>
                <a:gd name="connsiteX24" fmla="*/ 82470 w 151194"/>
                <a:gd name="connsiteY24" fmla="*/ 329878 h 673499"/>
                <a:gd name="connsiteX25" fmla="*/ 82470 w 151194"/>
                <a:gd name="connsiteY25" fmla="*/ 577287 h 673499"/>
                <a:gd name="connsiteX26" fmla="*/ 82470 w 151194"/>
                <a:gd name="connsiteY26" fmla="*/ 302389 h 673499"/>
                <a:gd name="connsiteX27" fmla="*/ 27490 w 151194"/>
                <a:gd name="connsiteY27" fmla="*/ 302389 h 673499"/>
                <a:gd name="connsiteX28" fmla="*/ 27490 w 151194"/>
                <a:gd name="connsiteY28" fmla="*/ 82470 h 673499"/>
                <a:gd name="connsiteX29" fmla="*/ 82470 w 151194"/>
                <a:gd name="connsiteY29" fmla="*/ 82470 h 673499"/>
                <a:gd name="connsiteX30" fmla="*/ 82470 w 151194"/>
                <a:gd name="connsiteY30" fmla="*/ 302389 h 673499"/>
                <a:gd name="connsiteX31" fmla="*/ 27490 w 151194"/>
                <a:gd name="connsiteY31" fmla="*/ 54980 h 673499"/>
                <a:gd name="connsiteX32" fmla="*/ 54980 w 151194"/>
                <a:gd name="connsiteY32" fmla="*/ 27490 h 673499"/>
                <a:gd name="connsiteX33" fmla="*/ 82470 w 151194"/>
                <a:gd name="connsiteY33" fmla="*/ 54980 h 673499"/>
                <a:gd name="connsiteX34" fmla="*/ 27490 w 151194"/>
                <a:gd name="connsiteY34" fmla="*/ 54980 h 67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1194" h="673499">
                  <a:moveTo>
                    <a:pt x="137449" y="54980"/>
                  </a:moveTo>
                  <a:lnTo>
                    <a:pt x="109959" y="54980"/>
                  </a:lnTo>
                  <a:cubicBezTo>
                    <a:pt x="109959" y="24615"/>
                    <a:pt x="85344" y="0"/>
                    <a:pt x="54980" y="0"/>
                  </a:cubicBezTo>
                  <a:cubicBezTo>
                    <a:pt x="24615" y="0"/>
                    <a:pt x="0" y="24615"/>
                    <a:pt x="0" y="54980"/>
                  </a:cubicBezTo>
                  <a:lnTo>
                    <a:pt x="0" y="591032"/>
                  </a:lnTo>
                  <a:cubicBezTo>
                    <a:pt x="0" y="593499"/>
                    <a:pt x="665" y="595920"/>
                    <a:pt x="1924" y="598042"/>
                  </a:cubicBezTo>
                  <a:lnTo>
                    <a:pt x="43159" y="666767"/>
                  </a:lnTo>
                  <a:cubicBezTo>
                    <a:pt x="47033" y="673296"/>
                    <a:pt x="55466" y="675447"/>
                    <a:pt x="61993" y="671574"/>
                  </a:cubicBezTo>
                  <a:cubicBezTo>
                    <a:pt x="63972" y="670399"/>
                    <a:pt x="65625" y="668746"/>
                    <a:pt x="66800" y="666767"/>
                  </a:cubicBezTo>
                  <a:lnTo>
                    <a:pt x="108035" y="598042"/>
                  </a:lnTo>
                  <a:cubicBezTo>
                    <a:pt x="109295" y="595920"/>
                    <a:pt x="109959" y="593499"/>
                    <a:pt x="109959" y="591032"/>
                  </a:cubicBezTo>
                  <a:lnTo>
                    <a:pt x="109959" y="82470"/>
                  </a:lnTo>
                  <a:lnTo>
                    <a:pt x="123704" y="82470"/>
                  </a:lnTo>
                  <a:lnTo>
                    <a:pt x="123704" y="329878"/>
                  </a:lnTo>
                  <a:lnTo>
                    <a:pt x="151194" y="329878"/>
                  </a:lnTo>
                  <a:lnTo>
                    <a:pt x="151194" y="68725"/>
                  </a:lnTo>
                  <a:cubicBezTo>
                    <a:pt x="151194" y="61134"/>
                    <a:pt x="145040" y="54980"/>
                    <a:pt x="137449" y="54980"/>
                  </a:cubicBezTo>
                  <a:close/>
                  <a:moveTo>
                    <a:pt x="54980" y="633092"/>
                  </a:moveTo>
                  <a:lnTo>
                    <a:pt x="38073" y="604777"/>
                  </a:lnTo>
                  <a:lnTo>
                    <a:pt x="71886" y="604777"/>
                  </a:lnTo>
                  <a:lnTo>
                    <a:pt x="54980" y="633092"/>
                  </a:lnTo>
                  <a:close/>
                  <a:moveTo>
                    <a:pt x="82470" y="577287"/>
                  </a:moveTo>
                  <a:lnTo>
                    <a:pt x="27490" y="577287"/>
                  </a:lnTo>
                  <a:lnTo>
                    <a:pt x="27490" y="329878"/>
                  </a:lnTo>
                  <a:lnTo>
                    <a:pt x="82470" y="329878"/>
                  </a:lnTo>
                  <a:lnTo>
                    <a:pt x="82470" y="577287"/>
                  </a:lnTo>
                  <a:close/>
                  <a:moveTo>
                    <a:pt x="82470" y="302389"/>
                  </a:moveTo>
                  <a:lnTo>
                    <a:pt x="27490" y="302389"/>
                  </a:lnTo>
                  <a:lnTo>
                    <a:pt x="27490" y="82470"/>
                  </a:lnTo>
                  <a:lnTo>
                    <a:pt x="82470" y="82470"/>
                  </a:lnTo>
                  <a:lnTo>
                    <a:pt x="82470" y="302389"/>
                  </a:lnTo>
                  <a:close/>
                  <a:moveTo>
                    <a:pt x="27490" y="54980"/>
                  </a:moveTo>
                  <a:cubicBezTo>
                    <a:pt x="27490" y="39797"/>
                    <a:pt x="39797" y="27490"/>
                    <a:pt x="54980" y="27490"/>
                  </a:cubicBezTo>
                  <a:cubicBezTo>
                    <a:pt x="70163" y="27490"/>
                    <a:pt x="82470" y="39797"/>
                    <a:pt x="82470" y="54980"/>
                  </a:cubicBezTo>
                  <a:lnTo>
                    <a:pt x="27490" y="54980"/>
                  </a:lnTo>
                  <a:close/>
                </a:path>
              </a:pathLst>
            </a:custGeom>
            <a:grpFill/>
            <a:ln w="1707" cap="flat">
              <a:noFill/>
              <a:prstDash val="solid"/>
              <a:miter/>
            </a:ln>
          </p:spPr>
          <p:txBody>
            <a:bodyPr rtlCol="0" anchor="ctr"/>
            <a:lstStyle/>
            <a:p>
              <a:endParaRPr lang="zh-CN" altLang="en-US"/>
            </a:p>
          </p:txBody>
        </p:sp>
        <p:sp>
          <p:nvSpPr>
            <p:cNvPr id="18" name="任意多边形: 形状 41">
              <a:extLst>
                <a:ext uri="{FF2B5EF4-FFF2-40B4-BE49-F238E27FC236}">
                  <a16:creationId xmlns:a16="http://schemas.microsoft.com/office/drawing/2014/main" id="{2F66BB01-71FF-204E-818C-2750E182AD67}"/>
                </a:ext>
              </a:extLst>
            </p:cNvPr>
            <p:cNvSpPr/>
            <p:nvPr/>
          </p:nvSpPr>
          <p:spPr>
            <a:xfrm>
              <a:off x="7576716" y="2323269"/>
              <a:ext cx="343623" cy="27489"/>
            </a:xfrm>
            <a:custGeom>
              <a:avLst/>
              <a:gdLst>
                <a:gd name="connsiteX0" fmla="*/ 0 w 343623"/>
                <a:gd name="connsiteY0" fmla="*/ 0 h 27489"/>
                <a:gd name="connsiteX1" fmla="*/ 343623 w 343623"/>
                <a:gd name="connsiteY1" fmla="*/ 0 h 27489"/>
                <a:gd name="connsiteX2" fmla="*/ 343623 w 343623"/>
                <a:gd name="connsiteY2" fmla="*/ 27490 h 27489"/>
                <a:gd name="connsiteX3" fmla="*/ 0 w 343623"/>
                <a:gd name="connsiteY3" fmla="*/ 27490 h 27489"/>
              </a:gdLst>
              <a:ahLst/>
              <a:cxnLst>
                <a:cxn ang="0">
                  <a:pos x="connsiteX0" y="connsiteY0"/>
                </a:cxn>
                <a:cxn ang="0">
                  <a:pos x="connsiteX1" y="connsiteY1"/>
                </a:cxn>
                <a:cxn ang="0">
                  <a:pos x="connsiteX2" y="connsiteY2"/>
                </a:cxn>
                <a:cxn ang="0">
                  <a:pos x="connsiteX3" y="connsiteY3"/>
                </a:cxn>
              </a:cxnLst>
              <a:rect l="l" t="t" r="r" b="b"/>
              <a:pathLst>
                <a:path w="343623" h="27489">
                  <a:moveTo>
                    <a:pt x="0" y="0"/>
                  </a:moveTo>
                  <a:lnTo>
                    <a:pt x="343623" y="0"/>
                  </a:lnTo>
                  <a:lnTo>
                    <a:pt x="343623" y="27490"/>
                  </a:lnTo>
                  <a:lnTo>
                    <a:pt x="0" y="27490"/>
                  </a:lnTo>
                  <a:close/>
                </a:path>
              </a:pathLst>
            </a:custGeom>
            <a:grpFill/>
            <a:ln w="1707" cap="flat">
              <a:noFill/>
              <a:prstDash val="solid"/>
              <a:miter/>
            </a:ln>
          </p:spPr>
          <p:txBody>
            <a:bodyPr rtlCol="0" anchor="ctr"/>
            <a:lstStyle/>
            <a:p>
              <a:endParaRPr lang="zh-CN" altLang="en-US"/>
            </a:p>
          </p:txBody>
        </p:sp>
        <p:sp>
          <p:nvSpPr>
            <p:cNvPr id="19" name="任意多边形: 形状 42">
              <a:extLst>
                <a:ext uri="{FF2B5EF4-FFF2-40B4-BE49-F238E27FC236}">
                  <a16:creationId xmlns:a16="http://schemas.microsoft.com/office/drawing/2014/main" id="{06E34E9C-B5C4-4F46-A400-83192BD0204B}"/>
                </a:ext>
              </a:extLst>
            </p:cNvPr>
            <p:cNvSpPr/>
            <p:nvPr/>
          </p:nvSpPr>
          <p:spPr>
            <a:xfrm>
              <a:off x="7576716" y="2391993"/>
              <a:ext cx="206174" cy="27489"/>
            </a:xfrm>
            <a:custGeom>
              <a:avLst/>
              <a:gdLst>
                <a:gd name="connsiteX0" fmla="*/ 0 w 206174"/>
                <a:gd name="connsiteY0" fmla="*/ 0 h 27489"/>
                <a:gd name="connsiteX1" fmla="*/ 206174 w 206174"/>
                <a:gd name="connsiteY1" fmla="*/ 0 h 27489"/>
                <a:gd name="connsiteX2" fmla="*/ 206174 w 206174"/>
                <a:gd name="connsiteY2" fmla="*/ 27490 h 27489"/>
                <a:gd name="connsiteX3" fmla="*/ 0 w 206174"/>
                <a:gd name="connsiteY3" fmla="*/ 27490 h 27489"/>
              </a:gdLst>
              <a:ahLst/>
              <a:cxnLst>
                <a:cxn ang="0">
                  <a:pos x="connsiteX0" y="connsiteY0"/>
                </a:cxn>
                <a:cxn ang="0">
                  <a:pos x="connsiteX1" y="connsiteY1"/>
                </a:cxn>
                <a:cxn ang="0">
                  <a:pos x="connsiteX2" y="connsiteY2"/>
                </a:cxn>
                <a:cxn ang="0">
                  <a:pos x="connsiteX3" y="connsiteY3"/>
                </a:cxn>
              </a:cxnLst>
              <a:rect l="l" t="t" r="r" b="b"/>
              <a:pathLst>
                <a:path w="206174" h="27489">
                  <a:moveTo>
                    <a:pt x="0" y="0"/>
                  </a:moveTo>
                  <a:lnTo>
                    <a:pt x="206174" y="0"/>
                  </a:lnTo>
                  <a:lnTo>
                    <a:pt x="206174" y="27490"/>
                  </a:lnTo>
                  <a:lnTo>
                    <a:pt x="0" y="27490"/>
                  </a:lnTo>
                  <a:close/>
                </a:path>
              </a:pathLst>
            </a:custGeom>
            <a:grpFill/>
            <a:ln w="1707" cap="flat">
              <a:noFill/>
              <a:prstDash val="solid"/>
              <a:miter/>
            </a:ln>
          </p:spPr>
          <p:txBody>
            <a:bodyPr rtlCol="0" anchor="ctr"/>
            <a:lstStyle/>
            <a:p>
              <a:endParaRPr lang="zh-CN" altLang="en-US"/>
            </a:p>
          </p:txBody>
        </p:sp>
        <p:sp>
          <p:nvSpPr>
            <p:cNvPr id="20" name="任意多边形: 形状 43">
              <a:extLst>
                <a:ext uri="{FF2B5EF4-FFF2-40B4-BE49-F238E27FC236}">
                  <a16:creationId xmlns:a16="http://schemas.microsoft.com/office/drawing/2014/main" id="{9699CF6D-45BC-1543-B894-6F75A3F80085}"/>
                </a:ext>
              </a:extLst>
            </p:cNvPr>
            <p:cNvSpPr/>
            <p:nvPr/>
          </p:nvSpPr>
          <p:spPr>
            <a:xfrm>
              <a:off x="7659186" y="2254544"/>
              <a:ext cx="261153" cy="27489"/>
            </a:xfrm>
            <a:custGeom>
              <a:avLst/>
              <a:gdLst>
                <a:gd name="connsiteX0" fmla="*/ 0 w 261153"/>
                <a:gd name="connsiteY0" fmla="*/ 0 h 27489"/>
                <a:gd name="connsiteX1" fmla="*/ 261154 w 261153"/>
                <a:gd name="connsiteY1" fmla="*/ 0 h 27489"/>
                <a:gd name="connsiteX2" fmla="*/ 261154 w 261153"/>
                <a:gd name="connsiteY2" fmla="*/ 27490 h 27489"/>
                <a:gd name="connsiteX3" fmla="*/ 0 w 261153"/>
                <a:gd name="connsiteY3" fmla="*/ 27490 h 27489"/>
              </a:gdLst>
              <a:ahLst/>
              <a:cxnLst>
                <a:cxn ang="0">
                  <a:pos x="connsiteX0" y="connsiteY0"/>
                </a:cxn>
                <a:cxn ang="0">
                  <a:pos x="connsiteX1" y="connsiteY1"/>
                </a:cxn>
                <a:cxn ang="0">
                  <a:pos x="connsiteX2" y="connsiteY2"/>
                </a:cxn>
                <a:cxn ang="0">
                  <a:pos x="connsiteX3" y="connsiteY3"/>
                </a:cxn>
              </a:cxnLst>
              <a:rect l="l" t="t" r="r" b="b"/>
              <a:pathLst>
                <a:path w="261153" h="27489">
                  <a:moveTo>
                    <a:pt x="0" y="0"/>
                  </a:moveTo>
                  <a:lnTo>
                    <a:pt x="261154" y="0"/>
                  </a:lnTo>
                  <a:lnTo>
                    <a:pt x="261154" y="27490"/>
                  </a:lnTo>
                  <a:lnTo>
                    <a:pt x="0" y="27490"/>
                  </a:lnTo>
                  <a:close/>
                </a:path>
              </a:pathLst>
            </a:custGeom>
            <a:grpFill/>
            <a:ln w="1707" cap="flat">
              <a:noFill/>
              <a:prstDash val="solid"/>
              <a:miter/>
            </a:ln>
          </p:spPr>
          <p:txBody>
            <a:bodyPr rtlCol="0" anchor="ctr"/>
            <a:lstStyle/>
            <a:p>
              <a:endParaRPr lang="zh-CN" altLang="en-US"/>
            </a:p>
          </p:txBody>
        </p:sp>
        <p:sp>
          <p:nvSpPr>
            <p:cNvPr id="21" name="任意多边形: 形状 44">
              <a:extLst>
                <a:ext uri="{FF2B5EF4-FFF2-40B4-BE49-F238E27FC236}">
                  <a16:creationId xmlns:a16="http://schemas.microsoft.com/office/drawing/2014/main" id="{B0D0196F-66DA-024A-AEE8-989EE3DDF3D8}"/>
                </a:ext>
              </a:extLst>
            </p:cNvPr>
            <p:cNvSpPr/>
            <p:nvPr/>
          </p:nvSpPr>
          <p:spPr>
            <a:xfrm>
              <a:off x="7576716" y="2254544"/>
              <a:ext cx="54979" cy="27489"/>
            </a:xfrm>
            <a:custGeom>
              <a:avLst/>
              <a:gdLst>
                <a:gd name="connsiteX0" fmla="*/ 0 w 54979"/>
                <a:gd name="connsiteY0" fmla="*/ 0 h 27489"/>
                <a:gd name="connsiteX1" fmla="*/ 54980 w 54979"/>
                <a:gd name="connsiteY1" fmla="*/ 0 h 27489"/>
                <a:gd name="connsiteX2" fmla="*/ 54980 w 54979"/>
                <a:gd name="connsiteY2" fmla="*/ 27490 h 27489"/>
                <a:gd name="connsiteX3" fmla="*/ 0 w 54979"/>
                <a:gd name="connsiteY3" fmla="*/ 27490 h 27489"/>
              </a:gdLst>
              <a:ahLst/>
              <a:cxnLst>
                <a:cxn ang="0">
                  <a:pos x="connsiteX0" y="connsiteY0"/>
                </a:cxn>
                <a:cxn ang="0">
                  <a:pos x="connsiteX1" y="connsiteY1"/>
                </a:cxn>
                <a:cxn ang="0">
                  <a:pos x="connsiteX2" y="connsiteY2"/>
                </a:cxn>
                <a:cxn ang="0">
                  <a:pos x="connsiteX3" y="connsiteY3"/>
                </a:cxn>
              </a:cxnLst>
              <a:rect l="l" t="t" r="r" b="b"/>
              <a:pathLst>
                <a:path w="54979" h="27489">
                  <a:moveTo>
                    <a:pt x="0" y="0"/>
                  </a:moveTo>
                  <a:lnTo>
                    <a:pt x="54980" y="0"/>
                  </a:lnTo>
                  <a:lnTo>
                    <a:pt x="54980" y="27490"/>
                  </a:lnTo>
                  <a:lnTo>
                    <a:pt x="0" y="27490"/>
                  </a:lnTo>
                  <a:close/>
                </a:path>
              </a:pathLst>
            </a:custGeom>
            <a:grpFill/>
            <a:ln w="1707" cap="flat">
              <a:noFill/>
              <a:prstDash val="solid"/>
              <a:miter/>
            </a:ln>
          </p:spPr>
          <p:txBody>
            <a:bodyPr rtlCol="0" anchor="ctr"/>
            <a:lstStyle/>
            <a:p>
              <a:endParaRPr lang="zh-CN" altLang="en-US"/>
            </a:p>
          </p:txBody>
        </p:sp>
        <p:sp>
          <p:nvSpPr>
            <p:cNvPr id="22" name="任意多边形: 形状 45">
              <a:extLst>
                <a:ext uri="{FF2B5EF4-FFF2-40B4-BE49-F238E27FC236}">
                  <a16:creationId xmlns:a16="http://schemas.microsoft.com/office/drawing/2014/main" id="{9EABE84A-99CF-4543-9553-95D1A80EDBC9}"/>
                </a:ext>
              </a:extLst>
            </p:cNvPr>
            <p:cNvSpPr/>
            <p:nvPr/>
          </p:nvSpPr>
          <p:spPr>
            <a:xfrm>
              <a:off x="7576716" y="2048370"/>
              <a:ext cx="343623" cy="164939"/>
            </a:xfrm>
            <a:custGeom>
              <a:avLst/>
              <a:gdLst>
                <a:gd name="connsiteX0" fmla="*/ 302389 w 343623"/>
                <a:gd name="connsiteY0" fmla="*/ 137449 h 164939"/>
                <a:gd name="connsiteX1" fmla="*/ 302389 w 343623"/>
                <a:gd name="connsiteY1" fmla="*/ 13745 h 164939"/>
                <a:gd name="connsiteX2" fmla="*/ 274899 w 343623"/>
                <a:gd name="connsiteY2" fmla="*/ 13745 h 164939"/>
                <a:gd name="connsiteX3" fmla="*/ 274899 w 343623"/>
                <a:gd name="connsiteY3" fmla="*/ 137449 h 164939"/>
                <a:gd name="connsiteX4" fmla="*/ 247409 w 343623"/>
                <a:gd name="connsiteY4" fmla="*/ 137449 h 164939"/>
                <a:gd name="connsiteX5" fmla="*/ 247409 w 343623"/>
                <a:gd name="connsiteY5" fmla="*/ 41235 h 164939"/>
                <a:gd name="connsiteX6" fmla="*/ 219919 w 343623"/>
                <a:gd name="connsiteY6" fmla="*/ 41235 h 164939"/>
                <a:gd name="connsiteX7" fmla="*/ 219919 w 343623"/>
                <a:gd name="connsiteY7" fmla="*/ 137449 h 164939"/>
                <a:gd name="connsiteX8" fmla="*/ 192429 w 343623"/>
                <a:gd name="connsiteY8" fmla="*/ 137449 h 164939"/>
                <a:gd name="connsiteX9" fmla="*/ 192429 w 343623"/>
                <a:gd name="connsiteY9" fmla="*/ 0 h 164939"/>
                <a:gd name="connsiteX10" fmla="*/ 164939 w 343623"/>
                <a:gd name="connsiteY10" fmla="*/ 0 h 164939"/>
                <a:gd name="connsiteX11" fmla="*/ 164939 w 343623"/>
                <a:gd name="connsiteY11" fmla="*/ 137449 h 164939"/>
                <a:gd name="connsiteX12" fmla="*/ 137449 w 343623"/>
                <a:gd name="connsiteY12" fmla="*/ 137449 h 164939"/>
                <a:gd name="connsiteX13" fmla="*/ 137449 w 343623"/>
                <a:gd name="connsiteY13" fmla="*/ 41235 h 164939"/>
                <a:gd name="connsiteX14" fmla="*/ 109959 w 343623"/>
                <a:gd name="connsiteY14" fmla="*/ 41235 h 164939"/>
                <a:gd name="connsiteX15" fmla="*/ 109959 w 343623"/>
                <a:gd name="connsiteY15" fmla="*/ 137449 h 164939"/>
                <a:gd name="connsiteX16" fmla="*/ 82470 w 343623"/>
                <a:gd name="connsiteY16" fmla="*/ 137449 h 164939"/>
                <a:gd name="connsiteX17" fmla="*/ 82470 w 343623"/>
                <a:gd name="connsiteY17" fmla="*/ 96215 h 164939"/>
                <a:gd name="connsiteX18" fmla="*/ 54980 w 343623"/>
                <a:gd name="connsiteY18" fmla="*/ 96215 h 164939"/>
                <a:gd name="connsiteX19" fmla="*/ 54980 w 343623"/>
                <a:gd name="connsiteY19" fmla="*/ 137449 h 164939"/>
                <a:gd name="connsiteX20" fmla="*/ 27490 w 343623"/>
                <a:gd name="connsiteY20" fmla="*/ 137449 h 164939"/>
                <a:gd name="connsiteX21" fmla="*/ 27490 w 343623"/>
                <a:gd name="connsiteY21" fmla="*/ 0 h 164939"/>
                <a:gd name="connsiteX22" fmla="*/ 0 w 343623"/>
                <a:gd name="connsiteY22" fmla="*/ 0 h 164939"/>
                <a:gd name="connsiteX23" fmla="*/ 0 w 343623"/>
                <a:gd name="connsiteY23" fmla="*/ 151194 h 164939"/>
                <a:gd name="connsiteX24" fmla="*/ 13745 w 343623"/>
                <a:gd name="connsiteY24" fmla="*/ 164939 h 164939"/>
                <a:gd name="connsiteX25" fmla="*/ 343623 w 343623"/>
                <a:gd name="connsiteY25" fmla="*/ 164939 h 164939"/>
                <a:gd name="connsiteX26" fmla="*/ 343623 w 343623"/>
                <a:gd name="connsiteY26" fmla="*/ 137449 h 164939"/>
                <a:gd name="connsiteX27" fmla="*/ 302389 w 343623"/>
                <a:gd name="connsiteY27" fmla="*/ 137449 h 16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43623" h="164939">
                  <a:moveTo>
                    <a:pt x="302389" y="137449"/>
                  </a:moveTo>
                  <a:lnTo>
                    <a:pt x="302389" y="13745"/>
                  </a:lnTo>
                  <a:lnTo>
                    <a:pt x="274899" y="13745"/>
                  </a:lnTo>
                  <a:lnTo>
                    <a:pt x="274899" y="137449"/>
                  </a:lnTo>
                  <a:lnTo>
                    <a:pt x="247409" y="137449"/>
                  </a:lnTo>
                  <a:lnTo>
                    <a:pt x="247409" y="41235"/>
                  </a:lnTo>
                  <a:lnTo>
                    <a:pt x="219919" y="41235"/>
                  </a:lnTo>
                  <a:lnTo>
                    <a:pt x="219919" y="137449"/>
                  </a:lnTo>
                  <a:lnTo>
                    <a:pt x="192429" y="137449"/>
                  </a:lnTo>
                  <a:lnTo>
                    <a:pt x="192429" y="0"/>
                  </a:lnTo>
                  <a:lnTo>
                    <a:pt x="164939" y="0"/>
                  </a:lnTo>
                  <a:lnTo>
                    <a:pt x="164939" y="137449"/>
                  </a:lnTo>
                  <a:lnTo>
                    <a:pt x="137449" y="137449"/>
                  </a:lnTo>
                  <a:lnTo>
                    <a:pt x="137449" y="41235"/>
                  </a:lnTo>
                  <a:lnTo>
                    <a:pt x="109959" y="41235"/>
                  </a:lnTo>
                  <a:lnTo>
                    <a:pt x="109959" y="137449"/>
                  </a:lnTo>
                  <a:lnTo>
                    <a:pt x="82470" y="137449"/>
                  </a:lnTo>
                  <a:lnTo>
                    <a:pt x="82470" y="96215"/>
                  </a:lnTo>
                  <a:lnTo>
                    <a:pt x="54980" y="96215"/>
                  </a:lnTo>
                  <a:lnTo>
                    <a:pt x="54980" y="137449"/>
                  </a:lnTo>
                  <a:lnTo>
                    <a:pt x="27490" y="137449"/>
                  </a:lnTo>
                  <a:lnTo>
                    <a:pt x="27490" y="0"/>
                  </a:lnTo>
                  <a:lnTo>
                    <a:pt x="0" y="0"/>
                  </a:lnTo>
                  <a:lnTo>
                    <a:pt x="0" y="151194"/>
                  </a:lnTo>
                  <a:cubicBezTo>
                    <a:pt x="0" y="158785"/>
                    <a:pt x="6154" y="164939"/>
                    <a:pt x="13745" y="164939"/>
                  </a:cubicBezTo>
                  <a:lnTo>
                    <a:pt x="343623" y="164939"/>
                  </a:lnTo>
                  <a:lnTo>
                    <a:pt x="343623" y="137449"/>
                  </a:lnTo>
                  <a:lnTo>
                    <a:pt x="302389" y="137449"/>
                  </a:lnTo>
                  <a:close/>
                </a:path>
              </a:pathLst>
            </a:custGeom>
            <a:grpFill/>
            <a:ln w="1707" cap="flat">
              <a:noFill/>
              <a:prstDash val="solid"/>
              <a:miter/>
            </a:ln>
          </p:spPr>
          <p:txBody>
            <a:bodyPr rtlCol="0" anchor="ctr"/>
            <a:lstStyle/>
            <a:p>
              <a:endParaRPr lang="zh-CN" altLang="en-US"/>
            </a:p>
          </p:txBody>
        </p:sp>
        <p:sp>
          <p:nvSpPr>
            <p:cNvPr id="23" name="任意多边形: 形状 46">
              <a:extLst>
                <a:ext uri="{FF2B5EF4-FFF2-40B4-BE49-F238E27FC236}">
                  <a16:creationId xmlns:a16="http://schemas.microsoft.com/office/drawing/2014/main" id="{DDEFE439-FD11-4341-876E-19B5367D2AE6}"/>
                </a:ext>
              </a:extLst>
            </p:cNvPr>
            <p:cNvSpPr/>
            <p:nvPr/>
          </p:nvSpPr>
          <p:spPr>
            <a:xfrm>
              <a:off x="7576716" y="1897176"/>
              <a:ext cx="178684" cy="27489"/>
            </a:xfrm>
            <a:custGeom>
              <a:avLst/>
              <a:gdLst>
                <a:gd name="connsiteX0" fmla="*/ 0 w 178684"/>
                <a:gd name="connsiteY0" fmla="*/ 0 h 27489"/>
                <a:gd name="connsiteX1" fmla="*/ 178684 w 178684"/>
                <a:gd name="connsiteY1" fmla="*/ 0 h 27489"/>
                <a:gd name="connsiteX2" fmla="*/ 178684 w 178684"/>
                <a:gd name="connsiteY2" fmla="*/ 27490 h 27489"/>
                <a:gd name="connsiteX3" fmla="*/ 0 w 178684"/>
                <a:gd name="connsiteY3" fmla="*/ 27490 h 27489"/>
              </a:gdLst>
              <a:ahLst/>
              <a:cxnLst>
                <a:cxn ang="0">
                  <a:pos x="connsiteX0" y="connsiteY0"/>
                </a:cxn>
                <a:cxn ang="0">
                  <a:pos x="connsiteX1" y="connsiteY1"/>
                </a:cxn>
                <a:cxn ang="0">
                  <a:pos x="connsiteX2" y="connsiteY2"/>
                </a:cxn>
                <a:cxn ang="0">
                  <a:pos x="connsiteX3" y="connsiteY3"/>
                </a:cxn>
              </a:cxnLst>
              <a:rect l="l" t="t" r="r" b="b"/>
              <a:pathLst>
                <a:path w="178684" h="27489">
                  <a:moveTo>
                    <a:pt x="0" y="0"/>
                  </a:moveTo>
                  <a:lnTo>
                    <a:pt x="178684" y="0"/>
                  </a:lnTo>
                  <a:lnTo>
                    <a:pt x="178684" y="27490"/>
                  </a:lnTo>
                  <a:lnTo>
                    <a:pt x="0" y="27490"/>
                  </a:lnTo>
                  <a:close/>
                </a:path>
              </a:pathLst>
            </a:custGeom>
            <a:grpFill/>
            <a:ln w="1707" cap="flat">
              <a:noFill/>
              <a:prstDash val="solid"/>
              <a:miter/>
            </a:ln>
          </p:spPr>
          <p:txBody>
            <a:bodyPr rtlCol="0" anchor="ctr"/>
            <a:lstStyle/>
            <a:p>
              <a:endParaRPr lang="zh-CN" altLang="en-US"/>
            </a:p>
          </p:txBody>
        </p:sp>
        <p:sp>
          <p:nvSpPr>
            <p:cNvPr id="24" name="任意多边形: 形状 47">
              <a:extLst>
                <a:ext uri="{FF2B5EF4-FFF2-40B4-BE49-F238E27FC236}">
                  <a16:creationId xmlns:a16="http://schemas.microsoft.com/office/drawing/2014/main" id="{A9A539C0-CE17-B141-AF03-B467DD03F617}"/>
                </a:ext>
              </a:extLst>
            </p:cNvPr>
            <p:cNvSpPr/>
            <p:nvPr/>
          </p:nvSpPr>
          <p:spPr>
            <a:xfrm>
              <a:off x="7576716" y="1965900"/>
              <a:ext cx="123704" cy="27489"/>
            </a:xfrm>
            <a:custGeom>
              <a:avLst/>
              <a:gdLst>
                <a:gd name="connsiteX0" fmla="*/ 0 w 123704"/>
                <a:gd name="connsiteY0" fmla="*/ 0 h 27489"/>
                <a:gd name="connsiteX1" fmla="*/ 123704 w 123704"/>
                <a:gd name="connsiteY1" fmla="*/ 0 h 27489"/>
                <a:gd name="connsiteX2" fmla="*/ 123704 w 123704"/>
                <a:gd name="connsiteY2" fmla="*/ 27490 h 27489"/>
                <a:gd name="connsiteX3" fmla="*/ 0 w 123704"/>
                <a:gd name="connsiteY3" fmla="*/ 27490 h 27489"/>
              </a:gdLst>
              <a:ahLst/>
              <a:cxnLst>
                <a:cxn ang="0">
                  <a:pos x="connsiteX0" y="connsiteY0"/>
                </a:cxn>
                <a:cxn ang="0">
                  <a:pos x="connsiteX1" y="connsiteY1"/>
                </a:cxn>
                <a:cxn ang="0">
                  <a:pos x="connsiteX2" y="connsiteY2"/>
                </a:cxn>
                <a:cxn ang="0">
                  <a:pos x="connsiteX3" y="connsiteY3"/>
                </a:cxn>
              </a:cxnLst>
              <a:rect l="l" t="t" r="r" b="b"/>
              <a:pathLst>
                <a:path w="123704" h="27489">
                  <a:moveTo>
                    <a:pt x="0" y="0"/>
                  </a:moveTo>
                  <a:lnTo>
                    <a:pt x="123704" y="0"/>
                  </a:lnTo>
                  <a:lnTo>
                    <a:pt x="123704" y="27490"/>
                  </a:lnTo>
                  <a:lnTo>
                    <a:pt x="0" y="27490"/>
                  </a:lnTo>
                  <a:close/>
                </a:path>
              </a:pathLst>
            </a:custGeom>
            <a:grpFill/>
            <a:ln w="1707" cap="flat">
              <a:noFill/>
              <a:prstDash val="solid"/>
              <a:miter/>
            </a:ln>
          </p:spPr>
          <p:txBody>
            <a:bodyPr rtlCol="0" anchor="ctr"/>
            <a:lstStyle/>
            <a:p>
              <a:endParaRPr lang="zh-CN" altLang="en-US"/>
            </a:p>
          </p:txBody>
        </p:sp>
        <p:sp>
          <p:nvSpPr>
            <p:cNvPr id="25" name="任意多边形: 形状 48">
              <a:extLst>
                <a:ext uri="{FF2B5EF4-FFF2-40B4-BE49-F238E27FC236}">
                  <a16:creationId xmlns:a16="http://schemas.microsoft.com/office/drawing/2014/main" id="{E5FC4E8C-91B8-8F4E-B23D-0BA9D6F5A0E5}"/>
                </a:ext>
              </a:extLst>
            </p:cNvPr>
            <p:cNvSpPr/>
            <p:nvPr/>
          </p:nvSpPr>
          <p:spPr>
            <a:xfrm>
              <a:off x="7961574" y="1814706"/>
              <a:ext cx="54979" cy="27489"/>
            </a:xfrm>
            <a:custGeom>
              <a:avLst/>
              <a:gdLst>
                <a:gd name="connsiteX0" fmla="*/ 0 w 54979"/>
                <a:gd name="connsiteY0" fmla="*/ 0 h 27489"/>
                <a:gd name="connsiteX1" fmla="*/ 54980 w 54979"/>
                <a:gd name="connsiteY1" fmla="*/ 0 h 27489"/>
                <a:gd name="connsiteX2" fmla="*/ 54980 w 54979"/>
                <a:gd name="connsiteY2" fmla="*/ 27490 h 27489"/>
                <a:gd name="connsiteX3" fmla="*/ 0 w 54979"/>
                <a:gd name="connsiteY3" fmla="*/ 27490 h 27489"/>
              </a:gdLst>
              <a:ahLst/>
              <a:cxnLst>
                <a:cxn ang="0">
                  <a:pos x="connsiteX0" y="connsiteY0"/>
                </a:cxn>
                <a:cxn ang="0">
                  <a:pos x="connsiteX1" y="connsiteY1"/>
                </a:cxn>
                <a:cxn ang="0">
                  <a:pos x="connsiteX2" y="connsiteY2"/>
                </a:cxn>
                <a:cxn ang="0">
                  <a:pos x="connsiteX3" y="connsiteY3"/>
                </a:cxn>
              </a:cxnLst>
              <a:rect l="l" t="t" r="r" b="b"/>
              <a:pathLst>
                <a:path w="54979" h="27489">
                  <a:moveTo>
                    <a:pt x="0" y="0"/>
                  </a:moveTo>
                  <a:lnTo>
                    <a:pt x="54980" y="0"/>
                  </a:lnTo>
                  <a:lnTo>
                    <a:pt x="54980" y="27490"/>
                  </a:lnTo>
                  <a:lnTo>
                    <a:pt x="0" y="27490"/>
                  </a:lnTo>
                  <a:close/>
                </a:path>
              </a:pathLst>
            </a:custGeom>
            <a:grpFill/>
            <a:ln w="1707" cap="flat">
              <a:noFill/>
              <a:prstDash val="solid"/>
              <a:miter/>
            </a:ln>
          </p:spPr>
          <p:txBody>
            <a:bodyPr rtlCol="0" anchor="ctr"/>
            <a:lstStyle/>
            <a:p>
              <a:endParaRPr lang="zh-CN" altLang="en-US"/>
            </a:p>
          </p:txBody>
        </p:sp>
        <p:sp>
          <p:nvSpPr>
            <p:cNvPr id="26" name="任意多边形: 形状 49">
              <a:extLst>
                <a:ext uri="{FF2B5EF4-FFF2-40B4-BE49-F238E27FC236}">
                  <a16:creationId xmlns:a16="http://schemas.microsoft.com/office/drawing/2014/main" id="{DAA7CEF1-8DA4-9C46-AA0B-0631ED20C7FD}"/>
                </a:ext>
              </a:extLst>
            </p:cNvPr>
            <p:cNvSpPr/>
            <p:nvPr/>
          </p:nvSpPr>
          <p:spPr>
            <a:xfrm>
              <a:off x="7810380" y="2391993"/>
              <a:ext cx="54979" cy="27489"/>
            </a:xfrm>
            <a:custGeom>
              <a:avLst/>
              <a:gdLst>
                <a:gd name="connsiteX0" fmla="*/ 0 w 54979"/>
                <a:gd name="connsiteY0" fmla="*/ 0 h 27489"/>
                <a:gd name="connsiteX1" fmla="*/ 54980 w 54979"/>
                <a:gd name="connsiteY1" fmla="*/ 0 h 27489"/>
                <a:gd name="connsiteX2" fmla="*/ 54980 w 54979"/>
                <a:gd name="connsiteY2" fmla="*/ 27490 h 27489"/>
                <a:gd name="connsiteX3" fmla="*/ 0 w 54979"/>
                <a:gd name="connsiteY3" fmla="*/ 27490 h 27489"/>
              </a:gdLst>
              <a:ahLst/>
              <a:cxnLst>
                <a:cxn ang="0">
                  <a:pos x="connsiteX0" y="connsiteY0"/>
                </a:cxn>
                <a:cxn ang="0">
                  <a:pos x="connsiteX1" y="connsiteY1"/>
                </a:cxn>
                <a:cxn ang="0">
                  <a:pos x="connsiteX2" y="connsiteY2"/>
                </a:cxn>
                <a:cxn ang="0">
                  <a:pos x="connsiteX3" y="connsiteY3"/>
                </a:cxn>
              </a:cxnLst>
              <a:rect l="l" t="t" r="r" b="b"/>
              <a:pathLst>
                <a:path w="54979" h="27489">
                  <a:moveTo>
                    <a:pt x="0" y="0"/>
                  </a:moveTo>
                  <a:lnTo>
                    <a:pt x="54980" y="0"/>
                  </a:lnTo>
                  <a:lnTo>
                    <a:pt x="54980" y="27490"/>
                  </a:lnTo>
                  <a:lnTo>
                    <a:pt x="0" y="27490"/>
                  </a:lnTo>
                  <a:close/>
                </a:path>
              </a:pathLst>
            </a:custGeom>
            <a:grpFill/>
            <a:ln w="1707" cap="flat">
              <a:noFill/>
              <a:prstDash val="solid"/>
              <a:miter/>
            </a:ln>
          </p:spPr>
          <p:txBody>
            <a:bodyPr rtlCol="0" anchor="ctr"/>
            <a:lstStyle/>
            <a:p>
              <a:endParaRPr lang="zh-CN" altLang="en-US"/>
            </a:p>
          </p:txBody>
        </p:sp>
      </p:grpSp>
      <p:sp>
        <p:nvSpPr>
          <p:cNvPr id="32" name="文本框 31">
            <a:extLst>
              <a:ext uri="{FF2B5EF4-FFF2-40B4-BE49-F238E27FC236}">
                <a16:creationId xmlns:a16="http://schemas.microsoft.com/office/drawing/2014/main" id="{90E117C5-BB5F-D34B-890E-AD64AAA385D6}"/>
              </a:ext>
            </a:extLst>
          </p:cNvPr>
          <p:cNvSpPr txBox="1"/>
          <p:nvPr/>
        </p:nvSpPr>
        <p:spPr>
          <a:xfrm>
            <a:off x="2837557" y="1936221"/>
            <a:ext cx="2492049" cy="379656"/>
          </a:xfrm>
          <a:prstGeom prst="rect">
            <a:avLst/>
          </a:prstGeom>
          <a:noFill/>
        </p:spPr>
        <p:txBody>
          <a:bodyPr wrap="square" rtlCol="0">
            <a:spAutoFit/>
          </a:bodyPr>
          <a:lstStyle/>
          <a:p>
            <a:pPr algn="r"/>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33" name="矩形 32">
            <a:extLst>
              <a:ext uri="{FF2B5EF4-FFF2-40B4-BE49-F238E27FC236}">
                <a16:creationId xmlns:a16="http://schemas.microsoft.com/office/drawing/2014/main" id="{C31915F6-AB68-4444-9EB6-FB998013640E}"/>
              </a:ext>
            </a:extLst>
          </p:cNvPr>
          <p:cNvSpPr/>
          <p:nvPr/>
        </p:nvSpPr>
        <p:spPr>
          <a:xfrm>
            <a:off x="971277" y="2392119"/>
            <a:ext cx="4358328" cy="891911"/>
          </a:xfrm>
          <a:prstGeom prst="rect">
            <a:avLst/>
          </a:prstGeom>
        </p:spPr>
        <p:txBody>
          <a:bodyPr wrap="square">
            <a:spAutoFit/>
          </a:bodyPr>
          <a:lstStyle/>
          <a:p>
            <a:pPr algn="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34" name="文本框 33">
            <a:extLst>
              <a:ext uri="{FF2B5EF4-FFF2-40B4-BE49-F238E27FC236}">
                <a16:creationId xmlns:a16="http://schemas.microsoft.com/office/drawing/2014/main" id="{F747B1B2-94B9-AC49-9CF5-367957D94554}"/>
              </a:ext>
            </a:extLst>
          </p:cNvPr>
          <p:cNvSpPr txBox="1"/>
          <p:nvPr/>
        </p:nvSpPr>
        <p:spPr>
          <a:xfrm>
            <a:off x="6732241" y="3740928"/>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35" name="矩形 34">
            <a:extLst>
              <a:ext uri="{FF2B5EF4-FFF2-40B4-BE49-F238E27FC236}">
                <a16:creationId xmlns:a16="http://schemas.microsoft.com/office/drawing/2014/main" id="{B49E0826-4709-B944-817F-4564ACEB9F0D}"/>
              </a:ext>
            </a:extLst>
          </p:cNvPr>
          <p:cNvSpPr/>
          <p:nvPr/>
        </p:nvSpPr>
        <p:spPr>
          <a:xfrm>
            <a:off x="6581678" y="4293405"/>
            <a:ext cx="4905005" cy="614912"/>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36" name="文本框 35">
            <a:extLst>
              <a:ext uri="{FF2B5EF4-FFF2-40B4-BE49-F238E27FC236}">
                <a16:creationId xmlns:a16="http://schemas.microsoft.com/office/drawing/2014/main" id="{320DFCA3-910B-954E-9A60-A6FD598062A2}"/>
              </a:ext>
            </a:extLst>
          </p:cNvPr>
          <p:cNvSpPr txBox="1"/>
          <p:nvPr/>
        </p:nvSpPr>
        <p:spPr>
          <a:xfrm>
            <a:off x="5487309" y="2946252"/>
            <a:ext cx="1407444" cy="995209"/>
          </a:xfrm>
          <a:prstGeom prst="rect">
            <a:avLst/>
          </a:prstGeom>
          <a:noFill/>
        </p:spPr>
        <p:txBody>
          <a:bodyPr wrap="square" rtlCol="0">
            <a:spAutoFit/>
          </a:bodyPr>
          <a:lstStyle/>
          <a:p>
            <a:r>
              <a:rPr kumimoji="1" lang="en-US" altLang="zh-CN" sz="5867" b="1" dirty="0">
                <a:solidFill>
                  <a:srgbClr val="004E98"/>
                </a:solidFill>
                <a:latin typeface="Source Han Serif CN" panose="02020400000000000000" pitchFamily="18" charset="-128"/>
                <a:ea typeface="Source Han Serif CN" panose="02020400000000000000" pitchFamily="18" charset="-128"/>
              </a:rPr>
              <a:t>VS</a:t>
            </a:r>
            <a:endParaRPr kumimoji="1" lang="zh-CN" altLang="en-US" sz="5867" b="1" dirty="0">
              <a:solidFill>
                <a:srgbClr val="004E98"/>
              </a:solidFill>
              <a:latin typeface="Source Han Serif CN" panose="02020400000000000000" pitchFamily="18" charset="-128"/>
              <a:ea typeface="Source Han Serif CN" panose="02020400000000000000" pitchFamily="18" charset="-128"/>
            </a:endParaRPr>
          </a:p>
        </p:txBody>
      </p:sp>
      <p:sp>
        <p:nvSpPr>
          <p:cNvPr id="38" name="圆角矩形 37">
            <a:extLst>
              <a:ext uri="{FF2B5EF4-FFF2-40B4-BE49-F238E27FC236}">
                <a16:creationId xmlns:a16="http://schemas.microsoft.com/office/drawing/2014/main" id="{5AC74A59-D813-B54E-ADC5-D034CA0829F7}"/>
              </a:ext>
            </a:extLst>
          </p:cNvPr>
          <p:cNvSpPr/>
          <p:nvPr/>
        </p:nvSpPr>
        <p:spPr>
          <a:xfrm flipV="1">
            <a:off x="-387927" y="5724756"/>
            <a:ext cx="1052947" cy="219109"/>
          </a:xfrm>
          <a:prstGeom prst="roundRect">
            <a:avLst>
              <a:gd name="adj" fmla="val 50000"/>
            </a:avLst>
          </a:prstGeom>
          <a:gradFill flip="none" rotWithShape="1">
            <a:gsLst>
              <a:gs pos="99000">
                <a:srgbClr val="2F5597"/>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9" name="圆角矩形 38">
            <a:extLst>
              <a:ext uri="{FF2B5EF4-FFF2-40B4-BE49-F238E27FC236}">
                <a16:creationId xmlns:a16="http://schemas.microsoft.com/office/drawing/2014/main" id="{63BE76DF-BBBC-D640-8E63-13380E768C5C}"/>
              </a:ext>
            </a:extLst>
          </p:cNvPr>
          <p:cNvSpPr/>
          <p:nvPr/>
        </p:nvSpPr>
        <p:spPr>
          <a:xfrm flipH="1">
            <a:off x="10704934" y="2638792"/>
            <a:ext cx="3459017" cy="382617"/>
          </a:xfrm>
          <a:prstGeom prst="roundRect">
            <a:avLst>
              <a:gd name="adj" fmla="val 50000"/>
            </a:avLst>
          </a:prstGeom>
          <a:gradFill flip="none" rotWithShape="1">
            <a:gsLst>
              <a:gs pos="99000">
                <a:srgbClr val="004E97"/>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40" name="圆角矩形 39">
            <a:extLst>
              <a:ext uri="{FF2B5EF4-FFF2-40B4-BE49-F238E27FC236}">
                <a16:creationId xmlns:a16="http://schemas.microsoft.com/office/drawing/2014/main" id="{EE7AD0C7-540C-2C49-A4B8-3D740BE4EE6A}"/>
              </a:ext>
            </a:extLst>
          </p:cNvPr>
          <p:cNvSpPr/>
          <p:nvPr/>
        </p:nvSpPr>
        <p:spPr>
          <a:xfrm flipH="1" flipV="1">
            <a:off x="8552416" y="5399748"/>
            <a:ext cx="5631408" cy="129315"/>
          </a:xfrm>
          <a:prstGeom prst="roundRect">
            <a:avLst>
              <a:gd name="adj" fmla="val 50000"/>
            </a:avLst>
          </a:prstGeom>
          <a:gradFill flip="none" rotWithShape="1">
            <a:gsLst>
              <a:gs pos="98000">
                <a:srgbClr val="2F5597"/>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41" name="圆角矩形 40">
            <a:extLst>
              <a:ext uri="{FF2B5EF4-FFF2-40B4-BE49-F238E27FC236}">
                <a16:creationId xmlns:a16="http://schemas.microsoft.com/office/drawing/2014/main" id="{CB14F178-7C0A-EB4B-8394-3B3BD5565709}"/>
              </a:ext>
            </a:extLst>
          </p:cNvPr>
          <p:cNvSpPr/>
          <p:nvPr/>
        </p:nvSpPr>
        <p:spPr>
          <a:xfrm flipV="1">
            <a:off x="1092040" y="2174065"/>
            <a:ext cx="1536000" cy="60959"/>
          </a:xfrm>
          <a:prstGeom prst="roundRect">
            <a:avLst>
              <a:gd name="adj" fmla="val 50000"/>
            </a:avLst>
          </a:prstGeom>
          <a:gradFill flip="none" rotWithShape="1">
            <a:gsLst>
              <a:gs pos="99000">
                <a:srgbClr val="2F5597"/>
              </a:gs>
              <a:gs pos="1500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42" name="圆角矩形 41">
            <a:extLst>
              <a:ext uri="{FF2B5EF4-FFF2-40B4-BE49-F238E27FC236}">
                <a16:creationId xmlns:a16="http://schemas.microsoft.com/office/drawing/2014/main" id="{7D92976F-F393-C245-9367-87A3C8401BC0}"/>
              </a:ext>
            </a:extLst>
          </p:cNvPr>
          <p:cNvSpPr/>
          <p:nvPr/>
        </p:nvSpPr>
        <p:spPr>
          <a:xfrm flipH="1" flipV="1">
            <a:off x="7404056" y="2362230"/>
            <a:ext cx="3964065" cy="223540"/>
          </a:xfrm>
          <a:prstGeom prst="roundRect">
            <a:avLst>
              <a:gd name="adj" fmla="val 50000"/>
            </a:avLst>
          </a:prstGeom>
          <a:gradFill flip="none" rotWithShape="1">
            <a:gsLst>
              <a:gs pos="99000">
                <a:srgbClr val="004E97"/>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43" name="圆角矩形 42">
            <a:extLst>
              <a:ext uri="{FF2B5EF4-FFF2-40B4-BE49-F238E27FC236}">
                <a16:creationId xmlns:a16="http://schemas.microsoft.com/office/drawing/2014/main" id="{F3FE7207-705B-7449-821D-CEE5763605D9}"/>
              </a:ext>
            </a:extLst>
          </p:cNvPr>
          <p:cNvSpPr/>
          <p:nvPr/>
        </p:nvSpPr>
        <p:spPr>
          <a:xfrm>
            <a:off x="-1849008" y="4732950"/>
            <a:ext cx="4793672" cy="546623"/>
          </a:xfrm>
          <a:prstGeom prst="roundRect">
            <a:avLst>
              <a:gd name="adj" fmla="val 50000"/>
            </a:avLst>
          </a:prstGeom>
          <a:gradFill flip="none" rotWithShape="1">
            <a:gsLst>
              <a:gs pos="98000">
                <a:srgbClr val="2F5597"/>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44" name="圆角矩形 43">
            <a:extLst>
              <a:ext uri="{FF2B5EF4-FFF2-40B4-BE49-F238E27FC236}">
                <a16:creationId xmlns:a16="http://schemas.microsoft.com/office/drawing/2014/main" id="{9537763C-8A83-DD45-AB51-14213010FA22}"/>
              </a:ext>
            </a:extLst>
          </p:cNvPr>
          <p:cNvSpPr/>
          <p:nvPr/>
        </p:nvSpPr>
        <p:spPr>
          <a:xfrm flipV="1">
            <a:off x="3321283" y="1246137"/>
            <a:ext cx="1220301" cy="263255"/>
          </a:xfrm>
          <a:prstGeom prst="roundRect">
            <a:avLst>
              <a:gd name="adj" fmla="val 50000"/>
            </a:avLst>
          </a:prstGeom>
          <a:gradFill flip="none" rotWithShape="1">
            <a:gsLst>
              <a:gs pos="98000">
                <a:srgbClr val="004E96"/>
              </a:gs>
              <a:gs pos="0">
                <a:srgbClr val="CB0B0A">
                  <a:alpha val="0"/>
                </a:srgbClr>
              </a:gs>
            </a:gsLst>
            <a:lin ang="0" scaled="1"/>
            <a:tileRect/>
          </a:gra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45" name="组合 44">
            <a:extLst>
              <a:ext uri="{FF2B5EF4-FFF2-40B4-BE49-F238E27FC236}">
                <a16:creationId xmlns:a16="http://schemas.microsoft.com/office/drawing/2014/main" id="{E49118BE-1C8F-9147-A443-527FD8174046}"/>
              </a:ext>
            </a:extLst>
          </p:cNvPr>
          <p:cNvGrpSpPr/>
          <p:nvPr/>
        </p:nvGrpSpPr>
        <p:grpSpPr>
          <a:xfrm>
            <a:off x="-830385" y="475046"/>
            <a:ext cx="1660770" cy="167665"/>
            <a:chOff x="6429877" y="2075668"/>
            <a:chExt cx="1982046" cy="109699"/>
          </a:xfrm>
          <a:solidFill>
            <a:srgbClr val="004E98"/>
          </a:solidFill>
        </p:grpSpPr>
        <p:sp>
          <p:nvSpPr>
            <p:cNvPr id="46" name="矩形: 圆角 26">
              <a:extLst>
                <a:ext uri="{FF2B5EF4-FFF2-40B4-BE49-F238E27FC236}">
                  <a16:creationId xmlns:a16="http://schemas.microsoft.com/office/drawing/2014/main" id="{A2877F1B-7568-7B4E-B8F1-E0403191E7D2}"/>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47" name="矩形: 圆角 41">
              <a:extLst>
                <a:ext uri="{FF2B5EF4-FFF2-40B4-BE49-F238E27FC236}">
                  <a16:creationId xmlns:a16="http://schemas.microsoft.com/office/drawing/2014/main" id="{525AD783-8CDE-AB45-968E-D0D21F8981CC}"/>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48" name="矩形: 圆角 42">
              <a:extLst>
                <a:ext uri="{FF2B5EF4-FFF2-40B4-BE49-F238E27FC236}">
                  <a16:creationId xmlns:a16="http://schemas.microsoft.com/office/drawing/2014/main" id="{DECF88BC-54DF-C34D-A71D-B460C362D205}"/>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49" name="文本框 48">
            <a:extLst>
              <a:ext uri="{FF2B5EF4-FFF2-40B4-BE49-F238E27FC236}">
                <a16:creationId xmlns:a16="http://schemas.microsoft.com/office/drawing/2014/main" id="{FDD64833-FB7A-3F4A-915F-31F344A39F9B}"/>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50" name="图片 49">
            <a:extLst>
              <a:ext uri="{FF2B5EF4-FFF2-40B4-BE49-F238E27FC236}">
                <a16:creationId xmlns:a16="http://schemas.microsoft.com/office/drawing/2014/main" id="{00CF9373-6851-E346-B0E3-65F0CFFF00A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51" name="直线连接符 50">
            <a:extLst>
              <a:ext uri="{FF2B5EF4-FFF2-40B4-BE49-F238E27FC236}">
                <a16:creationId xmlns:a16="http://schemas.microsoft.com/office/drawing/2014/main" id="{EBB63CB7-78C7-5B41-8C80-C4AF6E7A0E99}"/>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EB1365C8-056B-BF41-A71E-6FC70DCA89E0}"/>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3" name="文本框 52">
            <a:extLst>
              <a:ext uri="{FF2B5EF4-FFF2-40B4-BE49-F238E27FC236}">
                <a16:creationId xmlns:a16="http://schemas.microsoft.com/office/drawing/2014/main" id="{7727BFBE-52FE-534A-B550-A398E409D4AC}"/>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1779980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31">
            <a:extLst>
              <a:ext uri="{FF2B5EF4-FFF2-40B4-BE49-F238E27FC236}">
                <a16:creationId xmlns:a16="http://schemas.microsoft.com/office/drawing/2014/main" id="{417581C5-306A-8146-8D83-ACA69C0DCD3A}"/>
              </a:ext>
            </a:extLst>
          </p:cNvPr>
          <p:cNvCxnSpPr/>
          <p:nvPr/>
        </p:nvCxnSpPr>
        <p:spPr>
          <a:xfrm>
            <a:off x="992705" y="3864551"/>
            <a:ext cx="0" cy="1049483"/>
          </a:xfrm>
          <a:prstGeom prst="line">
            <a:avLst/>
          </a:prstGeom>
          <a:ln w="38100">
            <a:solidFill>
              <a:srgbClr val="004E98"/>
            </a:solidFill>
          </a:ln>
        </p:spPr>
        <p:style>
          <a:lnRef idx="1">
            <a:schemeClr val="accent1"/>
          </a:lnRef>
          <a:fillRef idx="0">
            <a:schemeClr val="accent1"/>
          </a:fillRef>
          <a:effectRef idx="0">
            <a:schemeClr val="accent1"/>
          </a:effectRef>
          <a:fontRef idx="minor">
            <a:schemeClr val="tx1"/>
          </a:fontRef>
        </p:style>
      </p:cxnSp>
      <p:cxnSp>
        <p:nvCxnSpPr>
          <p:cNvPr id="9" name="直接连接符 36">
            <a:extLst>
              <a:ext uri="{FF2B5EF4-FFF2-40B4-BE49-F238E27FC236}">
                <a16:creationId xmlns:a16="http://schemas.microsoft.com/office/drawing/2014/main" id="{6B3F74F3-2055-B34E-B723-8F508ED2642E}"/>
              </a:ext>
            </a:extLst>
          </p:cNvPr>
          <p:cNvCxnSpPr>
            <a:cxnSpLocks/>
          </p:cNvCxnSpPr>
          <p:nvPr/>
        </p:nvCxnSpPr>
        <p:spPr>
          <a:xfrm rot="16200000" flipH="1">
            <a:off x="1506752" y="3346126"/>
            <a:ext cx="0" cy="1049483"/>
          </a:xfrm>
          <a:prstGeom prst="line">
            <a:avLst/>
          </a:prstGeom>
          <a:ln w="38100">
            <a:solidFill>
              <a:srgbClr val="004E98"/>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2F021341-43F0-4F41-AF10-FF5B2756AD42}"/>
              </a:ext>
            </a:extLst>
          </p:cNvPr>
          <p:cNvSpPr txBox="1"/>
          <p:nvPr/>
        </p:nvSpPr>
        <p:spPr>
          <a:xfrm>
            <a:off x="1345594" y="4154933"/>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11" name="矩形 10">
            <a:extLst>
              <a:ext uri="{FF2B5EF4-FFF2-40B4-BE49-F238E27FC236}">
                <a16:creationId xmlns:a16="http://schemas.microsoft.com/office/drawing/2014/main" id="{AC5D190A-9E32-6140-953F-F1BC13459727}"/>
              </a:ext>
            </a:extLst>
          </p:cNvPr>
          <p:cNvSpPr/>
          <p:nvPr/>
        </p:nvSpPr>
        <p:spPr>
          <a:xfrm>
            <a:off x="1345593" y="4610831"/>
            <a:ext cx="4358328" cy="891911"/>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cxnSp>
        <p:nvCxnSpPr>
          <p:cNvPr id="12" name="直接连接符 31">
            <a:extLst>
              <a:ext uri="{FF2B5EF4-FFF2-40B4-BE49-F238E27FC236}">
                <a16:creationId xmlns:a16="http://schemas.microsoft.com/office/drawing/2014/main" id="{D1755511-750E-B944-BABD-9D94E1EDC53D}"/>
              </a:ext>
            </a:extLst>
          </p:cNvPr>
          <p:cNvCxnSpPr/>
          <p:nvPr/>
        </p:nvCxnSpPr>
        <p:spPr>
          <a:xfrm>
            <a:off x="6332801" y="3864551"/>
            <a:ext cx="0" cy="1049483"/>
          </a:xfrm>
          <a:prstGeom prst="line">
            <a:avLst/>
          </a:prstGeom>
          <a:ln w="38100">
            <a:solidFill>
              <a:srgbClr val="004E98"/>
            </a:solidFill>
          </a:ln>
        </p:spPr>
        <p:style>
          <a:lnRef idx="1">
            <a:schemeClr val="accent1"/>
          </a:lnRef>
          <a:fillRef idx="0">
            <a:schemeClr val="accent1"/>
          </a:fillRef>
          <a:effectRef idx="0">
            <a:schemeClr val="accent1"/>
          </a:effectRef>
          <a:fontRef idx="minor">
            <a:schemeClr val="tx1"/>
          </a:fontRef>
        </p:style>
      </p:cxnSp>
      <p:cxnSp>
        <p:nvCxnSpPr>
          <p:cNvPr id="13" name="直接连接符 36">
            <a:extLst>
              <a:ext uri="{FF2B5EF4-FFF2-40B4-BE49-F238E27FC236}">
                <a16:creationId xmlns:a16="http://schemas.microsoft.com/office/drawing/2014/main" id="{FA3E3706-844D-054B-81A0-8AB8969C8E44}"/>
              </a:ext>
            </a:extLst>
          </p:cNvPr>
          <p:cNvCxnSpPr>
            <a:cxnSpLocks/>
          </p:cNvCxnSpPr>
          <p:nvPr/>
        </p:nvCxnSpPr>
        <p:spPr>
          <a:xfrm rot="16200000" flipH="1">
            <a:off x="6846848" y="3346126"/>
            <a:ext cx="0" cy="1049483"/>
          </a:xfrm>
          <a:prstGeom prst="line">
            <a:avLst/>
          </a:prstGeom>
          <a:ln w="38100">
            <a:solidFill>
              <a:srgbClr val="004E98"/>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4981C620-4D6E-4447-A719-5244C65016B4}"/>
              </a:ext>
            </a:extLst>
          </p:cNvPr>
          <p:cNvSpPr txBox="1"/>
          <p:nvPr/>
        </p:nvSpPr>
        <p:spPr>
          <a:xfrm>
            <a:off x="6685690" y="4154933"/>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15" name="矩形 14">
            <a:extLst>
              <a:ext uri="{FF2B5EF4-FFF2-40B4-BE49-F238E27FC236}">
                <a16:creationId xmlns:a16="http://schemas.microsoft.com/office/drawing/2014/main" id="{41BB9EA5-00B4-744A-900E-3B004FAB8F5B}"/>
              </a:ext>
            </a:extLst>
          </p:cNvPr>
          <p:cNvSpPr/>
          <p:nvPr/>
        </p:nvSpPr>
        <p:spPr>
          <a:xfrm>
            <a:off x="6685689" y="4610831"/>
            <a:ext cx="4358328" cy="891911"/>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grpSp>
        <p:nvGrpSpPr>
          <p:cNvPr id="16" name="组合 15">
            <a:extLst>
              <a:ext uri="{FF2B5EF4-FFF2-40B4-BE49-F238E27FC236}">
                <a16:creationId xmlns:a16="http://schemas.microsoft.com/office/drawing/2014/main" id="{3820DF90-E9F4-8542-A54C-C0D229298E50}"/>
              </a:ext>
            </a:extLst>
          </p:cNvPr>
          <p:cNvGrpSpPr/>
          <p:nvPr/>
        </p:nvGrpSpPr>
        <p:grpSpPr>
          <a:xfrm>
            <a:off x="-830385" y="475046"/>
            <a:ext cx="1660770" cy="167665"/>
            <a:chOff x="6429877" y="2075668"/>
            <a:chExt cx="1982046" cy="109699"/>
          </a:xfrm>
          <a:solidFill>
            <a:srgbClr val="004E98"/>
          </a:solidFill>
        </p:grpSpPr>
        <p:sp>
          <p:nvSpPr>
            <p:cNvPr id="17" name="矩形: 圆角 26">
              <a:extLst>
                <a:ext uri="{FF2B5EF4-FFF2-40B4-BE49-F238E27FC236}">
                  <a16:creationId xmlns:a16="http://schemas.microsoft.com/office/drawing/2014/main" id="{DA26B937-4586-6940-93B9-BE7111D29EC5}"/>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18" name="矩形: 圆角 41">
              <a:extLst>
                <a:ext uri="{FF2B5EF4-FFF2-40B4-BE49-F238E27FC236}">
                  <a16:creationId xmlns:a16="http://schemas.microsoft.com/office/drawing/2014/main" id="{35BF3043-5ED8-4745-8D0C-02DEF4DE00DE}"/>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19" name="矩形: 圆角 42">
              <a:extLst>
                <a:ext uri="{FF2B5EF4-FFF2-40B4-BE49-F238E27FC236}">
                  <a16:creationId xmlns:a16="http://schemas.microsoft.com/office/drawing/2014/main" id="{D9E9447F-BEDF-6A40-BF4F-C79865EAC78F}"/>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20" name="文本框 19">
            <a:extLst>
              <a:ext uri="{FF2B5EF4-FFF2-40B4-BE49-F238E27FC236}">
                <a16:creationId xmlns:a16="http://schemas.microsoft.com/office/drawing/2014/main" id="{EF970289-627F-9442-936D-432FA9D918DB}"/>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21" name="图片 20">
            <a:extLst>
              <a:ext uri="{FF2B5EF4-FFF2-40B4-BE49-F238E27FC236}">
                <a16:creationId xmlns:a16="http://schemas.microsoft.com/office/drawing/2014/main" id="{C2BA4893-910C-B241-97A8-4F56C7E079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22" name="直线连接符 21">
            <a:extLst>
              <a:ext uri="{FF2B5EF4-FFF2-40B4-BE49-F238E27FC236}">
                <a16:creationId xmlns:a16="http://schemas.microsoft.com/office/drawing/2014/main" id="{9AA9DD54-1A62-BA4C-81CC-4682D1455D6D}"/>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C7CF2361-5263-F84C-A5AA-2D44412B2E60}"/>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a:extLst>
              <a:ext uri="{FF2B5EF4-FFF2-40B4-BE49-F238E27FC236}">
                <a16:creationId xmlns:a16="http://schemas.microsoft.com/office/drawing/2014/main" id="{B2840FB2-BBCE-F74C-B4E5-3C8100D65784}"/>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pic>
        <p:nvPicPr>
          <p:cNvPr id="26" name="图片 25">
            <a:extLst>
              <a:ext uri="{FF2B5EF4-FFF2-40B4-BE49-F238E27FC236}">
                <a16:creationId xmlns:a16="http://schemas.microsoft.com/office/drawing/2014/main" id="{42DDE207-76B2-8F43-8F25-0D1B07A43CD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1090845"/>
            <a:ext cx="12191999" cy="2494367"/>
          </a:xfrm>
          <a:prstGeom prst="rect">
            <a:avLst/>
          </a:prstGeom>
        </p:spPr>
      </p:pic>
    </p:spTree>
    <p:extLst>
      <p:ext uri="{BB962C8B-B14F-4D97-AF65-F5344CB8AC3E}">
        <p14:creationId xmlns:p14="http://schemas.microsoft.com/office/powerpoint/2010/main" val="2308090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表 2">
            <a:extLst>
              <a:ext uri="{FF2B5EF4-FFF2-40B4-BE49-F238E27FC236}">
                <a16:creationId xmlns:a16="http://schemas.microsoft.com/office/drawing/2014/main" id="{658E870D-9969-8F43-A871-571AC6286D0C}"/>
              </a:ext>
            </a:extLst>
          </p:cNvPr>
          <p:cNvGraphicFramePr/>
          <p:nvPr>
            <p:extLst>
              <p:ext uri="{D42A27DB-BD31-4B8C-83A1-F6EECF244321}">
                <p14:modId xmlns:p14="http://schemas.microsoft.com/office/powerpoint/2010/main" val="449719820"/>
              </p:ext>
            </p:extLst>
          </p:nvPr>
        </p:nvGraphicFramePr>
        <p:xfrm>
          <a:off x="-141286" y="1230685"/>
          <a:ext cx="13603287" cy="1143011"/>
        </p:xfrm>
        <a:graphic>
          <a:graphicData uri="http://schemas.openxmlformats.org/drawingml/2006/chart">
            <c:chart xmlns:c="http://schemas.openxmlformats.org/drawingml/2006/chart" xmlns:r="http://schemas.openxmlformats.org/officeDocument/2006/relationships" r:id="rId2"/>
          </a:graphicData>
        </a:graphic>
      </p:graphicFrame>
      <p:grpSp>
        <p:nvGrpSpPr>
          <p:cNvPr id="4" name="组合 3">
            <a:extLst>
              <a:ext uri="{FF2B5EF4-FFF2-40B4-BE49-F238E27FC236}">
                <a16:creationId xmlns:a16="http://schemas.microsoft.com/office/drawing/2014/main" id="{8BD2FE65-41D8-2440-AB91-CA68164766BC}"/>
              </a:ext>
            </a:extLst>
          </p:cNvPr>
          <p:cNvGrpSpPr/>
          <p:nvPr/>
        </p:nvGrpSpPr>
        <p:grpSpPr>
          <a:xfrm>
            <a:off x="803765" y="2335666"/>
            <a:ext cx="10548448" cy="82551"/>
            <a:chOff x="850900" y="2940050"/>
            <a:chExt cx="10490200" cy="82550"/>
          </a:xfrm>
        </p:grpSpPr>
        <p:cxnSp>
          <p:nvCxnSpPr>
            <p:cNvPr id="5" name="直接连接符 5">
              <a:extLst>
                <a:ext uri="{FF2B5EF4-FFF2-40B4-BE49-F238E27FC236}">
                  <a16:creationId xmlns:a16="http://schemas.microsoft.com/office/drawing/2014/main" id="{24FA7670-3EC8-F44D-B8EF-5525F2F9F2BF}"/>
                </a:ext>
              </a:extLst>
            </p:cNvPr>
            <p:cNvCxnSpPr/>
            <p:nvPr/>
          </p:nvCxnSpPr>
          <p:spPr>
            <a:xfrm>
              <a:off x="850900" y="3022600"/>
              <a:ext cx="10490200" cy="0"/>
            </a:xfrm>
            <a:prstGeom prst="line">
              <a:avLst/>
            </a:prstGeom>
            <a:ln w="12700">
              <a:solidFill>
                <a:srgbClr val="004E98"/>
              </a:solidFill>
            </a:ln>
          </p:spPr>
          <p:style>
            <a:lnRef idx="1">
              <a:schemeClr val="accent1"/>
            </a:lnRef>
            <a:fillRef idx="0">
              <a:schemeClr val="accent1"/>
            </a:fillRef>
            <a:effectRef idx="0">
              <a:schemeClr val="accent1"/>
            </a:effectRef>
            <a:fontRef idx="minor">
              <a:schemeClr val="tx1"/>
            </a:fontRef>
          </p:style>
        </p:cxnSp>
        <p:cxnSp>
          <p:nvCxnSpPr>
            <p:cNvPr id="6" name="直接连接符 6">
              <a:extLst>
                <a:ext uri="{FF2B5EF4-FFF2-40B4-BE49-F238E27FC236}">
                  <a16:creationId xmlns:a16="http://schemas.microsoft.com/office/drawing/2014/main" id="{26E9A285-B897-CF40-AEEF-8506935DB7BB}"/>
                </a:ext>
              </a:extLst>
            </p:cNvPr>
            <p:cNvCxnSpPr>
              <a:cxnSpLocks/>
            </p:cNvCxnSpPr>
            <p:nvPr/>
          </p:nvCxnSpPr>
          <p:spPr>
            <a:xfrm flipH="1" flipV="1">
              <a:off x="11258550" y="2940050"/>
              <a:ext cx="82550" cy="82550"/>
            </a:xfrm>
            <a:prstGeom prst="line">
              <a:avLst/>
            </a:prstGeom>
            <a:ln w="12700">
              <a:solidFill>
                <a:srgbClr val="004E98"/>
              </a:solidFill>
            </a:ln>
          </p:spPr>
          <p:style>
            <a:lnRef idx="1">
              <a:schemeClr val="accent1"/>
            </a:lnRef>
            <a:fillRef idx="0">
              <a:schemeClr val="accent1"/>
            </a:fillRef>
            <a:effectRef idx="0">
              <a:schemeClr val="accent1"/>
            </a:effectRef>
            <a:fontRef idx="minor">
              <a:schemeClr val="tx1"/>
            </a:fontRef>
          </p:style>
        </p:cxnSp>
      </p:grpSp>
      <p:cxnSp>
        <p:nvCxnSpPr>
          <p:cNvPr id="9" name="直接连接符 9">
            <a:extLst>
              <a:ext uri="{FF2B5EF4-FFF2-40B4-BE49-F238E27FC236}">
                <a16:creationId xmlns:a16="http://schemas.microsoft.com/office/drawing/2014/main" id="{0C8F8F77-228E-234D-AE24-769E01F70FE6}"/>
              </a:ext>
            </a:extLst>
          </p:cNvPr>
          <p:cNvCxnSpPr>
            <a:cxnSpLocks/>
          </p:cNvCxnSpPr>
          <p:nvPr/>
        </p:nvCxnSpPr>
        <p:spPr>
          <a:xfrm>
            <a:off x="1717676" y="2418216"/>
            <a:ext cx="0" cy="909184"/>
          </a:xfrm>
          <a:prstGeom prst="line">
            <a:avLst/>
          </a:prstGeom>
          <a:ln>
            <a:solidFill>
              <a:srgbClr val="004E98"/>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2" name="直接连接符 12">
            <a:extLst>
              <a:ext uri="{FF2B5EF4-FFF2-40B4-BE49-F238E27FC236}">
                <a16:creationId xmlns:a16="http://schemas.microsoft.com/office/drawing/2014/main" id="{B958033C-0C3C-2D4C-9A25-7BD521D08C7E}"/>
              </a:ext>
            </a:extLst>
          </p:cNvPr>
          <p:cNvCxnSpPr>
            <a:cxnSpLocks/>
          </p:cNvCxnSpPr>
          <p:nvPr/>
        </p:nvCxnSpPr>
        <p:spPr>
          <a:xfrm>
            <a:off x="4630536" y="2418216"/>
            <a:ext cx="0" cy="909184"/>
          </a:xfrm>
          <a:prstGeom prst="line">
            <a:avLst/>
          </a:prstGeom>
          <a:ln>
            <a:solidFill>
              <a:srgbClr val="004E98"/>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5" name="直接连接符 15">
            <a:extLst>
              <a:ext uri="{FF2B5EF4-FFF2-40B4-BE49-F238E27FC236}">
                <a16:creationId xmlns:a16="http://schemas.microsoft.com/office/drawing/2014/main" id="{50E945EA-7FD2-7648-81DB-C3AE78C4AE58}"/>
              </a:ext>
            </a:extLst>
          </p:cNvPr>
          <p:cNvCxnSpPr>
            <a:cxnSpLocks/>
          </p:cNvCxnSpPr>
          <p:nvPr/>
        </p:nvCxnSpPr>
        <p:spPr>
          <a:xfrm>
            <a:off x="7543396" y="2418216"/>
            <a:ext cx="0" cy="909184"/>
          </a:xfrm>
          <a:prstGeom prst="line">
            <a:avLst/>
          </a:prstGeom>
          <a:ln>
            <a:solidFill>
              <a:srgbClr val="004E98"/>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直接连接符 18">
            <a:extLst>
              <a:ext uri="{FF2B5EF4-FFF2-40B4-BE49-F238E27FC236}">
                <a16:creationId xmlns:a16="http://schemas.microsoft.com/office/drawing/2014/main" id="{94ECE060-B737-6649-8694-3589378B4555}"/>
              </a:ext>
            </a:extLst>
          </p:cNvPr>
          <p:cNvCxnSpPr>
            <a:cxnSpLocks/>
          </p:cNvCxnSpPr>
          <p:nvPr/>
        </p:nvCxnSpPr>
        <p:spPr>
          <a:xfrm>
            <a:off x="10456255" y="2418216"/>
            <a:ext cx="0" cy="909184"/>
          </a:xfrm>
          <a:prstGeom prst="line">
            <a:avLst/>
          </a:prstGeom>
          <a:ln>
            <a:solidFill>
              <a:srgbClr val="004E98"/>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9" name="矩形: 圆角 19">
            <a:extLst>
              <a:ext uri="{FF2B5EF4-FFF2-40B4-BE49-F238E27FC236}">
                <a16:creationId xmlns:a16="http://schemas.microsoft.com/office/drawing/2014/main" id="{0B73092D-BEC6-6B43-93EC-2D8051007F64}"/>
              </a:ext>
            </a:extLst>
          </p:cNvPr>
          <p:cNvSpPr/>
          <p:nvPr/>
        </p:nvSpPr>
        <p:spPr>
          <a:xfrm>
            <a:off x="1041402" y="3116535"/>
            <a:ext cx="1352548" cy="373504"/>
          </a:xfrm>
          <a:prstGeom prst="roundRect">
            <a:avLst>
              <a:gd name="adj" fmla="val 50000"/>
            </a:avLst>
          </a:prstGeom>
          <a:gradFill>
            <a:gsLst>
              <a:gs pos="0">
                <a:srgbClr val="004EAB"/>
              </a:gs>
              <a:gs pos="100000">
                <a:schemeClr val="accent1">
                  <a:lumMod val="60000"/>
                  <a:lumOff val="4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Source Han Serif CN SemiBold" panose="02020400000000000000" pitchFamily="18" charset="-128"/>
                <a:ea typeface="Source Han Serif CN SemiBold" panose="02020400000000000000" pitchFamily="18" charset="-128"/>
                <a:cs typeface="+mn-ea"/>
                <a:sym typeface="+mn-lt"/>
              </a:rPr>
              <a:t>第一阶段</a:t>
            </a:r>
          </a:p>
        </p:txBody>
      </p:sp>
      <p:sp>
        <p:nvSpPr>
          <p:cNvPr id="20" name="矩形: 圆角 20">
            <a:extLst>
              <a:ext uri="{FF2B5EF4-FFF2-40B4-BE49-F238E27FC236}">
                <a16:creationId xmlns:a16="http://schemas.microsoft.com/office/drawing/2014/main" id="{6F4841FE-A138-D54B-B04F-A1A1D09F37FA}"/>
              </a:ext>
            </a:extLst>
          </p:cNvPr>
          <p:cNvSpPr/>
          <p:nvPr/>
        </p:nvSpPr>
        <p:spPr>
          <a:xfrm>
            <a:off x="3954259" y="3116535"/>
            <a:ext cx="1352548" cy="373504"/>
          </a:xfrm>
          <a:prstGeom prst="roundRect">
            <a:avLst>
              <a:gd name="adj" fmla="val 50000"/>
            </a:avLst>
          </a:prstGeom>
          <a:gradFill>
            <a:gsLst>
              <a:gs pos="0">
                <a:srgbClr val="004EAB"/>
              </a:gs>
              <a:gs pos="100000">
                <a:schemeClr val="accent1">
                  <a:lumMod val="60000"/>
                  <a:lumOff val="4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Source Han Serif CN SemiBold" panose="02020400000000000000" pitchFamily="18" charset="-128"/>
                <a:ea typeface="Source Han Serif CN SemiBold" panose="02020400000000000000" pitchFamily="18" charset="-128"/>
                <a:cs typeface="+mn-ea"/>
                <a:sym typeface="+mn-lt"/>
              </a:rPr>
              <a:t>第二阶段</a:t>
            </a:r>
          </a:p>
        </p:txBody>
      </p:sp>
      <p:sp>
        <p:nvSpPr>
          <p:cNvPr id="21" name="矩形: 圆角 21">
            <a:extLst>
              <a:ext uri="{FF2B5EF4-FFF2-40B4-BE49-F238E27FC236}">
                <a16:creationId xmlns:a16="http://schemas.microsoft.com/office/drawing/2014/main" id="{D55184FA-96B2-4642-A537-8046E8E9F45E}"/>
              </a:ext>
            </a:extLst>
          </p:cNvPr>
          <p:cNvSpPr/>
          <p:nvPr/>
        </p:nvSpPr>
        <p:spPr>
          <a:xfrm>
            <a:off x="6867118" y="3116535"/>
            <a:ext cx="1352548" cy="373504"/>
          </a:xfrm>
          <a:prstGeom prst="roundRect">
            <a:avLst>
              <a:gd name="adj" fmla="val 50000"/>
            </a:avLst>
          </a:prstGeom>
          <a:gradFill>
            <a:gsLst>
              <a:gs pos="0">
                <a:srgbClr val="004EAB"/>
              </a:gs>
              <a:gs pos="100000">
                <a:schemeClr val="accent1">
                  <a:lumMod val="60000"/>
                  <a:lumOff val="4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Source Han Serif CN SemiBold" panose="02020400000000000000" pitchFamily="18" charset="-128"/>
                <a:ea typeface="Source Han Serif CN SemiBold" panose="02020400000000000000" pitchFamily="18" charset="-128"/>
                <a:cs typeface="+mn-ea"/>
                <a:sym typeface="+mn-lt"/>
              </a:rPr>
              <a:t>第三阶段</a:t>
            </a:r>
          </a:p>
        </p:txBody>
      </p:sp>
      <p:sp>
        <p:nvSpPr>
          <p:cNvPr id="22" name="矩形: 圆角 22">
            <a:extLst>
              <a:ext uri="{FF2B5EF4-FFF2-40B4-BE49-F238E27FC236}">
                <a16:creationId xmlns:a16="http://schemas.microsoft.com/office/drawing/2014/main" id="{0E40E9AF-516C-8B45-9EF2-6ED0F97B1CA0}"/>
              </a:ext>
            </a:extLst>
          </p:cNvPr>
          <p:cNvSpPr/>
          <p:nvPr/>
        </p:nvSpPr>
        <p:spPr>
          <a:xfrm>
            <a:off x="9779975" y="3116535"/>
            <a:ext cx="1352548" cy="373504"/>
          </a:xfrm>
          <a:prstGeom prst="roundRect">
            <a:avLst>
              <a:gd name="adj" fmla="val 50000"/>
            </a:avLst>
          </a:prstGeom>
          <a:gradFill>
            <a:gsLst>
              <a:gs pos="0">
                <a:srgbClr val="004EAB"/>
              </a:gs>
              <a:gs pos="100000">
                <a:schemeClr val="accent1">
                  <a:lumMod val="60000"/>
                  <a:lumOff val="4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Source Han Serif CN SemiBold" panose="02020400000000000000" pitchFamily="18" charset="-128"/>
                <a:ea typeface="Source Han Serif CN SemiBold" panose="02020400000000000000" pitchFamily="18" charset="-128"/>
                <a:cs typeface="+mn-ea"/>
                <a:sym typeface="+mn-lt"/>
              </a:rPr>
              <a:t>第四阶段</a:t>
            </a:r>
          </a:p>
        </p:txBody>
      </p:sp>
      <p:sp>
        <p:nvSpPr>
          <p:cNvPr id="28" name="矩形 27">
            <a:extLst>
              <a:ext uri="{FF2B5EF4-FFF2-40B4-BE49-F238E27FC236}">
                <a16:creationId xmlns:a16="http://schemas.microsoft.com/office/drawing/2014/main" id="{4F35293F-5450-7D47-AB4A-931BB0510834}"/>
              </a:ext>
            </a:extLst>
          </p:cNvPr>
          <p:cNvSpPr/>
          <p:nvPr/>
        </p:nvSpPr>
        <p:spPr>
          <a:xfrm>
            <a:off x="626464" y="3661733"/>
            <a:ext cx="2346987" cy="1999906"/>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此处添加正文此处添加正文此处添加正文此处添加正文此处添加正文此处添加正文此处添加正文此处添加正文此处添加正文此处添加正文此处添加正文此处添加正文此处添加正文此处添加正文此处添加正文</a:t>
            </a:r>
          </a:p>
        </p:txBody>
      </p:sp>
      <p:sp>
        <p:nvSpPr>
          <p:cNvPr id="29" name="矩形 28">
            <a:extLst>
              <a:ext uri="{FF2B5EF4-FFF2-40B4-BE49-F238E27FC236}">
                <a16:creationId xmlns:a16="http://schemas.microsoft.com/office/drawing/2014/main" id="{7FA0118A-D0C4-194F-AEDD-3C33772610C3}"/>
              </a:ext>
            </a:extLst>
          </p:cNvPr>
          <p:cNvSpPr/>
          <p:nvPr/>
        </p:nvSpPr>
        <p:spPr>
          <a:xfrm>
            <a:off x="3511895" y="3661733"/>
            <a:ext cx="2346987" cy="2005421"/>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此处添加正文此处添加正文此处添加正文此处添加正文此处添加正文此处添加正文此处添加正文此处添加正文此处添加正文此处添加正文此处添加正文此处添加正文此处添加正文此处添加正文此处添加正文</a:t>
            </a:r>
          </a:p>
        </p:txBody>
      </p:sp>
      <p:sp>
        <p:nvSpPr>
          <p:cNvPr id="30" name="矩形 29">
            <a:extLst>
              <a:ext uri="{FF2B5EF4-FFF2-40B4-BE49-F238E27FC236}">
                <a16:creationId xmlns:a16="http://schemas.microsoft.com/office/drawing/2014/main" id="{E3A90AEA-B5B9-8541-82F2-FA7949D0E1AB}"/>
              </a:ext>
            </a:extLst>
          </p:cNvPr>
          <p:cNvSpPr/>
          <p:nvPr/>
        </p:nvSpPr>
        <p:spPr>
          <a:xfrm>
            <a:off x="6397325" y="3661733"/>
            <a:ext cx="2346987" cy="1999906"/>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此处添加正文此处添加正文此处添加正文此处添加正文此处添加正文此处添加正文此处添加正文此处添加正文此处添加正文此处添加正文此处添加正文此处添加正文此处添加正文此处添加正文此处添加正文</a:t>
            </a:r>
          </a:p>
        </p:txBody>
      </p:sp>
      <p:sp>
        <p:nvSpPr>
          <p:cNvPr id="31" name="矩形 30">
            <a:extLst>
              <a:ext uri="{FF2B5EF4-FFF2-40B4-BE49-F238E27FC236}">
                <a16:creationId xmlns:a16="http://schemas.microsoft.com/office/drawing/2014/main" id="{8D05927F-CE25-E740-BAAC-662304F05445}"/>
              </a:ext>
            </a:extLst>
          </p:cNvPr>
          <p:cNvSpPr/>
          <p:nvPr/>
        </p:nvSpPr>
        <p:spPr>
          <a:xfrm>
            <a:off x="9282755" y="3661733"/>
            <a:ext cx="2346987" cy="1999906"/>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此处添加正文此处添加正文此处添加正文此处添加正文此处添加正文此处添加正文此处添加正文此处添加正文此处添加正文此处添加正文此处添加正文此处添加正文此处添加正文此处添加正文此处添加正文</a:t>
            </a:r>
          </a:p>
        </p:txBody>
      </p:sp>
      <p:grpSp>
        <p:nvGrpSpPr>
          <p:cNvPr id="32" name="组合 31">
            <a:extLst>
              <a:ext uri="{FF2B5EF4-FFF2-40B4-BE49-F238E27FC236}">
                <a16:creationId xmlns:a16="http://schemas.microsoft.com/office/drawing/2014/main" id="{4EB8B139-2E80-9C4F-82E3-B952BF8EB057}"/>
              </a:ext>
            </a:extLst>
          </p:cNvPr>
          <p:cNvGrpSpPr/>
          <p:nvPr/>
        </p:nvGrpSpPr>
        <p:grpSpPr>
          <a:xfrm>
            <a:off x="-830385" y="475046"/>
            <a:ext cx="1660770" cy="167665"/>
            <a:chOff x="6429877" y="2075668"/>
            <a:chExt cx="1982046" cy="109699"/>
          </a:xfrm>
          <a:solidFill>
            <a:srgbClr val="004E98"/>
          </a:solidFill>
        </p:grpSpPr>
        <p:sp>
          <p:nvSpPr>
            <p:cNvPr id="33" name="矩形: 圆角 26">
              <a:extLst>
                <a:ext uri="{FF2B5EF4-FFF2-40B4-BE49-F238E27FC236}">
                  <a16:creationId xmlns:a16="http://schemas.microsoft.com/office/drawing/2014/main" id="{258E6AB6-5984-244C-965B-0B7CF5C4EFDE}"/>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34" name="矩形: 圆角 41">
              <a:extLst>
                <a:ext uri="{FF2B5EF4-FFF2-40B4-BE49-F238E27FC236}">
                  <a16:creationId xmlns:a16="http://schemas.microsoft.com/office/drawing/2014/main" id="{A3E42B3A-6ACF-AE43-9574-FC1963472CBD}"/>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35" name="矩形: 圆角 42">
              <a:extLst>
                <a:ext uri="{FF2B5EF4-FFF2-40B4-BE49-F238E27FC236}">
                  <a16:creationId xmlns:a16="http://schemas.microsoft.com/office/drawing/2014/main" id="{EDFC49FC-75E7-2148-AD95-113C460E55CF}"/>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36" name="文本框 35">
            <a:extLst>
              <a:ext uri="{FF2B5EF4-FFF2-40B4-BE49-F238E27FC236}">
                <a16:creationId xmlns:a16="http://schemas.microsoft.com/office/drawing/2014/main" id="{5D589341-591D-BC43-9303-D721E0CEF1ED}"/>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37" name="图片 36">
            <a:extLst>
              <a:ext uri="{FF2B5EF4-FFF2-40B4-BE49-F238E27FC236}">
                <a16:creationId xmlns:a16="http://schemas.microsoft.com/office/drawing/2014/main" id="{E8692EC5-F4D9-484F-8B1A-21E6C514C2B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38" name="直线连接符 37">
            <a:extLst>
              <a:ext uri="{FF2B5EF4-FFF2-40B4-BE49-F238E27FC236}">
                <a16:creationId xmlns:a16="http://schemas.microsoft.com/office/drawing/2014/main" id="{FF5B6809-348B-CA40-9E43-A7024405F6C0}"/>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E15F4F90-ADD4-E249-9A25-1BCCA0D21398}"/>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0" name="文本框 39">
            <a:extLst>
              <a:ext uri="{FF2B5EF4-FFF2-40B4-BE49-F238E27FC236}">
                <a16:creationId xmlns:a16="http://schemas.microsoft.com/office/drawing/2014/main" id="{D00F7A53-2B2D-DE48-B1E7-B682A1C6286F}"/>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999687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8B3A8A2-68BE-754B-A686-2559B2F7CF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文本框 3">
            <a:extLst>
              <a:ext uri="{FF2B5EF4-FFF2-40B4-BE49-F238E27FC236}">
                <a16:creationId xmlns:a16="http://schemas.microsoft.com/office/drawing/2014/main" id="{C13C66E8-A52D-D642-AE61-BCC03443B7C9}"/>
              </a:ext>
            </a:extLst>
          </p:cNvPr>
          <p:cNvSpPr txBox="1"/>
          <p:nvPr/>
        </p:nvSpPr>
        <p:spPr>
          <a:xfrm>
            <a:off x="988540" y="1482811"/>
            <a:ext cx="6956854" cy="1446550"/>
          </a:xfrm>
          <a:prstGeom prst="rect">
            <a:avLst/>
          </a:prstGeom>
          <a:noFill/>
        </p:spPr>
        <p:txBody>
          <a:bodyPr wrap="square" rtlCol="0">
            <a:spAutoFit/>
          </a:bodyPr>
          <a:lstStyle/>
          <a:p>
            <a:r>
              <a:rPr kumimoji="1" lang="zh-CN" altLang="en-US" sz="8800" dirty="0">
                <a:solidFill>
                  <a:srgbClr val="004E98"/>
                </a:solidFill>
                <a:latin typeface="FZZhengHeiS-DB-GB" panose="02000000000000000000" pitchFamily="2" charset="-122"/>
                <a:ea typeface="FZZhengHeiS-DB-GB" panose="02000000000000000000" pitchFamily="2" charset="-122"/>
              </a:rPr>
              <a:t>章节标题 </a:t>
            </a:r>
            <a:r>
              <a:rPr kumimoji="1" lang="en-US" altLang="zh-CN" sz="8800" dirty="0">
                <a:solidFill>
                  <a:srgbClr val="004E98"/>
                </a:solidFill>
                <a:latin typeface="FZZhengHeiS-DB-GB" panose="02000000000000000000" pitchFamily="2" charset="-122"/>
                <a:ea typeface="FZZhengHeiS-DB-GB" panose="02000000000000000000" pitchFamily="2" charset="-122"/>
              </a:rPr>
              <a:t>03</a:t>
            </a:r>
            <a:endParaRPr kumimoji="1" lang="zh-CN" altLang="en-US" sz="8800" dirty="0">
              <a:solidFill>
                <a:srgbClr val="004E98"/>
              </a:solidFill>
              <a:latin typeface="FZZhengHeiS-DB-GB" panose="02000000000000000000" pitchFamily="2" charset="-122"/>
              <a:ea typeface="FZZhengHeiS-DB-GB" panose="02000000000000000000" pitchFamily="2" charset="-122"/>
            </a:endParaRPr>
          </a:p>
        </p:txBody>
      </p:sp>
      <p:pic>
        <p:nvPicPr>
          <p:cNvPr id="5" name="图片 4">
            <a:extLst>
              <a:ext uri="{FF2B5EF4-FFF2-40B4-BE49-F238E27FC236}">
                <a16:creationId xmlns:a16="http://schemas.microsoft.com/office/drawing/2014/main" id="{E20AA9AF-0A43-884D-8B82-C1CFE2FB715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243072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椭圆 33">
            <a:extLst>
              <a:ext uri="{FF2B5EF4-FFF2-40B4-BE49-F238E27FC236}">
                <a16:creationId xmlns:a16="http://schemas.microsoft.com/office/drawing/2014/main" id="{E879382E-5480-B641-82E6-7015C92AD7B3}"/>
              </a:ext>
            </a:extLst>
          </p:cNvPr>
          <p:cNvSpPr/>
          <p:nvPr/>
        </p:nvSpPr>
        <p:spPr>
          <a:xfrm>
            <a:off x="3955660" y="1244392"/>
            <a:ext cx="4280987" cy="4280987"/>
          </a:xfrm>
          <a:prstGeom prst="ellipse">
            <a:avLst/>
          </a:prstGeom>
          <a:solidFill>
            <a:schemeClr val="bg1"/>
          </a:solidFill>
          <a:ln>
            <a:noFill/>
          </a:ln>
          <a:effectLst>
            <a:innerShdw blurRad="355600">
              <a:srgbClr val="004E98">
                <a:alpha val="20000"/>
              </a:srgb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ea typeface="阿里巴巴普惠体 R" panose="00020600040101010101" pitchFamily="18" charset="-122"/>
            </a:endParaRPr>
          </a:p>
        </p:txBody>
      </p:sp>
      <p:sp>
        <p:nvSpPr>
          <p:cNvPr id="33" name="椭圆 32">
            <a:extLst>
              <a:ext uri="{FF2B5EF4-FFF2-40B4-BE49-F238E27FC236}">
                <a16:creationId xmlns:a16="http://schemas.microsoft.com/office/drawing/2014/main" id="{11866810-91A6-1F4B-B190-316C4D4DB29D}"/>
              </a:ext>
            </a:extLst>
          </p:cNvPr>
          <p:cNvSpPr/>
          <p:nvPr/>
        </p:nvSpPr>
        <p:spPr>
          <a:xfrm>
            <a:off x="4494391" y="1783123"/>
            <a:ext cx="3203525" cy="3203525"/>
          </a:xfrm>
          <a:prstGeom prst="ellipse">
            <a:avLst/>
          </a:prstGeom>
          <a:solidFill>
            <a:schemeClr val="bg1"/>
          </a:solidFill>
          <a:ln>
            <a:noFill/>
          </a:ln>
          <a:effectLst>
            <a:innerShdw blurRad="355600">
              <a:srgbClr val="004E98">
                <a:alpha val="20000"/>
              </a:srgb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ea typeface="阿里巴巴普惠体 R" panose="00020600040101010101" pitchFamily="18" charset="-122"/>
            </a:endParaRPr>
          </a:p>
        </p:txBody>
      </p:sp>
      <p:sp>
        <p:nvSpPr>
          <p:cNvPr id="7" name="椭圆 6">
            <a:extLst>
              <a:ext uri="{FF2B5EF4-FFF2-40B4-BE49-F238E27FC236}">
                <a16:creationId xmlns:a16="http://schemas.microsoft.com/office/drawing/2014/main" id="{A8916D37-3938-6B47-AAD7-B83E6D3A9783}"/>
              </a:ext>
            </a:extLst>
          </p:cNvPr>
          <p:cNvSpPr/>
          <p:nvPr/>
        </p:nvSpPr>
        <p:spPr>
          <a:xfrm>
            <a:off x="4706118" y="1852342"/>
            <a:ext cx="643679" cy="643679"/>
          </a:xfrm>
          <a:prstGeom prst="ellipse">
            <a:avLst/>
          </a:prstGeom>
          <a:solidFill>
            <a:srgbClr val="004E97"/>
          </a:solidFill>
          <a:ln>
            <a:noFill/>
          </a:ln>
          <a:effectLst>
            <a:outerShdw blurRad="304800" sx="102000" sy="102000" algn="ctr"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n-ea"/>
            </a:endParaRPr>
          </a:p>
        </p:txBody>
      </p:sp>
      <p:sp>
        <p:nvSpPr>
          <p:cNvPr id="8" name="椭圆 7">
            <a:extLst>
              <a:ext uri="{FF2B5EF4-FFF2-40B4-BE49-F238E27FC236}">
                <a16:creationId xmlns:a16="http://schemas.microsoft.com/office/drawing/2014/main" id="{008C8206-3EFE-8C40-8B65-26C229684F4D}"/>
              </a:ext>
            </a:extLst>
          </p:cNvPr>
          <p:cNvSpPr/>
          <p:nvPr/>
        </p:nvSpPr>
        <p:spPr>
          <a:xfrm>
            <a:off x="6831194" y="1856499"/>
            <a:ext cx="643679" cy="643679"/>
          </a:xfrm>
          <a:prstGeom prst="ellipse">
            <a:avLst/>
          </a:prstGeom>
          <a:solidFill>
            <a:srgbClr val="004E97"/>
          </a:solidFill>
          <a:ln>
            <a:noFill/>
          </a:ln>
          <a:effectLst>
            <a:outerShdw blurRad="304800" sx="102000" sy="102000" algn="ctr"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n-ea"/>
            </a:endParaRPr>
          </a:p>
        </p:txBody>
      </p:sp>
      <p:sp>
        <p:nvSpPr>
          <p:cNvPr id="9" name="椭圆 8">
            <a:extLst>
              <a:ext uri="{FF2B5EF4-FFF2-40B4-BE49-F238E27FC236}">
                <a16:creationId xmlns:a16="http://schemas.microsoft.com/office/drawing/2014/main" id="{1AB22334-660E-7942-9359-557D452DF828}"/>
              </a:ext>
            </a:extLst>
          </p:cNvPr>
          <p:cNvSpPr/>
          <p:nvPr/>
        </p:nvSpPr>
        <p:spPr>
          <a:xfrm>
            <a:off x="4298846" y="3686018"/>
            <a:ext cx="643679" cy="643679"/>
          </a:xfrm>
          <a:prstGeom prst="ellipse">
            <a:avLst/>
          </a:prstGeom>
          <a:solidFill>
            <a:srgbClr val="004E97"/>
          </a:solidFill>
          <a:ln>
            <a:noFill/>
          </a:ln>
          <a:effectLst>
            <a:outerShdw blurRad="304800" sx="102000" sy="102000" algn="ctr"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n-ea"/>
            </a:endParaRPr>
          </a:p>
        </p:txBody>
      </p:sp>
      <p:sp>
        <p:nvSpPr>
          <p:cNvPr id="10" name="椭圆 9">
            <a:extLst>
              <a:ext uri="{FF2B5EF4-FFF2-40B4-BE49-F238E27FC236}">
                <a16:creationId xmlns:a16="http://schemas.microsoft.com/office/drawing/2014/main" id="{4B76CA41-6D9F-F84B-825C-41BBBB76FAC0}"/>
              </a:ext>
            </a:extLst>
          </p:cNvPr>
          <p:cNvSpPr/>
          <p:nvPr/>
        </p:nvSpPr>
        <p:spPr>
          <a:xfrm>
            <a:off x="5775053" y="4557045"/>
            <a:ext cx="643679" cy="643679"/>
          </a:xfrm>
          <a:prstGeom prst="ellipse">
            <a:avLst/>
          </a:prstGeom>
          <a:solidFill>
            <a:srgbClr val="004E97"/>
          </a:solidFill>
          <a:ln>
            <a:noFill/>
          </a:ln>
          <a:effectLst>
            <a:outerShdw blurRad="304800" sx="102000" sy="102000" algn="ctr"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n-ea"/>
            </a:endParaRPr>
          </a:p>
        </p:txBody>
      </p:sp>
      <p:sp>
        <p:nvSpPr>
          <p:cNvPr id="20" name="椭圆 19">
            <a:extLst>
              <a:ext uri="{FF2B5EF4-FFF2-40B4-BE49-F238E27FC236}">
                <a16:creationId xmlns:a16="http://schemas.microsoft.com/office/drawing/2014/main" id="{40247DF0-0C04-4747-A6F1-67A8AE249AC8}"/>
              </a:ext>
            </a:extLst>
          </p:cNvPr>
          <p:cNvSpPr/>
          <p:nvPr/>
        </p:nvSpPr>
        <p:spPr>
          <a:xfrm>
            <a:off x="7202282" y="3686018"/>
            <a:ext cx="643679" cy="643679"/>
          </a:xfrm>
          <a:prstGeom prst="ellipse">
            <a:avLst/>
          </a:prstGeom>
          <a:solidFill>
            <a:srgbClr val="004E97"/>
          </a:solidFill>
          <a:ln>
            <a:noFill/>
          </a:ln>
          <a:effectLst>
            <a:outerShdw blurRad="304800" sx="102000" sy="102000" algn="ctr"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n-ea"/>
            </a:endParaRPr>
          </a:p>
        </p:txBody>
      </p:sp>
      <p:sp>
        <p:nvSpPr>
          <p:cNvPr id="23" name="图形 149">
            <a:extLst>
              <a:ext uri="{FF2B5EF4-FFF2-40B4-BE49-F238E27FC236}">
                <a16:creationId xmlns:a16="http://schemas.microsoft.com/office/drawing/2014/main" id="{6C2A43ED-2B00-BE4B-803C-7C03473F77D9}"/>
              </a:ext>
            </a:extLst>
          </p:cNvPr>
          <p:cNvSpPr/>
          <p:nvPr/>
        </p:nvSpPr>
        <p:spPr>
          <a:xfrm>
            <a:off x="7417295" y="3885474"/>
            <a:ext cx="254747" cy="248385"/>
          </a:xfrm>
          <a:custGeom>
            <a:avLst/>
            <a:gdLst>
              <a:gd name="connsiteX0" fmla="*/ 104115 w 355836"/>
              <a:gd name="connsiteY0" fmla="*/ 342206 h 346950"/>
              <a:gd name="connsiteX1" fmla="*/ 60458 w 355836"/>
              <a:gd name="connsiteY1" fmla="*/ 331548 h 346950"/>
              <a:gd name="connsiteX2" fmla="*/ 56722 w 355836"/>
              <a:gd name="connsiteY2" fmla="*/ 307600 h 346950"/>
              <a:gd name="connsiteX3" fmla="*/ 76106 w 355836"/>
              <a:gd name="connsiteY3" fmla="*/ 224934 h 346950"/>
              <a:gd name="connsiteX4" fmla="*/ 74429 w 355836"/>
              <a:gd name="connsiteY4" fmla="*/ 219569 h 346950"/>
              <a:gd name="connsiteX5" fmla="*/ 10978 w 355836"/>
              <a:gd name="connsiteY5" fmla="*/ 164281 h 346950"/>
              <a:gd name="connsiteX6" fmla="*/ 7544 w 355836"/>
              <a:gd name="connsiteY6" fmla="*/ 119356 h 346950"/>
              <a:gd name="connsiteX7" fmla="*/ 29117 w 355836"/>
              <a:gd name="connsiteY7" fmla="*/ 108200 h 346950"/>
              <a:gd name="connsiteX8" fmla="*/ 112388 w 355836"/>
              <a:gd name="connsiteY8" fmla="*/ 101417 h 346950"/>
              <a:gd name="connsiteX9" fmla="*/ 116570 w 355836"/>
              <a:gd name="connsiteY9" fmla="*/ 98250 h 346950"/>
              <a:gd name="connsiteX10" fmla="*/ 148653 w 355836"/>
              <a:gd name="connsiteY10" fmla="*/ 19783 h 346950"/>
              <a:gd name="connsiteX11" fmla="*/ 190153 w 355836"/>
              <a:gd name="connsiteY11" fmla="*/ 2493 h 346950"/>
              <a:gd name="connsiteX12" fmla="*/ 207180 w 355836"/>
              <a:gd name="connsiteY12" fmla="*/ 19783 h 346950"/>
              <a:gd name="connsiteX13" fmla="*/ 239264 w 355836"/>
              <a:gd name="connsiteY13" fmla="*/ 98245 h 346950"/>
              <a:gd name="connsiteX14" fmla="*/ 243445 w 355836"/>
              <a:gd name="connsiteY14" fmla="*/ 101417 h 346950"/>
              <a:gd name="connsiteX15" fmla="*/ 326725 w 355836"/>
              <a:gd name="connsiteY15" fmla="*/ 108205 h 346950"/>
              <a:gd name="connsiteX16" fmla="*/ 355735 w 355836"/>
              <a:gd name="connsiteY16" fmla="*/ 142614 h 346950"/>
              <a:gd name="connsiteX17" fmla="*/ 344859 w 355836"/>
              <a:gd name="connsiteY17" fmla="*/ 164290 h 346950"/>
              <a:gd name="connsiteX18" fmla="*/ 281408 w 355836"/>
              <a:gd name="connsiteY18" fmla="*/ 219578 h 346950"/>
              <a:gd name="connsiteX19" fmla="*/ 279732 w 355836"/>
              <a:gd name="connsiteY19" fmla="*/ 224938 h 346950"/>
              <a:gd name="connsiteX20" fmla="*/ 299116 w 355836"/>
              <a:gd name="connsiteY20" fmla="*/ 307604 h 346950"/>
              <a:gd name="connsiteX21" fmla="*/ 275706 w 355836"/>
              <a:gd name="connsiteY21" fmla="*/ 346062 h 346950"/>
              <a:gd name="connsiteX22" fmla="*/ 251718 w 355836"/>
              <a:gd name="connsiteY22" fmla="*/ 342210 h 346950"/>
              <a:gd name="connsiteX23" fmla="*/ 180421 w 355836"/>
              <a:gd name="connsiteY23" fmla="*/ 297908 h 346950"/>
              <a:gd name="connsiteX24" fmla="*/ 175412 w 355836"/>
              <a:gd name="connsiteY24" fmla="*/ 297908 h 346950"/>
              <a:gd name="connsiteX25" fmla="*/ 104111 w 355836"/>
              <a:gd name="connsiteY25" fmla="*/ 342210 h 346950"/>
              <a:gd name="connsiteX26" fmla="*/ 194512 w 355836"/>
              <a:gd name="connsiteY26" fmla="*/ 275236 h 346950"/>
              <a:gd name="connsiteX27" fmla="*/ 265809 w 355836"/>
              <a:gd name="connsiteY27" fmla="*/ 319538 h 346950"/>
              <a:gd name="connsiteX28" fmla="*/ 269417 w 355836"/>
              <a:gd name="connsiteY28" fmla="*/ 320126 h 346950"/>
              <a:gd name="connsiteX29" fmla="*/ 273140 w 355836"/>
              <a:gd name="connsiteY29" fmla="*/ 313694 h 346950"/>
              <a:gd name="connsiteX30" fmla="*/ 253755 w 355836"/>
              <a:gd name="connsiteY30" fmla="*/ 231027 h 346950"/>
              <a:gd name="connsiteX31" fmla="*/ 263879 w 355836"/>
              <a:gd name="connsiteY31" fmla="*/ 199447 h 346950"/>
              <a:gd name="connsiteX32" fmla="*/ 327330 w 355836"/>
              <a:gd name="connsiteY32" fmla="*/ 144162 h 346950"/>
              <a:gd name="connsiteX33" fmla="*/ 329136 w 355836"/>
              <a:gd name="connsiteY33" fmla="*/ 140515 h 346950"/>
              <a:gd name="connsiteX34" fmla="*/ 324559 w 355836"/>
              <a:gd name="connsiteY34" fmla="*/ 134804 h 346950"/>
              <a:gd name="connsiteX35" fmla="*/ 241278 w 355836"/>
              <a:gd name="connsiteY35" fmla="*/ 128012 h 346950"/>
              <a:gd name="connsiteX36" fmla="*/ 214564 w 355836"/>
              <a:gd name="connsiteY36" fmla="*/ 108342 h 346950"/>
              <a:gd name="connsiteX37" fmla="*/ 182480 w 355836"/>
              <a:gd name="connsiteY37" fmla="*/ 29880 h 346950"/>
              <a:gd name="connsiteX38" fmla="*/ 179754 w 355836"/>
              <a:gd name="connsiteY38" fmla="*/ 27068 h 346950"/>
              <a:gd name="connsiteX39" fmla="*/ 173362 w 355836"/>
              <a:gd name="connsiteY39" fmla="*/ 29880 h 346950"/>
              <a:gd name="connsiteX40" fmla="*/ 141274 w 355836"/>
              <a:gd name="connsiteY40" fmla="*/ 108342 h 346950"/>
              <a:gd name="connsiteX41" fmla="*/ 114559 w 355836"/>
              <a:gd name="connsiteY41" fmla="*/ 128012 h 346950"/>
              <a:gd name="connsiteX42" fmla="*/ 31283 w 355836"/>
              <a:gd name="connsiteY42" fmla="*/ 134804 h 346950"/>
              <a:gd name="connsiteX43" fmla="*/ 27956 w 355836"/>
              <a:gd name="connsiteY43" fmla="*/ 136547 h 346950"/>
              <a:gd name="connsiteX44" fmla="*/ 28512 w 355836"/>
              <a:gd name="connsiteY44" fmla="*/ 144162 h 346950"/>
              <a:gd name="connsiteX45" fmla="*/ 91963 w 355836"/>
              <a:gd name="connsiteY45" fmla="*/ 199451 h 346950"/>
              <a:gd name="connsiteX46" fmla="*/ 102087 w 355836"/>
              <a:gd name="connsiteY46" fmla="*/ 231032 h 346950"/>
              <a:gd name="connsiteX47" fmla="*/ 82702 w 355836"/>
              <a:gd name="connsiteY47" fmla="*/ 313694 h 346950"/>
              <a:gd name="connsiteX48" fmla="*/ 83334 w 355836"/>
              <a:gd name="connsiteY48" fmla="*/ 317813 h 346950"/>
              <a:gd name="connsiteX49" fmla="*/ 90033 w 355836"/>
              <a:gd name="connsiteY49" fmla="*/ 319534 h 346950"/>
              <a:gd name="connsiteX50" fmla="*/ 161334 w 355836"/>
              <a:gd name="connsiteY50" fmla="*/ 275236 h 346950"/>
              <a:gd name="connsiteX51" fmla="*/ 194512 w 355836"/>
              <a:gd name="connsiteY51" fmla="*/ 275236 h 34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5836" h="346950">
                <a:moveTo>
                  <a:pt x="104115" y="342206"/>
                </a:moveTo>
                <a:cubicBezTo>
                  <a:pt x="89139" y="351511"/>
                  <a:pt x="69554" y="346698"/>
                  <a:pt x="60458" y="331548"/>
                </a:cubicBezTo>
                <a:cubicBezTo>
                  <a:pt x="56146" y="324355"/>
                  <a:pt x="54806" y="315765"/>
                  <a:pt x="56722" y="307600"/>
                </a:cubicBezTo>
                <a:lnTo>
                  <a:pt x="76106" y="224934"/>
                </a:lnTo>
                <a:cubicBezTo>
                  <a:pt x="76576" y="222973"/>
                  <a:pt x="75932" y="220913"/>
                  <a:pt x="74429" y="219569"/>
                </a:cubicBezTo>
                <a:lnTo>
                  <a:pt x="10978" y="164281"/>
                </a:lnTo>
                <a:cubicBezTo>
                  <a:pt x="-2201" y="152805"/>
                  <a:pt x="-3722" y="132735"/>
                  <a:pt x="7544" y="119356"/>
                </a:cubicBezTo>
                <a:cubicBezTo>
                  <a:pt x="12959" y="112908"/>
                  <a:pt x="20726" y="108892"/>
                  <a:pt x="29117" y="108200"/>
                </a:cubicBezTo>
                <a:lnTo>
                  <a:pt x="112388" y="101417"/>
                </a:lnTo>
                <a:cubicBezTo>
                  <a:pt x="114203" y="101266"/>
                  <a:pt x="115827" y="100069"/>
                  <a:pt x="116570" y="98250"/>
                </a:cubicBezTo>
                <a:lnTo>
                  <a:pt x="148653" y="19783"/>
                </a:lnTo>
                <a:cubicBezTo>
                  <a:pt x="155338" y="3436"/>
                  <a:pt x="173931" y="-4370"/>
                  <a:pt x="190153" y="2493"/>
                </a:cubicBezTo>
                <a:cubicBezTo>
                  <a:pt x="197890" y="5781"/>
                  <a:pt x="204011" y="11997"/>
                  <a:pt x="207180" y="19783"/>
                </a:cubicBezTo>
                <a:lnTo>
                  <a:pt x="239264" y="98245"/>
                </a:lnTo>
                <a:cubicBezTo>
                  <a:pt x="240006" y="100069"/>
                  <a:pt x="241630" y="101270"/>
                  <a:pt x="243445" y="101417"/>
                </a:cubicBezTo>
                <a:lnTo>
                  <a:pt x="326725" y="108205"/>
                </a:lnTo>
                <a:cubicBezTo>
                  <a:pt x="344188" y="109628"/>
                  <a:pt x="357118" y="125076"/>
                  <a:pt x="355735" y="142614"/>
                </a:cubicBezTo>
                <a:cubicBezTo>
                  <a:pt x="355085" y="150984"/>
                  <a:pt x="351181" y="158766"/>
                  <a:pt x="344859" y="164290"/>
                </a:cubicBezTo>
                <a:lnTo>
                  <a:pt x="281408" y="219578"/>
                </a:lnTo>
                <a:cubicBezTo>
                  <a:pt x="279932" y="220864"/>
                  <a:pt x="279265" y="222945"/>
                  <a:pt x="279732" y="224938"/>
                </a:cubicBezTo>
                <a:lnTo>
                  <a:pt x="299116" y="307604"/>
                </a:lnTo>
                <a:cubicBezTo>
                  <a:pt x="303128" y="324707"/>
                  <a:pt x="292711" y="341939"/>
                  <a:pt x="275706" y="346062"/>
                </a:cubicBezTo>
                <a:cubicBezTo>
                  <a:pt x="267517" y="348049"/>
                  <a:pt x="258873" y="346661"/>
                  <a:pt x="251718" y="342210"/>
                </a:cubicBezTo>
                <a:lnTo>
                  <a:pt x="180421" y="297908"/>
                </a:lnTo>
                <a:cubicBezTo>
                  <a:pt x="178890" y="296947"/>
                  <a:pt x="176944" y="296947"/>
                  <a:pt x="175412" y="297908"/>
                </a:cubicBezTo>
                <a:lnTo>
                  <a:pt x="104111" y="342210"/>
                </a:lnTo>
                <a:close/>
                <a:moveTo>
                  <a:pt x="194512" y="275236"/>
                </a:moveTo>
                <a:lnTo>
                  <a:pt x="265809" y="319538"/>
                </a:lnTo>
                <a:cubicBezTo>
                  <a:pt x="266903" y="320215"/>
                  <a:pt x="268193" y="320424"/>
                  <a:pt x="269417" y="320126"/>
                </a:cubicBezTo>
                <a:cubicBezTo>
                  <a:pt x="272090" y="319476"/>
                  <a:pt x="273820" y="316612"/>
                  <a:pt x="273140" y="313694"/>
                </a:cubicBezTo>
                <a:lnTo>
                  <a:pt x="253755" y="231027"/>
                </a:lnTo>
                <a:cubicBezTo>
                  <a:pt x="251025" y="219438"/>
                  <a:pt x="254920" y="207289"/>
                  <a:pt x="263879" y="199447"/>
                </a:cubicBezTo>
                <a:lnTo>
                  <a:pt x="327330" y="144162"/>
                </a:lnTo>
                <a:cubicBezTo>
                  <a:pt x="328366" y="143259"/>
                  <a:pt x="329020" y="141947"/>
                  <a:pt x="329136" y="140515"/>
                </a:cubicBezTo>
                <a:cubicBezTo>
                  <a:pt x="329371" y="137539"/>
                  <a:pt x="327263" y="135022"/>
                  <a:pt x="324559" y="134804"/>
                </a:cubicBezTo>
                <a:lnTo>
                  <a:pt x="241278" y="128012"/>
                </a:lnTo>
                <a:cubicBezTo>
                  <a:pt x="229379" y="127013"/>
                  <a:pt x="219051" y="119409"/>
                  <a:pt x="214564" y="108342"/>
                </a:cubicBezTo>
                <a:lnTo>
                  <a:pt x="182480" y="29880"/>
                </a:lnTo>
                <a:cubicBezTo>
                  <a:pt x="181979" y="28619"/>
                  <a:pt x="180998" y="27608"/>
                  <a:pt x="179754" y="27068"/>
                </a:cubicBezTo>
                <a:cubicBezTo>
                  <a:pt x="177294" y="26028"/>
                  <a:pt x="174447" y="27224"/>
                  <a:pt x="173362" y="29880"/>
                </a:cubicBezTo>
                <a:lnTo>
                  <a:pt x="141274" y="108342"/>
                </a:lnTo>
                <a:cubicBezTo>
                  <a:pt x="136787" y="119409"/>
                  <a:pt x="126459" y="127013"/>
                  <a:pt x="114559" y="128012"/>
                </a:cubicBezTo>
                <a:lnTo>
                  <a:pt x="31283" y="134804"/>
                </a:lnTo>
                <a:cubicBezTo>
                  <a:pt x="29986" y="134917"/>
                  <a:pt x="28788" y="135545"/>
                  <a:pt x="27956" y="136547"/>
                </a:cubicBezTo>
                <a:cubicBezTo>
                  <a:pt x="26071" y="138824"/>
                  <a:pt x="26316" y="142183"/>
                  <a:pt x="28512" y="144162"/>
                </a:cubicBezTo>
                <a:lnTo>
                  <a:pt x="91963" y="199451"/>
                </a:lnTo>
                <a:cubicBezTo>
                  <a:pt x="100922" y="207293"/>
                  <a:pt x="104817" y="219443"/>
                  <a:pt x="102087" y="231032"/>
                </a:cubicBezTo>
                <a:lnTo>
                  <a:pt x="82702" y="313694"/>
                </a:lnTo>
                <a:cubicBezTo>
                  <a:pt x="82371" y="315097"/>
                  <a:pt x="82598" y="316573"/>
                  <a:pt x="83334" y="317813"/>
                </a:cubicBezTo>
                <a:cubicBezTo>
                  <a:pt x="84789" y="320228"/>
                  <a:pt x="87747" y="320953"/>
                  <a:pt x="90033" y="319534"/>
                </a:cubicBezTo>
                <a:lnTo>
                  <a:pt x="161334" y="275236"/>
                </a:lnTo>
                <a:cubicBezTo>
                  <a:pt x="171491" y="268916"/>
                  <a:pt x="184356" y="268916"/>
                  <a:pt x="194512" y="275236"/>
                </a:cubicBezTo>
                <a:close/>
              </a:path>
            </a:pathLst>
          </a:custGeom>
          <a:solidFill>
            <a:schemeClr val="bg1"/>
          </a:solidFill>
          <a:ln w="409" cap="flat">
            <a:noFill/>
            <a:prstDash val="solid"/>
            <a:miter/>
          </a:ln>
        </p:spPr>
        <p:txBody>
          <a:bodyPr rtlCol="0" anchor="ctr"/>
          <a:lstStyle/>
          <a:p>
            <a:pPr defTabSz="914377">
              <a:defRPr/>
            </a:pPr>
            <a:endParaRPr lang="zh-CN" altLang="en-US">
              <a:solidFill>
                <a:prstClr val="black"/>
              </a:solidFill>
              <a:latin typeface="思源黑体 CN Light"/>
              <a:ea typeface="思源黑体 CN Light"/>
            </a:endParaRPr>
          </a:p>
        </p:txBody>
      </p:sp>
      <p:sp>
        <p:nvSpPr>
          <p:cNvPr id="24" name="图形 173">
            <a:extLst>
              <a:ext uri="{FF2B5EF4-FFF2-40B4-BE49-F238E27FC236}">
                <a16:creationId xmlns:a16="http://schemas.microsoft.com/office/drawing/2014/main" id="{557A0D2E-DF05-4740-AADB-86AD8B2941F0}"/>
              </a:ext>
            </a:extLst>
          </p:cNvPr>
          <p:cNvSpPr/>
          <p:nvPr/>
        </p:nvSpPr>
        <p:spPr>
          <a:xfrm>
            <a:off x="4897397" y="2049108"/>
            <a:ext cx="261119" cy="242013"/>
          </a:xfrm>
          <a:custGeom>
            <a:avLst/>
            <a:gdLst>
              <a:gd name="connsiteX0" fmla="*/ 360841 w 364737"/>
              <a:gd name="connsiteY0" fmla="*/ 184179 h 338048"/>
              <a:gd name="connsiteX1" fmla="*/ 284797 w 364737"/>
              <a:gd name="connsiteY1" fmla="*/ 322067 h 338048"/>
              <a:gd name="connsiteX2" fmla="*/ 257874 w 364737"/>
              <a:gd name="connsiteY2" fmla="*/ 338049 h 338048"/>
              <a:gd name="connsiteX3" fmla="*/ 106864 w 364737"/>
              <a:gd name="connsiteY3" fmla="*/ 338049 h 338048"/>
              <a:gd name="connsiteX4" fmla="*/ 79940 w 364737"/>
              <a:gd name="connsiteY4" fmla="*/ 322067 h 338048"/>
              <a:gd name="connsiteX5" fmla="*/ 3897 w 364737"/>
              <a:gd name="connsiteY5" fmla="*/ 184179 h 338048"/>
              <a:gd name="connsiteX6" fmla="*/ 3897 w 364737"/>
              <a:gd name="connsiteY6" fmla="*/ 153870 h 338048"/>
              <a:gd name="connsiteX7" fmla="*/ 79940 w 364737"/>
              <a:gd name="connsiteY7" fmla="*/ 15982 h 338048"/>
              <a:gd name="connsiteX8" fmla="*/ 106864 w 364737"/>
              <a:gd name="connsiteY8" fmla="*/ 0 h 338048"/>
              <a:gd name="connsiteX9" fmla="*/ 257874 w 364737"/>
              <a:gd name="connsiteY9" fmla="*/ 0 h 338048"/>
              <a:gd name="connsiteX10" fmla="*/ 284797 w 364737"/>
              <a:gd name="connsiteY10" fmla="*/ 15982 h 338048"/>
              <a:gd name="connsiteX11" fmla="*/ 360841 w 364737"/>
              <a:gd name="connsiteY11" fmla="*/ 153870 h 338048"/>
              <a:gd name="connsiteX12" fmla="*/ 360841 w 364737"/>
              <a:gd name="connsiteY12" fmla="*/ 184179 h 338048"/>
              <a:gd name="connsiteX13" fmla="*/ 337493 w 364737"/>
              <a:gd name="connsiteY13" fmla="*/ 171191 h 338048"/>
              <a:gd name="connsiteX14" fmla="*/ 337493 w 364737"/>
              <a:gd name="connsiteY14" fmla="*/ 166863 h 338048"/>
              <a:gd name="connsiteX15" fmla="*/ 261583 w 364737"/>
              <a:gd name="connsiteY15" fmla="*/ 28974 h 338048"/>
              <a:gd name="connsiteX16" fmla="*/ 257745 w 364737"/>
              <a:gd name="connsiteY16" fmla="*/ 26688 h 338048"/>
              <a:gd name="connsiteX17" fmla="*/ 106993 w 364737"/>
              <a:gd name="connsiteY17" fmla="*/ 26688 h 338048"/>
              <a:gd name="connsiteX18" fmla="*/ 103154 w 364737"/>
              <a:gd name="connsiteY18" fmla="*/ 28974 h 338048"/>
              <a:gd name="connsiteX19" fmla="*/ 27244 w 364737"/>
              <a:gd name="connsiteY19" fmla="*/ 166863 h 338048"/>
              <a:gd name="connsiteX20" fmla="*/ 27244 w 364737"/>
              <a:gd name="connsiteY20" fmla="*/ 171191 h 338048"/>
              <a:gd name="connsiteX21" fmla="*/ 103154 w 364737"/>
              <a:gd name="connsiteY21" fmla="*/ 309079 h 338048"/>
              <a:gd name="connsiteX22" fmla="*/ 106993 w 364737"/>
              <a:gd name="connsiteY22" fmla="*/ 311361 h 338048"/>
              <a:gd name="connsiteX23" fmla="*/ 257745 w 364737"/>
              <a:gd name="connsiteY23" fmla="*/ 311361 h 338048"/>
              <a:gd name="connsiteX24" fmla="*/ 261583 w 364737"/>
              <a:gd name="connsiteY24" fmla="*/ 309079 h 338048"/>
              <a:gd name="connsiteX25" fmla="*/ 337493 w 364737"/>
              <a:gd name="connsiteY25" fmla="*/ 171191 h 338048"/>
              <a:gd name="connsiteX26" fmla="*/ 181221 w 364737"/>
              <a:gd name="connsiteY26" fmla="*/ 238476 h 338048"/>
              <a:gd name="connsiteX27" fmla="*/ 110053 w 364737"/>
              <a:gd name="connsiteY27" fmla="*/ 167307 h 338048"/>
              <a:gd name="connsiteX28" fmla="*/ 181221 w 364737"/>
              <a:gd name="connsiteY28" fmla="*/ 96139 h 338048"/>
              <a:gd name="connsiteX29" fmla="*/ 252389 w 364737"/>
              <a:gd name="connsiteY29" fmla="*/ 167307 h 338048"/>
              <a:gd name="connsiteX30" fmla="*/ 181221 w 364737"/>
              <a:gd name="connsiteY30" fmla="*/ 238476 h 338048"/>
              <a:gd name="connsiteX31" fmla="*/ 181221 w 364737"/>
              <a:gd name="connsiteY31" fmla="*/ 211788 h 338048"/>
              <a:gd name="connsiteX32" fmla="*/ 225701 w 364737"/>
              <a:gd name="connsiteY32" fmla="*/ 167307 h 338048"/>
              <a:gd name="connsiteX33" fmla="*/ 181221 w 364737"/>
              <a:gd name="connsiteY33" fmla="*/ 122827 h 338048"/>
              <a:gd name="connsiteX34" fmla="*/ 136741 w 364737"/>
              <a:gd name="connsiteY34" fmla="*/ 167307 h 338048"/>
              <a:gd name="connsiteX35" fmla="*/ 181221 w 364737"/>
              <a:gd name="connsiteY35" fmla="*/ 211788 h 338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4737" h="338048">
                <a:moveTo>
                  <a:pt x="360841" y="184179"/>
                </a:moveTo>
                <a:lnTo>
                  <a:pt x="284797" y="322067"/>
                </a:lnTo>
                <a:cubicBezTo>
                  <a:pt x="279406" y="331903"/>
                  <a:pt x="269090" y="338027"/>
                  <a:pt x="257874" y="338049"/>
                </a:cubicBezTo>
                <a:lnTo>
                  <a:pt x="106864" y="338049"/>
                </a:lnTo>
                <a:cubicBezTo>
                  <a:pt x="95647" y="338027"/>
                  <a:pt x="85331" y="331903"/>
                  <a:pt x="79940" y="322067"/>
                </a:cubicBezTo>
                <a:lnTo>
                  <a:pt x="3897" y="184179"/>
                </a:lnTo>
                <a:cubicBezTo>
                  <a:pt x="-1299" y="174744"/>
                  <a:pt x="-1299" y="163305"/>
                  <a:pt x="3897" y="153870"/>
                </a:cubicBezTo>
                <a:lnTo>
                  <a:pt x="79940" y="15982"/>
                </a:lnTo>
                <a:cubicBezTo>
                  <a:pt x="85331" y="6146"/>
                  <a:pt x="95647" y="22"/>
                  <a:pt x="106864" y="0"/>
                </a:cubicBezTo>
                <a:lnTo>
                  <a:pt x="257874" y="0"/>
                </a:lnTo>
                <a:cubicBezTo>
                  <a:pt x="269090" y="22"/>
                  <a:pt x="279406" y="6146"/>
                  <a:pt x="284797" y="15982"/>
                </a:cubicBezTo>
                <a:lnTo>
                  <a:pt x="360841" y="153870"/>
                </a:lnTo>
                <a:cubicBezTo>
                  <a:pt x="366036" y="163305"/>
                  <a:pt x="366036" y="174744"/>
                  <a:pt x="360841" y="184179"/>
                </a:cubicBezTo>
                <a:close/>
                <a:moveTo>
                  <a:pt x="337493" y="171191"/>
                </a:moveTo>
                <a:cubicBezTo>
                  <a:pt x="338234" y="169843"/>
                  <a:pt x="338234" y="168210"/>
                  <a:pt x="337493" y="166863"/>
                </a:cubicBezTo>
                <a:lnTo>
                  <a:pt x="261583" y="28974"/>
                </a:lnTo>
                <a:cubicBezTo>
                  <a:pt x="260817" y="27569"/>
                  <a:pt x="259346" y="26692"/>
                  <a:pt x="257745" y="26688"/>
                </a:cubicBezTo>
                <a:lnTo>
                  <a:pt x="106993" y="26688"/>
                </a:lnTo>
                <a:cubicBezTo>
                  <a:pt x="105392" y="26692"/>
                  <a:pt x="103920" y="27569"/>
                  <a:pt x="103154" y="28974"/>
                </a:cubicBezTo>
                <a:lnTo>
                  <a:pt x="27244" y="166863"/>
                </a:lnTo>
                <a:cubicBezTo>
                  <a:pt x="26504" y="168210"/>
                  <a:pt x="26504" y="169843"/>
                  <a:pt x="27244" y="171191"/>
                </a:cubicBezTo>
                <a:lnTo>
                  <a:pt x="103154" y="309079"/>
                </a:lnTo>
                <a:cubicBezTo>
                  <a:pt x="103922" y="310483"/>
                  <a:pt x="105393" y="311357"/>
                  <a:pt x="106993" y="311361"/>
                </a:cubicBezTo>
                <a:lnTo>
                  <a:pt x="257745" y="311361"/>
                </a:lnTo>
                <a:cubicBezTo>
                  <a:pt x="259345" y="311357"/>
                  <a:pt x="260816" y="310483"/>
                  <a:pt x="261583" y="309079"/>
                </a:cubicBezTo>
                <a:lnTo>
                  <a:pt x="337493" y="171191"/>
                </a:lnTo>
                <a:close/>
                <a:moveTo>
                  <a:pt x="181221" y="238476"/>
                </a:moveTo>
                <a:cubicBezTo>
                  <a:pt x="141914" y="238476"/>
                  <a:pt x="110053" y="206615"/>
                  <a:pt x="110053" y="167307"/>
                </a:cubicBezTo>
                <a:cubicBezTo>
                  <a:pt x="110053" y="128000"/>
                  <a:pt x="141914" y="96139"/>
                  <a:pt x="181221" y="96139"/>
                </a:cubicBezTo>
                <a:cubicBezTo>
                  <a:pt x="220524" y="96139"/>
                  <a:pt x="252389" y="128000"/>
                  <a:pt x="252389" y="167307"/>
                </a:cubicBezTo>
                <a:cubicBezTo>
                  <a:pt x="252389" y="206615"/>
                  <a:pt x="220524" y="238476"/>
                  <a:pt x="181221" y="238476"/>
                </a:cubicBezTo>
                <a:close/>
                <a:moveTo>
                  <a:pt x="181221" y="211788"/>
                </a:moveTo>
                <a:cubicBezTo>
                  <a:pt x="205787" y="211788"/>
                  <a:pt x="225701" y="191874"/>
                  <a:pt x="225701" y="167307"/>
                </a:cubicBezTo>
                <a:cubicBezTo>
                  <a:pt x="225701" y="142741"/>
                  <a:pt x="205787" y="122827"/>
                  <a:pt x="181221" y="122827"/>
                </a:cubicBezTo>
                <a:cubicBezTo>
                  <a:pt x="156655" y="122827"/>
                  <a:pt x="136741" y="142741"/>
                  <a:pt x="136741" y="167307"/>
                </a:cubicBezTo>
                <a:cubicBezTo>
                  <a:pt x="136741" y="191874"/>
                  <a:pt x="156655" y="211788"/>
                  <a:pt x="181221" y="211788"/>
                </a:cubicBezTo>
                <a:close/>
              </a:path>
            </a:pathLst>
          </a:custGeom>
          <a:solidFill>
            <a:schemeClr val="bg1"/>
          </a:solidFill>
          <a:ln w="409" cap="flat">
            <a:noFill/>
            <a:prstDash val="solid"/>
            <a:miter/>
          </a:ln>
        </p:spPr>
        <p:txBody>
          <a:bodyPr rtlCol="0" anchor="ctr"/>
          <a:lstStyle/>
          <a:p>
            <a:pPr defTabSz="914377">
              <a:defRPr/>
            </a:pPr>
            <a:endParaRPr lang="zh-CN" altLang="en-US">
              <a:solidFill>
                <a:prstClr val="black"/>
              </a:solidFill>
              <a:latin typeface="思源黑体 CN Light"/>
              <a:ea typeface="思源黑体 CN Light"/>
            </a:endParaRPr>
          </a:p>
        </p:txBody>
      </p:sp>
      <p:sp>
        <p:nvSpPr>
          <p:cNvPr id="25" name="图形 243">
            <a:extLst>
              <a:ext uri="{FF2B5EF4-FFF2-40B4-BE49-F238E27FC236}">
                <a16:creationId xmlns:a16="http://schemas.microsoft.com/office/drawing/2014/main" id="{315AD5F9-5B08-9443-BEFD-B1069AF63E7D}"/>
              </a:ext>
            </a:extLst>
          </p:cNvPr>
          <p:cNvSpPr/>
          <p:nvPr/>
        </p:nvSpPr>
        <p:spPr>
          <a:xfrm>
            <a:off x="7030169" y="2069479"/>
            <a:ext cx="254751" cy="235644"/>
          </a:xfrm>
          <a:custGeom>
            <a:avLst/>
            <a:gdLst>
              <a:gd name="connsiteX0" fmla="*/ 262155 w 303947"/>
              <a:gd name="connsiteY0" fmla="*/ 243158 h 281152"/>
              <a:gd name="connsiteX1" fmla="*/ 164648 w 303947"/>
              <a:gd name="connsiteY1" fmla="*/ 243158 h 281152"/>
              <a:gd name="connsiteX2" fmla="*/ 133851 w 303947"/>
              <a:gd name="connsiteY2" fmla="*/ 277379 h 281152"/>
              <a:gd name="connsiteX3" fmla="*/ 117753 w 303947"/>
              <a:gd name="connsiteY3" fmla="*/ 278226 h 281152"/>
              <a:gd name="connsiteX4" fmla="*/ 116906 w 303947"/>
              <a:gd name="connsiteY4" fmla="*/ 262128 h 281152"/>
              <a:gd name="connsiteX5" fmla="*/ 151100 w 303947"/>
              <a:gd name="connsiteY5" fmla="*/ 224135 h 281152"/>
              <a:gd name="connsiteX6" fmla="*/ 159572 w 303947"/>
              <a:gd name="connsiteY6" fmla="*/ 220362 h 281152"/>
              <a:gd name="connsiteX7" fmla="*/ 262155 w 303947"/>
              <a:gd name="connsiteY7" fmla="*/ 220362 h 281152"/>
              <a:gd name="connsiteX8" fmla="*/ 281152 w 303947"/>
              <a:gd name="connsiteY8" fmla="*/ 201365 h 281152"/>
              <a:gd name="connsiteX9" fmla="*/ 281152 w 303947"/>
              <a:gd name="connsiteY9" fmla="*/ 41793 h 281152"/>
              <a:gd name="connsiteX10" fmla="*/ 262155 w 303947"/>
              <a:gd name="connsiteY10" fmla="*/ 22796 h 281152"/>
              <a:gd name="connsiteX11" fmla="*/ 41793 w 303947"/>
              <a:gd name="connsiteY11" fmla="*/ 22796 h 281152"/>
              <a:gd name="connsiteX12" fmla="*/ 22796 w 303947"/>
              <a:gd name="connsiteY12" fmla="*/ 41793 h 281152"/>
              <a:gd name="connsiteX13" fmla="*/ 22796 w 303947"/>
              <a:gd name="connsiteY13" fmla="*/ 201365 h 281152"/>
              <a:gd name="connsiteX14" fmla="*/ 41793 w 303947"/>
              <a:gd name="connsiteY14" fmla="*/ 220362 h 281152"/>
              <a:gd name="connsiteX15" fmla="*/ 91184 w 303947"/>
              <a:gd name="connsiteY15" fmla="*/ 220362 h 281152"/>
              <a:gd name="connsiteX16" fmla="*/ 102582 w 303947"/>
              <a:gd name="connsiteY16" fmla="*/ 231760 h 281152"/>
              <a:gd name="connsiteX17" fmla="*/ 91184 w 303947"/>
              <a:gd name="connsiteY17" fmla="*/ 243158 h 281152"/>
              <a:gd name="connsiteX18" fmla="*/ 41793 w 303947"/>
              <a:gd name="connsiteY18" fmla="*/ 243158 h 281152"/>
              <a:gd name="connsiteX19" fmla="*/ 0 w 303947"/>
              <a:gd name="connsiteY19" fmla="*/ 201365 h 281152"/>
              <a:gd name="connsiteX20" fmla="*/ 0 w 303947"/>
              <a:gd name="connsiteY20" fmla="*/ 41793 h 281152"/>
              <a:gd name="connsiteX21" fmla="*/ 41793 w 303947"/>
              <a:gd name="connsiteY21" fmla="*/ 0 h 281152"/>
              <a:gd name="connsiteX22" fmla="*/ 262155 w 303947"/>
              <a:gd name="connsiteY22" fmla="*/ 0 h 281152"/>
              <a:gd name="connsiteX23" fmla="*/ 303948 w 303947"/>
              <a:gd name="connsiteY23" fmla="*/ 41793 h 281152"/>
              <a:gd name="connsiteX24" fmla="*/ 303948 w 303947"/>
              <a:gd name="connsiteY24" fmla="*/ 201365 h 281152"/>
              <a:gd name="connsiteX25" fmla="*/ 262155 w 303947"/>
              <a:gd name="connsiteY25" fmla="*/ 243158 h 281152"/>
              <a:gd name="connsiteX26" fmla="*/ 220362 w 303947"/>
              <a:gd name="connsiteY26" fmla="*/ 79786 h 281152"/>
              <a:gd name="connsiteX27" fmla="*/ 231760 w 303947"/>
              <a:gd name="connsiteY27" fmla="*/ 91184 h 281152"/>
              <a:gd name="connsiteX28" fmla="*/ 220362 w 303947"/>
              <a:gd name="connsiteY28" fmla="*/ 102582 h 281152"/>
              <a:gd name="connsiteX29" fmla="*/ 83586 w 303947"/>
              <a:gd name="connsiteY29" fmla="*/ 102582 h 281152"/>
              <a:gd name="connsiteX30" fmla="*/ 72188 w 303947"/>
              <a:gd name="connsiteY30" fmla="*/ 91184 h 281152"/>
              <a:gd name="connsiteX31" fmla="*/ 83586 w 303947"/>
              <a:gd name="connsiteY31" fmla="*/ 79786 h 281152"/>
              <a:gd name="connsiteX32" fmla="*/ 220362 w 303947"/>
              <a:gd name="connsiteY32" fmla="*/ 79786 h 281152"/>
              <a:gd name="connsiteX33" fmla="*/ 151974 w 303947"/>
              <a:gd name="connsiteY33" fmla="*/ 140576 h 281152"/>
              <a:gd name="connsiteX34" fmla="*/ 163372 w 303947"/>
              <a:gd name="connsiteY34" fmla="*/ 151974 h 281152"/>
              <a:gd name="connsiteX35" fmla="*/ 151974 w 303947"/>
              <a:gd name="connsiteY35" fmla="*/ 163372 h 281152"/>
              <a:gd name="connsiteX36" fmla="*/ 83586 w 303947"/>
              <a:gd name="connsiteY36" fmla="*/ 163372 h 281152"/>
              <a:gd name="connsiteX37" fmla="*/ 72188 w 303947"/>
              <a:gd name="connsiteY37" fmla="*/ 151974 h 281152"/>
              <a:gd name="connsiteX38" fmla="*/ 83586 w 303947"/>
              <a:gd name="connsiteY38" fmla="*/ 140576 h 281152"/>
              <a:gd name="connsiteX39" fmla="*/ 151974 w 303947"/>
              <a:gd name="connsiteY39" fmla="*/ 140576 h 281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03947" h="281152">
                <a:moveTo>
                  <a:pt x="262155" y="243158"/>
                </a:moveTo>
                <a:lnTo>
                  <a:pt x="164648" y="243158"/>
                </a:lnTo>
                <a:lnTo>
                  <a:pt x="133851" y="277379"/>
                </a:lnTo>
                <a:cubicBezTo>
                  <a:pt x="129640" y="282058"/>
                  <a:pt x="122432" y="282438"/>
                  <a:pt x="117753" y="278226"/>
                </a:cubicBezTo>
                <a:cubicBezTo>
                  <a:pt x="113074" y="274015"/>
                  <a:pt x="112694" y="266808"/>
                  <a:pt x="116906" y="262128"/>
                </a:cubicBezTo>
                <a:lnTo>
                  <a:pt x="151100" y="224135"/>
                </a:lnTo>
                <a:cubicBezTo>
                  <a:pt x="153262" y="221733"/>
                  <a:pt x="156341" y="220362"/>
                  <a:pt x="159572" y="220362"/>
                </a:cubicBezTo>
                <a:lnTo>
                  <a:pt x="262155" y="220362"/>
                </a:lnTo>
                <a:cubicBezTo>
                  <a:pt x="272647" y="220362"/>
                  <a:pt x="281152" y="211857"/>
                  <a:pt x="281152" y="201365"/>
                </a:cubicBezTo>
                <a:lnTo>
                  <a:pt x="281152" y="41793"/>
                </a:lnTo>
                <a:cubicBezTo>
                  <a:pt x="281152" y="31301"/>
                  <a:pt x="272647" y="22796"/>
                  <a:pt x="262155" y="22796"/>
                </a:cubicBezTo>
                <a:lnTo>
                  <a:pt x="41793" y="22796"/>
                </a:lnTo>
                <a:cubicBezTo>
                  <a:pt x="31301" y="22796"/>
                  <a:pt x="22796" y="31301"/>
                  <a:pt x="22796" y="41793"/>
                </a:cubicBezTo>
                <a:lnTo>
                  <a:pt x="22796" y="201365"/>
                </a:lnTo>
                <a:cubicBezTo>
                  <a:pt x="22796" y="211857"/>
                  <a:pt x="31301" y="220362"/>
                  <a:pt x="41793" y="220362"/>
                </a:cubicBezTo>
                <a:lnTo>
                  <a:pt x="91184" y="220362"/>
                </a:lnTo>
                <a:cubicBezTo>
                  <a:pt x="97479" y="220362"/>
                  <a:pt x="102582" y="225465"/>
                  <a:pt x="102582" y="231760"/>
                </a:cubicBezTo>
                <a:cubicBezTo>
                  <a:pt x="102582" y="238055"/>
                  <a:pt x="97479" y="243158"/>
                  <a:pt x="91184" y="243158"/>
                </a:cubicBezTo>
                <a:lnTo>
                  <a:pt x="41793" y="243158"/>
                </a:lnTo>
                <a:cubicBezTo>
                  <a:pt x="18712" y="243158"/>
                  <a:pt x="0" y="224446"/>
                  <a:pt x="0" y="201365"/>
                </a:cubicBezTo>
                <a:lnTo>
                  <a:pt x="0" y="41793"/>
                </a:lnTo>
                <a:cubicBezTo>
                  <a:pt x="0" y="18712"/>
                  <a:pt x="18712" y="0"/>
                  <a:pt x="41793" y="0"/>
                </a:cubicBezTo>
                <a:lnTo>
                  <a:pt x="262155" y="0"/>
                </a:lnTo>
                <a:cubicBezTo>
                  <a:pt x="285236" y="0"/>
                  <a:pt x="303948" y="18712"/>
                  <a:pt x="303948" y="41793"/>
                </a:cubicBezTo>
                <a:lnTo>
                  <a:pt x="303948" y="201365"/>
                </a:lnTo>
                <a:cubicBezTo>
                  <a:pt x="303948" y="224446"/>
                  <a:pt x="285236" y="243158"/>
                  <a:pt x="262155" y="243158"/>
                </a:cubicBezTo>
                <a:close/>
                <a:moveTo>
                  <a:pt x="220362" y="79786"/>
                </a:moveTo>
                <a:cubicBezTo>
                  <a:pt x="226657" y="79786"/>
                  <a:pt x="231760" y="84889"/>
                  <a:pt x="231760" y="91184"/>
                </a:cubicBezTo>
                <a:cubicBezTo>
                  <a:pt x="231760" y="97479"/>
                  <a:pt x="226657" y="102582"/>
                  <a:pt x="220362" y="102582"/>
                </a:cubicBezTo>
                <a:lnTo>
                  <a:pt x="83586" y="102582"/>
                </a:lnTo>
                <a:cubicBezTo>
                  <a:pt x="77291" y="102582"/>
                  <a:pt x="72188" y="97479"/>
                  <a:pt x="72188" y="91184"/>
                </a:cubicBezTo>
                <a:cubicBezTo>
                  <a:pt x="72188" y="84889"/>
                  <a:pt x="77291" y="79786"/>
                  <a:pt x="83586" y="79786"/>
                </a:cubicBezTo>
                <a:lnTo>
                  <a:pt x="220362" y="79786"/>
                </a:lnTo>
                <a:close/>
                <a:moveTo>
                  <a:pt x="151974" y="140576"/>
                </a:moveTo>
                <a:cubicBezTo>
                  <a:pt x="158269" y="140576"/>
                  <a:pt x="163372" y="145679"/>
                  <a:pt x="163372" y="151974"/>
                </a:cubicBezTo>
                <a:cubicBezTo>
                  <a:pt x="163372" y="158269"/>
                  <a:pt x="158269" y="163372"/>
                  <a:pt x="151974" y="163372"/>
                </a:cubicBezTo>
                <a:lnTo>
                  <a:pt x="83586" y="163372"/>
                </a:lnTo>
                <a:cubicBezTo>
                  <a:pt x="77291" y="163372"/>
                  <a:pt x="72188" y="158269"/>
                  <a:pt x="72188" y="151974"/>
                </a:cubicBezTo>
                <a:cubicBezTo>
                  <a:pt x="72188" y="145679"/>
                  <a:pt x="77291" y="140576"/>
                  <a:pt x="83586" y="140576"/>
                </a:cubicBezTo>
                <a:lnTo>
                  <a:pt x="151974" y="140576"/>
                </a:lnTo>
                <a:close/>
              </a:path>
            </a:pathLst>
          </a:custGeom>
          <a:solidFill>
            <a:schemeClr val="bg1"/>
          </a:solidFill>
          <a:ln w="353" cap="flat">
            <a:noFill/>
            <a:prstDash val="solid"/>
            <a:miter/>
          </a:ln>
        </p:spPr>
        <p:txBody>
          <a:bodyPr rtlCol="0" anchor="ctr"/>
          <a:lstStyle/>
          <a:p>
            <a:pPr defTabSz="914377">
              <a:defRPr/>
            </a:pPr>
            <a:endParaRPr lang="zh-CN" altLang="en-US">
              <a:solidFill>
                <a:prstClr val="black"/>
              </a:solidFill>
              <a:latin typeface="思源黑体 CN Light"/>
              <a:ea typeface="思源黑体 CN Light"/>
            </a:endParaRPr>
          </a:p>
        </p:txBody>
      </p:sp>
      <p:sp>
        <p:nvSpPr>
          <p:cNvPr id="26" name="图形 249">
            <a:extLst>
              <a:ext uri="{FF2B5EF4-FFF2-40B4-BE49-F238E27FC236}">
                <a16:creationId xmlns:a16="http://schemas.microsoft.com/office/drawing/2014/main" id="{2882F067-8DFD-8D4C-9A03-CA4C9E8D36DC}"/>
              </a:ext>
            </a:extLst>
          </p:cNvPr>
          <p:cNvSpPr/>
          <p:nvPr/>
        </p:nvSpPr>
        <p:spPr>
          <a:xfrm>
            <a:off x="4496042" y="3908781"/>
            <a:ext cx="254751" cy="222907"/>
          </a:xfrm>
          <a:custGeom>
            <a:avLst/>
            <a:gdLst>
              <a:gd name="connsiteX0" fmla="*/ 303948 w 303947"/>
              <a:gd name="connsiteY0" fmla="*/ 147908 h 265953"/>
              <a:gd name="connsiteX1" fmla="*/ 303948 w 303947"/>
              <a:gd name="connsiteY1" fmla="*/ 224161 h 265953"/>
              <a:gd name="connsiteX2" fmla="*/ 262155 w 303947"/>
              <a:gd name="connsiteY2" fmla="*/ 265954 h 265953"/>
              <a:gd name="connsiteX3" fmla="*/ 41793 w 303947"/>
              <a:gd name="connsiteY3" fmla="*/ 265954 h 265953"/>
              <a:gd name="connsiteX4" fmla="*/ 0 w 303947"/>
              <a:gd name="connsiteY4" fmla="*/ 224161 h 265953"/>
              <a:gd name="connsiteX5" fmla="*/ 0 w 303947"/>
              <a:gd name="connsiteY5" fmla="*/ 41793 h 265953"/>
              <a:gd name="connsiteX6" fmla="*/ 41793 w 303947"/>
              <a:gd name="connsiteY6" fmla="*/ 0 h 265953"/>
              <a:gd name="connsiteX7" fmla="*/ 262155 w 303947"/>
              <a:gd name="connsiteY7" fmla="*/ 0 h 265953"/>
              <a:gd name="connsiteX8" fmla="*/ 303948 w 303947"/>
              <a:gd name="connsiteY8" fmla="*/ 41793 h 265953"/>
              <a:gd name="connsiteX9" fmla="*/ 303948 w 303947"/>
              <a:gd name="connsiteY9" fmla="*/ 147908 h 265953"/>
              <a:gd name="connsiteX10" fmla="*/ 281152 w 303947"/>
              <a:gd name="connsiteY10" fmla="*/ 121328 h 265953"/>
              <a:gd name="connsiteX11" fmla="*/ 281152 w 303947"/>
              <a:gd name="connsiteY11" fmla="*/ 41793 h 265953"/>
              <a:gd name="connsiteX12" fmla="*/ 262155 w 303947"/>
              <a:gd name="connsiteY12" fmla="*/ 22796 h 265953"/>
              <a:gd name="connsiteX13" fmla="*/ 41793 w 303947"/>
              <a:gd name="connsiteY13" fmla="*/ 22796 h 265953"/>
              <a:gd name="connsiteX14" fmla="*/ 22796 w 303947"/>
              <a:gd name="connsiteY14" fmla="*/ 41793 h 265953"/>
              <a:gd name="connsiteX15" fmla="*/ 22796 w 303947"/>
              <a:gd name="connsiteY15" fmla="*/ 164492 h 265953"/>
              <a:gd name="connsiteX16" fmla="*/ 37993 w 303947"/>
              <a:gd name="connsiteY16" fmla="*/ 163372 h 265953"/>
              <a:gd name="connsiteX17" fmla="*/ 103281 w 303947"/>
              <a:gd name="connsiteY17" fmla="*/ 186825 h 265953"/>
              <a:gd name="connsiteX18" fmla="*/ 220362 w 303947"/>
              <a:gd name="connsiteY18" fmla="*/ 106381 h 265953"/>
              <a:gd name="connsiteX19" fmla="*/ 281152 w 303947"/>
              <a:gd name="connsiteY19" fmla="*/ 121328 h 265953"/>
              <a:gd name="connsiteX20" fmla="*/ 281152 w 303947"/>
              <a:gd name="connsiteY20" fmla="*/ 150621 h 265953"/>
              <a:gd name="connsiteX21" fmla="*/ 265605 w 303947"/>
              <a:gd name="connsiteY21" fmla="*/ 138896 h 265953"/>
              <a:gd name="connsiteX22" fmla="*/ 220362 w 303947"/>
              <a:gd name="connsiteY22" fmla="*/ 129177 h 265953"/>
              <a:gd name="connsiteX23" fmla="*/ 124037 w 303947"/>
              <a:gd name="connsiteY23" fmla="*/ 196388 h 265953"/>
              <a:gd name="connsiteX24" fmla="*/ 119052 w 303947"/>
              <a:gd name="connsiteY24" fmla="*/ 210130 h 265953"/>
              <a:gd name="connsiteX25" fmla="*/ 100755 w 303947"/>
              <a:gd name="connsiteY25" fmla="*/ 214781 h 265953"/>
              <a:gd name="connsiteX26" fmla="*/ 87883 w 303947"/>
              <a:gd name="connsiteY26" fmla="*/ 203686 h 265953"/>
              <a:gd name="connsiteX27" fmla="*/ 37993 w 303947"/>
              <a:gd name="connsiteY27" fmla="*/ 186168 h 265953"/>
              <a:gd name="connsiteX28" fmla="*/ 22796 w 303947"/>
              <a:gd name="connsiteY28" fmla="*/ 187612 h 265953"/>
              <a:gd name="connsiteX29" fmla="*/ 22796 w 303947"/>
              <a:gd name="connsiteY29" fmla="*/ 224161 h 265953"/>
              <a:gd name="connsiteX30" fmla="*/ 41793 w 303947"/>
              <a:gd name="connsiteY30" fmla="*/ 243158 h 265953"/>
              <a:gd name="connsiteX31" fmla="*/ 262155 w 303947"/>
              <a:gd name="connsiteY31" fmla="*/ 243158 h 265953"/>
              <a:gd name="connsiteX32" fmla="*/ 281152 w 303947"/>
              <a:gd name="connsiteY32" fmla="*/ 224161 h 265953"/>
              <a:gd name="connsiteX33" fmla="*/ 281152 w 303947"/>
              <a:gd name="connsiteY33" fmla="*/ 150617 h 265953"/>
              <a:gd name="connsiteX34" fmla="*/ 83586 w 303947"/>
              <a:gd name="connsiteY34" fmla="*/ 121579 h 265953"/>
              <a:gd name="connsiteX35" fmla="*/ 49391 w 303947"/>
              <a:gd name="connsiteY35" fmla="*/ 87385 h 265953"/>
              <a:gd name="connsiteX36" fmla="*/ 83586 w 303947"/>
              <a:gd name="connsiteY36" fmla="*/ 53191 h 265953"/>
              <a:gd name="connsiteX37" fmla="*/ 117780 w 303947"/>
              <a:gd name="connsiteY37" fmla="*/ 87385 h 265953"/>
              <a:gd name="connsiteX38" fmla="*/ 83586 w 303947"/>
              <a:gd name="connsiteY38" fmla="*/ 121579 h 265953"/>
              <a:gd name="connsiteX39" fmla="*/ 83586 w 303947"/>
              <a:gd name="connsiteY39" fmla="*/ 98783 h 265953"/>
              <a:gd name="connsiteX40" fmla="*/ 94984 w 303947"/>
              <a:gd name="connsiteY40" fmla="*/ 87385 h 265953"/>
              <a:gd name="connsiteX41" fmla="*/ 83586 w 303947"/>
              <a:gd name="connsiteY41" fmla="*/ 75987 h 265953"/>
              <a:gd name="connsiteX42" fmla="*/ 72188 w 303947"/>
              <a:gd name="connsiteY42" fmla="*/ 87385 h 265953"/>
              <a:gd name="connsiteX43" fmla="*/ 83586 w 303947"/>
              <a:gd name="connsiteY43" fmla="*/ 98783 h 265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03947" h="265953">
                <a:moveTo>
                  <a:pt x="303948" y="147908"/>
                </a:moveTo>
                <a:lnTo>
                  <a:pt x="303948" y="224161"/>
                </a:lnTo>
                <a:cubicBezTo>
                  <a:pt x="303948" y="247242"/>
                  <a:pt x="285236" y="265954"/>
                  <a:pt x="262155" y="265954"/>
                </a:cubicBezTo>
                <a:lnTo>
                  <a:pt x="41793" y="265954"/>
                </a:lnTo>
                <a:cubicBezTo>
                  <a:pt x="18712" y="265954"/>
                  <a:pt x="0" y="247242"/>
                  <a:pt x="0" y="224161"/>
                </a:cubicBezTo>
                <a:lnTo>
                  <a:pt x="0" y="41793"/>
                </a:lnTo>
                <a:cubicBezTo>
                  <a:pt x="0" y="18712"/>
                  <a:pt x="18712" y="0"/>
                  <a:pt x="41793" y="0"/>
                </a:cubicBezTo>
                <a:lnTo>
                  <a:pt x="262155" y="0"/>
                </a:lnTo>
                <a:cubicBezTo>
                  <a:pt x="285236" y="0"/>
                  <a:pt x="303948" y="18712"/>
                  <a:pt x="303948" y="41793"/>
                </a:cubicBezTo>
                <a:lnTo>
                  <a:pt x="303948" y="147908"/>
                </a:lnTo>
                <a:close/>
                <a:moveTo>
                  <a:pt x="281152" y="121328"/>
                </a:moveTo>
                <a:lnTo>
                  <a:pt x="281152" y="41793"/>
                </a:lnTo>
                <a:cubicBezTo>
                  <a:pt x="281152" y="31301"/>
                  <a:pt x="272647" y="22796"/>
                  <a:pt x="262155" y="22796"/>
                </a:cubicBezTo>
                <a:lnTo>
                  <a:pt x="41793" y="22796"/>
                </a:lnTo>
                <a:cubicBezTo>
                  <a:pt x="31301" y="22796"/>
                  <a:pt x="22796" y="31301"/>
                  <a:pt x="22796" y="41793"/>
                </a:cubicBezTo>
                <a:lnTo>
                  <a:pt x="22796" y="164492"/>
                </a:lnTo>
                <a:cubicBezTo>
                  <a:pt x="27827" y="163745"/>
                  <a:pt x="32907" y="163371"/>
                  <a:pt x="37993" y="163372"/>
                </a:cubicBezTo>
                <a:cubicBezTo>
                  <a:pt x="61825" y="163337"/>
                  <a:pt x="84920" y="171633"/>
                  <a:pt x="103281" y="186825"/>
                </a:cubicBezTo>
                <a:cubicBezTo>
                  <a:pt x="121708" y="138813"/>
                  <a:pt x="167969" y="106381"/>
                  <a:pt x="220362" y="106381"/>
                </a:cubicBezTo>
                <a:cubicBezTo>
                  <a:pt x="243766" y="106381"/>
                  <a:pt x="265597" y="112358"/>
                  <a:pt x="281152" y="121328"/>
                </a:cubicBezTo>
                <a:close/>
                <a:moveTo>
                  <a:pt x="281152" y="150621"/>
                </a:moveTo>
                <a:cubicBezTo>
                  <a:pt x="279252" y="147658"/>
                  <a:pt x="273625" y="142909"/>
                  <a:pt x="265605" y="138896"/>
                </a:cubicBezTo>
                <a:cubicBezTo>
                  <a:pt x="253405" y="132795"/>
                  <a:pt x="237831" y="129177"/>
                  <a:pt x="220362" y="129177"/>
                </a:cubicBezTo>
                <a:cubicBezTo>
                  <a:pt x="176989" y="129177"/>
                  <a:pt x="138748" y="156343"/>
                  <a:pt x="124037" y="196388"/>
                </a:cubicBezTo>
                <a:cubicBezTo>
                  <a:pt x="123064" y="199040"/>
                  <a:pt x="121400" y="203626"/>
                  <a:pt x="119052" y="210130"/>
                </a:cubicBezTo>
                <a:cubicBezTo>
                  <a:pt x="116317" y="217717"/>
                  <a:pt x="106781" y="220142"/>
                  <a:pt x="100755" y="214781"/>
                </a:cubicBezTo>
                <a:cubicBezTo>
                  <a:pt x="94900" y="209568"/>
                  <a:pt x="90584" y="205852"/>
                  <a:pt x="87883" y="203686"/>
                </a:cubicBezTo>
                <a:cubicBezTo>
                  <a:pt x="73743" y="192318"/>
                  <a:pt x="56136" y="186135"/>
                  <a:pt x="37993" y="186168"/>
                </a:cubicBezTo>
                <a:cubicBezTo>
                  <a:pt x="32842" y="186168"/>
                  <a:pt x="27762" y="186654"/>
                  <a:pt x="22796" y="187612"/>
                </a:cubicBezTo>
                <a:lnTo>
                  <a:pt x="22796" y="224161"/>
                </a:lnTo>
                <a:cubicBezTo>
                  <a:pt x="22796" y="234653"/>
                  <a:pt x="31301" y="243158"/>
                  <a:pt x="41793" y="243158"/>
                </a:cubicBezTo>
                <a:lnTo>
                  <a:pt x="262155" y="243158"/>
                </a:lnTo>
                <a:cubicBezTo>
                  <a:pt x="272647" y="243158"/>
                  <a:pt x="281152" y="234653"/>
                  <a:pt x="281152" y="224161"/>
                </a:cubicBezTo>
                <a:lnTo>
                  <a:pt x="281152" y="150617"/>
                </a:lnTo>
                <a:close/>
                <a:moveTo>
                  <a:pt x="83586" y="121579"/>
                </a:moveTo>
                <a:cubicBezTo>
                  <a:pt x="64701" y="121579"/>
                  <a:pt x="49391" y="106270"/>
                  <a:pt x="49391" y="87385"/>
                </a:cubicBezTo>
                <a:cubicBezTo>
                  <a:pt x="49391" y="68500"/>
                  <a:pt x="64701" y="53191"/>
                  <a:pt x="83586" y="53191"/>
                </a:cubicBezTo>
                <a:cubicBezTo>
                  <a:pt x="102470" y="53191"/>
                  <a:pt x="117780" y="68500"/>
                  <a:pt x="117780" y="87385"/>
                </a:cubicBezTo>
                <a:cubicBezTo>
                  <a:pt x="117780" y="106270"/>
                  <a:pt x="102470" y="121579"/>
                  <a:pt x="83586" y="121579"/>
                </a:cubicBezTo>
                <a:close/>
                <a:moveTo>
                  <a:pt x="83586" y="98783"/>
                </a:moveTo>
                <a:cubicBezTo>
                  <a:pt x="89880" y="98783"/>
                  <a:pt x="94984" y="93680"/>
                  <a:pt x="94984" y="87385"/>
                </a:cubicBezTo>
                <a:cubicBezTo>
                  <a:pt x="94984" y="81090"/>
                  <a:pt x="89880" y="75987"/>
                  <a:pt x="83586" y="75987"/>
                </a:cubicBezTo>
                <a:cubicBezTo>
                  <a:pt x="77291" y="75987"/>
                  <a:pt x="72188" y="81090"/>
                  <a:pt x="72188" y="87385"/>
                </a:cubicBezTo>
                <a:cubicBezTo>
                  <a:pt x="72188" y="93680"/>
                  <a:pt x="77291" y="98783"/>
                  <a:pt x="83586" y="98783"/>
                </a:cubicBezTo>
                <a:close/>
              </a:path>
            </a:pathLst>
          </a:custGeom>
          <a:solidFill>
            <a:schemeClr val="bg1"/>
          </a:solidFill>
          <a:ln w="353" cap="flat">
            <a:noFill/>
            <a:prstDash val="solid"/>
            <a:miter/>
          </a:ln>
        </p:spPr>
        <p:txBody>
          <a:bodyPr rtlCol="0" anchor="ctr"/>
          <a:lstStyle/>
          <a:p>
            <a:pPr defTabSz="914377">
              <a:defRPr/>
            </a:pPr>
            <a:endParaRPr lang="zh-CN" altLang="en-US">
              <a:solidFill>
                <a:prstClr val="black"/>
              </a:solidFill>
              <a:latin typeface="思源黑体 CN Light"/>
              <a:ea typeface="思源黑体 CN Light"/>
            </a:endParaRPr>
          </a:p>
        </p:txBody>
      </p:sp>
      <p:sp>
        <p:nvSpPr>
          <p:cNvPr id="27" name="图形 252">
            <a:extLst>
              <a:ext uri="{FF2B5EF4-FFF2-40B4-BE49-F238E27FC236}">
                <a16:creationId xmlns:a16="http://schemas.microsoft.com/office/drawing/2014/main" id="{D081083E-A90E-9747-A414-1E5392B2DE5F}"/>
              </a:ext>
            </a:extLst>
          </p:cNvPr>
          <p:cNvSpPr/>
          <p:nvPr/>
        </p:nvSpPr>
        <p:spPr>
          <a:xfrm>
            <a:off x="5981406" y="4748809"/>
            <a:ext cx="229191" cy="255192"/>
          </a:xfrm>
          <a:custGeom>
            <a:avLst/>
            <a:gdLst>
              <a:gd name="connsiteX0" fmla="*/ 269734 w 273452"/>
              <a:gd name="connsiteY0" fmla="*/ 231065 h 304475"/>
              <a:gd name="connsiteX1" fmla="*/ 270114 w 273452"/>
              <a:gd name="connsiteY1" fmla="*/ 231426 h 304475"/>
              <a:gd name="connsiteX2" fmla="*/ 270561 w 273452"/>
              <a:gd name="connsiteY2" fmla="*/ 246442 h 304475"/>
              <a:gd name="connsiteX3" fmla="*/ 270114 w 273452"/>
              <a:gd name="connsiteY3" fmla="*/ 246889 h 304475"/>
              <a:gd name="connsiteX4" fmla="*/ 212319 w 273452"/>
              <a:gd name="connsiteY4" fmla="*/ 301372 h 304475"/>
              <a:gd name="connsiteX5" fmla="*/ 204211 w 273452"/>
              <a:gd name="connsiteY5" fmla="*/ 304472 h 304475"/>
              <a:gd name="connsiteX6" fmla="*/ 196099 w 273452"/>
              <a:gd name="connsiteY6" fmla="*/ 301372 h 304475"/>
              <a:gd name="connsiteX7" fmla="*/ 162908 w 273452"/>
              <a:gd name="connsiteY7" fmla="*/ 270084 h 304475"/>
              <a:gd name="connsiteX8" fmla="*/ 162461 w 273452"/>
              <a:gd name="connsiteY8" fmla="*/ 255068 h 304475"/>
              <a:gd name="connsiteX9" fmla="*/ 162908 w 273452"/>
              <a:gd name="connsiteY9" fmla="*/ 254621 h 304475"/>
              <a:gd name="connsiteX10" fmla="*/ 163292 w 273452"/>
              <a:gd name="connsiteY10" fmla="*/ 254260 h 304475"/>
              <a:gd name="connsiteX11" fmla="*/ 178930 w 273452"/>
              <a:gd name="connsiteY11" fmla="*/ 254260 h 304475"/>
              <a:gd name="connsiteX12" fmla="*/ 204211 w 273452"/>
              <a:gd name="connsiteY12" fmla="*/ 278089 h 304475"/>
              <a:gd name="connsiteX13" fmla="*/ 254096 w 273452"/>
              <a:gd name="connsiteY13" fmla="*/ 231065 h 304475"/>
              <a:gd name="connsiteX14" fmla="*/ 269734 w 273452"/>
              <a:gd name="connsiteY14" fmla="*/ 231065 h 304475"/>
              <a:gd name="connsiteX15" fmla="*/ 224161 w 273452"/>
              <a:gd name="connsiteY15" fmla="*/ 0 h 304475"/>
              <a:gd name="connsiteX16" fmla="*/ 265954 w 273452"/>
              <a:gd name="connsiteY16" fmla="*/ 41793 h 304475"/>
              <a:gd name="connsiteX17" fmla="*/ 265954 w 273452"/>
              <a:gd name="connsiteY17" fmla="*/ 182368 h 304475"/>
              <a:gd name="connsiteX18" fmla="*/ 254556 w 273452"/>
              <a:gd name="connsiteY18" fmla="*/ 193766 h 304475"/>
              <a:gd name="connsiteX19" fmla="*/ 243158 w 273452"/>
              <a:gd name="connsiteY19" fmla="*/ 182368 h 304475"/>
              <a:gd name="connsiteX20" fmla="*/ 243158 w 273452"/>
              <a:gd name="connsiteY20" fmla="*/ 41793 h 304475"/>
              <a:gd name="connsiteX21" fmla="*/ 224161 w 273452"/>
              <a:gd name="connsiteY21" fmla="*/ 22796 h 304475"/>
              <a:gd name="connsiteX22" fmla="*/ 41793 w 273452"/>
              <a:gd name="connsiteY22" fmla="*/ 22796 h 304475"/>
              <a:gd name="connsiteX23" fmla="*/ 22796 w 273452"/>
              <a:gd name="connsiteY23" fmla="*/ 41793 h 304475"/>
              <a:gd name="connsiteX24" fmla="*/ 22796 w 273452"/>
              <a:gd name="connsiteY24" fmla="*/ 262155 h 304475"/>
              <a:gd name="connsiteX25" fmla="*/ 41793 w 273452"/>
              <a:gd name="connsiteY25" fmla="*/ 281152 h 304475"/>
              <a:gd name="connsiteX26" fmla="*/ 125378 w 273452"/>
              <a:gd name="connsiteY26" fmla="*/ 281152 h 304475"/>
              <a:gd name="connsiteX27" fmla="*/ 136776 w 273452"/>
              <a:gd name="connsiteY27" fmla="*/ 292550 h 304475"/>
              <a:gd name="connsiteX28" fmla="*/ 125378 w 273452"/>
              <a:gd name="connsiteY28" fmla="*/ 303948 h 304475"/>
              <a:gd name="connsiteX29" fmla="*/ 41793 w 273452"/>
              <a:gd name="connsiteY29" fmla="*/ 303948 h 304475"/>
              <a:gd name="connsiteX30" fmla="*/ 0 w 273452"/>
              <a:gd name="connsiteY30" fmla="*/ 262155 h 304475"/>
              <a:gd name="connsiteX31" fmla="*/ 0 w 273452"/>
              <a:gd name="connsiteY31" fmla="*/ 41793 h 304475"/>
              <a:gd name="connsiteX32" fmla="*/ 41793 w 273452"/>
              <a:gd name="connsiteY32" fmla="*/ 0 h 304475"/>
              <a:gd name="connsiteX33" fmla="*/ 148174 w 273452"/>
              <a:gd name="connsiteY33" fmla="*/ 163372 h 304475"/>
              <a:gd name="connsiteX34" fmla="*/ 159572 w 273452"/>
              <a:gd name="connsiteY34" fmla="*/ 174770 h 304475"/>
              <a:gd name="connsiteX35" fmla="*/ 148174 w 273452"/>
              <a:gd name="connsiteY35" fmla="*/ 186168 h 304475"/>
              <a:gd name="connsiteX36" fmla="*/ 72187 w 273452"/>
              <a:gd name="connsiteY36" fmla="*/ 186168 h 304475"/>
              <a:gd name="connsiteX37" fmla="*/ 60789 w 273452"/>
              <a:gd name="connsiteY37" fmla="*/ 174770 h 304475"/>
              <a:gd name="connsiteX38" fmla="*/ 72187 w 273452"/>
              <a:gd name="connsiteY38" fmla="*/ 163372 h 304475"/>
              <a:gd name="connsiteX39" fmla="*/ 193767 w 273452"/>
              <a:gd name="connsiteY39" fmla="*/ 102582 h 304475"/>
              <a:gd name="connsiteX40" fmla="*/ 205165 w 273452"/>
              <a:gd name="connsiteY40" fmla="*/ 113980 h 304475"/>
              <a:gd name="connsiteX41" fmla="*/ 193767 w 273452"/>
              <a:gd name="connsiteY41" fmla="*/ 125378 h 304475"/>
              <a:gd name="connsiteX42" fmla="*/ 72187 w 273452"/>
              <a:gd name="connsiteY42" fmla="*/ 125378 h 304475"/>
              <a:gd name="connsiteX43" fmla="*/ 60789 w 273452"/>
              <a:gd name="connsiteY43" fmla="*/ 113980 h 304475"/>
              <a:gd name="connsiteX44" fmla="*/ 72187 w 273452"/>
              <a:gd name="connsiteY44" fmla="*/ 102582 h 30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73452" h="304475">
                <a:moveTo>
                  <a:pt x="269734" y="231065"/>
                </a:moveTo>
                <a:lnTo>
                  <a:pt x="270114" y="231426"/>
                </a:lnTo>
                <a:cubicBezTo>
                  <a:pt x="274384" y="235449"/>
                  <a:pt x="274584" y="242172"/>
                  <a:pt x="270561" y="246442"/>
                </a:cubicBezTo>
                <a:cubicBezTo>
                  <a:pt x="270417" y="246596"/>
                  <a:pt x="270268" y="246744"/>
                  <a:pt x="270114" y="246889"/>
                </a:cubicBezTo>
                <a:lnTo>
                  <a:pt x="212319" y="301372"/>
                </a:lnTo>
                <a:cubicBezTo>
                  <a:pt x="210132" y="303437"/>
                  <a:pt x="207217" y="304551"/>
                  <a:pt x="204211" y="304472"/>
                </a:cubicBezTo>
                <a:cubicBezTo>
                  <a:pt x="201203" y="304552"/>
                  <a:pt x="198287" y="303437"/>
                  <a:pt x="196099" y="301372"/>
                </a:cubicBezTo>
                <a:lnTo>
                  <a:pt x="162908" y="270084"/>
                </a:lnTo>
                <a:cubicBezTo>
                  <a:pt x="158638" y="266061"/>
                  <a:pt x="158438" y="259338"/>
                  <a:pt x="162461" y="255068"/>
                </a:cubicBezTo>
                <a:cubicBezTo>
                  <a:pt x="162606" y="254914"/>
                  <a:pt x="162755" y="254765"/>
                  <a:pt x="162908" y="254621"/>
                </a:cubicBezTo>
                <a:lnTo>
                  <a:pt x="163292" y="254260"/>
                </a:lnTo>
                <a:cubicBezTo>
                  <a:pt x="167682" y="250120"/>
                  <a:pt x="174539" y="250120"/>
                  <a:pt x="178930" y="254260"/>
                </a:cubicBezTo>
                <a:lnTo>
                  <a:pt x="204211" y="278089"/>
                </a:lnTo>
                <a:lnTo>
                  <a:pt x="254096" y="231065"/>
                </a:lnTo>
                <a:cubicBezTo>
                  <a:pt x="258487" y="226925"/>
                  <a:pt x="265344" y="226925"/>
                  <a:pt x="269734" y="231065"/>
                </a:cubicBezTo>
                <a:close/>
                <a:moveTo>
                  <a:pt x="224161" y="0"/>
                </a:moveTo>
                <a:cubicBezTo>
                  <a:pt x="247242" y="0"/>
                  <a:pt x="265954" y="18712"/>
                  <a:pt x="265954" y="41793"/>
                </a:cubicBezTo>
                <a:lnTo>
                  <a:pt x="265954" y="182368"/>
                </a:lnTo>
                <a:cubicBezTo>
                  <a:pt x="265954" y="188663"/>
                  <a:pt x="260851" y="193766"/>
                  <a:pt x="254556" y="193766"/>
                </a:cubicBezTo>
                <a:cubicBezTo>
                  <a:pt x="248261" y="193766"/>
                  <a:pt x="243158" y="188663"/>
                  <a:pt x="243158" y="182368"/>
                </a:cubicBezTo>
                <a:lnTo>
                  <a:pt x="243158" y="41793"/>
                </a:lnTo>
                <a:cubicBezTo>
                  <a:pt x="243158" y="31301"/>
                  <a:pt x="234653" y="22796"/>
                  <a:pt x="224161" y="22796"/>
                </a:cubicBezTo>
                <a:lnTo>
                  <a:pt x="41793" y="22796"/>
                </a:lnTo>
                <a:cubicBezTo>
                  <a:pt x="31301" y="22796"/>
                  <a:pt x="22796" y="31301"/>
                  <a:pt x="22796" y="41793"/>
                </a:cubicBezTo>
                <a:lnTo>
                  <a:pt x="22796" y="262155"/>
                </a:lnTo>
                <a:cubicBezTo>
                  <a:pt x="22796" y="272647"/>
                  <a:pt x="31301" y="281152"/>
                  <a:pt x="41793" y="281152"/>
                </a:cubicBezTo>
                <a:lnTo>
                  <a:pt x="125378" y="281152"/>
                </a:lnTo>
                <a:cubicBezTo>
                  <a:pt x="131673" y="281152"/>
                  <a:pt x="136776" y="286255"/>
                  <a:pt x="136776" y="292550"/>
                </a:cubicBezTo>
                <a:cubicBezTo>
                  <a:pt x="136776" y="298845"/>
                  <a:pt x="131673" y="303948"/>
                  <a:pt x="125378" y="303948"/>
                </a:cubicBezTo>
                <a:lnTo>
                  <a:pt x="41793" y="303948"/>
                </a:lnTo>
                <a:cubicBezTo>
                  <a:pt x="18712" y="303948"/>
                  <a:pt x="0" y="285236"/>
                  <a:pt x="0" y="262155"/>
                </a:cubicBezTo>
                <a:lnTo>
                  <a:pt x="0" y="41793"/>
                </a:lnTo>
                <a:cubicBezTo>
                  <a:pt x="0" y="18712"/>
                  <a:pt x="18712" y="0"/>
                  <a:pt x="41793" y="0"/>
                </a:cubicBezTo>
                <a:close/>
                <a:moveTo>
                  <a:pt x="148174" y="163372"/>
                </a:moveTo>
                <a:cubicBezTo>
                  <a:pt x="154469" y="163372"/>
                  <a:pt x="159572" y="168475"/>
                  <a:pt x="159572" y="174770"/>
                </a:cubicBezTo>
                <a:cubicBezTo>
                  <a:pt x="159572" y="181065"/>
                  <a:pt x="154469" y="186168"/>
                  <a:pt x="148174" y="186168"/>
                </a:cubicBezTo>
                <a:lnTo>
                  <a:pt x="72187" y="186168"/>
                </a:lnTo>
                <a:cubicBezTo>
                  <a:pt x="65892" y="186168"/>
                  <a:pt x="60789" y="181065"/>
                  <a:pt x="60789" y="174770"/>
                </a:cubicBezTo>
                <a:cubicBezTo>
                  <a:pt x="60789" y="168475"/>
                  <a:pt x="65892" y="163372"/>
                  <a:pt x="72187" y="163372"/>
                </a:cubicBezTo>
                <a:close/>
                <a:moveTo>
                  <a:pt x="193767" y="102582"/>
                </a:moveTo>
                <a:cubicBezTo>
                  <a:pt x="200061" y="102582"/>
                  <a:pt x="205165" y="107685"/>
                  <a:pt x="205165" y="113980"/>
                </a:cubicBezTo>
                <a:cubicBezTo>
                  <a:pt x="205165" y="120275"/>
                  <a:pt x="200061" y="125378"/>
                  <a:pt x="193767" y="125378"/>
                </a:cubicBezTo>
                <a:lnTo>
                  <a:pt x="72187" y="125378"/>
                </a:lnTo>
                <a:cubicBezTo>
                  <a:pt x="65892" y="125378"/>
                  <a:pt x="60789" y="120275"/>
                  <a:pt x="60789" y="113980"/>
                </a:cubicBezTo>
                <a:cubicBezTo>
                  <a:pt x="60789" y="107685"/>
                  <a:pt x="65892" y="102582"/>
                  <a:pt x="72187" y="102582"/>
                </a:cubicBezTo>
                <a:close/>
              </a:path>
            </a:pathLst>
          </a:custGeom>
          <a:solidFill>
            <a:schemeClr val="bg1"/>
          </a:solidFill>
          <a:ln w="353" cap="flat">
            <a:noFill/>
            <a:prstDash val="solid"/>
            <a:miter/>
          </a:ln>
        </p:spPr>
        <p:txBody>
          <a:bodyPr rtlCol="0" anchor="ctr"/>
          <a:lstStyle/>
          <a:p>
            <a:pPr defTabSz="914377">
              <a:defRPr/>
            </a:pPr>
            <a:endParaRPr lang="zh-CN" altLang="en-US">
              <a:solidFill>
                <a:prstClr val="black"/>
              </a:solidFill>
              <a:latin typeface="思源黑体 CN Light"/>
              <a:ea typeface="思源黑体 CN Light"/>
            </a:endParaRPr>
          </a:p>
        </p:txBody>
      </p:sp>
      <p:sp>
        <p:nvSpPr>
          <p:cNvPr id="28" name="弧形 33">
            <a:extLst>
              <a:ext uri="{FF2B5EF4-FFF2-40B4-BE49-F238E27FC236}">
                <a16:creationId xmlns:a16="http://schemas.microsoft.com/office/drawing/2014/main" id="{F47581CB-E44E-1942-B310-5376D1271CD4}"/>
              </a:ext>
            </a:extLst>
          </p:cNvPr>
          <p:cNvSpPr/>
          <p:nvPr/>
        </p:nvSpPr>
        <p:spPr>
          <a:xfrm>
            <a:off x="4354114" y="1647173"/>
            <a:ext cx="3469711" cy="3469711"/>
          </a:xfrm>
          <a:prstGeom prst="arc">
            <a:avLst>
              <a:gd name="adj1" fmla="val 14477409"/>
              <a:gd name="adj2" fmla="val 17792375"/>
            </a:avLst>
          </a:prstGeom>
          <a:noFill/>
          <a:ln>
            <a:solidFill>
              <a:srgbClr val="004E98"/>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弧形 36">
            <a:extLst>
              <a:ext uri="{FF2B5EF4-FFF2-40B4-BE49-F238E27FC236}">
                <a16:creationId xmlns:a16="http://schemas.microsoft.com/office/drawing/2014/main" id="{227C1311-BBB2-954B-9CCD-CB79FEA737D5}"/>
              </a:ext>
            </a:extLst>
          </p:cNvPr>
          <p:cNvSpPr/>
          <p:nvPr/>
        </p:nvSpPr>
        <p:spPr>
          <a:xfrm rot="10061531">
            <a:off x="4334365" y="1666607"/>
            <a:ext cx="3469711" cy="3469711"/>
          </a:xfrm>
          <a:prstGeom prst="arc">
            <a:avLst>
              <a:gd name="adj1" fmla="val 13717347"/>
              <a:gd name="adj2" fmla="val 16140047"/>
            </a:avLst>
          </a:prstGeom>
          <a:noFill/>
          <a:ln>
            <a:solidFill>
              <a:srgbClr val="004E98"/>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弧形 37">
            <a:extLst>
              <a:ext uri="{FF2B5EF4-FFF2-40B4-BE49-F238E27FC236}">
                <a16:creationId xmlns:a16="http://schemas.microsoft.com/office/drawing/2014/main" id="{6897DB42-AF8D-324F-8F87-3491FD6AB3C7}"/>
              </a:ext>
            </a:extLst>
          </p:cNvPr>
          <p:cNvSpPr/>
          <p:nvPr/>
        </p:nvSpPr>
        <p:spPr>
          <a:xfrm rot="6385063">
            <a:off x="4334363" y="1666607"/>
            <a:ext cx="3469711" cy="3469711"/>
          </a:xfrm>
          <a:prstGeom prst="arc">
            <a:avLst>
              <a:gd name="adj1" fmla="val 13188057"/>
              <a:gd name="adj2" fmla="val 15722002"/>
            </a:avLst>
          </a:prstGeom>
          <a:noFill/>
          <a:ln>
            <a:solidFill>
              <a:srgbClr val="004E98"/>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弧形 34">
            <a:extLst>
              <a:ext uri="{FF2B5EF4-FFF2-40B4-BE49-F238E27FC236}">
                <a16:creationId xmlns:a16="http://schemas.microsoft.com/office/drawing/2014/main" id="{0E8BA59D-9592-2747-B18F-FCFF32A686EF}"/>
              </a:ext>
            </a:extLst>
          </p:cNvPr>
          <p:cNvSpPr/>
          <p:nvPr/>
        </p:nvSpPr>
        <p:spPr>
          <a:xfrm rot="17574039">
            <a:off x="4412447" y="1625383"/>
            <a:ext cx="3469711" cy="3469711"/>
          </a:xfrm>
          <a:prstGeom prst="arc">
            <a:avLst>
              <a:gd name="adj1" fmla="val 14266940"/>
              <a:gd name="adj2" fmla="val 17030318"/>
            </a:avLst>
          </a:prstGeom>
          <a:noFill/>
          <a:ln>
            <a:solidFill>
              <a:srgbClr val="004E98"/>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弧形 35">
            <a:extLst>
              <a:ext uri="{FF2B5EF4-FFF2-40B4-BE49-F238E27FC236}">
                <a16:creationId xmlns:a16="http://schemas.microsoft.com/office/drawing/2014/main" id="{647241E6-9F27-974C-88E4-DECA8FE8C6AD}"/>
              </a:ext>
            </a:extLst>
          </p:cNvPr>
          <p:cNvSpPr/>
          <p:nvPr/>
        </p:nvSpPr>
        <p:spPr>
          <a:xfrm rot="13948547">
            <a:off x="4334366" y="1666607"/>
            <a:ext cx="3469711" cy="3469711"/>
          </a:xfrm>
          <a:prstGeom prst="arc">
            <a:avLst>
              <a:gd name="adj1" fmla="val 13801026"/>
              <a:gd name="adj2" fmla="val 16360770"/>
            </a:avLst>
          </a:prstGeom>
          <a:noFill/>
          <a:ln>
            <a:solidFill>
              <a:srgbClr val="004E98"/>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1EA4DB65-F18C-D54F-AAFD-070F00A47761}"/>
              </a:ext>
            </a:extLst>
          </p:cNvPr>
          <p:cNvSpPr txBox="1"/>
          <p:nvPr/>
        </p:nvSpPr>
        <p:spPr>
          <a:xfrm>
            <a:off x="5487242" y="2828029"/>
            <a:ext cx="1245625" cy="1077218"/>
          </a:xfrm>
          <a:prstGeom prst="rect">
            <a:avLst/>
          </a:prstGeom>
          <a:noFill/>
        </p:spPr>
        <p:txBody>
          <a:bodyPr wrap="square" rtlCol="0">
            <a:spAutoFit/>
          </a:bodyPr>
          <a:lstStyle/>
          <a:p>
            <a:pPr algn="ctr"/>
            <a:r>
              <a:rPr kumimoji="1" lang="zh-CN" altLang="en-US" sz="3200" b="1" dirty="0">
                <a:solidFill>
                  <a:schemeClr val="tx1">
                    <a:lumMod val="75000"/>
                    <a:lumOff val="25000"/>
                  </a:schemeClr>
                </a:solidFill>
                <a:latin typeface="FZZhengHeiS-DB-GB" panose="02000000000000000000" pitchFamily="2" charset="-122"/>
                <a:ea typeface="FZZhengHeiS-DB-GB" panose="02000000000000000000" pitchFamily="2" charset="-122"/>
              </a:rPr>
              <a:t>五大观点</a:t>
            </a:r>
          </a:p>
        </p:txBody>
      </p:sp>
      <p:sp>
        <p:nvSpPr>
          <p:cNvPr id="36" name="文本框 35">
            <a:extLst>
              <a:ext uri="{FF2B5EF4-FFF2-40B4-BE49-F238E27FC236}">
                <a16:creationId xmlns:a16="http://schemas.microsoft.com/office/drawing/2014/main" id="{79AC5069-7CB4-044E-ADCC-F8C4B6024152}"/>
              </a:ext>
            </a:extLst>
          </p:cNvPr>
          <p:cNvSpPr txBox="1"/>
          <p:nvPr/>
        </p:nvSpPr>
        <p:spPr>
          <a:xfrm>
            <a:off x="8173510" y="1830916"/>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37" name="矩形 36">
            <a:extLst>
              <a:ext uri="{FF2B5EF4-FFF2-40B4-BE49-F238E27FC236}">
                <a16:creationId xmlns:a16="http://schemas.microsoft.com/office/drawing/2014/main" id="{E911D660-4765-3D40-BD21-6DBA5AC754D1}"/>
              </a:ext>
            </a:extLst>
          </p:cNvPr>
          <p:cNvSpPr/>
          <p:nvPr/>
        </p:nvSpPr>
        <p:spPr>
          <a:xfrm>
            <a:off x="8173509" y="2286813"/>
            <a:ext cx="3089979" cy="614912"/>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a:t>
            </a:r>
          </a:p>
        </p:txBody>
      </p:sp>
      <p:sp>
        <p:nvSpPr>
          <p:cNvPr id="38" name="文本框 37">
            <a:extLst>
              <a:ext uri="{FF2B5EF4-FFF2-40B4-BE49-F238E27FC236}">
                <a16:creationId xmlns:a16="http://schemas.microsoft.com/office/drawing/2014/main" id="{3AE63915-12C5-3A4D-A994-C67ED255E236}"/>
              </a:ext>
            </a:extLst>
          </p:cNvPr>
          <p:cNvSpPr txBox="1"/>
          <p:nvPr/>
        </p:nvSpPr>
        <p:spPr>
          <a:xfrm>
            <a:off x="8223676" y="3753984"/>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39" name="矩形 38">
            <a:extLst>
              <a:ext uri="{FF2B5EF4-FFF2-40B4-BE49-F238E27FC236}">
                <a16:creationId xmlns:a16="http://schemas.microsoft.com/office/drawing/2014/main" id="{C9353ED4-9BB8-D844-94AE-E779111063CC}"/>
              </a:ext>
            </a:extLst>
          </p:cNvPr>
          <p:cNvSpPr/>
          <p:nvPr/>
        </p:nvSpPr>
        <p:spPr>
          <a:xfrm>
            <a:off x="8223675" y="4209881"/>
            <a:ext cx="3089979" cy="614912"/>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a:t>
            </a:r>
          </a:p>
        </p:txBody>
      </p:sp>
      <p:sp>
        <p:nvSpPr>
          <p:cNvPr id="40" name="文本框 39">
            <a:extLst>
              <a:ext uri="{FF2B5EF4-FFF2-40B4-BE49-F238E27FC236}">
                <a16:creationId xmlns:a16="http://schemas.microsoft.com/office/drawing/2014/main" id="{3AA225A6-6C71-B346-9943-FC8CD87A8171}"/>
              </a:ext>
            </a:extLst>
          </p:cNvPr>
          <p:cNvSpPr txBox="1"/>
          <p:nvPr/>
        </p:nvSpPr>
        <p:spPr>
          <a:xfrm>
            <a:off x="1643152" y="1830916"/>
            <a:ext cx="2492049" cy="379656"/>
          </a:xfrm>
          <a:prstGeom prst="rect">
            <a:avLst/>
          </a:prstGeom>
          <a:noFill/>
        </p:spPr>
        <p:txBody>
          <a:bodyPr wrap="square" rtlCol="0">
            <a:spAutoFit/>
          </a:bodyPr>
          <a:lstStyle/>
          <a:p>
            <a:pPr algn="r"/>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41" name="矩形 40">
            <a:extLst>
              <a:ext uri="{FF2B5EF4-FFF2-40B4-BE49-F238E27FC236}">
                <a16:creationId xmlns:a16="http://schemas.microsoft.com/office/drawing/2014/main" id="{D8A0E303-D07B-E941-B2F2-83D489F1CC22}"/>
              </a:ext>
            </a:extLst>
          </p:cNvPr>
          <p:cNvSpPr/>
          <p:nvPr/>
        </p:nvSpPr>
        <p:spPr>
          <a:xfrm>
            <a:off x="1045221" y="2286813"/>
            <a:ext cx="3089979" cy="614912"/>
          </a:xfrm>
          <a:prstGeom prst="rect">
            <a:avLst/>
          </a:prstGeom>
        </p:spPr>
        <p:txBody>
          <a:bodyPr wrap="square">
            <a:spAutoFit/>
          </a:bodyPr>
          <a:lstStyle/>
          <a:p>
            <a:pPr algn="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a:t>
            </a:r>
          </a:p>
        </p:txBody>
      </p:sp>
      <p:sp>
        <p:nvSpPr>
          <p:cNvPr id="42" name="文本框 41">
            <a:extLst>
              <a:ext uri="{FF2B5EF4-FFF2-40B4-BE49-F238E27FC236}">
                <a16:creationId xmlns:a16="http://schemas.microsoft.com/office/drawing/2014/main" id="{331C8D77-FF6F-BF47-AF72-9CC783EDC5B6}"/>
              </a:ext>
            </a:extLst>
          </p:cNvPr>
          <p:cNvSpPr txBox="1"/>
          <p:nvPr/>
        </p:nvSpPr>
        <p:spPr>
          <a:xfrm>
            <a:off x="1514568" y="3753984"/>
            <a:ext cx="2492049" cy="379656"/>
          </a:xfrm>
          <a:prstGeom prst="rect">
            <a:avLst/>
          </a:prstGeom>
          <a:noFill/>
        </p:spPr>
        <p:txBody>
          <a:bodyPr wrap="square" rtlCol="0">
            <a:spAutoFit/>
          </a:bodyPr>
          <a:lstStyle/>
          <a:p>
            <a:pPr algn="r"/>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43" name="矩形 42">
            <a:extLst>
              <a:ext uri="{FF2B5EF4-FFF2-40B4-BE49-F238E27FC236}">
                <a16:creationId xmlns:a16="http://schemas.microsoft.com/office/drawing/2014/main" id="{72B962A6-CC9D-294E-BBF3-D8A718190E11}"/>
              </a:ext>
            </a:extLst>
          </p:cNvPr>
          <p:cNvSpPr/>
          <p:nvPr/>
        </p:nvSpPr>
        <p:spPr>
          <a:xfrm>
            <a:off x="916637" y="4209881"/>
            <a:ext cx="3089979" cy="614912"/>
          </a:xfrm>
          <a:prstGeom prst="rect">
            <a:avLst/>
          </a:prstGeom>
        </p:spPr>
        <p:txBody>
          <a:bodyPr wrap="square">
            <a:spAutoFit/>
          </a:bodyPr>
          <a:lstStyle/>
          <a:p>
            <a:pPr algn="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a:t>
            </a:r>
          </a:p>
        </p:txBody>
      </p:sp>
      <p:sp>
        <p:nvSpPr>
          <p:cNvPr id="44" name="文本框 43">
            <a:extLst>
              <a:ext uri="{FF2B5EF4-FFF2-40B4-BE49-F238E27FC236}">
                <a16:creationId xmlns:a16="http://schemas.microsoft.com/office/drawing/2014/main" id="{E0E5C5B9-02F5-0E49-9E12-DBFE42B4567F}"/>
              </a:ext>
            </a:extLst>
          </p:cNvPr>
          <p:cNvSpPr txBox="1"/>
          <p:nvPr/>
        </p:nvSpPr>
        <p:spPr>
          <a:xfrm>
            <a:off x="4862337" y="5514117"/>
            <a:ext cx="2492049" cy="379656"/>
          </a:xfrm>
          <a:prstGeom prst="rect">
            <a:avLst/>
          </a:prstGeom>
          <a:noFill/>
        </p:spPr>
        <p:txBody>
          <a:bodyPr wrap="square" rtlCol="0">
            <a:spAutoFit/>
          </a:bodyPr>
          <a:lstStyle/>
          <a:p>
            <a:pPr algn="ctr"/>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45" name="矩形 44">
            <a:extLst>
              <a:ext uri="{FF2B5EF4-FFF2-40B4-BE49-F238E27FC236}">
                <a16:creationId xmlns:a16="http://schemas.microsoft.com/office/drawing/2014/main" id="{9FE1BFF8-ADC4-8843-9644-1C0578513572}"/>
              </a:ext>
            </a:extLst>
          </p:cNvPr>
          <p:cNvSpPr/>
          <p:nvPr/>
        </p:nvSpPr>
        <p:spPr>
          <a:xfrm>
            <a:off x="4310229" y="5855175"/>
            <a:ext cx="3583000" cy="614912"/>
          </a:xfrm>
          <a:prstGeom prst="rect">
            <a:avLst/>
          </a:prstGeom>
        </p:spPr>
        <p:txBody>
          <a:bodyPr wrap="square">
            <a:spAutoFit/>
          </a:bodyPr>
          <a:lstStyle/>
          <a:p>
            <a:pPr algn="ct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a:t>
            </a:r>
          </a:p>
        </p:txBody>
      </p:sp>
      <p:grpSp>
        <p:nvGrpSpPr>
          <p:cNvPr id="46" name="组合 45">
            <a:extLst>
              <a:ext uri="{FF2B5EF4-FFF2-40B4-BE49-F238E27FC236}">
                <a16:creationId xmlns:a16="http://schemas.microsoft.com/office/drawing/2014/main" id="{8989E07E-A548-B342-9B74-07D0D16E2EF5}"/>
              </a:ext>
            </a:extLst>
          </p:cNvPr>
          <p:cNvGrpSpPr/>
          <p:nvPr/>
        </p:nvGrpSpPr>
        <p:grpSpPr>
          <a:xfrm>
            <a:off x="-830385" y="475046"/>
            <a:ext cx="1660770" cy="167665"/>
            <a:chOff x="6429877" y="2075668"/>
            <a:chExt cx="1982046" cy="109699"/>
          </a:xfrm>
          <a:solidFill>
            <a:srgbClr val="004E98"/>
          </a:solidFill>
        </p:grpSpPr>
        <p:sp>
          <p:nvSpPr>
            <p:cNvPr id="47" name="矩形: 圆角 26">
              <a:extLst>
                <a:ext uri="{FF2B5EF4-FFF2-40B4-BE49-F238E27FC236}">
                  <a16:creationId xmlns:a16="http://schemas.microsoft.com/office/drawing/2014/main" id="{5F36DF94-E8DE-0A4D-8859-4EF1C97AB60A}"/>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48" name="矩形: 圆角 41">
              <a:extLst>
                <a:ext uri="{FF2B5EF4-FFF2-40B4-BE49-F238E27FC236}">
                  <a16:creationId xmlns:a16="http://schemas.microsoft.com/office/drawing/2014/main" id="{F2C974A2-D2E8-9E4B-8A14-014734BAD16D}"/>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49" name="矩形: 圆角 42">
              <a:extLst>
                <a:ext uri="{FF2B5EF4-FFF2-40B4-BE49-F238E27FC236}">
                  <a16:creationId xmlns:a16="http://schemas.microsoft.com/office/drawing/2014/main" id="{9B7F7E06-FFAA-B74D-BEED-CE9023FF07CB}"/>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50" name="文本框 49">
            <a:extLst>
              <a:ext uri="{FF2B5EF4-FFF2-40B4-BE49-F238E27FC236}">
                <a16:creationId xmlns:a16="http://schemas.microsoft.com/office/drawing/2014/main" id="{C45CB6CE-C243-AA4C-820A-D932AD20DBAD}"/>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51" name="图片 50">
            <a:extLst>
              <a:ext uri="{FF2B5EF4-FFF2-40B4-BE49-F238E27FC236}">
                <a16:creationId xmlns:a16="http://schemas.microsoft.com/office/drawing/2014/main" id="{DC985442-9EFE-B149-B7C3-275535F69EB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52" name="直线连接符 51">
            <a:extLst>
              <a:ext uri="{FF2B5EF4-FFF2-40B4-BE49-F238E27FC236}">
                <a16:creationId xmlns:a16="http://schemas.microsoft.com/office/drawing/2014/main" id="{0EE0D2AA-C59C-854A-BD48-BE469B538A21}"/>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id="{C72A803E-C136-4F43-8579-D0BBCAF06789}"/>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4" name="文本框 53">
            <a:extLst>
              <a:ext uri="{FF2B5EF4-FFF2-40B4-BE49-F238E27FC236}">
                <a16:creationId xmlns:a16="http://schemas.microsoft.com/office/drawing/2014/main" id="{60DE3043-F7AD-4743-B3A8-BDAB3CCA6745}"/>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557951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0EA65D2-8F30-CC49-AB2D-E56F43F24812}"/>
              </a:ext>
            </a:extLst>
          </p:cNvPr>
          <p:cNvSpPr/>
          <p:nvPr/>
        </p:nvSpPr>
        <p:spPr>
          <a:xfrm>
            <a:off x="831801" y="1694477"/>
            <a:ext cx="10823751" cy="3858271"/>
          </a:xfrm>
          <a:prstGeom prst="rect">
            <a:avLst/>
          </a:prstGeom>
          <a:solidFill>
            <a:srgbClr val="00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p>
        </p:txBody>
      </p:sp>
      <p:pic>
        <p:nvPicPr>
          <p:cNvPr id="42" name="图片 41">
            <a:extLst>
              <a:ext uri="{FF2B5EF4-FFF2-40B4-BE49-F238E27FC236}">
                <a16:creationId xmlns:a16="http://schemas.microsoft.com/office/drawing/2014/main" id="{6861E2F0-E47D-7B46-BA69-7FEA897CDAEB}"/>
              </a:ext>
            </a:extLst>
          </p:cNvPr>
          <p:cNvPicPr>
            <a:picLocks noChangeAspect="1"/>
          </p:cNvPicPr>
          <p:nvPr/>
        </p:nvPicPr>
        <p:blipFill rotWithShape="1">
          <a:blip r:embed="rId2" cstate="screen">
            <a:grayscl/>
            <a:alphaModFix amt="5000"/>
            <a:extLst>
              <a:ext uri="{28A0092B-C50C-407E-A947-70E740481C1C}">
                <a14:useLocalDpi xmlns:a14="http://schemas.microsoft.com/office/drawing/2010/main"/>
              </a:ext>
            </a:extLst>
          </a:blip>
          <a:srcRect/>
          <a:stretch/>
        </p:blipFill>
        <p:spPr>
          <a:xfrm>
            <a:off x="821621" y="1721192"/>
            <a:ext cx="10823751" cy="3858271"/>
          </a:xfrm>
          <a:prstGeom prst="rect">
            <a:avLst/>
          </a:prstGeom>
        </p:spPr>
      </p:pic>
      <p:grpSp>
        <p:nvGrpSpPr>
          <p:cNvPr id="4" name="组合 3">
            <a:extLst>
              <a:ext uri="{FF2B5EF4-FFF2-40B4-BE49-F238E27FC236}">
                <a16:creationId xmlns:a16="http://schemas.microsoft.com/office/drawing/2014/main" id="{91A6AA92-87E9-C142-AE3C-98AA1C97A3ED}"/>
              </a:ext>
            </a:extLst>
          </p:cNvPr>
          <p:cNvGrpSpPr/>
          <p:nvPr/>
        </p:nvGrpSpPr>
        <p:grpSpPr>
          <a:xfrm>
            <a:off x="2174474" y="2495086"/>
            <a:ext cx="689797" cy="689797"/>
            <a:chOff x="785421" y="2663179"/>
            <a:chExt cx="720000" cy="720000"/>
          </a:xfrm>
        </p:grpSpPr>
        <p:sp>
          <p:nvSpPr>
            <p:cNvPr id="5" name="椭圆 4">
              <a:extLst>
                <a:ext uri="{FF2B5EF4-FFF2-40B4-BE49-F238E27FC236}">
                  <a16:creationId xmlns:a16="http://schemas.microsoft.com/office/drawing/2014/main" id="{6A511FDD-9946-B54E-814D-AF7E79F4339A}"/>
                </a:ext>
              </a:extLst>
            </p:cNvPr>
            <p:cNvSpPr>
              <a:spLocks noChangeAspect="1"/>
            </p:cNvSpPr>
            <p:nvPr/>
          </p:nvSpPr>
          <p:spPr>
            <a:xfrm>
              <a:off x="785421" y="2663179"/>
              <a:ext cx="720000" cy="720000"/>
            </a:xfrm>
            <a:prstGeom prst="ellipse">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p>
          </p:txBody>
        </p:sp>
        <p:sp>
          <p:nvSpPr>
            <p:cNvPr id="6" name="椭圆 5">
              <a:extLst>
                <a:ext uri="{FF2B5EF4-FFF2-40B4-BE49-F238E27FC236}">
                  <a16:creationId xmlns:a16="http://schemas.microsoft.com/office/drawing/2014/main" id="{65654492-BB55-AE47-B204-85C1AA17375C}"/>
                </a:ext>
              </a:extLst>
            </p:cNvPr>
            <p:cNvSpPr>
              <a:spLocks noChangeAspect="1"/>
            </p:cNvSpPr>
            <p:nvPr/>
          </p:nvSpPr>
          <p:spPr>
            <a:xfrm>
              <a:off x="857421" y="2735179"/>
              <a:ext cx="576000" cy="57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p>
          </p:txBody>
        </p:sp>
      </p:grpSp>
      <p:sp>
        <p:nvSpPr>
          <p:cNvPr id="7" name="矩形 6">
            <a:extLst>
              <a:ext uri="{FF2B5EF4-FFF2-40B4-BE49-F238E27FC236}">
                <a16:creationId xmlns:a16="http://schemas.microsoft.com/office/drawing/2014/main" id="{3ED4995E-5FF0-2449-B0E1-443B640E65EC}"/>
              </a:ext>
            </a:extLst>
          </p:cNvPr>
          <p:cNvSpPr/>
          <p:nvPr/>
        </p:nvSpPr>
        <p:spPr>
          <a:xfrm>
            <a:off x="1489444" y="3383241"/>
            <a:ext cx="2059856" cy="417948"/>
          </a:xfrm>
          <a:prstGeom prst="rect">
            <a:avLst/>
          </a:prstGeom>
        </p:spPr>
        <p:txBody>
          <a:bodyPr wrap="square">
            <a:noAutofit/>
          </a:bodyPr>
          <a:lstStyle/>
          <a:p>
            <a:pPr algn="ctr">
              <a:lnSpc>
                <a:spcPct val="150000"/>
              </a:lnSpc>
              <a:spcAft>
                <a:spcPts val="1067"/>
              </a:spcAft>
              <a:buClr>
                <a:srgbClr val="F29500"/>
              </a:buClr>
              <a:buSzPct val="130000"/>
            </a:pPr>
            <a:r>
              <a:rPr lang="zh-CN" altLang="en-US" sz="1600" b="1" dirty="0">
                <a:solidFill>
                  <a:schemeClr val="bg1"/>
                </a:solidFill>
                <a:latin typeface="FZZhengHeiS-DB-GB" panose="02000000000000000000" pitchFamily="2" charset="-122"/>
                <a:ea typeface="FZZhengHeiS-DB-GB" panose="02000000000000000000" pitchFamily="2" charset="-122"/>
              </a:rPr>
              <a:t>添加标题信息</a:t>
            </a:r>
            <a:endParaRPr lang="en-US" altLang="zh-CN" sz="1600" b="1" dirty="0">
              <a:solidFill>
                <a:schemeClr val="bg1"/>
              </a:solidFill>
              <a:latin typeface="FZZhengHeiS-DB-GB" panose="02000000000000000000" pitchFamily="2" charset="-122"/>
              <a:ea typeface="FZZhengHeiS-DB-GB" panose="02000000000000000000" pitchFamily="2" charset="-122"/>
            </a:endParaRPr>
          </a:p>
        </p:txBody>
      </p:sp>
      <p:sp>
        <p:nvSpPr>
          <p:cNvPr id="8" name="矩形 7">
            <a:extLst>
              <a:ext uri="{FF2B5EF4-FFF2-40B4-BE49-F238E27FC236}">
                <a16:creationId xmlns:a16="http://schemas.microsoft.com/office/drawing/2014/main" id="{243CED5B-335D-1646-88BC-A58DCE4DD3A4}"/>
              </a:ext>
            </a:extLst>
          </p:cNvPr>
          <p:cNvSpPr/>
          <p:nvPr/>
        </p:nvSpPr>
        <p:spPr>
          <a:xfrm>
            <a:off x="1403130" y="3881315"/>
            <a:ext cx="2232485" cy="847348"/>
          </a:xfrm>
          <a:prstGeom prst="rect">
            <a:avLst/>
          </a:prstGeom>
        </p:spPr>
        <p:txBody>
          <a:bodyPr wrap="square">
            <a:spAutoFit/>
          </a:bodyPr>
          <a:lstStyle/>
          <a:p>
            <a:pPr algn="ctr">
              <a:lnSpc>
                <a:spcPts val="1547"/>
              </a:lnSpc>
            </a:pPr>
            <a:r>
              <a:rPr lang="zh-CN" altLang="en-US" sz="1067" dirty="0">
                <a:solidFill>
                  <a:schemeClr val="bg1"/>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cxnSp>
        <p:nvCxnSpPr>
          <p:cNvPr id="9" name="直线连接符 8">
            <a:extLst>
              <a:ext uri="{FF2B5EF4-FFF2-40B4-BE49-F238E27FC236}">
                <a16:creationId xmlns:a16="http://schemas.microsoft.com/office/drawing/2014/main" id="{B8E076F4-E878-FC47-A4D1-B796D47CECD7}"/>
              </a:ext>
            </a:extLst>
          </p:cNvPr>
          <p:cNvCxnSpPr/>
          <p:nvPr/>
        </p:nvCxnSpPr>
        <p:spPr>
          <a:xfrm>
            <a:off x="3799184" y="2310905"/>
            <a:ext cx="0" cy="2328320"/>
          </a:xfrm>
          <a:prstGeom prst="line">
            <a:avLst/>
          </a:prstGeom>
          <a:ln>
            <a:solidFill>
              <a:schemeClr val="bg1">
                <a:lumMod val="95000"/>
                <a:alpha val="25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526192BD-BF72-D747-BCA8-B18E7454263D}"/>
              </a:ext>
            </a:extLst>
          </p:cNvPr>
          <p:cNvSpPr/>
          <p:nvPr/>
        </p:nvSpPr>
        <p:spPr>
          <a:xfrm>
            <a:off x="4001813" y="3383241"/>
            <a:ext cx="2059856" cy="417948"/>
          </a:xfrm>
          <a:prstGeom prst="rect">
            <a:avLst/>
          </a:prstGeom>
        </p:spPr>
        <p:txBody>
          <a:bodyPr wrap="square">
            <a:noAutofit/>
          </a:bodyPr>
          <a:lstStyle/>
          <a:p>
            <a:pPr algn="ctr">
              <a:lnSpc>
                <a:spcPct val="150000"/>
              </a:lnSpc>
              <a:spcAft>
                <a:spcPts val="1067"/>
              </a:spcAft>
              <a:buClr>
                <a:srgbClr val="F29500"/>
              </a:buClr>
              <a:buSzPct val="130000"/>
            </a:pPr>
            <a:r>
              <a:rPr lang="zh-CN" altLang="en-US" sz="1600" b="1" dirty="0">
                <a:solidFill>
                  <a:schemeClr val="bg1"/>
                </a:solidFill>
                <a:latin typeface="FZZhengHeiS-DB-GB" panose="02000000000000000000" pitchFamily="2" charset="-122"/>
                <a:ea typeface="FZZhengHeiS-DB-GB" panose="02000000000000000000" pitchFamily="2" charset="-122"/>
              </a:rPr>
              <a:t>添加标题信息</a:t>
            </a:r>
            <a:endParaRPr lang="en-US" altLang="zh-CN" sz="1600" b="1" dirty="0">
              <a:solidFill>
                <a:schemeClr val="bg1"/>
              </a:solidFill>
              <a:latin typeface="FZZhengHeiS-DB-GB" panose="02000000000000000000" pitchFamily="2" charset="-122"/>
              <a:ea typeface="FZZhengHeiS-DB-GB" panose="02000000000000000000" pitchFamily="2" charset="-122"/>
            </a:endParaRPr>
          </a:p>
        </p:txBody>
      </p:sp>
      <p:cxnSp>
        <p:nvCxnSpPr>
          <p:cNvPr id="11" name="直线连接符 10">
            <a:extLst>
              <a:ext uri="{FF2B5EF4-FFF2-40B4-BE49-F238E27FC236}">
                <a16:creationId xmlns:a16="http://schemas.microsoft.com/office/drawing/2014/main" id="{CE77C679-A44F-B64F-8BE5-ECE0F38A2E39}"/>
              </a:ext>
            </a:extLst>
          </p:cNvPr>
          <p:cNvCxnSpPr/>
          <p:nvPr/>
        </p:nvCxnSpPr>
        <p:spPr>
          <a:xfrm>
            <a:off x="6233497" y="2305297"/>
            <a:ext cx="0" cy="2328320"/>
          </a:xfrm>
          <a:prstGeom prst="line">
            <a:avLst/>
          </a:prstGeom>
          <a:ln>
            <a:solidFill>
              <a:schemeClr val="bg1">
                <a:lumMod val="95000"/>
                <a:alpha val="25000"/>
              </a:schemeClr>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BEC56BA4-E357-5B47-9787-773922F84D52}"/>
              </a:ext>
            </a:extLst>
          </p:cNvPr>
          <p:cNvSpPr/>
          <p:nvPr/>
        </p:nvSpPr>
        <p:spPr>
          <a:xfrm>
            <a:off x="6431484" y="3383241"/>
            <a:ext cx="2059856" cy="417948"/>
          </a:xfrm>
          <a:prstGeom prst="rect">
            <a:avLst/>
          </a:prstGeom>
        </p:spPr>
        <p:txBody>
          <a:bodyPr wrap="square">
            <a:noAutofit/>
          </a:bodyPr>
          <a:lstStyle/>
          <a:p>
            <a:pPr algn="ctr">
              <a:lnSpc>
                <a:spcPct val="150000"/>
              </a:lnSpc>
              <a:spcAft>
                <a:spcPts val="1067"/>
              </a:spcAft>
              <a:buClr>
                <a:srgbClr val="F29500"/>
              </a:buClr>
              <a:buSzPct val="130000"/>
            </a:pPr>
            <a:r>
              <a:rPr lang="zh-CN" altLang="en-US" sz="1600" b="1" dirty="0">
                <a:solidFill>
                  <a:schemeClr val="bg1"/>
                </a:solidFill>
                <a:latin typeface="FZZhengHeiS-DB-GB" panose="02000000000000000000" pitchFamily="2" charset="-122"/>
                <a:ea typeface="FZZhengHeiS-DB-GB" panose="02000000000000000000" pitchFamily="2" charset="-122"/>
              </a:rPr>
              <a:t>添加标题信息</a:t>
            </a:r>
            <a:endParaRPr lang="en-US" altLang="zh-CN" sz="1600" b="1" dirty="0">
              <a:solidFill>
                <a:schemeClr val="bg1"/>
              </a:solidFill>
              <a:latin typeface="FZZhengHeiS-DB-GB" panose="02000000000000000000" pitchFamily="2" charset="-122"/>
              <a:ea typeface="FZZhengHeiS-DB-GB" panose="02000000000000000000" pitchFamily="2" charset="-122"/>
            </a:endParaRPr>
          </a:p>
        </p:txBody>
      </p:sp>
      <p:cxnSp>
        <p:nvCxnSpPr>
          <p:cNvPr id="13" name="直线连接符 12">
            <a:extLst>
              <a:ext uri="{FF2B5EF4-FFF2-40B4-BE49-F238E27FC236}">
                <a16:creationId xmlns:a16="http://schemas.microsoft.com/office/drawing/2014/main" id="{9219E0F1-C1E9-AE4E-8DCA-D7825095EBC4}"/>
              </a:ext>
            </a:extLst>
          </p:cNvPr>
          <p:cNvCxnSpPr/>
          <p:nvPr/>
        </p:nvCxnSpPr>
        <p:spPr>
          <a:xfrm>
            <a:off x="8692297" y="2305297"/>
            <a:ext cx="0" cy="2328320"/>
          </a:xfrm>
          <a:prstGeom prst="line">
            <a:avLst/>
          </a:prstGeom>
          <a:ln>
            <a:solidFill>
              <a:schemeClr val="bg1">
                <a:lumMod val="95000"/>
                <a:alpha val="2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9ED72E44-63C4-CD4C-B6CE-EE2759BB8C6A}"/>
              </a:ext>
            </a:extLst>
          </p:cNvPr>
          <p:cNvSpPr/>
          <p:nvPr/>
        </p:nvSpPr>
        <p:spPr>
          <a:xfrm>
            <a:off x="8923927" y="3383241"/>
            <a:ext cx="2059856" cy="417948"/>
          </a:xfrm>
          <a:prstGeom prst="rect">
            <a:avLst/>
          </a:prstGeom>
        </p:spPr>
        <p:txBody>
          <a:bodyPr wrap="square">
            <a:noAutofit/>
          </a:bodyPr>
          <a:lstStyle/>
          <a:p>
            <a:pPr algn="ctr">
              <a:lnSpc>
                <a:spcPct val="150000"/>
              </a:lnSpc>
              <a:spcAft>
                <a:spcPts val="1067"/>
              </a:spcAft>
              <a:buClr>
                <a:srgbClr val="F29500"/>
              </a:buClr>
              <a:buSzPct val="130000"/>
            </a:pPr>
            <a:r>
              <a:rPr lang="zh-CN" altLang="en-US" sz="1600" b="1" dirty="0">
                <a:solidFill>
                  <a:schemeClr val="bg1"/>
                </a:solidFill>
                <a:latin typeface="FZZhengHeiS-DB-GB" panose="02000000000000000000" pitchFamily="2" charset="-122"/>
                <a:ea typeface="FZZhengHeiS-DB-GB" panose="02000000000000000000" pitchFamily="2" charset="-122"/>
              </a:rPr>
              <a:t>添加标题信息</a:t>
            </a:r>
            <a:endParaRPr lang="en-US" altLang="zh-CN" sz="1600" b="1" dirty="0">
              <a:solidFill>
                <a:schemeClr val="bg1"/>
              </a:solidFill>
              <a:latin typeface="FZZhengHeiS-DB-GB" panose="02000000000000000000" pitchFamily="2" charset="-122"/>
              <a:ea typeface="FZZhengHeiS-DB-GB" panose="02000000000000000000" pitchFamily="2" charset="-122"/>
            </a:endParaRPr>
          </a:p>
        </p:txBody>
      </p:sp>
      <p:grpSp>
        <p:nvGrpSpPr>
          <p:cNvPr id="15" name="组合 14">
            <a:extLst>
              <a:ext uri="{FF2B5EF4-FFF2-40B4-BE49-F238E27FC236}">
                <a16:creationId xmlns:a16="http://schemas.microsoft.com/office/drawing/2014/main" id="{3F81D5E4-FFCD-CA43-AEE8-2A432C626487}"/>
              </a:ext>
            </a:extLst>
          </p:cNvPr>
          <p:cNvGrpSpPr/>
          <p:nvPr/>
        </p:nvGrpSpPr>
        <p:grpSpPr>
          <a:xfrm>
            <a:off x="2311015" y="2744258"/>
            <a:ext cx="416715" cy="191453"/>
            <a:chOff x="2106748" y="2831776"/>
            <a:chExt cx="434961" cy="199836"/>
          </a:xfrm>
          <a:solidFill>
            <a:srgbClr val="004E97"/>
          </a:solidFill>
        </p:grpSpPr>
        <p:sp>
          <p:nvSpPr>
            <p:cNvPr id="16" name="Freeform 22">
              <a:extLst>
                <a:ext uri="{FF2B5EF4-FFF2-40B4-BE49-F238E27FC236}">
                  <a16:creationId xmlns:a16="http://schemas.microsoft.com/office/drawing/2014/main" id="{DC031E47-C7A9-E840-B14D-865A9345D952}"/>
                </a:ext>
              </a:extLst>
            </p:cNvPr>
            <p:cNvSpPr>
              <a:spLocks noChangeArrowheads="1"/>
            </p:cNvSpPr>
            <p:nvPr/>
          </p:nvSpPr>
          <p:spPr bwMode="auto">
            <a:xfrm>
              <a:off x="2304030" y="2858087"/>
              <a:ext cx="93614" cy="19274"/>
            </a:xfrm>
            <a:custGeom>
              <a:avLst/>
              <a:gdLst>
                <a:gd name="T0" fmla="*/ 77 w 750"/>
                <a:gd name="T1" fmla="*/ 0 h 156"/>
                <a:gd name="T2" fmla="*/ 0 w 750"/>
                <a:gd name="T3" fmla="*/ 77 h 156"/>
                <a:gd name="T4" fmla="*/ 77 w 750"/>
                <a:gd name="T5" fmla="*/ 155 h 156"/>
                <a:gd name="T6" fmla="*/ 671 w 750"/>
                <a:gd name="T7" fmla="*/ 155 h 156"/>
                <a:gd name="T8" fmla="*/ 749 w 750"/>
                <a:gd name="T9" fmla="*/ 77 h 156"/>
                <a:gd name="T10" fmla="*/ 671 w 750"/>
                <a:gd name="T11" fmla="*/ 0 h 156"/>
                <a:gd name="T12" fmla="*/ 77 w 750"/>
                <a:gd name="T13" fmla="*/ 0 h 156"/>
              </a:gdLst>
              <a:ahLst/>
              <a:cxnLst>
                <a:cxn ang="0">
                  <a:pos x="T0" y="T1"/>
                </a:cxn>
                <a:cxn ang="0">
                  <a:pos x="T2" y="T3"/>
                </a:cxn>
                <a:cxn ang="0">
                  <a:pos x="T4" y="T5"/>
                </a:cxn>
                <a:cxn ang="0">
                  <a:pos x="T6" y="T7"/>
                </a:cxn>
                <a:cxn ang="0">
                  <a:pos x="T8" y="T9"/>
                </a:cxn>
                <a:cxn ang="0">
                  <a:pos x="T10" y="T11"/>
                </a:cxn>
                <a:cxn ang="0">
                  <a:pos x="T12" y="T13"/>
                </a:cxn>
              </a:cxnLst>
              <a:rect l="0" t="0" r="r" b="b"/>
              <a:pathLst>
                <a:path w="750" h="156">
                  <a:moveTo>
                    <a:pt x="77" y="0"/>
                  </a:moveTo>
                  <a:cubicBezTo>
                    <a:pt x="34" y="0"/>
                    <a:pt x="0" y="34"/>
                    <a:pt x="0" y="77"/>
                  </a:cubicBezTo>
                  <a:cubicBezTo>
                    <a:pt x="0" y="120"/>
                    <a:pt x="34" y="155"/>
                    <a:pt x="77" y="155"/>
                  </a:cubicBezTo>
                  <a:lnTo>
                    <a:pt x="671" y="155"/>
                  </a:lnTo>
                  <a:cubicBezTo>
                    <a:pt x="714" y="155"/>
                    <a:pt x="749" y="120"/>
                    <a:pt x="749" y="77"/>
                  </a:cubicBezTo>
                  <a:cubicBezTo>
                    <a:pt x="749" y="35"/>
                    <a:pt x="714" y="0"/>
                    <a:pt x="671" y="0"/>
                  </a:cubicBezTo>
                  <a:lnTo>
                    <a:pt x="77" y="0"/>
                  </a:lnTo>
                </a:path>
              </a:pathLst>
            </a:custGeom>
            <a:grpFill/>
            <a:ln>
              <a:noFill/>
            </a:ln>
            <a:effectLst/>
          </p:spPr>
          <p:txBody>
            <a:bodyPr wrap="none" anchor="ctr"/>
            <a:lstStyle/>
            <a:p>
              <a:endParaRPr lang="zh-CN" altLang="en-US" sz="3200"/>
            </a:p>
          </p:txBody>
        </p:sp>
        <p:grpSp>
          <p:nvGrpSpPr>
            <p:cNvPr id="17" name="组合 16">
              <a:extLst>
                <a:ext uri="{FF2B5EF4-FFF2-40B4-BE49-F238E27FC236}">
                  <a16:creationId xmlns:a16="http://schemas.microsoft.com/office/drawing/2014/main" id="{F88A8E25-5460-0D40-873C-8DC853993BFB}"/>
                </a:ext>
              </a:extLst>
            </p:cNvPr>
            <p:cNvGrpSpPr/>
            <p:nvPr/>
          </p:nvGrpSpPr>
          <p:grpSpPr>
            <a:xfrm>
              <a:off x="2106748" y="2831776"/>
              <a:ext cx="434961" cy="199836"/>
              <a:chOff x="3375028" y="4416425"/>
              <a:chExt cx="1682751" cy="773113"/>
            </a:xfrm>
            <a:grpFill/>
          </p:grpSpPr>
          <p:sp>
            <p:nvSpPr>
              <p:cNvPr id="18" name="Freeform 13">
                <a:extLst>
                  <a:ext uri="{FF2B5EF4-FFF2-40B4-BE49-F238E27FC236}">
                    <a16:creationId xmlns:a16="http://schemas.microsoft.com/office/drawing/2014/main" id="{D892FCD4-B9A0-D842-A7B0-14ABC74F6D02}"/>
                  </a:ext>
                </a:extLst>
              </p:cNvPr>
              <p:cNvSpPr>
                <a:spLocks noChangeArrowheads="1"/>
              </p:cNvSpPr>
              <p:nvPr/>
            </p:nvSpPr>
            <p:spPr bwMode="auto">
              <a:xfrm>
                <a:off x="3375028" y="4416425"/>
                <a:ext cx="1682751" cy="652462"/>
              </a:xfrm>
              <a:custGeom>
                <a:avLst/>
                <a:gdLst>
                  <a:gd name="T0" fmla="*/ 300 w 4676"/>
                  <a:gd name="T1" fmla="*/ 545 h 1813"/>
                  <a:gd name="T2" fmla="*/ 218 w 4676"/>
                  <a:gd name="T3" fmla="*/ 539 h 1813"/>
                  <a:gd name="T4" fmla="*/ 450 w 4676"/>
                  <a:gd name="T5" fmla="*/ 504 h 1813"/>
                  <a:gd name="T6" fmla="*/ 1134 w 4676"/>
                  <a:gd name="T7" fmla="*/ 169 h 1813"/>
                  <a:gd name="T8" fmla="*/ 2168 w 4676"/>
                  <a:gd name="T9" fmla="*/ 15 h 1813"/>
                  <a:gd name="T10" fmla="*/ 3473 w 4676"/>
                  <a:gd name="T11" fmla="*/ 590 h 1813"/>
                  <a:gd name="T12" fmla="*/ 4064 w 4676"/>
                  <a:gd name="T13" fmla="*/ 742 h 1813"/>
                  <a:gd name="T14" fmla="*/ 4559 w 4676"/>
                  <a:gd name="T15" fmla="*/ 1048 h 1813"/>
                  <a:gd name="T16" fmla="*/ 4322 w 4676"/>
                  <a:gd name="T17" fmla="*/ 1076 h 1813"/>
                  <a:gd name="T18" fmla="*/ 4530 w 4676"/>
                  <a:gd name="T19" fmla="*/ 1182 h 1813"/>
                  <a:gd name="T20" fmla="*/ 4592 w 4676"/>
                  <a:gd name="T21" fmla="*/ 1444 h 1813"/>
                  <a:gd name="T22" fmla="*/ 4628 w 4676"/>
                  <a:gd name="T23" fmla="*/ 1754 h 1813"/>
                  <a:gd name="T24" fmla="*/ 4395 w 4676"/>
                  <a:gd name="T25" fmla="*/ 1812 h 1813"/>
                  <a:gd name="T26" fmla="*/ 3361 w 4676"/>
                  <a:gd name="T27" fmla="*/ 1156 h 1813"/>
                  <a:gd name="T28" fmla="*/ 1551 w 4676"/>
                  <a:gd name="T29" fmla="*/ 1781 h 1813"/>
                  <a:gd name="T30" fmla="*/ 1277 w 4676"/>
                  <a:gd name="T31" fmla="*/ 1136 h 1813"/>
                  <a:gd name="T32" fmla="*/ 488 w 4676"/>
                  <a:gd name="T33" fmla="*/ 1177 h 1813"/>
                  <a:gd name="T34" fmla="*/ 149 w 4676"/>
                  <a:gd name="T35" fmla="*/ 1740 h 1813"/>
                  <a:gd name="T36" fmla="*/ 10 w 4676"/>
                  <a:gd name="T37" fmla="*/ 1539 h 1813"/>
                  <a:gd name="T38" fmla="*/ 82 w 4676"/>
                  <a:gd name="T39" fmla="*/ 1392 h 1813"/>
                  <a:gd name="T40" fmla="*/ 81 w 4676"/>
                  <a:gd name="T41" fmla="*/ 1040 h 1813"/>
                  <a:gd name="T42" fmla="*/ 352 w 4676"/>
                  <a:gd name="T43" fmla="*/ 966 h 1813"/>
                  <a:gd name="T44" fmla="*/ 81 w 4676"/>
                  <a:gd name="T45" fmla="*/ 899 h 1813"/>
                  <a:gd name="T46" fmla="*/ 195 w 4676"/>
                  <a:gd name="T47" fmla="*/ 694 h 1813"/>
                  <a:gd name="T48" fmla="*/ 1857 w 4676"/>
                  <a:gd name="T49" fmla="*/ 243 h 1813"/>
                  <a:gd name="T50" fmla="*/ 3257 w 4676"/>
                  <a:gd name="T51" fmla="*/ 710 h 1813"/>
                  <a:gd name="T52" fmla="*/ 1706 w 4676"/>
                  <a:gd name="T53" fmla="*/ 256 h 1813"/>
                  <a:gd name="T54" fmla="*/ 1741 w 4676"/>
                  <a:gd name="T55" fmla="*/ 721 h 1813"/>
                  <a:gd name="T56" fmla="*/ 1964 w 4676"/>
                  <a:gd name="T57" fmla="*/ 1039 h 1813"/>
                  <a:gd name="T58" fmla="*/ 2122 w 4676"/>
                  <a:gd name="T59" fmla="*/ 968 h 1813"/>
                  <a:gd name="T60" fmla="*/ 1876 w 4676"/>
                  <a:gd name="T61" fmla="*/ 899 h 1813"/>
                  <a:gd name="T62" fmla="*/ 1869 w 4676"/>
                  <a:gd name="T63" fmla="*/ 1039 h 1813"/>
                  <a:gd name="T64" fmla="*/ 1964 w 4676"/>
                  <a:gd name="T65" fmla="*/ 1039 h 1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76" h="1813">
                    <a:moveTo>
                      <a:pt x="328" y="646"/>
                    </a:moveTo>
                    <a:cubicBezTo>
                      <a:pt x="321" y="609"/>
                      <a:pt x="312" y="576"/>
                      <a:pt x="300" y="545"/>
                    </a:cubicBezTo>
                    <a:cubicBezTo>
                      <a:pt x="316" y="636"/>
                      <a:pt x="305" y="634"/>
                      <a:pt x="293" y="632"/>
                    </a:cubicBezTo>
                    <a:cubicBezTo>
                      <a:pt x="237" y="621"/>
                      <a:pt x="209" y="587"/>
                      <a:pt x="218" y="539"/>
                    </a:cubicBezTo>
                    <a:cubicBezTo>
                      <a:pt x="227" y="495"/>
                      <a:pt x="265" y="475"/>
                      <a:pt x="321" y="483"/>
                    </a:cubicBezTo>
                    <a:cubicBezTo>
                      <a:pt x="364" y="490"/>
                      <a:pt x="408" y="493"/>
                      <a:pt x="450" y="504"/>
                    </a:cubicBezTo>
                    <a:cubicBezTo>
                      <a:pt x="543" y="529"/>
                      <a:pt x="619" y="506"/>
                      <a:pt x="697" y="451"/>
                    </a:cubicBezTo>
                    <a:cubicBezTo>
                      <a:pt x="839" y="352"/>
                      <a:pt x="987" y="260"/>
                      <a:pt x="1134" y="169"/>
                    </a:cubicBezTo>
                    <a:cubicBezTo>
                      <a:pt x="1230" y="110"/>
                      <a:pt x="1333" y="68"/>
                      <a:pt x="1445" y="51"/>
                    </a:cubicBezTo>
                    <a:cubicBezTo>
                      <a:pt x="1685" y="15"/>
                      <a:pt x="1926" y="0"/>
                      <a:pt x="2168" y="15"/>
                    </a:cubicBezTo>
                    <a:cubicBezTo>
                      <a:pt x="2392" y="30"/>
                      <a:pt x="2613" y="62"/>
                      <a:pt x="2819" y="163"/>
                    </a:cubicBezTo>
                    <a:cubicBezTo>
                      <a:pt x="3055" y="279"/>
                      <a:pt x="3272" y="422"/>
                      <a:pt x="3473" y="590"/>
                    </a:cubicBezTo>
                    <a:cubicBezTo>
                      <a:pt x="3489" y="602"/>
                      <a:pt x="3509" y="611"/>
                      <a:pt x="3528" y="616"/>
                    </a:cubicBezTo>
                    <a:cubicBezTo>
                      <a:pt x="3707" y="658"/>
                      <a:pt x="3887" y="693"/>
                      <a:pt x="4064" y="742"/>
                    </a:cubicBezTo>
                    <a:cubicBezTo>
                      <a:pt x="4221" y="785"/>
                      <a:pt x="4371" y="850"/>
                      <a:pt x="4508" y="940"/>
                    </a:cubicBezTo>
                    <a:cubicBezTo>
                      <a:pt x="4556" y="971"/>
                      <a:pt x="4570" y="1002"/>
                      <a:pt x="4559" y="1048"/>
                    </a:cubicBezTo>
                    <a:cubicBezTo>
                      <a:pt x="4510" y="1039"/>
                      <a:pt x="4461" y="1030"/>
                      <a:pt x="4412" y="1022"/>
                    </a:cubicBezTo>
                    <a:cubicBezTo>
                      <a:pt x="4367" y="1014"/>
                      <a:pt x="4330" y="1036"/>
                      <a:pt x="4322" y="1076"/>
                    </a:cubicBezTo>
                    <a:cubicBezTo>
                      <a:pt x="4314" y="1112"/>
                      <a:pt x="4342" y="1148"/>
                      <a:pt x="4388" y="1157"/>
                    </a:cubicBezTo>
                    <a:cubicBezTo>
                      <a:pt x="4435" y="1166"/>
                      <a:pt x="4482" y="1178"/>
                      <a:pt x="4530" y="1182"/>
                    </a:cubicBezTo>
                    <a:cubicBezTo>
                      <a:pt x="4569" y="1185"/>
                      <a:pt x="4578" y="1203"/>
                      <a:pt x="4579" y="1236"/>
                    </a:cubicBezTo>
                    <a:cubicBezTo>
                      <a:pt x="4582" y="1306"/>
                      <a:pt x="4585" y="1375"/>
                      <a:pt x="4592" y="1444"/>
                    </a:cubicBezTo>
                    <a:cubicBezTo>
                      <a:pt x="4594" y="1464"/>
                      <a:pt x="4604" y="1487"/>
                      <a:pt x="4618" y="1501"/>
                    </a:cubicBezTo>
                    <a:cubicBezTo>
                      <a:pt x="4667" y="1549"/>
                      <a:pt x="4675" y="1703"/>
                      <a:pt x="4628" y="1754"/>
                    </a:cubicBezTo>
                    <a:cubicBezTo>
                      <a:pt x="4618" y="1764"/>
                      <a:pt x="4605" y="1776"/>
                      <a:pt x="4591" y="1779"/>
                    </a:cubicBezTo>
                    <a:cubicBezTo>
                      <a:pt x="4527" y="1791"/>
                      <a:pt x="4462" y="1801"/>
                      <a:pt x="4395" y="1812"/>
                    </a:cubicBezTo>
                    <a:cubicBezTo>
                      <a:pt x="4472" y="1370"/>
                      <a:pt x="4151" y="1061"/>
                      <a:pt x="3837" y="1027"/>
                    </a:cubicBezTo>
                    <a:cubicBezTo>
                      <a:pt x="3661" y="1007"/>
                      <a:pt x="3499" y="1047"/>
                      <a:pt x="3361" y="1156"/>
                    </a:cubicBezTo>
                    <a:cubicBezTo>
                      <a:pt x="3161" y="1315"/>
                      <a:pt x="3082" y="1527"/>
                      <a:pt x="3113" y="1781"/>
                    </a:cubicBezTo>
                    <a:lnTo>
                      <a:pt x="1551" y="1781"/>
                    </a:lnTo>
                    <a:cubicBezTo>
                      <a:pt x="1571" y="1655"/>
                      <a:pt x="1556" y="1536"/>
                      <a:pt x="1508" y="1420"/>
                    </a:cubicBezTo>
                    <a:cubicBezTo>
                      <a:pt x="1459" y="1303"/>
                      <a:pt x="1382" y="1208"/>
                      <a:pt x="1277" y="1136"/>
                    </a:cubicBezTo>
                    <a:cubicBezTo>
                      <a:pt x="1174" y="1067"/>
                      <a:pt x="1060" y="1027"/>
                      <a:pt x="935" y="1023"/>
                    </a:cubicBezTo>
                    <a:cubicBezTo>
                      <a:pt x="766" y="1017"/>
                      <a:pt x="616" y="1068"/>
                      <a:pt x="488" y="1177"/>
                    </a:cubicBezTo>
                    <a:cubicBezTo>
                      <a:pt x="314" y="1327"/>
                      <a:pt x="245" y="1522"/>
                      <a:pt x="260" y="1753"/>
                    </a:cubicBezTo>
                    <a:cubicBezTo>
                      <a:pt x="220" y="1748"/>
                      <a:pt x="185" y="1744"/>
                      <a:pt x="149" y="1740"/>
                    </a:cubicBezTo>
                    <a:cubicBezTo>
                      <a:pt x="57" y="1731"/>
                      <a:pt x="0" y="1705"/>
                      <a:pt x="9" y="1584"/>
                    </a:cubicBezTo>
                    <a:cubicBezTo>
                      <a:pt x="10" y="1569"/>
                      <a:pt x="5" y="1552"/>
                      <a:pt x="10" y="1539"/>
                    </a:cubicBezTo>
                    <a:cubicBezTo>
                      <a:pt x="21" y="1510"/>
                      <a:pt x="31" y="1476"/>
                      <a:pt x="53" y="1456"/>
                    </a:cubicBezTo>
                    <a:cubicBezTo>
                      <a:pt x="74" y="1436"/>
                      <a:pt x="83" y="1419"/>
                      <a:pt x="82" y="1392"/>
                    </a:cubicBezTo>
                    <a:cubicBezTo>
                      <a:pt x="80" y="1353"/>
                      <a:pt x="81" y="1313"/>
                      <a:pt x="81" y="1274"/>
                    </a:cubicBezTo>
                    <a:cubicBezTo>
                      <a:pt x="81" y="1197"/>
                      <a:pt x="81" y="1121"/>
                      <a:pt x="81" y="1040"/>
                    </a:cubicBezTo>
                    <a:cubicBezTo>
                      <a:pt x="146" y="1040"/>
                      <a:pt x="206" y="1040"/>
                      <a:pt x="266" y="1039"/>
                    </a:cubicBezTo>
                    <a:cubicBezTo>
                      <a:pt x="318" y="1039"/>
                      <a:pt x="354" y="1007"/>
                      <a:pt x="352" y="966"/>
                    </a:cubicBezTo>
                    <a:cubicBezTo>
                      <a:pt x="350" y="925"/>
                      <a:pt x="316" y="899"/>
                      <a:pt x="265" y="899"/>
                    </a:cubicBezTo>
                    <a:cubicBezTo>
                      <a:pt x="205" y="899"/>
                      <a:pt x="145" y="899"/>
                      <a:pt x="81" y="899"/>
                    </a:cubicBezTo>
                    <a:cubicBezTo>
                      <a:pt x="81" y="879"/>
                      <a:pt x="81" y="864"/>
                      <a:pt x="81" y="850"/>
                    </a:cubicBezTo>
                    <a:cubicBezTo>
                      <a:pt x="83" y="743"/>
                      <a:pt x="95" y="728"/>
                      <a:pt x="195" y="694"/>
                    </a:cubicBezTo>
                    <a:cubicBezTo>
                      <a:pt x="240" y="679"/>
                      <a:pt x="284" y="662"/>
                      <a:pt x="328" y="646"/>
                    </a:cubicBezTo>
                    <a:close/>
                    <a:moveTo>
                      <a:pt x="1857" y="243"/>
                    </a:moveTo>
                    <a:cubicBezTo>
                      <a:pt x="1869" y="406"/>
                      <a:pt x="1881" y="568"/>
                      <a:pt x="1893" y="735"/>
                    </a:cubicBezTo>
                    <a:cubicBezTo>
                      <a:pt x="2349" y="759"/>
                      <a:pt x="2800" y="814"/>
                      <a:pt x="3257" y="710"/>
                    </a:cubicBezTo>
                    <a:cubicBezTo>
                      <a:pt x="2849" y="362"/>
                      <a:pt x="2394" y="183"/>
                      <a:pt x="1857" y="243"/>
                    </a:cubicBezTo>
                    <a:close/>
                    <a:moveTo>
                      <a:pt x="1706" y="256"/>
                    </a:moveTo>
                    <a:cubicBezTo>
                      <a:pt x="1446" y="302"/>
                      <a:pt x="1264" y="452"/>
                      <a:pt x="1114" y="668"/>
                    </a:cubicBezTo>
                    <a:lnTo>
                      <a:pt x="1741" y="721"/>
                    </a:lnTo>
                    <a:cubicBezTo>
                      <a:pt x="1729" y="565"/>
                      <a:pt x="1718" y="411"/>
                      <a:pt x="1706" y="256"/>
                    </a:cubicBezTo>
                    <a:close/>
                    <a:moveTo>
                      <a:pt x="1964" y="1039"/>
                    </a:moveTo>
                    <a:cubicBezTo>
                      <a:pt x="1993" y="1039"/>
                      <a:pt x="2021" y="1041"/>
                      <a:pt x="2050" y="1039"/>
                    </a:cubicBezTo>
                    <a:cubicBezTo>
                      <a:pt x="2094" y="1036"/>
                      <a:pt x="2123" y="1006"/>
                      <a:pt x="2122" y="968"/>
                    </a:cubicBezTo>
                    <a:cubicBezTo>
                      <a:pt x="2121" y="929"/>
                      <a:pt x="2092" y="900"/>
                      <a:pt x="2048" y="899"/>
                    </a:cubicBezTo>
                    <a:cubicBezTo>
                      <a:pt x="1990" y="897"/>
                      <a:pt x="1933" y="898"/>
                      <a:pt x="1876" y="899"/>
                    </a:cubicBezTo>
                    <a:cubicBezTo>
                      <a:pt x="1834" y="900"/>
                      <a:pt x="1803" y="926"/>
                      <a:pt x="1800" y="962"/>
                    </a:cubicBezTo>
                    <a:cubicBezTo>
                      <a:pt x="1797" y="998"/>
                      <a:pt x="1828" y="1032"/>
                      <a:pt x="1869" y="1039"/>
                    </a:cubicBezTo>
                    <a:cubicBezTo>
                      <a:pt x="1872" y="1039"/>
                      <a:pt x="1875" y="1039"/>
                      <a:pt x="1878" y="1039"/>
                    </a:cubicBezTo>
                    <a:cubicBezTo>
                      <a:pt x="1907" y="1039"/>
                      <a:pt x="1935" y="1039"/>
                      <a:pt x="1964" y="1039"/>
                    </a:cubicBezTo>
                    <a:close/>
                  </a:path>
                </a:pathLst>
              </a:custGeom>
              <a:grpFill/>
              <a:ln>
                <a:noFill/>
              </a:ln>
              <a:effectLst/>
            </p:spPr>
            <p:txBody>
              <a:bodyPr wrap="none" anchor="ctr"/>
              <a:lstStyle/>
              <a:p>
                <a:endParaRPr lang="zh-CN" altLang="en-US" sz="2400"/>
              </a:p>
            </p:txBody>
          </p:sp>
          <p:sp>
            <p:nvSpPr>
              <p:cNvPr id="19" name="Freeform 14">
                <a:extLst>
                  <a:ext uri="{FF2B5EF4-FFF2-40B4-BE49-F238E27FC236}">
                    <a16:creationId xmlns:a16="http://schemas.microsoft.com/office/drawing/2014/main" id="{012BD244-A499-A846-B925-7F050C2C1C43}"/>
                  </a:ext>
                </a:extLst>
              </p:cNvPr>
              <p:cNvSpPr>
                <a:spLocks noChangeArrowheads="1"/>
              </p:cNvSpPr>
              <p:nvPr/>
            </p:nvSpPr>
            <p:spPr bwMode="auto">
              <a:xfrm>
                <a:off x="3527425" y="4841875"/>
                <a:ext cx="1371600" cy="347663"/>
              </a:xfrm>
              <a:custGeom>
                <a:avLst/>
                <a:gdLst>
                  <a:gd name="T0" fmla="*/ 9 w 3808"/>
                  <a:gd name="T1" fmla="*/ 461 h 966"/>
                  <a:gd name="T2" fmla="*/ 489 w 3808"/>
                  <a:gd name="T3" fmla="*/ 10 h 966"/>
                  <a:gd name="T4" fmla="*/ 959 w 3808"/>
                  <a:gd name="T5" fmla="*/ 479 h 966"/>
                  <a:gd name="T6" fmla="*/ 485 w 3808"/>
                  <a:gd name="T7" fmla="*/ 958 h 966"/>
                  <a:gd name="T8" fmla="*/ 9 w 3808"/>
                  <a:gd name="T9" fmla="*/ 461 h 966"/>
                  <a:gd name="T10" fmla="*/ 3327 w 3808"/>
                  <a:gd name="T11" fmla="*/ 958 h 966"/>
                  <a:gd name="T12" fmla="*/ 2858 w 3808"/>
                  <a:gd name="T13" fmla="*/ 478 h 966"/>
                  <a:gd name="T14" fmla="*/ 3352 w 3808"/>
                  <a:gd name="T15" fmla="*/ 9 h 966"/>
                  <a:gd name="T16" fmla="*/ 3806 w 3808"/>
                  <a:gd name="T17" fmla="*/ 481 h 966"/>
                  <a:gd name="T18" fmla="*/ 3327 w 3808"/>
                  <a:gd name="T19" fmla="*/ 958 h 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08" h="966">
                    <a:moveTo>
                      <a:pt x="9" y="461"/>
                    </a:moveTo>
                    <a:cubicBezTo>
                      <a:pt x="17" y="217"/>
                      <a:pt x="230" y="10"/>
                      <a:pt x="489" y="10"/>
                    </a:cubicBezTo>
                    <a:cubicBezTo>
                      <a:pt x="749" y="10"/>
                      <a:pt x="959" y="219"/>
                      <a:pt x="959" y="479"/>
                    </a:cubicBezTo>
                    <a:cubicBezTo>
                      <a:pt x="959" y="749"/>
                      <a:pt x="753" y="958"/>
                      <a:pt x="485" y="958"/>
                    </a:cubicBezTo>
                    <a:cubicBezTo>
                      <a:pt x="234" y="965"/>
                      <a:pt x="0" y="746"/>
                      <a:pt x="9" y="461"/>
                    </a:cubicBezTo>
                    <a:close/>
                    <a:moveTo>
                      <a:pt x="3327" y="958"/>
                    </a:moveTo>
                    <a:cubicBezTo>
                      <a:pt x="3065" y="957"/>
                      <a:pt x="2860" y="746"/>
                      <a:pt x="2858" y="478"/>
                    </a:cubicBezTo>
                    <a:cubicBezTo>
                      <a:pt x="2857" y="226"/>
                      <a:pt x="3074" y="0"/>
                      <a:pt x="3352" y="9"/>
                    </a:cubicBezTo>
                    <a:cubicBezTo>
                      <a:pt x="3597" y="16"/>
                      <a:pt x="3807" y="227"/>
                      <a:pt x="3806" y="481"/>
                    </a:cubicBezTo>
                    <a:cubicBezTo>
                      <a:pt x="3806" y="753"/>
                      <a:pt x="3600" y="958"/>
                      <a:pt x="3327" y="958"/>
                    </a:cubicBezTo>
                    <a:close/>
                  </a:path>
                </a:pathLst>
              </a:custGeom>
              <a:grpFill/>
              <a:ln>
                <a:noFill/>
              </a:ln>
              <a:effectLst/>
            </p:spPr>
            <p:txBody>
              <a:bodyPr wrap="none" anchor="ctr"/>
              <a:lstStyle/>
              <a:p>
                <a:endParaRPr lang="zh-CN" altLang="en-US" sz="2400"/>
              </a:p>
            </p:txBody>
          </p:sp>
        </p:grpSp>
      </p:grpSp>
      <p:grpSp>
        <p:nvGrpSpPr>
          <p:cNvPr id="20" name="组合 19">
            <a:extLst>
              <a:ext uri="{FF2B5EF4-FFF2-40B4-BE49-F238E27FC236}">
                <a16:creationId xmlns:a16="http://schemas.microsoft.com/office/drawing/2014/main" id="{4ABFF840-E564-F042-87AB-36D1A1DF7EF7}"/>
              </a:ext>
            </a:extLst>
          </p:cNvPr>
          <p:cNvGrpSpPr/>
          <p:nvPr/>
        </p:nvGrpSpPr>
        <p:grpSpPr>
          <a:xfrm>
            <a:off x="4686843" y="2495086"/>
            <a:ext cx="689797" cy="689797"/>
            <a:chOff x="785421" y="2663179"/>
            <a:chExt cx="720000" cy="720000"/>
          </a:xfrm>
        </p:grpSpPr>
        <p:sp>
          <p:nvSpPr>
            <p:cNvPr id="21" name="椭圆 20">
              <a:extLst>
                <a:ext uri="{FF2B5EF4-FFF2-40B4-BE49-F238E27FC236}">
                  <a16:creationId xmlns:a16="http://schemas.microsoft.com/office/drawing/2014/main" id="{B541673F-7BCA-2444-8C77-304D9CDBBCDA}"/>
                </a:ext>
              </a:extLst>
            </p:cNvPr>
            <p:cNvSpPr>
              <a:spLocks noChangeAspect="1"/>
            </p:cNvSpPr>
            <p:nvPr/>
          </p:nvSpPr>
          <p:spPr>
            <a:xfrm>
              <a:off x="785421" y="2663179"/>
              <a:ext cx="720000" cy="720000"/>
            </a:xfrm>
            <a:prstGeom prst="ellipse">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p>
          </p:txBody>
        </p:sp>
        <p:sp>
          <p:nvSpPr>
            <p:cNvPr id="22" name="椭圆 21">
              <a:extLst>
                <a:ext uri="{FF2B5EF4-FFF2-40B4-BE49-F238E27FC236}">
                  <a16:creationId xmlns:a16="http://schemas.microsoft.com/office/drawing/2014/main" id="{CC4D32CE-4AE6-9643-9720-EA84CCC595F8}"/>
                </a:ext>
              </a:extLst>
            </p:cNvPr>
            <p:cNvSpPr>
              <a:spLocks noChangeAspect="1"/>
            </p:cNvSpPr>
            <p:nvPr/>
          </p:nvSpPr>
          <p:spPr>
            <a:xfrm>
              <a:off x="857421" y="2735179"/>
              <a:ext cx="576000" cy="57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p>
          </p:txBody>
        </p:sp>
      </p:grpSp>
      <p:grpSp>
        <p:nvGrpSpPr>
          <p:cNvPr id="23" name="组合 22">
            <a:extLst>
              <a:ext uri="{FF2B5EF4-FFF2-40B4-BE49-F238E27FC236}">
                <a16:creationId xmlns:a16="http://schemas.microsoft.com/office/drawing/2014/main" id="{890BEFBD-CBC0-5F4E-B15D-6FF5C72E30AC}"/>
              </a:ext>
            </a:extLst>
          </p:cNvPr>
          <p:cNvGrpSpPr/>
          <p:nvPr/>
        </p:nvGrpSpPr>
        <p:grpSpPr>
          <a:xfrm>
            <a:off x="7116514" y="2495086"/>
            <a:ext cx="689797" cy="689797"/>
            <a:chOff x="785421" y="2663179"/>
            <a:chExt cx="720000" cy="720000"/>
          </a:xfrm>
        </p:grpSpPr>
        <p:sp>
          <p:nvSpPr>
            <p:cNvPr id="24" name="椭圆 23">
              <a:extLst>
                <a:ext uri="{FF2B5EF4-FFF2-40B4-BE49-F238E27FC236}">
                  <a16:creationId xmlns:a16="http://schemas.microsoft.com/office/drawing/2014/main" id="{186C7487-44A1-2844-9E56-29B27AF5C722}"/>
                </a:ext>
              </a:extLst>
            </p:cNvPr>
            <p:cNvSpPr>
              <a:spLocks noChangeAspect="1"/>
            </p:cNvSpPr>
            <p:nvPr/>
          </p:nvSpPr>
          <p:spPr>
            <a:xfrm>
              <a:off x="785421" y="2663179"/>
              <a:ext cx="720000" cy="720000"/>
            </a:xfrm>
            <a:prstGeom prst="ellipse">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p>
          </p:txBody>
        </p:sp>
        <p:sp>
          <p:nvSpPr>
            <p:cNvPr id="25" name="椭圆 24">
              <a:extLst>
                <a:ext uri="{FF2B5EF4-FFF2-40B4-BE49-F238E27FC236}">
                  <a16:creationId xmlns:a16="http://schemas.microsoft.com/office/drawing/2014/main" id="{AEFB0987-A77D-D448-8A38-D8BB1F19204B}"/>
                </a:ext>
              </a:extLst>
            </p:cNvPr>
            <p:cNvSpPr>
              <a:spLocks noChangeAspect="1"/>
            </p:cNvSpPr>
            <p:nvPr/>
          </p:nvSpPr>
          <p:spPr>
            <a:xfrm>
              <a:off x="857421" y="2735179"/>
              <a:ext cx="576000" cy="57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p>
          </p:txBody>
        </p:sp>
      </p:grpSp>
      <p:grpSp>
        <p:nvGrpSpPr>
          <p:cNvPr id="26" name="组合 25">
            <a:extLst>
              <a:ext uri="{FF2B5EF4-FFF2-40B4-BE49-F238E27FC236}">
                <a16:creationId xmlns:a16="http://schemas.microsoft.com/office/drawing/2014/main" id="{A166F18A-1589-FD45-807C-8DF65ACE94F1}"/>
              </a:ext>
            </a:extLst>
          </p:cNvPr>
          <p:cNvGrpSpPr/>
          <p:nvPr/>
        </p:nvGrpSpPr>
        <p:grpSpPr>
          <a:xfrm>
            <a:off x="9608956" y="2495086"/>
            <a:ext cx="689797" cy="689797"/>
            <a:chOff x="785421" y="2663179"/>
            <a:chExt cx="720000" cy="720000"/>
          </a:xfrm>
        </p:grpSpPr>
        <p:sp>
          <p:nvSpPr>
            <p:cNvPr id="27" name="椭圆 26">
              <a:extLst>
                <a:ext uri="{FF2B5EF4-FFF2-40B4-BE49-F238E27FC236}">
                  <a16:creationId xmlns:a16="http://schemas.microsoft.com/office/drawing/2014/main" id="{D887BDF3-DE9F-954D-9306-9F30CD402B61}"/>
                </a:ext>
              </a:extLst>
            </p:cNvPr>
            <p:cNvSpPr>
              <a:spLocks noChangeAspect="1"/>
            </p:cNvSpPr>
            <p:nvPr/>
          </p:nvSpPr>
          <p:spPr>
            <a:xfrm>
              <a:off x="785421" y="2663179"/>
              <a:ext cx="720000" cy="720000"/>
            </a:xfrm>
            <a:prstGeom prst="ellipse">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p>
          </p:txBody>
        </p:sp>
        <p:sp>
          <p:nvSpPr>
            <p:cNvPr id="28" name="椭圆 27">
              <a:extLst>
                <a:ext uri="{FF2B5EF4-FFF2-40B4-BE49-F238E27FC236}">
                  <a16:creationId xmlns:a16="http://schemas.microsoft.com/office/drawing/2014/main" id="{53E52AF3-7E51-0242-B5F7-566D5939468D}"/>
                </a:ext>
              </a:extLst>
            </p:cNvPr>
            <p:cNvSpPr>
              <a:spLocks noChangeAspect="1"/>
            </p:cNvSpPr>
            <p:nvPr/>
          </p:nvSpPr>
          <p:spPr>
            <a:xfrm>
              <a:off x="857421" y="2735179"/>
              <a:ext cx="576000" cy="57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p>
          </p:txBody>
        </p:sp>
      </p:grpSp>
      <p:grpSp>
        <p:nvGrpSpPr>
          <p:cNvPr id="29" name="组合 28">
            <a:extLst>
              <a:ext uri="{FF2B5EF4-FFF2-40B4-BE49-F238E27FC236}">
                <a16:creationId xmlns:a16="http://schemas.microsoft.com/office/drawing/2014/main" id="{9BC9C047-BE3C-5F42-BBAC-B037450469A5}"/>
              </a:ext>
            </a:extLst>
          </p:cNvPr>
          <p:cNvGrpSpPr>
            <a:grpSpLocks noChangeAspect="1"/>
          </p:cNvGrpSpPr>
          <p:nvPr/>
        </p:nvGrpSpPr>
        <p:grpSpPr>
          <a:xfrm>
            <a:off x="4893783" y="2659996"/>
            <a:ext cx="275919" cy="359973"/>
            <a:chOff x="8428038" y="4660900"/>
            <a:chExt cx="719137" cy="938213"/>
          </a:xfrm>
          <a:solidFill>
            <a:srgbClr val="004E97"/>
          </a:solidFill>
        </p:grpSpPr>
        <p:sp>
          <p:nvSpPr>
            <p:cNvPr id="30" name="Freeform 27">
              <a:extLst>
                <a:ext uri="{FF2B5EF4-FFF2-40B4-BE49-F238E27FC236}">
                  <a16:creationId xmlns:a16="http://schemas.microsoft.com/office/drawing/2014/main" id="{367BE6FC-2D27-6D48-A97E-0DCD82B051ED}"/>
                </a:ext>
              </a:extLst>
            </p:cNvPr>
            <p:cNvSpPr>
              <a:spLocks noChangeArrowheads="1"/>
            </p:cNvSpPr>
            <p:nvPr/>
          </p:nvSpPr>
          <p:spPr bwMode="auto">
            <a:xfrm>
              <a:off x="8428038" y="4660900"/>
              <a:ext cx="719137" cy="938213"/>
            </a:xfrm>
            <a:custGeom>
              <a:avLst/>
              <a:gdLst>
                <a:gd name="T0" fmla="*/ 0 w 1997"/>
                <a:gd name="T1" fmla="*/ 998 h 2606"/>
                <a:gd name="T2" fmla="*/ 938 w 1997"/>
                <a:gd name="T3" fmla="*/ 2580 h 2606"/>
                <a:gd name="T4" fmla="*/ 993 w 1997"/>
                <a:gd name="T5" fmla="*/ 2605 h 2606"/>
                <a:gd name="T6" fmla="*/ 993 w 1997"/>
                <a:gd name="T7" fmla="*/ 2605 h 2606"/>
                <a:gd name="T8" fmla="*/ 1047 w 1997"/>
                <a:gd name="T9" fmla="*/ 2581 h 2606"/>
                <a:gd name="T10" fmla="*/ 1996 w 1997"/>
                <a:gd name="T11" fmla="*/ 998 h 2606"/>
                <a:gd name="T12" fmla="*/ 998 w 1997"/>
                <a:gd name="T13" fmla="*/ 0 h 2606"/>
                <a:gd name="T14" fmla="*/ 0 w 1997"/>
                <a:gd name="T15" fmla="*/ 998 h 2606"/>
                <a:gd name="T16" fmla="*/ 1848 w 1997"/>
                <a:gd name="T17" fmla="*/ 998 h 2606"/>
                <a:gd name="T18" fmla="*/ 1670 w 1997"/>
                <a:gd name="T19" fmla="*/ 1491 h 2606"/>
                <a:gd name="T20" fmla="*/ 1651 w 1997"/>
                <a:gd name="T21" fmla="*/ 1507 h 2606"/>
                <a:gd name="T22" fmla="*/ 999 w 1997"/>
                <a:gd name="T23" fmla="*/ 1806 h 2606"/>
                <a:gd name="T24" fmla="*/ 998 w 1997"/>
                <a:gd name="T25" fmla="*/ 1806 h 2606"/>
                <a:gd name="T26" fmla="*/ 341 w 1997"/>
                <a:gd name="T27" fmla="*/ 1507 h 2606"/>
                <a:gd name="T28" fmla="*/ 323 w 1997"/>
                <a:gd name="T29" fmla="*/ 1491 h 2606"/>
                <a:gd name="T30" fmla="*/ 148 w 1997"/>
                <a:gd name="T31" fmla="*/ 998 h 2606"/>
                <a:gd name="T32" fmla="*/ 998 w 1997"/>
                <a:gd name="T33" fmla="*/ 148 h 2606"/>
                <a:gd name="T34" fmla="*/ 1848 w 1997"/>
                <a:gd name="T35" fmla="*/ 998 h 2606"/>
                <a:gd name="T36" fmla="*/ 543 w 1997"/>
                <a:gd name="T37" fmla="*/ 1840 h 2606"/>
                <a:gd name="T38" fmla="*/ 998 w 1997"/>
                <a:gd name="T39" fmla="*/ 1954 h 2606"/>
                <a:gd name="T40" fmla="*/ 1000 w 1997"/>
                <a:gd name="T41" fmla="*/ 1954 h 2606"/>
                <a:gd name="T42" fmla="*/ 1446 w 1997"/>
                <a:gd name="T43" fmla="*/ 1843 h 2606"/>
                <a:gd name="T44" fmla="*/ 993 w 1997"/>
                <a:gd name="T45" fmla="*/ 2419 h 2606"/>
                <a:gd name="T46" fmla="*/ 543 w 1997"/>
                <a:gd name="T47" fmla="*/ 1840 h 2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7" h="2606">
                  <a:moveTo>
                    <a:pt x="0" y="998"/>
                  </a:moveTo>
                  <a:cubicBezTo>
                    <a:pt x="0" y="1530"/>
                    <a:pt x="899" y="2538"/>
                    <a:pt x="938" y="2580"/>
                  </a:cubicBezTo>
                  <a:cubicBezTo>
                    <a:pt x="952" y="2596"/>
                    <a:pt x="972" y="2605"/>
                    <a:pt x="993" y="2605"/>
                  </a:cubicBezTo>
                  <a:lnTo>
                    <a:pt x="993" y="2605"/>
                  </a:lnTo>
                  <a:cubicBezTo>
                    <a:pt x="1013" y="2605"/>
                    <a:pt x="1033" y="2596"/>
                    <a:pt x="1047" y="2581"/>
                  </a:cubicBezTo>
                  <a:cubicBezTo>
                    <a:pt x="1086" y="2538"/>
                    <a:pt x="1996" y="1530"/>
                    <a:pt x="1996" y="998"/>
                  </a:cubicBezTo>
                  <a:cubicBezTo>
                    <a:pt x="1996" y="448"/>
                    <a:pt x="1548" y="0"/>
                    <a:pt x="998" y="0"/>
                  </a:cubicBezTo>
                  <a:cubicBezTo>
                    <a:pt x="447" y="0"/>
                    <a:pt x="0" y="448"/>
                    <a:pt x="0" y="998"/>
                  </a:cubicBezTo>
                  <a:close/>
                  <a:moveTo>
                    <a:pt x="1848" y="998"/>
                  </a:moveTo>
                  <a:cubicBezTo>
                    <a:pt x="1848" y="1129"/>
                    <a:pt x="1776" y="1304"/>
                    <a:pt x="1670" y="1491"/>
                  </a:cubicBezTo>
                  <a:cubicBezTo>
                    <a:pt x="1663" y="1495"/>
                    <a:pt x="1657" y="1500"/>
                    <a:pt x="1651" y="1507"/>
                  </a:cubicBezTo>
                  <a:cubicBezTo>
                    <a:pt x="1648" y="1510"/>
                    <a:pt x="1387" y="1806"/>
                    <a:pt x="999" y="1806"/>
                  </a:cubicBezTo>
                  <a:lnTo>
                    <a:pt x="998" y="1806"/>
                  </a:lnTo>
                  <a:cubicBezTo>
                    <a:pt x="607" y="1806"/>
                    <a:pt x="344" y="1510"/>
                    <a:pt x="341" y="1507"/>
                  </a:cubicBezTo>
                  <a:cubicBezTo>
                    <a:pt x="336" y="1500"/>
                    <a:pt x="330" y="1495"/>
                    <a:pt x="323" y="1491"/>
                  </a:cubicBezTo>
                  <a:cubicBezTo>
                    <a:pt x="219" y="1304"/>
                    <a:pt x="148" y="1129"/>
                    <a:pt x="148" y="998"/>
                  </a:cubicBezTo>
                  <a:cubicBezTo>
                    <a:pt x="148" y="529"/>
                    <a:pt x="530" y="148"/>
                    <a:pt x="998" y="148"/>
                  </a:cubicBezTo>
                  <a:cubicBezTo>
                    <a:pt x="1466" y="148"/>
                    <a:pt x="1848" y="529"/>
                    <a:pt x="1848" y="998"/>
                  </a:cubicBezTo>
                  <a:close/>
                  <a:moveTo>
                    <a:pt x="543" y="1840"/>
                  </a:moveTo>
                  <a:cubicBezTo>
                    <a:pt x="665" y="1903"/>
                    <a:pt x="820" y="1954"/>
                    <a:pt x="998" y="1954"/>
                  </a:cubicBezTo>
                  <a:lnTo>
                    <a:pt x="1000" y="1954"/>
                  </a:lnTo>
                  <a:cubicBezTo>
                    <a:pt x="1174" y="1954"/>
                    <a:pt x="1325" y="1904"/>
                    <a:pt x="1446" y="1843"/>
                  </a:cubicBezTo>
                  <a:cubicBezTo>
                    <a:pt x="1286" y="2070"/>
                    <a:pt x="1113" y="2282"/>
                    <a:pt x="993" y="2419"/>
                  </a:cubicBezTo>
                  <a:cubicBezTo>
                    <a:pt x="874" y="2281"/>
                    <a:pt x="701" y="2068"/>
                    <a:pt x="543" y="1840"/>
                  </a:cubicBezTo>
                  <a:close/>
                </a:path>
              </a:pathLst>
            </a:custGeom>
            <a:grpFill/>
            <a:ln>
              <a:noFill/>
            </a:ln>
            <a:effectLst/>
          </p:spPr>
          <p:txBody>
            <a:bodyPr wrap="none" anchor="ctr"/>
            <a:lstStyle/>
            <a:p>
              <a:endParaRPr lang="zh-CN" altLang="en-US" sz="3200"/>
            </a:p>
          </p:txBody>
        </p:sp>
        <p:sp>
          <p:nvSpPr>
            <p:cNvPr id="31" name="Freeform 28">
              <a:extLst>
                <a:ext uri="{FF2B5EF4-FFF2-40B4-BE49-F238E27FC236}">
                  <a16:creationId xmlns:a16="http://schemas.microsoft.com/office/drawing/2014/main" id="{B847D785-3CFE-C542-9D47-D4C0A13A5244}"/>
                </a:ext>
              </a:extLst>
            </p:cNvPr>
            <p:cNvSpPr>
              <a:spLocks noChangeArrowheads="1"/>
            </p:cNvSpPr>
            <p:nvPr/>
          </p:nvSpPr>
          <p:spPr bwMode="auto">
            <a:xfrm>
              <a:off x="8682038" y="4857750"/>
              <a:ext cx="273050" cy="341313"/>
            </a:xfrm>
            <a:custGeom>
              <a:avLst/>
              <a:gdLst>
                <a:gd name="T0" fmla="*/ 149 w 759"/>
                <a:gd name="T1" fmla="*/ 871 h 946"/>
                <a:gd name="T2" fmla="*/ 149 w 759"/>
                <a:gd name="T3" fmla="*/ 511 h 946"/>
                <a:gd name="T4" fmla="*/ 492 w 759"/>
                <a:gd name="T5" fmla="*/ 508 h 946"/>
                <a:gd name="T6" fmla="*/ 758 w 759"/>
                <a:gd name="T7" fmla="*/ 262 h 946"/>
                <a:gd name="T8" fmla="*/ 508 w 759"/>
                <a:gd name="T9" fmla="*/ 0 h 946"/>
                <a:gd name="T10" fmla="*/ 74 w 759"/>
                <a:gd name="T11" fmla="*/ 0 h 946"/>
                <a:gd name="T12" fmla="*/ 0 w 759"/>
                <a:gd name="T13" fmla="*/ 74 h 946"/>
                <a:gd name="T14" fmla="*/ 0 w 759"/>
                <a:gd name="T15" fmla="*/ 871 h 946"/>
                <a:gd name="T16" fmla="*/ 74 w 759"/>
                <a:gd name="T17" fmla="*/ 945 h 946"/>
                <a:gd name="T18" fmla="*/ 149 w 759"/>
                <a:gd name="T19" fmla="*/ 871 h 946"/>
                <a:gd name="T20" fmla="*/ 508 w 759"/>
                <a:gd name="T21" fmla="*/ 148 h 946"/>
                <a:gd name="T22" fmla="*/ 610 w 759"/>
                <a:gd name="T23" fmla="*/ 262 h 946"/>
                <a:gd name="T24" fmla="*/ 492 w 759"/>
                <a:gd name="T25" fmla="*/ 360 h 946"/>
                <a:gd name="T26" fmla="*/ 149 w 759"/>
                <a:gd name="T27" fmla="*/ 363 h 946"/>
                <a:gd name="T28" fmla="*/ 149 w 759"/>
                <a:gd name="T29" fmla="*/ 148 h 946"/>
                <a:gd name="T30" fmla="*/ 508 w 759"/>
                <a:gd name="T31" fmla="*/ 148 h 9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9" h="946">
                  <a:moveTo>
                    <a:pt x="149" y="871"/>
                  </a:moveTo>
                  <a:lnTo>
                    <a:pt x="149" y="511"/>
                  </a:lnTo>
                  <a:cubicBezTo>
                    <a:pt x="238" y="510"/>
                    <a:pt x="416" y="508"/>
                    <a:pt x="492" y="508"/>
                  </a:cubicBezTo>
                  <a:cubicBezTo>
                    <a:pt x="644" y="508"/>
                    <a:pt x="758" y="402"/>
                    <a:pt x="758" y="262"/>
                  </a:cubicBezTo>
                  <a:cubicBezTo>
                    <a:pt x="758" y="110"/>
                    <a:pt x="653" y="0"/>
                    <a:pt x="508" y="0"/>
                  </a:cubicBezTo>
                  <a:lnTo>
                    <a:pt x="74" y="0"/>
                  </a:lnTo>
                  <a:cubicBezTo>
                    <a:pt x="34" y="0"/>
                    <a:pt x="0" y="33"/>
                    <a:pt x="0" y="74"/>
                  </a:cubicBezTo>
                  <a:lnTo>
                    <a:pt x="0" y="871"/>
                  </a:lnTo>
                  <a:cubicBezTo>
                    <a:pt x="0" y="912"/>
                    <a:pt x="33" y="945"/>
                    <a:pt x="74" y="945"/>
                  </a:cubicBezTo>
                  <a:cubicBezTo>
                    <a:pt x="114" y="945"/>
                    <a:pt x="149" y="912"/>
                    <a:pt x="149" y="871"/>
                  </a:cubicBezTo>
                  <a:close/>
                  <a:moveTo>
                    <a:pt x="508" y="148"/>
                  </a:moveTo>
                  <a:cubicBezTo>
                    <a:pt x="583" y="148"/>
                    <a:pt x="610" y="207"/>
                    <a:pt x="610" y="262"/>
                  </a:cubicBezTo>
                  <a:cubicBezTo>
                    <a:pt x="610" y="329"/>
                    <a:pt x="549" y="360"/>
                    <a:pt x="492" y="360"/>
                  </a:cubicBezTo>
                  <a:cubicBezTo>
                    <a:pt x="415" y="360"/>
                    <a:pt x="239" y="362"/>
                    <a:pt x="149" y="363"/>
                  </a:cubicBezTo>
                  <a:lnTo>
                    <a:pt x="149" y="148"/>
                  </a:lnTo>
                  <a:lnTo>
                    <a:pt x="508" y="148"/>
                  </a:lnTo>
                  <a:close/>
                </a:path>
              </a:pathLst>
            </a:custGeom>
            <a:grpFill/>
            <a:ln>
              <a:noFill/>
            </a:ln>
            <a:effectLst/>
          </p:spPr>
          <p:txBody>
            <a:bodyPr wrap="none" anchor="ctr"/>
            <a:lstStyle/>
            <a:p>
              <a:endParaRPr lang="zh-CN" altLang="en-US" sz="3200"/>
            </a:p>
          </p:txBody>
        </p:sp>
      </p:grpSp>
      <p:sp>
        <p:nvSpPr>
          <p:cNvPr id="32" name="Freeform 8">
            <a:extLst>
              <a:ext uri="{FF2B5EF4-FFF2-40B4-BE49-F238E27FC236}">
                <a16:creationId xmlns:a16="http://schemas.microsoft.com/office/drawing/2014/main" id="{3DA5EB6D-9E4D-4245-A90E-7BA7F6FCADDF}"/>
              </a:ext>
            </a:extLst>
          </p:cNvPr>
          <p:cNvSpPr>
            <a:spLocks noChangeAspect="1" noChangeArrowheads="1"/>
          </p:cNvSpPr>
          <p:nvPr/>
        </p:nvSpPr>
        <p:spPr bwMode="auto">
          <a:xfrm>
            <a:off x="7306214" y="2672510"/>
            <a:ext cx="310399" cy="313156"/>
          </a:xfrm>
          <a:custGeom>
            <a:avLst/>
            <a:gdLst>
              <a:gd name="T0" fmla="*/ 314132 w 2924"/>
              <a:gd name="T1" fmla="*/ 254046 h 2939"/>
              <a:gd name="T2" fmla="*/ 314132 w 2924"/>
              <a:gd name="T3" fmla="*/ 177611 h 2939"/>
              <a:gd name="T4" fmla="*/ 314132 w 2924"/>
              <a:gd name="T5" fmla="*/ 177244 h 2939"/>
              <a:gd name="T6" fmla="*/ 314132 w 2924"/>
              <a:gd name="T7" fmla="*/ 176876 h 2939"/>
              <a:gd name="T8" fmla="*/ 314132 w 2924"/>
              <a:gd name="T9" fmla="*/ 176509 h 2939"/>
              <a:gd name="T10" fmla="*/ 305063 w 2924"/>
              <a:gd name="T11" fmla="*/ 167567 h 2939"/>
              <a:gd name="T12" fmla="*/ 182498 w 2924"/>
              <a:gd name="T13" fmla="*/ 167567 h 2939"/>
              <a:gd name="T14" fmla="*/ 182498 w 2924"/>
              <a:gd name="T15" fmla="*/ 106199 h 2939"/>
              <a:gd name="T16" fmla="*/ 182498 w 2924"/>
              <a:gd name="T17" fmla="*/ 105832 h 2939"/>
              <a:gd name="T18" fmla="*/ 226621 w 2924"/>
              <a:gd name="T19" fmla="*/ 53283 h 2939"/>
              <a:gd name="T20" fmla="*/ 173428 w 2924"/>
              <a:gd name="T21" fmla="*/ 0 h 2939"/>
              <a:gd name="T22" fmla="*/ 120113 w 2924"/>
              <a:gd name="T23" fmla="*/ 53283 h 2939"/>
              <a:gd name="T24" fmla="*/ 164236 w 2924"/>
              <a:gd name="T25" fmla="*/ 105832 h 2939"/>
              <a:gd name="T26" fmla="*/ 164236 w 2924"/>
              <a:gd name="T27" fmla="*/ 106199 h 2939"/>
              <a:gd name="T28" fmla="*/ 164236 w 2924"/>
              <a:gd name="T29" fmla="*/ 167567 h 2939"/>
              <a:gd name="T30" fmla="*/ 53193 w 2924"/>
              <a:gd name="T31" fmla="*/ 167567 h 2939"/>
              <a:gd name="T32" fmla="*/ 44123 w 2924"/>
              <a:gd name="T33" fmla="*/ 176509 h 2939"/>
              <a:gd name="T34" fmla="*/ 44123 w 2924"/>
              <a:gd name="T35" fmla="*/ 176876 h 2939"/>
              <a:gd name="T36" fmla="*/ 44123 w 2924"/>
              <a:gd name="T37" fmla="*/ 177244 h 2939"/>
              <a:gd name="T38" fmla="*/ 44123 w 2924"/>
              <a:gd name="T39" fmla="*/ 177611 h 2939"/>
              <a:gd name="T40" fmla="*/ 44123 w 2924"/>
              <a:gd name="T41" fmla="*/ 254046 h 2939"/>
              <a:gd name="T42" fmla="*/ 0 w 2924"/>
              <a:gd name="T43" fmla="*/ 306594 h 2939"/>
              <a:gd name="T44" fmla="*/ 53315 w 2924"/>
              <a:gd name="T45" fmla="*/ 359878 h 2939"/>
              <a:gd name="T46" fmla="*/ 106631 w 2924"/>
              <a:gd name="T47" fmla="*/ 306594 h 2939"/>
              <a:gd name="T48" fmla="*/ 62508 w 2924"/>
              <a:gd name="T49" fmla="*/ 254046 h 2939"/>
              <a:gd name="T50" fmla="*/ 62508 w 2924"/>
              <a:gd name="T51" fmla="*/ 185818 h 2939"/>
              <a:gd name="T52" fmla="*/ 295748 w 2924"/>
              <a:gd name="T53" fmla="*/ 185818 h 2939"/>
              <a:gd name="T54" fmla="*/ 295748 w 2924"/>
              <a:gd name="T55" fmla="*/ 254046 h 2939"/>
              <a:gd name="T56" fmla="*/ 251624 w 2924"/>
              <a:gd name="T57" fmla="*/ 306594 h 2939"/>
              <a:gd name="T58" fmla="*/ 304940 w 2924"/>
              <a:gd name="T59" fmla="*/ 359878 h 2939"/>
              <a:gd name="T60" fmla="*/ 358255 w 2924"/>
              <a:gd name="T61" fmla="*/ 306594 h 2939"/>
              <a:gd name="T62" fmla="*/ 314132 w 2924"/>
              <a:gd name="T63" fmla="*/ 254046 h 2939"/>
              <a:gd name="T64" fmla="*/ 138498 w 2924"/>
              <a:gd name="T65" fmla="*/ 53283 h 2939"/>
              <a:gd name="T66" fmla="*/ 173428 w 2924"/>
              <a:gd name="T67" fmla="*/ 18374 h 2939"/>
              <a:gd name="T68" fmla="*/ 208237 w 2924"/>
              <a:gd name="T69" fmla="*/ 53283 h 2939"/>
              <a:gd name="T70" fmla="*/ 173428 w 2924"/>
              <a:gd name="T71" fmla="*/ 88193 h 2939"/>
              <a:gd name="T72" fmla="*/ 138498 w 2924"/>
              <a:gd name="T73" fmla="*/ 53283 h 2939"/>
              <a:gd name="T74" fmla="*/ 88246 w 2924"/>
              <a:gd name="T75" fmla="*/ 306594 h 2939"/>
              <a:gd name="T76" fmla="*/ 53315 w 2924"/>
              <a:gd name="T77" fmla="*/ 341504 h 2939"/>
              <a:gd name="T78" fmla="*/ 18385 w 2924"/>
              <a:gd name="T79" fmla="*/ 306594 h 2939"/>
              <a:gd name="T80" fmla="*/ 53315 w 2924"/>
              <a:gd name="T81" fmla="*/ 271684 h 2939"/>
              <a:gd name="T82" fmla="*/ 88246 w 2924"/>
              <a:gd name="T83" fmla="*/ 306594 h 2939"/>
              <a:gd name="T84" fmla="*/ 304940 w 2924"/>
              <a:gd name="T85" fmla="*/ 341504 h 2939"/>
              <a:gd name="T86" fmla="*/ 270009 w 2924"/>
              <a:gd name="T87" fmla="*/ 306594 h 2939"/>
              <a:gd name="T88" fmla="*/ 304940 w 2924"/>
              <a:gd name="T89" fmla="*/ 271684 h 2939"/>
              <a:gd name="T90" fmla="*/ 339871 w 2924"/>
              <a:gd name="T91" fmla="*/ 306594 h 2939"/>
              <a:gd name="T92" fmla="*/ 304940 w 2924"/>
              <a:gd name="T93" fmla="*/ 341504 h 293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924" h="2939">
                <a:moveTo>
                  <a:pt x="2563" y="2074"/>
                </a:moveTo>
                <a:lnTo>
                  <a:pt x="2563" y="1450"/>
                </a:lnTo>
                <a:cubicBezTo>
                  <a:pt x="2563" y="1449"/>
                  <a:pt x="2563" y="1448"/>
                  <a:pt x="2563" y="1447"/>
                </a:cubicBezTo>
                <a:cubicBezTo>
                  <a:pt x="2563" y="1446"/>
                  <a:pt x="2563" y="1445"/>
                  <a:pt x="2563" y="1444"/>
                </a:cubicBezTo>
                <a:lnTo>
                  <a:pt x="2563" y="1441"/>
                </a:lnTo>
                <a:cubicBezTo>
                  <a:pt x="2563" y="1401"/>
                  <a:pt x="2530" y="1368"/>
                  <a:pt x="2489" y="1368"/>
                </a:cubicBezTo>
                <a:lnTo>
                  <a:pt x="1489" y="1368"/>
                </a:lnTo>
                <a:lnTo>
                  <a:pt x="1489" y="867"/>
                </a:lnTo>
                <a:cubicBezTo>
                  <a:pt x="1489" y="866"/>
                  <a:pt x="1489" y="865"/>
                  <a:pt x="1489" y="864"/>
                </a:cubicBezTo>
                <a:cubicBezTo>
                  <a:pt x="1694" y="828"/>
                  <a:pt x="1849" y="650"/>
                  <a:pt x="1849" y="435"/>
                </a:cubicBezTo>
                <a:cubicBezTo>
                  <a:pt x="1849" y="195"/>
                  <a:pt x="1654" y="0"/>
                  <a:pt x="1415" y="0"/>
                </a:cubicBezTo>
                <a:cubicBezTo>
                  <a:pt x="1175" y="0"/>
                  <a:pt x="980" y="195"/>
                  <a:pt x="980" y="435"/>
                </a:cubicBezTo>
                <a:cubicBezTo>
                  <a:pt x="980" y="650"/>
                  <a:pt x="1136" y="828"/>
                  <a:pt x="1340" y="864"/>
                </a:cubicBezTo>
                <a:cubicBezTo>
                  <a:pt x="1340" y="865"/>
                  <a:pt x="1340" y="866"/>
                  <a:pt x="1340" y="867"/>
                </a:cubicBezTo>
                <a:lnTo>
                  <a:pt x="1340" y="1368"/>
                </a:lnTo>
                <a:lnTo>
                  <a:pt x="434" y="1368"/>
                </a:lnTo>
                <a:cubicBezTo>
                  <a:pt x="393" y="1368"/>
                  <a:pt x="360" y="1401"/>
                  <a:pt x="360" y="1441"/>
                </a:cubicBezTo>
                <a:lnTo>
                  <a:pt x="360" y="1444"/>
                </a:lnTo>
                <a:cubicBezTo>
                  <a:pt x="360" y="1445"/>
                  <a:pt x="360" y="1446"/>
                  <a:pt x="360" y="1447"/>
                </a:cubicBezTo>
                <a:cubicBezTo>
                  <a:pt x="360" y="1448"/>
                  <a:pt x="360" y="1449"/>
                  <a:pt x="360" y="1450"/>
                </a:cubicBezTo>
                <a:lnTo>
                  <a:pt x="360" y="2074"/>
                </a:lnTo>
                <a:cubicBezTo>
                  <a:pt x="156" y="2110"/>
                  <a:pt x="0" y="2288"/>
                  <a:pt x="0" y="2503"/>
                </a:cubicBezTo>
                <a:cubicBezTo>
                  <a:pt x="0" y="2743"/>
                  <a:pt x="195" y="2938"/>
                  <a:pt x="435" y="2938"/>
                </a:cubicBezTo>
                <a:cubicBezTo>
                  <a:pt x="675" y="2938"/>
                  <a:pt x="870" y="2743"/>
                  <a:pt x="870" y="2503"/>
                </a:cubicBezTo>
                <a:cubicBezTo>
                  <a:pt x="870" y="2288"/>
                  <a:pt x="714" y="2110"/>
                  <a:pt x="510" y="2074"/>
                </a:cubicBezTo>
                <a:lnTo>
                  <a:pt x="510" y="1517"/>
                </a:lnTo>
                <a:lnTo>
                  <a:pt x="2413" y="1517"/>
                </a:lnTo>
                <a:lnTo>
                  <a:pt x="2413" y="2074"/>
                </a:lnTo>
                <a:cubicBezTo>
                  <a:pt x="2208" y="2110"/>
                  <a:pt x="2053" y="2288"/>
                  <a:pt x="2053" y="2503"/>
                </a:cubicBezTo>
                <a:cubicBezTo>
                  <a:pt x="2053" y="2743"/>
                  <a:pt x="2248" y="2938"/>
                  <a:pt x="2488" y="2938"/>
                </a:cubicBezTo>
                <a:cubicBezTo>
                  <a:pt x="2728" y="2938"/>
                  <a:pt x="2923" y="2743"/>
                  <a:pt x="2923" y="2503"/>
                </a:cubicBezTo>
                <a:cubicBezTo>
                  <a:pt x="2923" y="2288"/>
                  <a:pt x="2767" y="2110"/>
                  <a:pt x="2563" y="2074"/>
                </a:cubicBezTo>
                <a:close/>
                <a:moveTo>
                  <a:pt x="1130" y="435"/>
                </a:moveTo>
                <a:cubicBezTo>
                  <a:pt x="1130" y="278"/>
                  <a:pt x="1257" y="150"/>
                  <a:pt x="1415" y="150"/>
                </a:cubicBezTo>
                <a:cubicBezTo>
                  <a:pt x="1572" y="150"/>
                  <a:pt x="1699" y="277"/>
                  <a:pt x="1699" y="435"/>
                </a:cubicBezTo>
                <a:cubicBezTo>
                  <a:pt x="1699" y="592"/>
                  <a:pt x="1572" y="720"/>
                  <a:pt x="1415" y="720"/>
                </a:cubicBezTo>
                <a:cubicBezTo>
                  <a:pt x="1257" y="720"/>
                  <a:pt x="1130" y="593"/>
                  <a:pt x="1130" y="435"/>
                </a:cubicBezTo>
                <a:close/>
                <a:moveTo>
                  <a:pt x="720" y="2503"/>
                </a:moveTo>
                <a:cubicBezTo>
                  <a:pt x="720" y="2660"/>
                  <a:pt x="592" y="2788"/>
                  <a:pt x="435" y="2788"/>
                </a:cubicBezTo>
                <a:cubicBezTo>
                  <a:pt x="278" y="2788"/>
                  <a:pt x="150" y="2661"/>
                  <a:pt x="150" y="2503"/>
                </a:cubicBezTo>
                <a:cubicBezTo>
                  <a:pt x="150" y="2346"/>
                  <a:pt x="278" y="2218"/>
                  <a:pt x="435" y="2218"/>
                </a:cubicBezTo>
                <a:cubicBezTo>
                  <a:pt x="592" y="2218"/>
                  <a:pt x="720" y="2345"/>
                  <a:pt x="720" y="2503"/>
                </a:cubicBezTo>
                <a:close/>
                <a:moveTo>
                  <a:pt x="2488" y="2788"/>
                </a:moveTo>
                <a:cubicBezTo>
                  <a:pt x="2330" y="2788"/>
                  <a:pt x="2203" y="2661"/>
                  <a:pt x="2203" y="2503"/>
                </a:cubicBezTo>
                <a:cubicBezTo>
                  <a:pt x="2203" y="2346"/>
                  <a:pt x="2331" y="2218"/>
                  <a:pt x="2488" y="2218"/>
                </a:cubicBezTo>
                <a:cubicBezTo>
                  <a:pt x="2646" y="2218"/>
                  <a:pt x="2773" y="2346"/>
                  <a:pt x="2773" y="2503"/>
                </a:cubicBezTo>
                <a:cubicBezTo>
                  <a:pt x="2773" y="2661"/>
                  <a:pt x="2645" y="2788"/>
                  <a:pt x="2488" y="2788"/>
                </a:cubicBezTo>
                <a:close/>
              </a:path>
            </a:pathLst>
          </a:custGeom>
          <a:solidFill>
            <a:srgbClr val="004E97"/>
          </a:solidFill>
          <a:ln>
            <a:noFill/>
          </a:ln>
          <a:effectLst/>
        </p:spPr>
        <p:txBody>
          <a:bodyPr wrap="none" anchor="ctr"/>
          <a:lstStyle/>
          <a:p>
            <a:endParaRPr lang="zh-CN" altLang="en-US" sz="2177"/>
          </a:p>
        </p:txBody>
      </p:sp>
      <p:sp>
        <p:nvSpPr>
          <p:cNvPr id="33" name="Freeform 3">
            <a:extLst>
              <a:ext uri="{FF2B5EF4-FFF2-40B4-BE49-F238E27FC236}">
                <a16:creationId xmlns:a16="http://schemas.microsoft.com/office/drawing/2014/main" id="{C1F2EB19-5436-A24A-A9DD-D512E389D7DB}"/>
              </a:ext>
            </a:extLst>
          </p:cNvPr>
          <p:cNvSpPr>
            <a:spLocks noChangeAspect="1" noChangeArrowheads="1"/>
          </p:cNvSpPr>
          <p:nvPr/>
        </p:nvSpPr>
        <p:spPr bwMode="auto">
          <a:xfrm>
            <a:off x="9796588" y="2679524"/>
            <a:ext cx="314537" cy="311777"/>
          </a:xfrm>
          <a:custGeom>
            <a:avLst/>
            <a:gdLst>
              <a:gd name="T0" fmla="*/ 162548 w 2992"/>
              <a:gd name="T1" fmla="*/ 359879 h 2978"/>
              <a:gd name="T2" fmla="*/ 146935 w 2992"/>
              <a:gd name="T3" fmla="*/ 357099 h 2978"/>
              <a:gd name="T4" fmla="*/ 85087 w 2992"/>
              <a:gd name="T5" fmla="*/ 331954 h 2978"/>
              <a:gd name="T6" fmla="*/ 83513 w 2992"/>
              <a:gd name="T7" fmla="*/ 330866 h 2978"/>
              <a:gd name="T8" fmla="*/ 95496 w 2992"/>
              <a:gd name="T9" fmla="*/ 315997 h 2978"/>
              <a:gd name="T10" fmla="*/ 223912 w 2992"/>
              <a:gd name="T11" fmla="*/ 336064 h 2978"/>
              <a:gd name="T12" fmla="*/ 316503 w 2992"/>
              <a:gd name="T13" fmla="*/ 270423 h 2978"/>
              <a:gd name="T14" fmla="*/ 291570 w 2992"/>
              <a:gd name="T15" fmla="*/ 61531 h 2978"/>
              <a:gd name="T16" fmla="*/ 83755 w 2992"/>
              <a:gd name="T17" fmla="*/ 53311 h 2978"/>
              <a:gd name="T18" fmla="*/ 23117 w 2992"/>
              <a:gd name="T19" fmla="*/ 158482 h 2978"/>
              <a:gd name="T20" fmla="*/ 53255 w 2992"/>
              <a:gd name="T21" fmla="*/ 276467 h 2978"/>
              <a:gd name="T22" fmla="*/ 38852 w 2992"/>
              <a:gd name="T23" fmla="*/ 289161 h 2978"/>
              <a:gd name="T24" fmla="*/ 31469 w 2992"/>
              <a:gd name="T25" fmla="*/ 278522 h 2978"/>
              <a:gd name="T26" fmla="*/ 2784 w 2992"/>
              <a:gd name="T27" fmla="*/ 190759 h 2978"/>
              <a:gd name="T28" fmla="*/ 61364 w 2992"/>
              <a:gd name="T29" fmla="*/ 47146 h 2978"/>
              <a:gd name="T30" fmla="*/ 152503 w 2992"/>
              <a:gd name="T31" fmla="*/ 2660 h 2978"/>
              <a:gd name="T32" fmla="*/ 171989 w 2992"/>
              <a:gd name="T33" fmla="*/ 484 h 2978"/>
              <a:gd name="T34" fmla="*/ 174894 w 2992"/>
              <a:gd name="T35" fmla="*/ 0 h 2978"/>
              <a:gd name="T36" fmla="*/ 190870 w 2992"/>
              <a:gd name="T37" fmla="*/ 0 h 2978"/>
              <a:gd name="T38" fmla="*/ 193775 w 2992"/>
              <a:gd name="T39" fmla="*/ 484 h 2978"/>
              <a:gd name="T40" fmla="*/ 274020 w 2992"/>
              <a:gd name="T41" fmla="*/ 24903 h 2978"/>
              <a:gd name="T42" fmla="*/ 358744 w 2992"/>
              <a:gd name="T43" fmla="*/ 140107 h 2978"/>
              <a:gd name="T44" fmla="*/ 362012 w 2992"/>
              <a:gd name="T45" fmla="*/ 155823 h 2978"/>
              <a:gd name="T46" fmla="*/ 362012 w 2992"/>
              <a:gd name="T47" fmla="*/ 204540 h 2978"/>
              <a:gd name="T48" fmla="*/ 361407 w 2992"/>
              <a:gd name="T49" fmla="*/ 206837 h 2978"/>
              <a:gd name="T50" fmla="*/ 351966 w 2992"/>
              <a:gd name="T51" fmla="*/ 243345 h 2978"/>
              <a:gd name="T52" fmla="*/ 298348 w 2992"/>
              <a:gd name="T53" fmla="*/ 318899 h 2978"/>
              <a:gd name="T54" fmla="*/ 217740 w 2992"/>
              <a:gd name="T55" fmla="*/ 357220 h 2978"/>
              <a:gd name="T56" fmla="*/ 202732 w 2992"/>
              <a:gd name="T57" fmla="*/ 359879 h 2978"/>
              <a:gd name="T58" fmla="*/ 162548 w 2992"/>
              <a:gd name="T59" fmla="*/ 359879 h 2978"/>
              <a:gd name="T60" fmla="*/ 186029 w 2992"/>
              <a:gd name="T61" fmla="*/ 137690 h 2978"/>
              <a:gd name="T62" fmla="*/ 236984 w 2992"/>
              <a:gd name="T63" fmla="*/ 86797 h 2978"/>
              <a:gd name="T64" fmla="*/ 250782 w 2992"/>
              <a:gd name="T65" fmla="*/ 100819 h 2978"/>
              <a:gd name="T66" fmla="*/ 209752 w 2992"/>
              <a:gd name="T67" fmla="*/ 141800 h 2978"/>
              <a:gd name="T68" fmla="*/ 266395 w 2992"/>
              <a:gd name="T69" fmla="*/ 141800 h 2978"/>
              <a:gd name="T70" fmla="*/ 266395 w 2992"/>
              <a:gd name="T71" fmla="*/ 160900 h 2978"/>
              <a:gd name="T72" fmla="*/ 195833 w 2992"/>
              <a:gd name="T73" fmla="*/ 160900 h 2978"/>
              <a:gd name="T74" fmla="*/ 195833 w 2992"/>
              <a:gd name="T75" fmla="*/ 199584 h 2978"/>
              <a:gd name="T76" fmla="*/ 266395 w 2992"/>
              <a:gd name="T77" fmla="*/ 199584 h 2978"/>
              <a:gd name="T78" fmla="*/ 266395 w 2992"/>
              <a:gd name="T79" fmla="*/ 218805 h 2978"/>
              <a:gd name="T80" fmla="*/ 195712 w 2992"/>
              <a:gd name="T81" fmla="*/ 218805 h 2978"/>
              <a:gd name="T82" fmla="*/ 195712 w 2992"/>
              <a:gd name="T83" fmla="*/ 283237 h 2978"/>
              <a:gd name="T84" fmla="*/ 176467 w 2992"/>
              <a:gd name="T85" fmla="*/ 283237 h 2978"/>
              <a:gd name="T86" fmla="*/ 176467 w 2992"/>
              <a:gd name="T87" fmla="*/ 218925 h 2978"/>
              <a:gd name="T88" fmla="*/ 105784 w 2992"/>
              <a:gd name="T89" fmla="*/ 218925 h 2978"/>
              <a:gd name="T90" fmla="*/ 105784 w 2992"/>
              <a:gd name="T91" fmla="*/ 199825 h 2978"/>
              <a:gd name="T92" fmla="*/ 176225 w 2992"/>
              <a:gd name="T93" fmla="*/ 199825 h 2978"/>
              <a:gd name="T94" fmla="*/ 176225 w 2992"/>
              <a:gd name="T95" fmla="*/ 161142 h 2978"/>
              <a:gd name="T96" fmla="*/ 105662 w 2992"/>
              <a:gd name="T97" fmla="*/ 161142 h 2978"/>
              <a:gd name="T98" fmla="*/ 105662 w 2992"/>
              <a:gd name="T99" fmla="*/ 141921 h 2978"/>
              <a:gd name="T100" fmla="*/ 162064 w 2992"/>
              <a:gd name="T101" fmla="*/ 141921 h 2978"/>
              <a:gd name="T102" fmla="*/ 121034 w 2992"/>
              <a:gd name="T103" fmla="*/ 100819 h 2978"/>
              <a:gd name="T104" fmla="*/ 135195 w 2992"/>
              <a:gd name="T105" fmla="*/ 86676 h 2978"/>
              <a:gd name="T106" fmla="*/ 186029 w 2992"/>
              <a:gd name="T107" fmla="*/ 137690 h 29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992" h="2978">
                <a:moveTo>
                  <a:pt x="1343" y="2977"/>
                </a:moveTo>
                <a:cubicBezTo>
                  <a:pt x="1300" y="2969"/>
                  <a:pt x="1257" y="2962"/>
                  <a:pt x="1214" y="2954"/>
                </a:cubicBezTo>
                <a:cubicBezTo>
                  <a:pt x="1031" y="2917"/>
                  <a:pt x="861" y="2847"/>
                  <a:pt x="703" y="2746"/>
                </a:cubicBezTo>
                <a:cubicBezTo>
                  <a:pt x="700" y="2743"/>
                  <a:pt x="696" y="2741"/>
                  <a:pt x="690" y="2737"/>
                </a:cubicBezTo>
                <a:cubicBezTo>
                  <a:pt x="724" y="2696"/>
                  <a:pt x="757" y="2655"/>
                  <a:pt x="789" y="2614"/>
                </a:cubicBezTo>
                <a:cubicBezTo>
                  <a:pt x="1121" y="2818"/>
                  <a:pt x="1475" y="2878"/>
                  <a:pt x="1850" y="2780"/>
                </a:cubicBezTo>
                <a:cubicBezTo>
                  <a:pt x="2172" y="2696"/>
                  <a:pt x="2427" y="2512"/>
                  <a:pt x="2615" y="2237"/>
                </a:cubicBezTo>
                <a:cubicBezTo>
                  <a:pt x="2986" y="1693"/>
                  <a:pt x="2899" y="959"/>
                  <a:pt x="2409" y="509"/>
                </a:cubicBezTo>
                <a:cubicBezTo>
                  <a:pt x="1925" y="64"/>
                  <a:pt x="1197" y="44"/>
                  <a:pt x="692" y="441"/>
                </a:cubicBezTo>
                <a:cubicBezTo>
                  <a:pt x="410" y="663"/>
                  <a:pt x="240" y="954"/>
                  <a:pt x="191" y="1311"/>
                </a:cubicBezTo>
                <a:cubicBezTo>
                  <a:pt x="142" y="1667"/>
                  <a:pt x="229" y="1991"/>
                  <a:pt x="440" y="2287"/>
                </a:cubicBezTo>
                <a:cubicBezTo>
                  <a:pt x="401" y="2322"/>
                  <a:pt x="362" y="2356"/>
                  <a:pt x="321" y="2392"/>
                </a:cubicBezTo>
                <a:cubicBezTo>
                  <a:pt x="304" y="2368"/>
                  <a:pt x="281" y="2337"/>
                  <a:pt x="260" y="2304"/>
                </a:cubicBezTo>
                <a:cubicBezTo>
                  <a:pt x="117" y="2083"/>
                  <a:pt x="35" y="1841"/>
                  <a:pt x="23" y="1578"/>
                </a:cubicBezTo>
                <a:cubicBezTo>
                  <a:pt x="0" y="1109"/>
                  <a:pt x="163" y="711"/>
                  <a:pt x="507" y="390"/>
                </a:cubicBezTo>
                <a:cubicBezTo>
                  <a:pt x="719" y="192"/>
                  <a:pt x="973" y="71"/>
                  <a:pt x="1260" y="22"/>
                </a:cubicBezTo>
                <a:cubicBezTo>
                  <a:pt x="1313" y="14"/>
                  <a:pt x="1367" y="10"/>
                  <a:pt x="1421" y="4"/>
                </a:cubicBezTo>
                <a:cubicBezTo>
                  <a:pt x="1429" y="3"/>
                  <a:pt x="1437" y="1"/>
                  <a:pt x="1445" y="0"/>
                </a:cubicBezTo>
                <a:cubicBezTo>
                  <a:pt x="1489" y="0"/>
                  <a:pt x="1533" y="0"/>
                  <a:pt x="1577" y="0"/>
                </a:cubicBezTo>
                <a:cubicBezTo>
                  <a:pt x="1585" y="1"/>
                  <a:pt x="1593" y="3"/>
                  <a:pt x="1601" y="4"/>
                </a:cubicBezTo>
                <a:cubicBezTo>
                  <a:pt x="1838" y="18"/>
                  <a:pt x="2060" y="84"/>
                  <a:pt x="2264" y="206"/>
                </a:cubicBezTo>
                <a:cubicBezTo>
                  <a:pt x="2630" y="425"/>
                  <a:pt x="2864" y="743"/>
                  <a:pt x="2964" y="1159"/>
                </a:cubicBezTo>
                <a:cubicBezTo>
                  <a:pt x="2974" y="1202"/>
                  <a:pt x="2982" y="1245"/>
                  <a:pt x="2991" y="1289"/>
                </a:cubicBezTo>
                <a:cubicBezTo>
                  <a:pt x="2991" y="1424"/>
                  <a:pt x="2991" y="1557"/>
                  <a:pt x="2991" y="1692"/>
                </a:cubicBezTo>
                <a:cubicBezTo>
                  <a:pt x="2989" y="1699"/>
                  <a:pt x="2987" y="1705"/>
                  <a:pt x="2986" y="1711"/>
                </a:cubicBezTo>
                <a:cubicBezTo>
                  <a:pt x="2970" y="1815"/>
                  <a:pt x="2945" y="1916"/>
                  <a:pt x="2908" y="2013"/>
                </a:cubicBezTo>
                <a:cubicBezTo>
                  <a:pt x="2815" y="2260"/>
                  <a:pt x="2667" y="2469"/>
                  <a:pt x="2465" y="2638"/>
                </a:cubicBezTo>
                <a:cubicBezTo>
                  <a:pt x="2270" y="2800"/>
                  <a:pt x="2048" y="2906"/>
                  <a:pt x="1799" y="2955"/>
                </a:cubicBezTo>
                <a:cubicBezTo>
                  <a:pt x="1758" y="2963"/>
                  <a:pt x="1716" y="2969"/>
                  <a:pt x="1675" y="2977"/>
                </a:cubicBezTo>
                <a:cubicBezTo>
                  <a:pt x="1564" y="2977"/>
                  <a:pt x="1454" y="2977"/>
                  <a:pt x="1343" y="2977"/>
                </a:cubicBezTo>
                <a:close/>
                <a:moveTo>
                  <a:pt x="1537" y="1139"/>
                </a:moveTo>
                <a:cubicBezTo>
                  <a:pt x="1679" y="996"/>
                  <a:pt x="1819" y="857"/>
                  <a:pt x="1958" y="718"/>
                </a:cubicBezTo>
                <a:cubicBezTo>
                  <a:pt x="1995" y="756"/>
                  <a:pt x="2033" y="794"/>
                  <a:pt x="2072" y="834"/>
                </a:cubicBezTo>
                <a:cubicBezTo>
                  <a:pt x="1962" y="944"/>
                  <a:pt x="1849" y="1057"/>
                  <a:pt x="1733" y="1173"/>
                </a:cubicBezTo>
                <a:cubicBezTo>
                  <a:pt x="1891" y="1173"/>
                  <a:pt x="2045" y="1173"/>
                  <a:pt x="2201" y="1173"/>
                </a:cubicBezTo>
                <a:cubicBezTo>
                  <a:pt x="2201" y="1226"/>
                  <a:pt x="2201" y="1278"/>
                  <a:pt x="2201" y="1331"/>
                </a:cubicBezTo>
                <a:cubicBezTo>
                  <a:pt x="2007" y="1331"/>
                  <a:pt x="1813" y="1331"/>
                  <a:pt x="1618" y="1331"/>
                </a:cubicBezTo>
                <a:cubicBezTo>
                  <a:pt x="1618" y="1439"/>
                  <a:pt x="1618" y="1543"/>
                  <a:pt x="1618" y="1651"/>
                </a:cubicBezTo>
                <a:cubicBezTo>
                  <a:pt x="1812" y="1651"/>
                  <a:pt x="2005" y="1651"/>
                  <a:pt x="2201" y="1651"/>
                </a:cubicBezTo>
                <a:cubicBezTo>
                  <a:pt x="2201" y="1705"/>
                  <a:pt x="2201" y="1756"/>
                  <a:pt x="2201" y="1810"/>
                </a:cubicBezTo>
                <a:cubicBezTo>
                  <a:pt x="2007" y="1810"/>
                  <a:pt x="1814" y="1810"/>
                  <a:pt x="1617" y="1810"/>
                </a:cubicBezTo>
                <a:cubicBezTo>
                  <a:pt x="1617" y="1988"/>
                  <a:pt x="1617" y="2165"/>
                  <a:pt x="1617" y="2343"/>
                </a:cubicBezTo>
                <a:cubicBezTo>
                  <a:pt x="1563" y="2343"/>
                  <a:pt x="1511" y="2343"/>
                  <a:pt x="1458" y="2343"/>
                </a:cubicBezTo>
                <a:cubicBezTo>
                  <a:pt x="1458" y="2165"/>
                  <a:pt x="1458" y="1990"/>
                  <a:pt x="1458" y="1811"/>
                </a:cubicBezTo>
                <a:cubicBezTo>
                  <a:pt x="1262" y="1811"/>
                  <a:pt x="1069" y="1811"/>
                  <a:pt x="874" y="1811"/>
                </a:cubicBezTo>
                <a:cubicBezTo>
                  <a:pt x="874" y="1758"/>
                  <a:pt x="874" y="1707"/>
                  <a:pt x="874" y="1653"/>
                </a:cubicBezTo>
                <a:cubicBezTo>
                  <a:pt x="1067" y="1653"/>
                  <a:pt x="1261" y="1653"/>
                  <a:pt x="1456" y="1653"/>
                </a:cubicBezTo>
                <a:cubicBezTo>
                  <a:pt x="1456" y="1545"/>
                  <a:pt x="1456" y="1441"/>
                  <a:pt x="1456" y="1333"/>
                </a:cubicBezTo>
                <a:cubicBezTo>
                  <a:pt x="1263" y="1333"/>
                  <a:pt x="1068" y="1333"/>
                  <a:pt x="873" y="1333"/>
                </a:cubicBezTo>
                <a:cubicBezTo>
                  <a:pt x="873" y="1279"/>
                  <a:pt x="873" y="1228"/>
                  <a:pt x="873" y="1174"/>
                </a:cubicBezTo>
                <a:cubicBezTo>
                  <a:pt x="1028" y="1174"/>
                  <a:pt x="1182" y="1174"/>
                  <a:pt x="1339" y="1174"/>
                </a:cubicBezTo>
                <a:cubicBezTo>
                  <a:pt x="1224" y="1058"/>
                  <a:pt x="1111" y="946"/>
                  <a:pt x="1000" y="834"/>
                </a:cubicBezTo>
                <a:cubicBezTo>
                  <a:pt x="1041" y="793"/>
                  <a:pt x="1078" y="756"/>
                  <a:pt x="1117" y="717"/>
                </a:cubicBezTo>
                <a:cubicBezTo>
                  <a:pt x="1256" y="856"/>
                  <a:pt x="1396" y="996"/>
                  <a:pt x="1537" y="1139"/>
                </a:cubicBezTo>
                <a:close/>
              </a:path>
            </a:pathLst>
          </a:custGeom>
          <a:solidFill>
            <a:srgbClr val="004E97"/>
          </a:solidFill>
          <a:ln>
            <a:noFill/>
          </a:ln>
          <a:effectLst/>
        </p:spPr>
        <p:txBody>
          <a:bodyPr wrap="none" anchor="ctr"/>
          <a:lstStyle/>
          <a:p>
            <a:endParaRPr lang="zh-CN" altLang="en-US" sz="2177"/>
          </a:p>
        </p:txBody>
      </p:sp>
      <p:sp>
        <p:nvSpPr>
          <p:cNvPr id="34" name="矩形 33">
            <a:extLst>
              <a:ext uri="{FF2B5EF4-FFF2-40B4-BE49-F238E27FC236}">
                <a16:creationId xmlns:a16="http://schemas.microsoft.com/office/drawing/2014/main" id="{EC263226-BFF5-EC4F-90DB-BDA84675FF85}"/>
              </a:ext>
            </a:extLst>
          </p:cNvPr>
          <p:cNvSpPr/>
          <p:nvPr/>
        </p:nvSpPr>
        <p:spPr>
          <a:xfrm>
            <a:off x="3915499" y="3881315"/>
            <a:ext cx="2232485" cy="847348"/>
          </a:xfrm>
          <a:prstGeom prst="rect">
            <a:avLst/>
          </a:prstGeom>
        </p:spPr>
        <p:txBody>
          <a:bodyPr wrap="square">
            <a:spAutoFit/>
          </a:bodyPr>
          <a:lstStyle/>
          <a:p>
            <a:pPr algn="ctr">
              <a:lnSpc>
                <a:spcPts val="1547"/>
              </a:lnSpc>
            </a:pPr>
            <a:r>
              <a:rPr lang="zh-CN" altLang="en-US" sz="1067" dirty="0">
                <a:solidFill>
                  <a:schemeClr val="bg1"/>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35" name="矩形 34">
            <a:extLst>
              <a:ext uri="{FF2B5EF4-FFF2-40B4-BE49-F238E27FC236}">
                <a16:creationId xmlns:a16="http://schemas.microsoft.com/office/drawing/2014/main" id="{30888107-5DA1-1641-9020-B9DF822B2D65}"/>
              </a:ext>
            </a:extLst>
          </p:cNvPr>
          <p:cNvSpPr/>
          <p:nvPr/>
        </p:nvSpPr>
        <p:spPr>
          <a:xfrm>
            <a:off x="6345170" y="3881315"/>
            <a:ext cx="2232485" cy="847348"/>
          </a:xfrm>
          <a:prstGeom prst="rect">
            <a:avLst/>
          </a:prstGeom>
        </p:spPr>
        <p:txBody>
          <a:bodyPr wrap="square">
            <a:spAutoFit/>
          </a:bodyPr>
          <a:lstStyle/>
          <a:p>
            <a:pPr algn="ctr">
              <a:lnSpc>
                <a:spcPts val="1547"/>
              </a:lnSpc>
            </a:pPr>
            <a:r>
              <a:rPr lang="zh-CN" altLang="en-US" sz="1067" dirty="0">
                <a:solidFill>
                  <a:schemeClr val="bg1"/>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36" name="矩形 35">
            <a:extLst>
              <a:ext uri="{FF2B5EF4-FFF2-40B4-BE49-F238E27FC236}">
                <a16:creationId xmlns:a16="http://schemas.microsoft.com/office/drawing/2014/main" id="{21438A98-4B6B-454F-894F-77DA48948EE6}"/>
              </a:ext>
            </a:extLst>
          </p:cNvPr>
          <p:cNvSpPr/>
          <p:nvPr/>
        </p:nvSpPr>
        <p:spPr>
          <a:xfrm>
            <a:off x="8837612" y="3881315"/>
            <a:ext cx="2232485" cy="847348"/>
          </a:xfrm>
          <a:prstGeom prst="rect">
            <a:avLst/>
          </a:prstGeom>
        </p:spPr>
        <p:txBody>
          <a:bodyPr wrap="square">
            <a:spAutoFit/>
          </a:bodyPr>
          <a:lstStyle/>
          <a:p>
            <a:pPr algn="ctr">
              <a:lnSpc>
                <a:spcPts val="1547"/>
              </a:lnSpc>
            </a:pPr>
            <a:r>
              <a:rPr lang="zh-CN" altLang="en-US" sz="1067" dirty="0">
                <a:solidFill>
                  <a:schemeClr val="bg1"/>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grpSp>
        <p:nvGrpSpPr>
          <p:cNvPr id="43" name="组合 42">
            <a:extLst>
              <a:ext uri="{FF2B5EF4-FFF2-40B4-BE49-F238E27FC236}">
                <a16:creationId xmlns:a16="http://schemas.microsoft.com/office/drawing/2014/main" id="{89E9EC18-905D-764F-BF5C-EC6742930EA9}"/>
              </a:ext>
            </a:extLst>
          </p:cNvPr>
          <p:cNvGrpSpPr/>
          <p:nvPr/>
        </p:nvGrpSpPr>
        <p:grpSpPr>
          <a:xfrm>
            <a:off x="-830385" y="475046"/>
            <a:ext cx="1660770" cy="167665"/>
            <a:chOff x="6429877" y="2075668"/>
            <a:chExt cx="1982046" cy="109699"/>
          </a:xfrm>
          <a:solidFill>
            <a:srgbClr val="004E98"/>
          </a:solidFill>
        </p:grpSpPr>
        <p:sp>
          <p:nvSpPr>
            <p:cNvPr id="44" name="矩形: 圆角 26">
              <a:extLst>
                <a:ext uri="{FF2B5EF4-FFF2-40B4-BE49-F238E27FC236}">
                  <a16:creationId xmlns:a16="http://schemas.microsoft.com/office/drawing/2014/main" id="{7182F05D-D901-7144-8472-C40CEFD8DDA3}"/>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45" name="矩形: 圆角 41">
              <a:extLst>
                <a:ext uri="{FF2B5EF4-FFF2-40B4-BE49-F238E27FC236}">
                  <a16:creationId xmlns:a16="http://schemas.microsoft.com/office/drawing/2014/main" id="{81BE1509-DD84-1A4D-81BE-4139DB730FAB}"/>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46" name="矩形: 圆角 42">
              <a:extLst>
                <a:ext uri="{FF2B5EF4-FFF2-40B4-BE49-F238E27FC236}">
                  <a16:creationId xmlns:a16="http://schemas.microsoft.com/office/drawing/2014/main" id="{BF5D3122-1853-324D-A6AB-BAF4595C5454}"/>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47" name="文本框 46">
            <a:extLst>
              <a:ext uri="{FF2B5EF4-FFF2-40B4-BE49-F238E27FC236}">
                <a16:creationId xmlns:a16="http://schemas.microsoft.com/office/drawing/2014/main" id="{DD5127AF-0C47-E145-B7AD-BAA1316F7707}"/>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48" name="图片 47">
            <a:extLst>
              <a:ext uri="{FF2B5EF4-FFF2-40B4-BE49-F238E27FC236}">
                <a16:creationId xmlns:a16="http://schemas.microsoft.com/office/drawing/2014/main" id="{3BADC1FF-3C8C-7943-BCD9-3D0B8FFA506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49" name="直线连接符 48">
            <a:extLst>
              <a:ext uri="{FF2B5EF4-FFF2-40B4-BE49-F238E27FC236}">
                <a16:creationId xmlns:a16="http://schemas.microsoft.com/office/drawing/2014/main" id="{FD085D46-D0A5-3543-966E-BED4E7B444A3}"/>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7CEDF64E-4E43-E045-A7BE-101CAD7220B8}"/>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1" name="文本框 50">
            <a:extLst>
              <a:ext uri="{FF2B5EF4-FFF2-40B4-BE49-F238E27FC236}">
                <a16:creationId xmlns:a16="http://schemas.microsoft.com/office/drawing/2014/main" id="{C1569C0A-65E4-4742-9836-E6810728A8B4}"/>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3941204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圆角 175">
            <a:extLst>
              <a:ext uri="{FF2B5EF4-FFF2-40B4-BE49-F238E27FC236}">
                <a16:creationId xmlns:a16="http://schemas.microsoft.com/office/drawing/2014/main" id="{2B44DCE2-AA54-1F46-88D0-CDF82AB492E4}"/>
              </a:ext>
            </a:extLst>
          </p:cNvPr>
          <p:cNvSpPr/>
          <p:nvPr/>
        </p:nvSpPr>
        <p:spPr>
          <a:xfrm flipH="1">
            <a:off x="10602103" y="3429000"/>
            <a:ext cx="2183983" cy="974921"/>
          </a:xfrm>
          <a:prstGeom prst="roundRect">
            <a:avLst/>
          </a:prstGeom>
          <a:gradFill flip="none" rotWithShape="1">
            <a:gsLst>
              <a:gs pos="24000">
                <a:srgbClr val="C3000F">
                  <a:alpha val="0"/>
                </a:srgbClr>
              </a:gs>
              <a:gs pos="65000">
                <a:srgbClr val="004E97"/>
              </a:gs>
              <a:gs pos="98000">
                <a:srgbClr val="004E97"/>
              </a:gs>
            </a:gsLst>
            <a:lin ang="0" scaled="1"/>
            <a:tileRect/>
          </a:gradFill>
          <a:ln w="12700" cap="flat" cmpd="sng" algn="ctr">
            <a:noFill/>
            <a:prstDash val="solid"/>
            <a:miter lim="800000"/>
          </a:ln>
          <a:effectLst/>
        </p:spPr>
        <p:txBody>
          <a:bodyPr rtlCol="0" anchor="ctr"/>
          <a:lstStyle/>
          <a:p>
            <a:pPr algn="ctr" defTabSz="1219170">
              <a:defRPr/>
            </a:pPr>
            <a:endParaRPr lang="zh-CN" altLang="en-US" kern="0">
              <a:solidFill>
                <a:prstClr val="white"/>
              </a:solidFill>
              <a:latin typeface="OPPOSans R"/>
              <a:ea typeface="OPPOSans R"/>
            </a:endParaRPr>
          </a:p>
        </p:txBody>
      </p:sp>
      <p:sp>
        <p:nvSpPr>
          <p:cNvPr id="29" name="矩形: 圆角 174">
            <a:extLst>
              <a:ext uri="{FF2B5EF4-FFF2-40B4-BE49-F238E27FC236}">
                <a16:creationId xmlns:a16="http://schemas.microsoft.com/office/drawing/2014/main" id="{FC59CC5D-ADE5-8649-8B54-6932B1657B66}"/>
              </a:ext>
            </a:extLst>
          </p:cNvPr>
          <p:cNvSpPr/>
          <p:nvPr/>
        </p:nvSpPr>
        <p:spPr>
          <a:xfrm>
            <a:off x="-550284" y="4459830"/>
            <a:ext cx="2183983" cy="974921"/>
          </a:xfrm>
          <a:prstGeom prst="roundRect">
            <a:avLst/>
          </a:prstGeom>
          <a:gradFill flip="none" rotWithShape="1">
            <a:gsLst>
              <a:gs pos="24000">
                <a:srgbClr val="C3000F">
                  <a:alpha val="0"/>
                </a:srgbClr>
              </a:gs>
              <a:gs pos="65000">
                <a:srgbClr val="004EAB"/>
              </a:gs>
              <a:gs pos="98000">
                <a:srgbClr val="004E97"/>
              </a:gs>
            </a:gsLst>
            <a:lin ang="0" scaled="1"/>
            <a:tileRect/>
          </a:gradFill>
          <a:ln w="12700" cap="flat" cmpd="sng" algn="ctr">
            <a:noFill/>
            <a:prstDash val="solid"/>
            <a:miter lim="800000"/>
          </a:ln>
          <a:effectLst/>
        </p:spPr>
        <p:txBody>
          <a:bodyPr rtlCol="0" anchor="ctr"/>
          <a:lstStyle/>
          <a:p>
            <a:pPr algn="ctr" defTabSz="1219170">
              <a:defRPr/>
            </a:pPr>
            <a:endParaRPr lang="zh-CN" altLang="en-US" kern="0">
              <a:solidFill>
                <a:prstClr val="white"/>
              </a:solidFill>
              <a:latin typeface="OPPOSans R"/>
              <a:ea typeface="OPPOSans R"/>
            </a:endParaRPr>
          </a:p>
        </p:txBody>
      </p:sp>
      <p:sp>
        <p:nvSpPr>
          <p:cNvPr id="30" name="任意多边形: 形状 133">
            <a:extLst>
              <a:ext uri="{FF2B5EF4-FFF2-40B4-BE49-F238E27FC236}">
                <a16:creationId xmlns:a16="http://schemas.microsoft.com/office/drawing/2014/main" id="{38B043A1-6256-874E-8ACF-35EDAA7ACF80}"/>
              </a:ext>
            </a:extLst>
          </p:cNvPr>
          <p:cNvSpPr/>
          <p:nvPr/>
        </p:nvSpPr>
        <p:spPr>
          <a:xfrm>
            <a:off x="756181" y="2635234"/>
            <a:ext cx="2416504" cy="3025140"/>
          </a:xfrm>
          <a:custGeom>
            <a:avLst/>
            <a:gdLst>
              <a:gd name="connsiteX0" fmla="*/ 113189 w 2416504"/>
              <a:gd name="connsiteY0" fmla="*/ 0 h 2874009"/>
              <a:gd name="connsiteX1" fmla="*/ 258846 w 2416504"/>
              <a:gd name="connsiteY1" fmla="*/ 0 h 2874009"/>
              <a:gd name="connsiteX2" fmla="*/ 1171144 w 2416504"/>
              <a:gd name="connsiteY2" fmla="*/ 912298 h 2874009"/>
              <a:gd name="connsiteX3" fmla="*/ 2083442 w 2416504"/>
              <a:gd name="connsiteY3" fmla="*/ 0 h 2874009"/>
              <a:gd name="connsiteX4" fmla="*/ 2303315 w 2416504"/>
              <a:gd name="connsiteY4" fmla="*/ 0 h 2874009"/>
              <a:gd name="connsiteX5" fmla="*/ 2416504 w 2416504"/>
              <a:gd name="connsiteY5" fmla="*/ 113189 h 2874009"/>
              <a:gd name="connsiteX6" fmla="*/ 2416504 w 2416504"/>
              <a:gd name="connsiteY6" fmla="*/ 2760820 h 2874009"/>
              <a:gd name="connsiteX7" fmla="*/ 2303315 w 2416504"/>
              <a:gd name="connsiteY7" fmla="*/ 2874009 h 2874009"/>
              <a:gd name="connsiteX8" fmla="*/ 113189 w 2416504"/>
              <a:gd name="connsiteY8" fmla="*/ 2874009 h 2874009"/>
              <a:gd name="connsiteX9" fmla="*/ 0 w 2416504"/>
              <a:gd name="connsiteY9" fmla="*/ 2760820 h 2874009"/>
              <a:gd name="connsiteX10" fmla="*/ 0 w 2416504"/>
              <a:gd name="connsiteY10" fmla="*/ 113189 h 2874009"/>
              <a:gd name="connsiteX11" fmla="*/ 113189 w 2416504"/>
              <a:gd name="connsiteY11" fmla="*/ 0 h 287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16504" h="2874009">
                <a:moveTo>
                  <a:pt x="113189" y="0"/>
                </a:moveTo>
                <a:lnTo>
                  <a:pt x="258846" y="0"/>
                </a:lnTo>
                <a:cubicBezTo>
                  <a:pt x="258846" y="503848"/>
                  <a:pt x="667296" y="912298"/>
                  <a:pt x="1171144" y="912298"/>
                </a:cubicBezTo>
                <a:cubicBezTo>
                  <a:pt x="1674992" y="912298"/>
                  <a:pt x="2083442" y="503848"/>
                  <a:pt x="2083442" y="0"/>
                </a:cubicBezTo>
                <a:lnTo>
                  <a:pt x="2303315" y="0"/>
                </a:lnTo>
                <a:cubicBezTo>
                  <a:pt x="2365828" y="0"/>
                  <a:pt x="2416504" y="50676"/>
                  <a:pt x="2416504" y="113189"/>
                </a:cubicBezTo>
                <a:lnTo>
                  <a:pt x="2416504" y="2760820"/>
                </a:lnTo>
                <a:cubicBezTo>
                  <a:pt x="2416504" y="2823333"/>
                  <a:pt x="2365828" y="2874009"/>
                  <a:pt x="2303315" y="2874009"/>
                </a:cubicBezTo>
                <a:lnTo>
                  <a:pt x="113189" y="2874009"/>
                </a:lnTo>
                <a:cubicBezTo>
                  <a:pt x="50676" y="2874009"/>
                  <a:pt x="0" y="2823333"/>
                  <a:pt x="0" y="2760820"/>
                </a:cubicBezTo>
                <a:lnTo>
                  <a:pt x="0" y="113189"/>
                </a:lnTo>
                <a:cubicBezTo>
                  <a:pt x="0" y="50676"/>
                  <a:pt x="50676" y="0"/>
                  <a:pt x="113189" y="0"/>
                </a:cubicBezTo>
                <a:close/>
              </a:path>
            </a:pathLst>
          </a:custGeom>
          <a:solidFill>
            <a:sysClr val="window" lastClr="FFFFFF"/>
          </a:solidFill>
          <a:ln w="12700" cap="flat" cmpd="sng" algn="ctr">
            <a:noFill/>
            <a:prstDash val="solid"/>
            <a:miter lim="800000"/>
          </a:ln>
          <a:effectLst>
            <a:outerShdw blurRad="76200" sx="101000" sy="101000" algn="ctr" rotWithShape="0">
              <a:srgbClr val="004E97">
                <a:alpha val="18000"/>
              </a:srgbClr>
            </a:outerShdw>
          </a:effectLst>
        </p:spPr>
        <p:txBody>
          <a:bodyPr rtlCol="0" anchor="ctr"/>
          <a:lstStyle/>
          <a:p>
            <a:pPr algn="ctr" defTabSz="1219170">
              <a:defRPr/>
            </a:pPr>
            <a:endParaRPr lang="zh-CN" altLang="en-US" kern="0" dirty="0">
              <a:solidFill>
                <a:prstClr val="white"/>
              </a:solidFill>
              <a:latin typeface="OPPOSans R" panose="00020600040101010101" pitchFamily="18" charset="-122"/>
              <a:ea typeface="微软雅黑 Light"/>
            </a:endParaRPr>
          </a:p>
        </p:txBody>
      </p:sp>
      <p:sp>
        <p:nvSpPr>
          <p:cNvPr id="31" name="矩形: 圆角 134">
            <a:extLst>
              <a:ext uri="{FF2B5EF4-FFF2-40B4-BE49-F238E27FC236}">
                <a16:creationId xmlns:a16="http://schemas.microsoft.com/office/drawing/2014/main" id="{52DD02AF-E9CC-AF46-83C5-CF71DBD8BB8B}"/>
              </a:ext>
            </a:extLst>
          </p:cNvPr>
          <p:cNvSpPr/>
          <p:nvPr/>
        </p:nvSpPr>
        <p:spPr>
          <a:xfrm>
            <a:off x="1448859" y="4296161"/>
            <a:ext cx="1031152" cy="142292"/>
          </a:xfrm>
          <a:prstGeom prst="roundRect">
            <a:avLst>
              <a:gd name="adj" fmla="val 50000"/>
            </a:avLst>
          </a:prstGeom>
          <a:solidFill>
            <a:srgbClr val="004E98">
              <a:alpha val="9000"/>
            </a:srgbClr>
          </a:solidFill>
          <a:ln w="12700" cap="flat" cmpd="sng" algn="ctr">
            <a:noFill/>
            <a:prstDash val="solid"/>
            <a:miter lim="800000"/>
          </a:ln>
          <a:effectLst/>
        </p:spPr>
        <p:txBody>
          <a:bodyPr rtlCol="0" anchor="ctr"/>
          <a:lstStyle/>
          <a:p>
            <a:pPr algn="ctr" defTabSz="1219170">
              <a:defRPr/>
            </a:pPr>
            <a:endParaRPr lang="zh-CN" altLang="en-US" kern="0">
              <a:solidFill>
                <a:prstClr val="white"/>
              </a:solidFill>
              <a:latin typeface="OPPOSans R"/>
              <a:ea typeface="OPPOSans R"/>
            </a:endParaRPr>
          </a:p>
        </p:txBody>
      </p:sp>
      <p:sp>
        <p:nvSpPr>
          <p:cNvPr id="34" name="任意多边形: 形状 150">
            <a:extLst>
              <a:ext uri="{FF2B5EF4-FFF2-40B4-BE49-F238E27FC236}">
                <a16:creationId xmlns:a16="http://schemas.microsoft.com/office/drawing/2014/main" id="{98BED8F9-40CB-DE4A-A998-116BFC16A747}"/>
              </a:ext>
            </a:extLst>
          </p:cNvPr>
          <p:cNvSpPr/>
          <p:nvPr/>
        </p:nvSpPr>
        <p:spPr>
          <a:xfrm>
            <a:off x="3510559" y="2635234"/>
            <a:ext cx="2416504" cy="3025140"/>
          </a:xfrm>
          <a:custGeom>
            <a:avLst/>
            <a:gdLst>
              <a:gd name="connsiteX0" fmla="*/ 113189 w 2416504"/>
              <a:gd name="connsiteY0" fmla="*/ 0 h 2874009"/>
              <a:gd name="connsiteX1" fmla="*/ 258846 w 2416504"/>
              <a:gd name="connsiteY1" fmla="*/ 0 h 2874009"/>
              <a:gd name="connsiteX2" fmla="*/ 1171144 w 2416504"/>
              <a:gd name="connsiteY2" fmla="*/ 912298 h 2874009"/>
              <a:gd name="connsiteX3" fmla="*/ 2083442 w 2416504"/>
              <a:gd name="connsiteY3" fmla="*/ 0 h 2874009"/>
              <a:gd name="connsiteX4" fmla="*/ 2303315 w 2416504"/>
              <a:gd name="connsiteY4" fmla="*/ 0 h 2874009"/>
              <a:gd name="connsiteX5" fmla="*/ 2416504 w 2416504"/>
              <a:gd name="connsiteY5" fmla="*/ 113189 h 2874009"/>
              <a:gd name="connsiteX6" fmla="*/ 2416504 w 2416504"/>
              <a:gd name="connsiteY6" fmla="*/ 2760820 h 2874009"/>
              <a:gd name="connsiteX7" fmla="*/ 2303315 w 2416504"/>
              <a:gd name="connsiteY7" fmla="*/ 2874009 h 2874009"/>
              <a:gd name="connsiteX8" fmla="*/ 113189 w 2416504"/>
              <a:gd name="connsiteY8" fmla="*/ 2874009 h 2874009"/>
              <a:gd name="connsiteX9" fmla="*/ 0 w 2416504"/>
              <a:gd name="connsiteY9" fmla="*/ 2760820 h 2874009"/>
              <a:gd name="connsiteX10" fmla="*/ 0 w 2416504"/>
              <a:gd name="connsiteY10" fmla="*/ 113189 h 2874009"/>
              <a:gd name="connsiteX11" fmla="*/ 113189 w 2416504"/>
              <a:gd name="connsiteY11" fmla="*/ 0 h 287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16504" h="2874009">
                <a:moveTo>
                  <a:pt x="113189" y="0"/>
                </a:moveTo>
                <a:lnTo>
                  <a:pt x="258846" y="0"/>
                </a:lnTo>
                <a:cubicBezTo>
                  <a:pt x="258846" y="503848"/>
                  <a:pt x="667296" y="912298"/>
                  <a:pt x="1171144" y="912298"/>
                </a:cubicBezTo>
                <a:cubicBezTo>
                  <a:pt x="1674992" y="912298"/>
                  <a:pt x="2083442" y="503848"/>
                  <a:pt x="2083442" y="0"/>
                </a:cubicBezTo>
                <a:lnTo>
                  <a:pt x="2303315" y="0"/>
                </a:lnTo>
                <a:cubicBezTo>
                  <a:pt x="2365828" y="0"/>
                  <a:pt x="2416504" y="50676"/>
                  <a:pt x="2416504" y="113189"/>
                </a:cubicBezTo>
                <a:lnTo>
                  <a:pt x="2416504" y="2760820"/>
                </a:lnTo>
                <a:cubicBezTo>
                  <a:pt x="2416504" y="2823333"/>
                  <a:pt x="2365828" y="2874009"/>
                  <a:pt x="2303315" y="2874009"/>
                </a:cubicBezTo>
                <a:lnTo>
                  <a:pt x="113189" y="2874009"/>
                </a:lnTo>
                <a:cubicBezTo>
                  <a:pt x="50676" y="2874009"/>
                  <a:pt x="0" y="2823333"/>
                  <a:pt x="0" y="2760820"/>
                </a:cubicBezTo>
                <a:lnTo>
                  <a:pt x="0" y="113189"/>
                </a:lnTo>
                <a:cubicBezTo>
                  <a:pt x="0" y="50676"/>
                  <a:pt x="50676" y="0"/>
                  <a:pt x="113189" y="0"/>
                </a:cubicBezTo>
                <a:close/>
              </a:path>
            </a:pathLst>
          </a:custGeom>
          <a:solidFill>
            <a:sysClr val="window" lastClr="FFFFFF"/>
          </a:solidFill>
          <a:ln w="12700" cap="flat" cmpd="sng" algn="ctr">
            <a:noFill/>
            <a:prstDash val="solid"/>
            <a:miter lim="800000"/>
          </a:ln>
          <a:effectLst>
            <a:outerShdw blurRad="76200" sx="101000" sy="101000" algn="ctr" rotWithShape="0">
              <a:srgbClr val="004E97">
                <a:alpha val="18000"/>
              </a:srgbClr>
            </a:outerShdw>
          </a:effectLst>
        </p:spPr>
        <p:txBody>
          <a:bodyPr rtlCol="0" anchor="ctr"/>
          <a:lstStyle/>
          <a:p>
            <a:pPr algn="ctr" defTabSz="1219170">
              <a:defRPr/>
            </a:pPr>
            <a:endParaRPr lang="zh-CN" altLang="en-US" kern="0" dirty="0">
              <a:solidFill>
                <a:prstClr val="white"/>
              </a:solidFill>
              <a:latin typeface="OPPOSans R" panose="00020600040101010101" pitchFamily="18" charset="-122"/>
              <a:ea typeface="微软雅黑 Light"/>
            </a:endParaRPr>
          </a:p>
        </p:txBody>
      </p:sp>
      <p:sp>
        <p:nvSpPr>
          <p:cNvPr id="35" name="矩形: 圆角 153">
            <a:extLst>
              <a:ext uri="{FF2B5EF4-FFF2-40B4-BE49-F238E27FC236}">
                <a16:creationId xmlns:a16="http://schemas.microsoft.com/office/drawing/2014/main" id="{0A3F8F37-E9EE-F748-BC0B-23A79FF8933C}"/>
              </a:ext>
            </a:extLst>
          </p:cNvPr>
          <p:cNvSpPr/>
          <p:nvPr/>
        </p:nvSpPr>
        <p:spPr>
          <a:xfrm>
            <a:off x="4203236" y="4296161"/>
            <a:ext cx="1031152" cy="142292"/>
          </a:xfrm>
          <a:prstGeom prst="roundRect">
            <a:avLst>
              <a:gd name="adj" fmla="val 50000"/>
            </a:avLst>
          </a:prstGeom>
          <a:solidFill>
            <a:srgbClr val="004E98">
              <a:alpha val="9000"/>
            </a:srgbClr>
          </a:solidFill>
          <a:ln w="12700" cap="flat" cmpd="sng" algn="ctr">
            <a:noFill/>
            <a:prstDash val="solid"/>
            <a:miter lim="800000"/>
          </a:ln>
          <a:effectLst/>
        </p:spPr>
        <p:txBody>
          <a:bodyPr rtlCol="0" anchor="ctr"/>
          <a:lstStyle/>
          <a:p>
            <a:pPr algn="ctr" defTabSz="1219170">
              <a:defRPr/>
            </a:pPr>
            <a:endParaRPr lang="zh-CN" altLang="en-US" kern="0">
              <a:solidFill>
                <a:prstClr val="white"/>
              </a:solidFill>
              <a:latin typeface="OPPOSans R"/>
              <a:ea typeface="OPPOSans R"/>
            </a:endParaRPr>
          </a:p>
        </p:txBody>
      </p:sp>
      <p:sp>
        <p:nvSpPr>
          <p:cNvPr id="38" name="任意多边形: 形状 157">
            <a:extLst>
              <a:ext uri="{FF2B5EF4-FFF2-40B4-BE49-F238E27FC236}">
                <a16:creationId xmlns:a16="http://schemas.microsoft.com/office/drawing/2014/main" id="{136B7EE3-C6D1-F249-BDBF-CCEB6A1EE8A6}"/>
              </a:ext>
            </a:extLst>
          </p:cNvPr>
          <p:cNvSpPr/>
          <p:nvPr/>
        </p:nvSpPr>
        <p:spPr>
          <a:xfrm>
            <a:off x="6264937" y="2635234"/>
            <a:ext cx="2416504" cy="3025140"/>
          </a:xfrm>
          <a:custGeom>
            <a:avLst/>
            <a:gdLst>
              <a:gd name="connsiteX0" fmla="*/ 113189 w 2416504"/>
              <a:gd name="connsiteY0" fmla="*/ 0 h 2874009"/>
              <a:gd name="connsiteX1" fmla="*/ 258846 w 2416504"/>
              <a:gd name="connsiteY1" fmla="*/ 0 h 2874009"/>
              <a:gd name="connsiteX2" fmla="*/ 1171144 w 2416504"/>
              <a:gd name="connsiteY2" fmla="*/ 912298 h 2874009"/>
              <a:gd name="connsiteX3" fmla="*/ 2083442 w 2416504"/>
              <a:gd name="connsiteY3" fmla="*/ 0 h 2874009"/>
              <a:gd name="connsiteX4" fmla="*/ 2303315 w 2416504"/>
              <a:gd name="connsiteY4" fmla="*/ 0 h 2874009"/>
              <a:gd name="connsiteX5" fmla="*/ 2416504 w 2416504"/>
              <a:gd name="connsiteY5" fmla="*/ 113189 h 2874009"/>
              <a:gd name="connsiteX6" fmla="*/ 2416504 w 2416504"/>
              <a:gd name="connsiteY6" fmla="*/ 2760820 h 2874009"/>
              <a:gd name="connsiteX7" fmla="*/ 2303315 w 2416504"/>
              <a:gd name="connsiteY7" fmla="*/ 2874009 h 2874009"/>
              <a:gd name="connsiteX8" fmla="*/ 113189 w 2416504"/>
              <a:gd name="connsiteY8" fmla="*/ 2874009 h 2874009"/>
              <a:gd name="connsiteX9" fmla="*/ 0 w 2416504"/>
              <a:gd name="connsiteY9" fmla="*/ 2760820 h 2874009"/>
              <a:gd name="connsiteX10" fmla="*/ 0 w 2416504"/>
              <a:gd name="connsiteY10" fmla="*/ 113189 h 2874009"/>
              <a:gd name="connsiteX11" fmla="*/ 113189 w 2416504"/>
              <a:gd name="connsiteY11" fmla="*/ 0 h 287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16504" h="2874009">
                <a:moveTo>
                  <a:pt x="113189" y="0"/>
                </a:moveTo>
                <a:lnTo>
                  <a:pt x="258846" y="0"/>
                </a:lnTo>
                <a:cubicBezTo>
                  <a:pt x="258846" y="503848"/>
                  <a:pt x="667296" y="912298"/>
                  <a:pt x="1171144" y="912298"/>
                </a:cubicBezTo>
                <a:cubicBezTo>
                  <a:pt x="1674992" y="912298"/>
                  <a:pt x="2083442" y="503848"/>
                  <a:pt x="2083442" y="0"/>
                </a:cubicBezTo>
                <a:lnTo>
                  <a:pt x="2303315" y="0"/>
                </a:lnTo>
                <a:cubicBezTo>
                  <a:pt x="2365828" y="0"/>
                  <a:pt x="2416504" y="50676"/>
                  <a:pt x="2416504" y="113189"/>
                </a:cubicBezTo>
                <a:lnTo>
                  <a:pt x="2416504" y="2760820"/>
                </a:lnTo>
                <a:cubicBezTo>
                  <a:pt x="2416504" y="2823333"/>
                  <a:pt x="2365828" y="2874009"/>
                  <a:pt x="2303315" y="2874009"/>
                </a:cubicBezTo>
                <a:lnTo>
                  <a:pt x="113189" y="2874009"/>
                </a:lnTo>
                <a:cubicBezTo>
                  <a:pt x="50676" y="2874009"/>
                  <a:pt x="0" y="2823333"/>
                  <a:pt x="0" y="2760820"/>
                </a:cubicBezTo>
                <a:lnTo>
                  <a:pt x="0" y="113189"/>
                </a:lnTo>
                <a:cubicBezTo>
                  <a:pt x="0" y="50676"/>
                  <a:pt x="50676" y="0"/>
                  <a:pt x="113189" y="0"/>
                </a:cubicBezTo>
                <a:close/>
              </a:path>
            </a:pathLst>
          </a:custGeom>
          <a:solidFill>
            <a:sysClr val="window" lastClr="FFFFFF"/>
          </a:solidFill>
          <a:ln w="12700" cap="flat" cmpd="sng" algn="ctr">
            <a:noFill/>
            <a:prstDash val="solid"/>
            <a:miter lim="800000"/>
          </a:ln>
          <a:effectLst>
            <a:outerShdw blurRad="76200" sx="101000" sy="101000" algn="ctr" rotWithShape="0">
              <a:srgbClr val="004E97">
                <a:alpha val="18000"/>
              </a:srgbClr>
            </a:outerShdw>
          </a:effectLst>
        </p:spPr>
        <p:txBody>
          <a:bodyPr rtlCol="0" anchor="ctr"/>
          <a:lstStyle/>
          <a:p>
            <a:pPr algn="ctr" defTabSz="1219170">
              <a:defRPr/>
            </a:pPr>
            <a:endParaRPr lang="zh-CN" altLang="en-US" kern="0" dirty="0">
              <a:solidFill>
                <a:prstClr val="white"/>
              </a:solidFill>
              <a:latin typeface="OPPOSans R" panose="00020600040101010101" pitchFamily="18" charset="-122"/>
              <a:ea typeface="微软雅黑 Light"/>
            </a:endParaRPr>
          </a:p>
        </p:txBody>
      </p:sp>
      <p:sp>
        <p:nvSpPr>
          <p:cNvPr id="39" name="矩形: 圆角 160">
            <a:extLst>
              <a:ext uri="{FF2B5EF4-FFF2-40B4-BE49-F238E27FC236}">
                <a16:creationId xmlns:a16="http://schemas.microsoft.com/office/drawing/2014/main" id="{19D9B82D-92A0-314A-B7A2-DB73652E2964}"/>
              </a:ext>
            </a:extLst>
          </p:cNvPr>
          <p:cNvSpPr/>
          <p:nvPr/>
        </p:nvSpPr>
        <p:spPr>
          <a:xfrm>
            <a:off x="6957615" y="4296161"/>
            <a:ext cx="1031152" cy="142292"/>
          </a:xfrm>
          <a:prstGeom prst="roundRect">
            <a:avLst>
              <a:gd name="adj" fmla="val 50000"/>
            </a:avLst>
          </a:prstGeom>
          <a:solidFill>
            <a:srgbClr val="004E98">
              <a:alpha val="9000"/>
            </a:srgbClr>
          </a:solidFill>
          <a:ln w="12700" cap="flat" cmpd="sng" algn="ctr">
            <a:noFill/>
            <a:prstDash val="solid"/>
            <a:miter lim="800000"/>
          </a:ln>
          <a:effectLst/>
        </p:spPr>
        <p:txBody>
          <a:bodyPr rtlCol="0" anchor="ctr"/>
          <a:lstStyle/>
          <a:p>
            <a:pPr algn="ctr" defTabSz="1219170">
              <a:defRPr/>
            </a:pPr>
            <a:endParaRPr lang="zh-CN" altLang="en-US" kern="0">
              <a:solidFill>
                <a:prstClr val="white"/>
              </a:solidFill>
              <a:latin typeface="OPPOSans R"/>
              <a:ea typeface="OPPOSans R"/>
            </a:endParaRPr>
          </a:p>
        </p:txBody>
      </p:sp>
      <p:sp>
        <p:nvSpPr>
          <p:cNvPr id="42" name="任意多边形: 形状 164">
            <a:extLst>
              <a:ext uri="{FF2B5EF4-FFF2-40B4-BE49-F238E27FC236}">
                <a16:creationId xmlns:a16="http://schemas.microsoft.com/office/drawing/2014/main" id="{61C8D32A-22A3-A947-9EAF-ACA416A3E368}"/>
              </a:ext>
            </a:extLst>
          </p:cNvPr>
          <p:cNvSpPr/>
          <p:nvPr/>
        </p:nvSpPr>
        <p:spPr>
          <a:xfrm>
            <a:off x="9019315" y="2635234"/>
            <a:ext cx="2416504" cy="3025140"/>
          </a:xfrm>
          <a:custGeom>
            <a:avLst/>
            <a:gdLst>
              <a:gd name="connsiteX0" fmla="*/ 113189 w 2416504"/>
              <a:gd name="connsiteY0" fmla="*/ 0 h 2874009"/>
              <a:gd name="connsiteX1" fmla="*/ 258846 w 2416504"/>
              <a:gd name="connsiteY1" fmla="*/ 0 h 2874009"/>
              <a:gd name="connsiteX2" fmla="*/ 1171144 w 2416504"/>
              <a:gd name="connsiteY2" fmla="*/ 912298 h 2874009"/>
              <a:gd name="connsiteX3" fmla="*/ 2083442 w 2416504"/>
              <a:gd name="connsiteY3" fmla="*/ 0 h 2874009"/>
              <a:gd name="connsiteX4" fmla="*/ 2303315 w 2416504"/>
              <a:gd name="connsiteY4" fmla="*/ 0 h 2874009"/>
              <a:gd name="connsiteX5" fmla="*/ 2416504 w 2416504"/>
              <a:gd name="connsiteY5" fmla="*/ 113189 h 2874009"/>
              <a:gd name="connsiteX6" fmla="*/ 2416504 w 2416504"/>
              <a:gd name="connsiteY6" fmla="*/ 2760820 h 2874009"/>
              <a:gd name="connsiteX7" fmla="*/ 2303315 w 2416504"/>
              <a:gd name="connsiteY7" fmla="*/ 2874009 h 2874009"/>
              <a:gd name="connsiteX8" fmla="*/ 113189 w 2416504"/>
              <a:gd name="connsiteY8" fmla="*/ 2874009 h 2874009"/>
              <a:gd name="connsiteX9" fmla="*/ 0 w 2416504"/>
              <a:gd name="connsiteY9" fmla="*/ 2760820 h 2874009"/>
              <a:gd name="connsiteX10" fmla="*/ 0 w 2416504"/>
              <a:gd name="connsiteY10" fmla="*/ 113189 h 2874009"/>
              <a:gd name="connsiteX11" fmla="*/ 113189 w 2416504"/>
              <a:gd name="connsiteY11" fmla="*/ 0 h 287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16504" h="2874009">
                <a:moveTo>
                  <a:pt x="113189" y="0"/>
                </a:moveTo>
                <a:lnTo>
                  <a:pt x="258846" y="0"/>
                </a:lnTo>
                <a:cubicBezTo>
                  <a:pt x="258846" y="503848"/>
                  <a:pt x="667296" y="912298"/>
                  <a:pt x="1171144" y="912298"/>
                </a:cubicBezTo>
                <a:cubicBezTo>
                  <a:pt x="1674992" y="912298"/>
                  <a:pt x="2083442" y="503848"/>
                  <a:pt x="2083442" y="0"/>
                </a:cubicBezTo>
                <a:lnTo>
                  <a:pt x="2303315" y="0"/>
                </a:lnTo>
                <a:cubicBezTo>
                  <a:pt x="2365828" y="0"/>
                  <a:pt x="2416504" y="50676"/>
                  <a:pt x="2416504" y="113189"/>
                </a:cubicBezTo>
                <a:lnTo>
                  <a:pt x="2416504" y="2760820"/>
                </a:lnTo>
                <a:cubicBezTo>
                  <a:pt x="2416504" y="2823333"/>
                  <a:pt x="2365828" y="2874009"/>
                  <a:pt x="2303315" y="2874009"/>
                </a:cubicBezTo>
                <a:lnTo>
                  <a:pt x="113189" y="2874009"/>
                </a:lnTo>
                <a:cubicBezTo>
                  <a:pt x="50676" y="2874009"/>
                  <a:pt x="0" y="2823333"/>
                  <a:pt x="0" y="2760820"/>
                </a:cubicBezTo>
                <a:lnTo>
                  <a:pt x="0" y="113189"/>
                </a:lnTo>
                <a:cubicBezTo>
                  <a:pt x="0" y="50676"/>
                  <a:pt x="50676" y="0"/>
                  <a:pt x="113189" y="0"/>
                </a:cubicBezTo>
                <a:close/>
              </a:path>
            </a:pathLst>
          </a:custGeom>
          <a:solidFill>
            <a:sysClr val="window" lastClr="FFFFFF"/>
          </a:solidFill>
          <a:ln w="12700" cap="flat" cmpd="sng" algn="ctr">
            <a:noFill/>
            <a:prstDash val="solid"/>
            <a:miter lim="800000"/>
          </a:ln>
          <a:effectLst>
            <a:outerShdw blurRad="76200" sx="101000" sy="101000" algn="ctr" rotWithShape="0">
              <a:srgbClr val="004E97">
                <a:alpha val="18000"/>
              </a:srgbClr>
            </a:outerShdw>
          </a:effectLst>
        </p:spPr>
        <p:txBody>
          <a:bodyPr rtlCol="0" anchor="ctr"/>
          <a:lstStyle/>
          <a:p>
            <a:pPr algn="ctr" defTabSz="1219170">
              <a:defRPr/>
            </a:pPr>
            <a:endParaRPr lang="zh-CN" altLang="en-US" kern="0" dirty="0">
              <a:solidFill>
                <a:prstClr val="white"/>
              </a:solidFill>
              <a:latin typeface="OPPOSans R" panose="00020600040101010101" pitchFamily="18" charset="-122"/>
              <a:ea typeface="微软雅黑 Light"/>
            </a:endParaRPr>
          </a:p>
        </p:txBody>
      </p:sp>
      <p:sp>
        <p:nvSpPr>
          <p:cNvPr id="43" name="矩形: 圆角 167">
            <a:extLst>
              <a:ext uri="{FF2B5EF4-FFF2-40B4-BE49-F238E27FC236}">
                <a16:creationId xmlns:a16="http://schemas.microsoft.com/office/drawing/2014/main" id="{0DE03B54-4579-5A40-BAFA-25F2BB6C3DF4}"/>
              </a:ext>
            </a:extLst>
          </p:cNvPr>
          <p:cNvSpPr/>
          <p:nvPr/>
        </p:nvSpPr>
        <p:spPr>
          <a:xfrm>
            <a:off x="9711992" y="4296161"/>
            <a:ext cx="1031152" cy="142292"/>
          </a:xfrm>
          <a:prstGeom prst="roundRect">
            <a:avLst>
              <a:gd name="adj" fmla="val 50000"/>
            </a:avLst>
          </a:prstGeom>
          <a:solidFill>
            <a:srgbClr val="004E98">
              <a:alpha val="9000"/>
            </a:srgbClr>
          </a:solidFill>
          <a:ln w="12700" cap="flat" cmpd="sng" algn="ctr">
            <a:noFill/>
            <a:prstDash val="solid"/>
            <a:miter lim="800000"/>
          </a:ln>
          <a:effectLst/>
        </p:spPr>
        <p:txBody>
          <a:bodyPr rtlCol="0" anchor="ctr"/>
          <a:lstStyle/>
          <a:p>
            <a:pPr algn="ctr" defTabSz="1219170">
              <a:defRPr/>
            </a:pPr>
            <a:endParaRPr lang="zh-CN" altLang="en-US" kern="0">
              <a:solidFill>
                <a:prstClr val="white"/>
              </a:solidFill>
              <a:latin typeface="OPPOSans R"/>
              <a:ea typeface="OPPOSans R"/>
            </a:endParaRPr>
          </a:p>
        </p:txBody>
      </p:sp>
      <p:sp>
        <p:nvSpPr>
          <p:cNvPr id="50" name="任意多边形: 形状 177">
            <a:extLst>
              <a:ext uri="{FF2B5EF4-FFF2-40B4-BE49-F238E27FC236}">
                <a16:creationId xmlns:a16="http://schemas.microsoft.com/office/drawing/2014/main" id="{845A55D2-4DB4-124A-85E6-2AD5CCBB31E9}"/>
              </a:ext>
            </a:extLst>
          </p:cNvPr>
          <p:cNvSpPr/>
          <p:nvPr/>
        </p:nvSpPr>
        <p:spPr>
          <a:xfrm>
            <a:off x="767453" y="5580477"/>
            <a:ext cx="2405232" cy="89755"/>
          </a:xfrm>
          <a:custGeom>
            <a:avLst/>
            <a:gdLst>
              <a:gd name="connsiteX0" fmla="*/ 0 w 2405232"/>
              <a:gd name="connsiteY0" fmla="*/ 0 h 89755"/>
              <a:gd name="connsiteX1" fmla="*/ 2405232 w 2405232"/>
              <a:gd name="connsiteY1" fmla="*/ 0 h 89755"/>
              <a:gd name="connsiteX2" fmla="*/ 2401973 w 2405232"/>
              <a:gd name="connsiteY2" fmla="*/ 16989 h 89755"/>
              <a:gd name="connsiteX3" fmla="*/ 2297679 w 2405232"/>
              <a:gd name="connsiteY3" fmla="*/ 89755 h 89755"/>
              <a:gd name="connsiteX4" fmla="*/ 107553 w 2405232"/>
              <a:gd name="connsiteY4" fmla="*/ 89755 h 89755"/>
              <a:gd name="connsiteX5" fmla="*/ 3259 w 2405232"/>
              <a:gd name="connsiteY5" fmla="*/ 16989 h 89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5232" h="89755">
                <a:moveTo>
                  <a:pt x="0" y="0"/>
                </a:moveTo>
                <a:lnTo>
                  <a:pt x="2405232" y="0"/>
                </a:lnTo>
                <a:lnTo>
                  <a:pt x="2401973" y="16989"/>
                </a:lnTo>
                <a:cubicBezTo>
                  <a:pt x="2384790" y="59751"/>
                  <a:pt x="2344564" y="89755"/>
                  <a:pt x="2297679" y="89755"/>
                </a:cubicBezTo>
                <a:lnTo>
                  <a:pt x="107553" y="89755"/>
                </a:lnTo>
                <a:cubicBezTo>
                  <a:pt x="60668" y="89755"/>
                  <a:pt x="20442" y="59751"/>
                  <a:pt x="3259" y="16989"/>
                </a:cubicBezTo>
                <a:close/>
              </a:path>
            </a:pathLst>
          </a:custGeom>
          <a:solidFill>
            <a:srgbClr val="004E97"/>
          </a:solidFill>
          <a:ln w="12700" cap="flat" cmpd="sng" algn="ctr">
            <a:noFill/>
            <a:prstDash val="solid"/>
            <a:miter lim="800000"/>
          </a:ln>
          <a:effectLst/>
        </p:spPr>
        <p:txBody>
          <a:bodyPr wrap="square" rtlCol="0" anchor="ctr">
            <a:noAutofit/>
          </a:bodyPr>
          <a:lstStyle/>
          <a:p>
            <a:pPr algn="ctr" defTabSz="1219170">
              <a:defRPr/>
            </a:pPr>
            <a:endParaRPr lang="zh-CN" altLang="en-US" kern="0" dirty="0">
              <a:solidFill>
                <a:prstClr val="white"/>
              </a:solidFill>
              <a:latin typeface="OPPOSans R" panose="00020600040101010101" pitchFamily="18" charset="-122"/>
              <a:ea typeface="微软雅黑 Light"/>
            </a:endParaRPr>
          </a:p>
        </p:txBody>
      </p:sp>
      <p:sp>
        <p:nvSpPr>
          <p:cNvPr id="51" name="任意多边形: 形状 178">
            <a:extLst>
              <a:ext uri="{FF2B5EF4-FFF2-40B4-BE49-F238E27FC236}">
                <a16:creationId xmlns:a16="http://schemas.microsoft.com/office/drawing/2014/main" id="{C4EA0BFA-4459-9547-9783-95C056B227C0}"/>
              </a:ext>
            </a:extLst>
          </p:cNvPr>
          <p:cNvSpPr/>
          <p:nvPr/>
        </p:nvSpPr>
        <p:spPr>
          <a:xfrm>
            <a:off x="3521831" y="5580477"/>
            <a:ext cx="2405232" cy="89755"/>
          </a:xfrm>
          <a:custGeom>
            <a:avLst/>
            <a:gdLst>
              <a:gd name="connsiteX0" fmla="*/ 0 w 2405232"/>
              <a:gd name="connsiteY0" fmla="*/ 0 h 89755"/>
              <a:gd name="connsiteX1" fmla="*/ 2405232 w 2405232"/>
              <a:gd name="connsiteY1" fmla="*/ 0 h 89755"/>
              <a:gd name="connsiteX2" fmla="*/ 2401973 w 2405232"/>
              <a:gd name="connsiteY2" fmla="*/ 16989 h 89755"/>
              <a:gd name="connsiteX3" fmla="*/ 2297679 w 2405232"/>
              <a:gd name="connsiteY3" fmla="*/ 89755 h 89755"/>
              <a:gd name="connsiteX4" fmla="*/ 107553 w 2405232"/>
              <a:gd name="connsiteY4" fmla="*/ 89755 h 89755"/>
              <a:gd name="connsiteX5" fmla="*/ 3259 w 2405232"/>
              <a:gd name="connsiteY5" fmla="*/ 16989 h 89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5232" h="89755">
                <a:moveTo>
                  <a:pt x="0" y="0"/>
                </a:moveTo>
                <a:lnTo>
                  <a:pt x="2405232" y="0"/>
                </a:lnTo>
                <a:lnTo>
                  <a:pt x="2401973" y="16989"/>
                </a:lnTo>
                <a:cubicBezTo>
                  <a:pt x="2384790" y="59751"/>
                  <a:pt x="2344564" y="89755"/>
                  <a:pt x="2297679" y="89755"/>
                </a:cubicBezTo>
                <a:lnTo>
                  <a:pt x="107553" y="89755"/>
                </a:lnTo>
                <a:cubicBezTo>
                  <a:pt x="60668" y="89755"/>
                  <a:pt x="20442" y="59751"/>
                  <a:pt x="3259" y="16989"/>
                </a:cubicBezTo>
                <a:close/>
              </a:path>
            </a:pathLst>
          </a:custGeom>
          <a:solidFill>
            <a:srgbClr val="004E97"/>
          </a:solidFill>
          <a:ln w="12700" cap="flat" cmpd="sng" algn="ctr">
            <a:noFill/>
            <a:prstDash val="solid"/>
            <a:miter lim="800000"/>
          </a:ln>
          <a:effectLst/>
        </p:spPr>
        <p:txBody>
          <a:bodyPr wrap="square" rtlCol="0" anchor="ctr">
            <a:noAutofit/>
          </a:bodyPr>
          <a:lstStyle/>
          <a:p>
            <a:pPr algn="ctr" defTabSz="1219170">
              <a:defRPr/>
            </a:pPr>
            <a:endParaRPr lang="zh-CN" altLang="en-US" kern="0" dirty="0">
              <a:solidFill>
                <a:prstClr val="white"/>
              </a:solidFill>
              <a:latin typeface="OPPOSans R" panose="00020600040101010101" pitchFamily="18" charset="-122"/>
              <a:ea typeface="微软雅黑 Light"/>
            </a:endParaRPr>
          </a:p>
        </p:txBody>
      </p:sp>
      <p:sp>
        <p:nvSpPr>
          <p:cNvPr id="52" name="任意多边形: 形状 179">
            <a:extLst>
              <a:ext uri="{FF2B5EF4-FFF2-40B4-BE49-F238E27FC236}">
                <a16:creationId xmlns:a16="http://schemas.microsoft.com/office/drawing/2014/main" id="{3402B926-D43B-D140-AC94-C71C663224C0}"/>
              </a:ext>
            </a:extLst>
          </p:cNvPr>
          <p:cNvSpPr/>
          <p:nvPr/>
        </p:nvSpPr>
        <p:spPr>
          <a:xfrm>
            <a:off x="6276209" y="5580477"/>
            <a:ext cx="2405232" cy="89755"/>
          </a:xfrm>
          <a:custGeom>
            <a:avLst/>
            <a:gdLst>
              <a:gd name="connsiteX0" fmla="*/ 0 w 2405232"/>
              <a:gd name="connsiteY0" fmla="*/ 0 h 89755"/>
              <a:gd name="connsiteX1" fmla="*/ 2405232 w 2405232"/>
              <a:gd name="connsiteY1" fmla="*/ 0 h 89755"/>
              <a:gd name="connsiteX2" fmla="*/ 2401973 w 2405232"/>
              <a:gd name="connsiteY2" fmla="*/ 16989 h 89755"/>
              <a:gd name="connsiteX3" fmla="*/ 2297679 w 2405232"/>
              <a:gd name="connsiteY3" fmla="*/ 89755 h 89755"/>
              <a:gd name="connsiteX4" fmla="*/ 107553 w 2405232"/>
              <a:gd name="connsiteY4" fmla="*/ 89755 h 89755"/>
              <a:gd name="connsiteX5" fmla="*/ 3259 w 2405232"/>
              <a:gd name="connsiteY5" fmla="*/ 16989 h 89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5232" h="89755">
                <a:moveTo>
                  <a:pt x="0" y="0"/>
                </a:moveTo>
                <a:lnTo>
                  <a:pt x="2405232" y="0"/>
                </a:lnTo>
                <a:lnTo>
                  <a:pt x="2401973" y="16989"/>
                </a:lnTo>
                <a:cubicBezTo>
                  <a:pt x="2384790" y="59751"/>
                  <a:pt x="2344564" y="89755"/>
                  <a:pt x="2297679" y="89755"/>
                </a:cubicBezTo>
                <a:lnTo>
                  <a:pt x="107553" y="89755"/>
                </a:lnTo>
                <a:cubicBezTo>
                  <a:pt x="60668" y="89755"/>
                  <a:pt x="20442" y="59751"/>
                  <a:pt x="3259" y="16989"/>
                </a:cubicBezTo>
                <a:close/>
              </a:path>
            </a:pathLst>
          </a:custGeom>
          <a:solidFill>
            <a:srgbClr val="004E97"/>
          </a:solidFill>
          <a:ln w="12700" cap="flat" cmpd="sng" algn="ctr">
            <a:noFill/>
            <a:prstDash val="solid"/>
            <a:miter lim="800000"/>
          </a:ln>
          <a:effectLst/>
        </p:spPr>
        <p:txBody>
          <a:bodyPr wrap="square" rtlCol="0" anchor="ctr">
            <a:noAutofit/>
          </a:bodyPr>
          <a:lstStyle/>
          <a:p>
            <a:pPr algn="ctr" defTabSz="1219170">
              <a:defRPr/>
            </a:pPr>
            <a:endParaRPr lang="zh-CN" altLang="en-US" kern="0" dirty="0">
              <a:solidFill>
                <a:prstClr val="white"/>
              </a:solidFill>
              <a:latin typeface="OPPOSans R" panose="00020600040101010101" pitchFamily="18" charset="-122"/>
              <a:ea typeface="微软雅黑 Light"/>
            </a:endParaRPr>
          </a:p>
        </p:txBody>
      </p:sp>
      <p:sp>
        <p:nvSpPr>
          <p:cNvPr id="53" name="任意多边形: 形状 180">
            <a:extLst>
              <a:ext uri="{FF2B5EF4-FFF2-40B4-BE49-F238E27FC236}">
                <a16:creationId xmlns:a16="http://schemas.microsoft.com/office/drawing/2014/main" id="{E527A4BA-0395-F64A-9894-C6CF97957328}"/>
              </a:ext>
            </a:extLst>
          </p:cNvPr>
          <p:cNvSpPr/>
          <p:nvPr/>
        </p:nvSpPr>
        <p:spPr>
          <a:xfrm>
            <a:off x="9030587" y="5580477"/>
            <a:ext cx="2405232" cy="89755"/>
          </a:xfrm>
          <a:custGeom>
            <a:avLst/>
            <a:gdLst>
              <a:gd name="connsiteX0" fmla="*/ 0 w 2405232"/>
              <a:gd name="connsiteY0" fmla="*/ 0 h 89755"/>
              <a:gd name="connsiteX1" fmla="*/ 2405232 w 2405232"/>
              <a:gd name="connsiteY1" fmla="*/ 0 h 89755"/>
              <a:gd name="connsiteX2" fmla="*/ 2401973 w 2405232"/>
              <a:gd name="connsiteY2" fmla="*/ 16989 h 89755"/>
              <a:gd name="connsiteX3" fmla="*/ 2297679 w 2405232"/>
              <a:gd name="connsiteY3" fmla="*/ 89755 h 89755"/>
              <a:gd name="connsiteX4" fmla="*/ 107553 w 2405232"/>
              <a:gd name="connsiteY4" fmla="*/ 89755 h 89755"/>
              <a:gd name="connsiteX5" fmla="*/ 3259 w 2405232"/>
              <a:gd name="connsiteY5" fmla="*/ 16989 h 89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5232" h="89755">
                <a:moveTo>
                  <a:pt x="0" y="0"/>
                </a:moveTo>
                <a:lnTo>
                  <a:pt x="2405232" y="0"/>
                </a:lnTo>
                <a:lnTo>
                  <a:pt x="2401973" y="16989"/>
                </a:lnTo>
                <a:cubicBezTo>
                  <a:pt x="2384790" y="59751"/>
                  <a:pt x="2344564" y="89755"/>
                  <a:pt x="2297679" y="89755"/>
                </a:cubicBezTo>
                <a:lnTo>
                  <a:pt x="107553" y="89755"/>
                </a:lnTo>
                <a:cubicBezTo>
                  <a:pt x="60668" y="89755"/>
                  <a:pt x="20442" y="59751"/>
                  <a:pt x="3259" y="16989"/>
                </a:cubicBezTo>
                <a:close/>
              </a:path>
            </a:pathLst>
          </a:custGeom>
          <a:solidFill>
            <a:srgbClr val="004E97"/>
          </a:solidFill>
          <a:ln w="12700" cap="flat" cmpd="sng" algn="ctr">
            <a:noFill/>
            <a:prstDash val="solid"/>
            <a:miter lim="800000"/>
          </a:ln>
          <a:effectLst/>
        </p:spPr>
        <p:txBody>
          <a:bodyPr wrap="square" rtlCol="0" anchor="ctr">
            <a:noAutofit/>
          </a:bodyPr>
          <a:lstStyle/>
          <a:p>
            <a:pPr algn="ctr" defTabSz="1219170">
              <a:defRPr/>
            </a:pPr>
            <a:endParaRPr lang="zh-CN" altLang="en-US" kern="0" dirty="0">
              <a:solidFill>
                <a:prstClr val="white"/>
              </a:solidFill>
              <a:latin typeface="OPPOSans R" panose="00020600040101010101" pitchFamily="18" charset="-122"/>
              <a:ea typeface="微软雅黑 Light"/>
            </a:endParaRPr>
          </a:p>
        </p:txBody>
      </p:sp>
      <p:sp>
        <p:nvSpPr>
          <p:cNvPr id="59" name="椭圆 58">
            <a:extLst>
              <a:ext uri="{FF2B5EF4-FFF2-40B4-BE49-F238E27FC236}">
                <a16:creationId xmlns:a16="http://schemas.microsoft.com/office/drawing/2014/main" id="{7DE22F20-89DF-914D-8184-99FE81FCE366}"/>
              </a:ext>
            </a:extLst>
          </p:cNvPr>
          <p:cNvSpPr>
            <a:spLocks noChangeAspect="1"/>
          </p:cNvSpPr>
          <p:nvPr/>
        </p:nvSpPr>
        <p:spPr>
          <a:xfrm>
            <a:off x="1079916" y="1844001"/>
            <a:ext cx="1680000" cy="1680000"/>
          </a:xfrm>
          <a:prstGeom prst="ellipse">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5400000" sx="98000" sy="98000" algn="t" rotWithShape="0">
              <a:srgbClr val="CE000F"/>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kumimoji="1" lang="zh-CN" altLang="en-US" sz="2400"/>
          </a:p>
        </p:txBody>
      </p:sp>
      <p:sp>
        <p:nvSpPr>
          <p:cNvPr id="60" name="椭圆 59">
            <a:extLst>
              <a:ext uri="{FF2B5EF4-FFF2-40B4-BE49-F238E27FC236}">
                <a16:creationId xmlns:a16="http://schemas.microsoft.com/office/drawing/2014/main" id="{16C65C40-80D5-5645-B950-A53236E64AAC}"/>
              </a:ext>
            </a:extLst>
          </p:cNvPr>
          <p:cNvSpPr>
            <a:spLocks noChangeAspect="1"/>
          </p:cNvSpPr>
          <p:nvPr/>
        </p:nvSpPr>
        <p:spPr>
          <a:xfrm>
            <a:off x="3836904" y="1844001"/>
            <a:ext cx="1680000" cy="1680000"/>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5400000" sx="98000" sy="98000" algn="t" rotWithShape="0">
              <a:srgbClr val="CE000F"/>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kumimoji="1" lang="zh-CN" altLang="en-US" sz="2400"/>
          </a:p>
        </p:txBody>
      </p:sp>
      <p:sp>
        <p:nvSpPr>
          <p:cNvPr id="61" name="椭圆 60">
            <a:extLst>
              <a:ext uri="{FF2B5EF4-FFF2-40B4-BE49-F238E27FC236}">
                <a16:creationId xmlns:a16="http://schemas.microsoft.com/office/drawing/2014/main" id="{E7D2D943-6E85-B746-AB96-105024780382}"/>
              </a:ext>
            </a:extLst>
          </p:cNvPr>
          <p:cNvSpPr>
            <a:spLocks noChangeAspect="1"/>
          </p:cNvSpPr>
          <p:nvPr/>
        </p:nvSpPr>
        <p:spPr>
          <a:xfrm>
            <a:off x="6593892" y="1844001"/>
            <a:ext cx="1680000" cy="1680000"/>
          </a:xfrm>
          <a:prstGeom prst="ellipse">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5400000" sx="98000" sy="98000" algn="t" rotWithShape="0">
              <a:srgbClr val="CE000F"/>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kumimoji="1" lang="zh-CN" altLang="en-US" sz="2400"/>
          </a:p>
        </p:txBody>
      </p:sp>
      <p:sp>
        <p:nvSpPr>
          <p:cNvPr id="62" name="椭圆 61">
            <a:extLst>
              <a:ext uri="{FF2B5EF4-FFF2-40B4-BE49-F238E27FC236}">
                <a16:creationId xmlns:a16="http://schemas.microsoft.com/office/drawing/2014/main" id="{81869FAF-49EA-1E49-ABAA-39976B076B3E}"/>
              </a:ext>
            </a:extLst>
          </p:cNvPr>
          <p:cNvSpPr>
            <a:spLocks noChangeAspect="1"/>
          </p:cNvSpPr>
          <p:nvPr/>
        </p:nvSpPr>
        <p:spPr>
          <a:xfrm>
            <a:off x="9350881" y="1844001"/>
            <a:ext cx="1680000" cy="1680000"/>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5400000" sx="98000" sy="98000" algn="t" rotWithShape="0">
              <a:srgbClr val="CE000F"/>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kumimoji="1" lang="zh-CN" altLang="en-US" sz="2400"/>
          </a:p>
        </p:txBody>
      </p:sp>
      <p:sp>
        <p:nvSpPr>
          <p:cNvPr id="63" name="文本框 62">
            <a:extLst>
              <a:ext uri="{FF2B5EF4-FFF2-40B4-BE49-F238E27FC236}">
                <a16:creationId xmlns:a16="http://schemas.microsoft.com/office/drawing/2014/main" id="{CF3F94AB-3552-834C-9D6F-BE411F0537DA}"/>
              </a:ext>
            </a:extLst>
          </p:cNvPr>
          <p:cNvSpPr txBox="1"/>
          <p:nvPr/>
        </p:nvSpPr>
        <p:spPr>
          <a:xfrm>
            <a:off x="1311201" y="3904865"/>
            <a:ext cx="1306465" cy="379656"/>
          </a:xfrm>
          <a:prstGeom prst="rect">
            <a:avLst/>
          </a:prstGeom>
          <a:noFill/>
        </p:spPr>
        <p:txBody>
          <a:bodyPr wrap="square" rtlCol="0">
            <a:spAutoFit/>
          </a:bodyPr>
          <a:lstStyle/>
          <a:p>
            <a:pPr algn="ctr"/>
            <a:r>
              <a:rPr kumimoji="1" lang="zh-CN" altLang="en-US" sz="1867" b="1" dirty="0">
                <a:solidFill>
                  <a:srgbClr val="004E98"/>
                </a:solidFill>
                <a:latin typeface="FZZhengHeiS-DB-GB" panose="02000000000000000000" pitchFamily="2" charset="-122"/>
                <a:ea typeface="FZZhengHeiS-DB-GB" panose="02000000000000000000" pitchFamily="2" charset="-122"/>
              </a:rPr>
              <a:t>添加标题</a:t>
            </a:r>
          </a:p>
        </p:txBody>
      </p:sp>
      <p:sp>
        <p:nvSpPr>
          <p:cNvPr id="64" name="文本框 63">
            <a:extLst>
              <a:ext uri="{FF2B5EF4-FFF2-40B4-BE49-F238E27FC236}">
                <a16:creationId xmlns:a16="http://schemas.microsoft.com/office/drawing/2014/main" id="{5020956C-3FC2-F249-90F2-041789A9ECD0}"/>
              </a:ext>
            </a:extLst>
          </p:cNvPr>
          <p:cNvSpPr txBox="1"/>
          <p:nvPr/>
        </p:nvSpPr>
        <p:spPr>
          <a:xfrm>
            <a:off x="4065578" y="3899951"/>
            <a:ext cx="1306465" cy="379656"/>
          </a:xfrm>
          <a:prstGeom prst="rect">
            <a:avLst/>
          </a:prstGeom>
          <a:noFill/>
        </p:spPr>
        <p:txBody>
          <a:bodyPr wrap="square" rtlCol="0">
            <a:spAutoFit/>
          </a:bodyPr>
          <a:lstStyle/>
          <a:p>
            <a:pPr algn="ctr"/>
            <a:r>
              <a:rPr kumimoji="1" lang="zh-CN" altLang="en-US" sz="1867" b="1" dirty="0">
                <a:solidFill>
                  <a:srgbClr val="004E98"/>
                </a:solidFill>
                <a:latin typeface="FZZhengHeiS-DB-GB" panose="02000000000000000000" pitchFamily="2" charset="-122"/>
                <a:ea typeface="FZZhengHeiS-DB-GB" panose="02000000000000000000" pitchFamily="2" charset="-122"/>
              </a:rPr>
              <a:t>添加标题</a:t>
            </a:r>
          </a:p>
        </p:txBody>
      </p:sp>
      <p:sp>
        <p:nvSpPr>
          <p:cNvPr id="65" name="文本框 64">
            <a:extLst>
              <a:ext uri="{FF2B5EF4-FFF2-40B4-BE49-F238E27FC236}">
                <a16:creationId xmlns:a16="http://schemas.microsoft.com/office/drawing/2014/main" id="{32F83DE5-DCCB-4942-8775-920B5BCA4311}"/>
              </a:ext>
            </a:extLst>
          </p:cNvPr>
          <p:cNvSpPr txBox="1"/>
          <p:nvPr/>
        </p:nvSpPr>
        <p:spPr>
          <a:xfrm>
            <a:off x="6819957" y="3889830"/>
            <a:ext cx="1306465" cy="379656"/>
          </a:xfrm>
          <a:prstGeom prst="rect">
            <a:avLst/>
          </a:prstGeom>
          <a:noFill/>
        </p:spPr>
        <p:txBody>
          <a:bodyPr wrap="square" rtlCol="0">
            <a:spAutoFit/>
          </a:bodyPr>
          <a:lstStyle/>
          <a:p>
            <a:pPr algn="ctr"/>
            <a:r>
              <a:rPr kumimoji="1" lang="zh-CN" altLang="en-US" sz="1867" b="1" dirty="0">
                <a:solidFill>
                  <a:srgbClr val="004E98"/>
                </a:solidFill>
                <a:latin typeface="FZZhengHeiS-DB-GB" panose="02000000000000000000" pitchFamily="2" charset="-122"/>
                <a:ea typeface="FZZhengHeiS-DB-GB" panose="02000000000000000000" pitchFamily="2" charset="-122"/>
              </a:rPr>
              <a:t>添加标题</a:t>
            </a:r>
          </a:p>
        </p:txBody>
      </p:sp>
      <p:sp>
        <p:nvSpPr>
          <p:cNvPr id="66" name="文本框 65">
            <a:extLst>
              <a:ext uri="{FF2B5EF4-FFF2-40B4-BE49-F238E27FC236}">
                <a16:creationId xmlns:a16="http://schemas.microsoft.com/office/drawing/2014/main" id="{511EDAB5-6418-0340-AC38-FE56CCECD331}"/>
              </a:ext>
            </a:extLst>
          </p:cNvPr>
          <p:cNvSpPr txBox="1"/>
          <p:nvPr/>
        </p:nvSpPr>
        <p:spPr>
          <a:xfrm>
            <a:off x="9537649" y="3885791"/>
            <a:ext cx="1306465" cy="379656"/>
          </a:xfrm>
          <a:prstGeom prst="rect">
            <a:avLst/>
          </a:prstGeom>
          <a:noFill/>
        </p:spPr>
        <p:txBody>
          <a:bodyPr wrap="square" rtlCol="0">
            <a:spAutoFit/>
          </a:bodyPr>
          <a:lstStyle/>
          <a:p>
            <a:pPr algn="ctr"/>
            <a:r>
              <a:rPr kumimoji="1" lang="zh-CN" altLang="en-US" sz="1867" b="1" dirty="0">
                <a:solidFill>
                  <a:srgbClr val="004E98"/>
                </a:solidFill>
                <a:latin typeface="FZZhengHeiS-DB-GB" panose="02000000000000000000" pitchFamily="2" charset="-122"/>
                <a:ea typeface="FZZhengHeiS-DB-GB" panose="02000000000000000000" pitchFamily="2" charset="-122"/>
              </a:rPr>
              <a:t>添加标题</a:t>
            </a:r>
          </a:p>
        </p:txBody>
      </p:sp>
      <p:sp>
        <p:nvSpPr>
          <p:cNvPr id="67" name="矩形 66">
            <a:extLst>
              <a:ext uri="{FF2B5EF4-FFF2-40B4-BE49-F238E27FC236}">
                <a16:creationId xmlns:a16="http://schemas.microsoft.com/office/drawing/2014/main" id="{9F704C24-0A7B-9F4E-BB43-03F8123357E8}"/>
              </a:ext>
            </a:extLst>
          </p:cNvPr>
          <p:cNvSpPr/>
          <p:nvPr/>
        </p:nvSpPr>
        <p:spPr>
          <a:xfrm>
            <a:off x="1001851" y="4505416"/>
            <a:ext cx="1955019" cy="1039708"/>
          </a:xfrm>
          <a:prstGeom prst="rect">
            <a:avLst/>
          </a:prstGeom>
        </p:spPr>
        <p:txBody>
          <a:bodyPr wrap="square">
            <a:spAutoFit/>
          </a:bodyPr>
          <a:lstStyle/>
          <a:p>
            <a:pPr algn="ctr">
              <a:lnSpc>
                <a:spcPts val="1547"/>
              </a:lnSpc>
            </a:pPr>
            <a:r>
              <a:rPr lang="zh-CN" altLang="en-US" sz="1067" dirty="0">
                <a:solidFill>
                  <a:schemeClr val="tx1">
                    <a:lumMod val="75000"/>
                    <a:lumOff val="2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grpSp>
        <p:nvGrpSpPr>
          <p:cNvPr id="33" name="组合 32">
            <a:extLst>
              <a:ext uri="{FF2B5EF4-FFF2-40B4-BE49-F238E27FC236}">
                <a16:creationId xmlns:a16="http://schemas.microsoft.com/office/drawing/2014/main" id="{2906CA34-86AA-B84D-8743-8B3E876457B4}"/>
              </a:ext>
            </a:extLst>
          </p:cNvPr>
          <p:cNvGrpSpPr/>
          <p:nvPr/>
        </p:nvGrpSpPr>
        <p:grpSpPr>
          <a:xfrm>
            <a:off x="-830385" y="475046"/>
            <a:ext cx="1660770" cy="167665"/>
            <a:chOff x="6429877" y="2075668"/>
            <a:chExt cx="1982046" cy="109699"/>
          </a:xfrm>
          <a:solidFill>
            <a:srgbClr val="004E98"/>
          </a:solidFill>
        </p:grpSpPr>
        <p:sp>
          <p:nvSpPr>
            <p:cNvPr id="36" name="矩形: 圆角 26">
              <a:extLst>
                <a:ext uri="{FF2B5EF4-FFF2-40B4-BE49-F238E27FC236}">
                  <a16:creationId xmlns:a16="http://schemas.microsoft.com/office/drawing/2014/main" id="{769B17D0-E1EA-A541-8BCB-B33E19EC92C4}"/>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37" name="矩形: 圆角 41">
              <a:extLst>
                <a:ext uri="{FF2B5EF4-FFF2-40B4-BE49-F238E27FC236}">
                  <a16:creationId xmlns:a16="http://schemas.microsoft.com/office/drawing/2014/main" id="{BB29655E-C143-0C44-9879-9596FBD62FFA}"/>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40" name="矩形: 圆角 42">
              <a:extLst>
                <a:ext uri="{FF2B5EF4-FFF2-40B4-BE49-F238E27FC236}">
                  <a16:creationId xmlns:a16="http://schemas.microsoft.com/office/drawing/2014/main" id="{13714A2B-7004-8D40-80DC-0786E64E0145}"/>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41" name="文本框 40">
            <a:extLst>
              <a:ext uri="{FF2B5EF4-FFF2-40B4-BE49-F238E27FC236}">
                <a16:creationId xmlns:a16="http://schemas.microsoft.com/office/drawing/2014/main" id="{18B6F8DA-7451-A44C-8ECE-B7734885CDCB}"/>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44" name="图片 43">
            <a:extLst>
              <a:ext uri="{FF2B5EF4-FFF2-40B4-BE49-F238E27FC236}">
                <a16:creationId xmlns:a16="http://schemas.microsoft.com/office/drawing/2014/main" id="{676CBFDE-9A53-6A4B-A0C6-07161227DFE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45" name="直线连接符 44">
            <a:extLst>
              <a:ext uri="{FF2B5EF4-FFF2-40B4-BE49-F238E27FC236}">
                <a16:creationId xmlns:a16="http://schemas.microsoft.com/office/drawing/2014/main" id="{110C229D-C6A7-964C-BCAA-EE2D8FBFC6EF}"/>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555D502B-A581-A24D-A312-19F5A6E39297}"/>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7" name="文本框 46">
            <a:extLst>
              <a:ext uri="{FF2B5EF4-FFF2-40B4-BE49-F238E27FC236}">
                <a16:creationId xmlns:a16="http://schemas.microsoft.com/office/drawing/2014/main" id="{AF413540-EBFF-3648-A891-2B469C2992B8}"/>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pic>
        <p:nvPicPr>
          <p:cNvPr id="3" name="图片 2">
            <a:extLst>
              <a:ext uri="{FF2B5EF4-FFF2-40B4-BE49-F238E27FC236}">
                <a16:creationId xmlns:a16="http://schemas.microsoft.com/office/drawing/2014/main" id="{CB2C12FC-4D3E-C44F-9295-457DCD04E29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082444" y="1848268"/>
            <a:ext cx="1681200" cy="1681200"/>
          </a:xfrm>
          <a:prstGeom prst="ellipse">
            <a:avLst/>
          </a:prstGeom>
        </p:spPr>
      </p:pic>
      <p:pic>
        <p:nvPicPr>
          <p:cNvPr id="5" name="图片 4">
            <a:extLst>
              <a:ext uri="{FF2B5EF4-FFF2-40B4-BE49-F238E27FC236}">
                <a16:creationId xmlns:a16="http://schemas.microsoft.com/office/drawing/2014/main" id="{64457ED4-E838-D543-8583-3FF625C33E5C}"/>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3834585" y="1835615"/>
            <a:ext cx="1681200" cy="1681200"/>
          </a:xfrm>
          <a:prstGeom prst="ellipse">
            <a:avLst/>
          </a:prstGeom>
        </p:spPr>
      </p:pic>
      <p:pic>
        <p:nvPicPr>
          <p:cNvPr id="7" name="图片 6">
            <a:extLst>
              <a:ext uri="{FF2B5EF4-FFF2-40B4-BE49-F238E27FC236}">
                <a16:creationId xmlns:a16="http://schemas.microsoft.com/office/drawing/2014/main" id="{1A11A1A0-6948-C948-BFB7-9EEA115289BC}"/>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6593892" y="1853015"/>
            <a:ext cx="1681200" cy="1681200"/>
          </a:xfrm>
          <a:prstGeom prst="ellipse">
            <a:avLst/>
          </a:prstGeom>
        </p:spPr>
      </p:pic>
      <p:pic>
        <p:nvPicPr>
          <p:cNvPr id="9" name="图片 8">
            <a:extLst>
              <a:ext uri="{FF2B5EF4-FFF2-40B4-BE49-F238E27FC236}">
                <a16:creationId xmlns:a16="http://schemas.microsoft.com/office/drawing/2014/main" id="{B76C7282-091D-054A-B7C0-E6373A420479}"/>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9350703" y="1842801"/>
            <a:ext cx="1681200" cy="1681200"/>
          </a:xfrm>
          <a:prstGeom prst="ellipse">
            <a:avLst/>
          </a:prstGeom>
        </p:spPr>
      </p:pic>
      <p:sp>
        <p:nvSpPr>
          <p:cNvPr id="48" name="矩形 47">
            <a:extLst>
              <a:ext uri="{FF2B5EF4-FFF2-40B4-BE49-F238E27FC236}">
                <a16:creationId xmlns:a16="http://schemas.microsoft.com/office/drawing/2014/main" id="{54914E94-9CF6-446F-AADD-354086F5B446}"/>
              </a:ext>
            </a:extLst>
          </p:cNvPr>
          <p:cNvSpPr/>
          <p:nvPr/>
        </p:nvSpPr>
        <p:spPr>
          <a:xfrm>
            <a:off x="3741300" y="4505416"/>
            <a:ext cx="1955019" cy="1039708"/>
          </a:xfrm>
          <a:prstGeom prst="rect">
            <a:avLst/>
          </a:prstGeom>
        </p:spPr>
        <p:txBody>
          <a:bodyPr wrap="square">
            <a:spAutoFit/>
          </a:bodyPr>
          <a:lstStyle/>
          <a:p>
            <a:pPr algn="ctr">
              <a:lnSpc>
                <a:spcPts val="1547"/>
              </a:lnSpc>
            </a:pPr>
            <a:r>
              <a:rPr lang="zh-CN" altLang="en-US" sz="1067" dirty="0">
                <a:solidFill>
                  <a:schemeClr val="tx1">
                    <a:lumMod val="75000"/>
                    <a:lumOff val="2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49" name="矩形 48">
            <a:extLst>
              <a:ext uri="{FF2B5EF4-FFF2-40B4-BE49-F238E27FC236}">
                <a16:creationId xmlns:a16="http://schemas.microsoft.com/office/drawing/2014/main" id="{483DFE3C-F1EC-48BF-9224-6B6296293184}"/>
              </a:ext>
            </a:extLst>
          </p:cNvPr>
          <p:cNvSpPr/>
          <p:nvPr/>
        </p:nvSpPr>
        <p:spPr>
          <a:xfrm>
            <a:off x="6480749" y="4505416"/>
            <a:ext cx="1955019" cy="1039708"/>
          </a:xfrm>
          <a:prstGeom prst="rect">
            <a:avLst/>
          </a:prstGeom>
        </p:spPr>
        <p:txBody>
          <a:bodyPr wrap="square">
            <a:spAutoFit/>
          </a:bodyPr>
          <a:lstStyle/>
          <a:p>
            <a:pPr algn="ctr">
              <a:lnSpc>
                <a:spcPts val="1547"/>
              </a:lnSpc>
            </a:pPr>
            <a:r>
              <a:rPr lang="zh-CN" altLang="en-US" sz="1067" dirty="0">
                <a:solidFill>
                  <a:schemeClr val="tx1">
                    <a:lumMod val="75000"/>
                    <a:lumOff val="2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54" name="矩形 53">
            <a:extLst>
              <a:ext uri="{FF2B5EF4-FFF2-40B4-BE49-F238E27FC236}">
                <a16:creationId xmlns:a16="http://schemas.microsoft.com/office/drawing/2014/main" id="{26DA7AEF-ACF5-4C05-8AEE-7F0182C33035}"/>
              </a:ext>
            </a:extLst>
          </p:cNvPr>
          <p:cNvSpPr/>
          <p:nvPr/>
        </p:nvSpPr>
        <p:spPr>
          <a:xfrm>
            <a:off x="9220198" y="4505416"/>
            <a:ext cx="1955019" cy="1039708"/>
          </a:xfrm>
          <a:prstGeom prst="rect">
            <a:avLst/>
          </a:prstGeom>
        </p:spPr>
        <p:txBody>
          <a:bodyPr wrap="square">
            <a:spAutoFit/>
          </a:bodyPr>
          <a:lstStyle/>
          <a:p>
            <a:pPr algn="ctr">
              <a:lnSpc>
                <a:spcPts val="1547"/>
              </a:lnSpc>
            </a:pPr>
            <a:r>
              <a:rPr lang="zh-CN" altLang="en-US" sz="1067" dirty="0">
                <a:solidFill>
                  <a:schemeClr val="tx1">
                    <a:lumMod val="75000"/>
                    <a:lumOff val="2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Tree>
    <p:extLst>
      <p:ext uri="{BB962C8B-B14F-4D97-AF65-F5344CB8AC3E}">
        <p14:creationId xmlns:p14="http://schemas.microsoft.com/office/powerpoint/2010/main" val="3688850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FD0B15E-D1FA-9045-B3F1-AC39A0617EB7}"/>
              </a:ext>
            </a:extLst>
          </p:cNvPr>
          <p:cNvGrpSpPr/>
          <p:nvPr/>
        </p:nvGrpSpPr>
        <p:grpSpPr>
          <a:xfrm>
            <a:off x="794683" y="5484574"/>
            <a:ext cx="10602635" cy="162319"/>
            <a:chOff x="518855" y="5685086"/>
            <a:chExt cx="10602634" cy="178780"/>
          </a:xfrm>
          <a:solidFill>
            <a:srgbClr val="004E97"/>
          </a:solidFill>
        </p:grpSpPr>
        <p:sp>
          <p:nvSpPr>
            <p:cNvPr id="3" name="任意多边形: 形状 3">
              <a:extLst>
                <a:ext uri="{FF2B5EF4-FFF2-40B4-BE49-F238E27FC236}">
                  <a16:creationId xmlns:a16="http://schemas.microsoft.com/office/drawing/2014/main" id="{9BA345B0-E86B-BD4D-9C6C-4746714BD5C6}"/>
                </a:ext>
              </a:extLst>
            </p:cNvPr>
            <p:cNvSpPr/>
            <p:nvPr/>
          </p:nvSpPr>
          <p:spPr>
            <a:xfrm rot="16200000">
              <a:off x="4669806" y="1539392"/>
              <a:ext cx="168263" cy="8470166"/>
            </a:xfrm>
            <a:custGeom>
              <a:avLst/>
              <a:gdLst>
                <a:gd name="connsiteX0" fmla="*/ 80963 w 76200"/>
                <a:gd name="connsiteY0" fmla="*/ 5392103 h 5391150"/>
                <a:gd name="connsiteX1" fmla="*/ 0 w 76200"/>
                <a:gd name="connsiteY1" fmla="*/ 5392103 h 5391150"/>
                <a:gd name="connsiteX2" fmla="*/ 0 w 76200"/>
                <a:gd name="connsiteY2" fmla="*/ 5373053 h 5391150"/>
                <a:gd name="connsiteX3" fmla="*/ 80963 w 76200"/>
                <a:gd name="connsiteY3" fmla="*/ 5373053 h 5391150"/>
                <a:gd name="connsiteX4" fmla="*/ 80963 w 76200"/>
                <a:gd name="connsiteY4" fmla="*/ 5392103 h 5391150"/>
                <a:gd name="connsiteX5" fmla="*/ 80963 w 76200"/>
                <a:gd name="connsiteY5" fmla="*/ 4042029 h 5391150"/>
                <a:gd name="connsiteX6" fmla="*/ 0 w 76200"/>
                <a:gd name="connsiteY6" fmla="*/ 4042029 h 5391150"/>
                <a:gd name="connsiteX7" fmla="*/ 0 w 76200"/>
                <a:gd name="connsiteY7" fmla="*/ 4022979 h 5391150"/>
                <a:gd name="connsiteX8" fmla="*/ 80963 w 76200"/>
                <a:gd name="connsiteY8" fmla="*/ 4022979 h 5391150"/>
                <a:gd name="connsiteX9" fmla="*/ 80963 w 76200"/>
                <a:gd name="connsiteY9" fmla="*/ 4042029 h 5391150"/>
                <a:gd name="connsiteX10" fmla="*/ 80963 w 76200"/>
                <a:gd name="connsiteY10" fmla="*/ 2692051 h 5391150"/>
                <a:gd name="connsiteX11" fmla="*/ 0 w 76200"/>
                <a:gd name="connsiteY11" fmla="*/ 2692051 h 5391150"/>
                <a:gd name="connsiteX12" fmla="*/ 0 w 76200"/>
                <a:gd name="connsiteY12" fmla="*/ 2673001 h 5391150"/>
                <a:gd name="connsiteX13" fmla="*/ 80963 w 76200"/>
                <a:gd name="connsiteY13" fmla="*/ 2673001 h 5391150"/>
                <a:gd name="connsiteX14" fmla="*/ 80963 w 76200"/>
                <a:gd name="connsiteY14" fmla="*/ 2692051 h 5391150"/>
                <a:gd name="connsiteX15" fmla="*/ 80963 w 76200"/>
                <a:gd name="connsiteY15" fmla="*/ 1342073 h 5391150"/>
                <a:gd name="connsiteX16" fmla="*/ 0 w 76200"/>
                <a:gd name="connsiteY16" fmla="*/ 1342073 h 5391150"/>
                <a:gd name="connsiteX17" fmla="*/ 0 w 76200"/>
                <a:gd name="connsiteY17" fmla="*/ 1323023 h 5391150"/>
                <a:gd name="connsiteX18" fmla="*/ 80963 w 76200"/>
                <a:gd name="connsiteY18" fmla="*/ 1323023 h 5391150"/>
                <a:gd name="connsiteX19" fmla="*/ 80963 w 76200"/>
                <a:gd name="connsiteY19" fmla="*/ 1342073 h 5391150"/>
                <a:gd name="connsiteX20" fmla="*/ 80963 w 76200"/>
                <a:gd name="connsiteY20" fmla="*/ 19050 h 5391150"/>
                <a:gd name="connsiteX21" fmla="*/ 0 w 76200"/>
                <a:gd name="connsiteY21" fmla="*/ 19050 h 5391150"/>
                <a:gd name="connsiteX22" fmla="*/ 0 w 76200"/>
                <a:gd name="connsiteY22" fmla="*/ 0 h 5391150"/>
                <a:gd name="connsiteX23" fmla="*/ 80963 w 76200"/>
                <a:gd name="connsiteY23" fmla="*/ 0 h 5391150"/>
                <a:gd name="connsiteX24" fmla="*/ 80963 w 76200"/>
                <a:gd name="connsiteY24" fmla="*/ 19050 h 539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6200" h="5391150">
                  <a:moveTo>
                    <a:pt x="80963" y="5392103"/>
                  </a:moveTo>
                  <a:lnTo>
                    <a:pt x="0" y="5392103"/>
                  </a:lnTo>
                  <a:lnTo>
                    <a:pt x="0" y="5373053"/>
                  </a:lnTo>
                  <a:lnTo>
                    <a:pt x="80963" y="5373053"/>
                  </a:lnTo>
                  <a:lnTo>
                    <a:pt x="80963" y="5392103"/>
                  </a:lnTo>
                  <a:close/>
                  <a:moveTo>
                    <a:pt x="80963" y="4042029"/>
                  </a:moveTo>
                  <a:lnTo>
                    <a:pt x="0" y="4042029"/>
                  </a:lnTo>
                  <a:lnTo>
                    <a:pt x="0" y="4022979"/>
                  </a:lnTo>
                  <a:lnTo>
                    <a:pt x="80963" y="4022979"/>
                  </a:lnTo>
                  <a:lnTo>
                    <a:pt x="80963" y="4042029"/>
                  </a:lnTo>
                  <a:close/>
                  <a:moveTo>
                    <a:pt x="80963" y="2692051"/>
                  </a:moveTo>
                  <a:lnTo>
                    <a:pt x="0" y="2692051"/>
                  </a:lnTo>
                  <a:lnTo>
                    <a:pt x="0" y="2673001"/>
                  </a:lnTo>
                  <a:lnTo>
                    <a:pt x="80963" y="2673001"/>
                  </a:lnTo>
                  <a:lnTo>
                    <a:pt x="80963" y="2692051"/>
                  </a:lnTo>
                  <a:close/>
                  <a:moveTo>
                    <a:pt x="80963" y="1342073"/>
                  </a:moveTo>
                  <a:lnTo>
                    <a:pt x="0" y="1342073"/>
                  </a:lnTo>
                  <a:lnTo>
                    <a:pt x="0" y="1323023"/>
                  </a:lnTo>
                  <a:lnTo>
                    <a:pt x="80963" y="1323023"/>
                  </a:lnTo>
                  <a:lnTo>
                    <a:pt x="80963" y="1342073"/>
                  </a:lnTo>
                  <a:close/>
                  <a:moveTo>
                    <a:pt x="80963" y="19050"/>
                  </a:moveTo>
                  <a:lnTo>
                    <a:pt x="0" y="19050"/>
                  </a:lnTo>
                  <a:lnTo>
                    <a:pt x="0" y="0"/>
                  </a:lnTo>
                  <a:lnTo>
                    <a:pt x="80963" y="0"/>
                  </a:lnTo>
                  <a:lnTo>
                    <a:pt x="80963" y="19050"/>
                  </a:lnTo>
                  <a:close/>
                </a:path>
              </a:pathLst>
            </a:custGeom>
            <a:grpFill/>
            <a:ln w="9525" cap="flat">
              <a:noFill/>
              <a:prstDash val="solid"/>
              <a:miter/>
            </a:ln>
          </p:spPr>
          <p:txBody>
            <a:bodyPr rtlCol="0" anchor="ctr"/>
            <a:lstStyle/>
            <a:p>
              <a:pPr defTabSz="914377">
                <a:defRPr/>
              </a:pPr>
              <a:endParaRPr lang="zh-CN" altLang="en-US">
                <a:solidFill>
                  <a:prstClr val="black"/>
                </a:solidFill>
                <a:latin typeface="等线" panose="020F0502020204030204"/>
                <a:ea typeface="等线" panose="02010600030101010101" pitchFamily="2" charset="-122"/>
              </a:endParaRPr>
            </a:p>
          </p:txBody>
        </p:sp>
        <p:sp>
          <p:nvSpPr>
            <p:cNvPr id="4" name="任意多边形: 形状 4">
              <a:extLst>
                <a:ext uri="{FF2B5EF4-FFF2-40B4-BE49-F238E27FC236}">
                  <a16:creationId xmlns:a16="http://schemas.microsoft.com/office/drawing/2014/main" id="{65CE3555-DE23-7F46-B568-9332BFEF9F2E}"/>
                </a:ext>
              </a:extLst>
            </p:cNvPr>
            <p:cNvSpPr/>
            <p:nvPr/>
          </p:nvSpPr>
          <p:spPr>
            <a:xfrm rot="16200000">
              <a:off x="4696416" y="1763867"/>
              <a:ext cx="105164" cy="8021217"/>
            </a:xfrm>
            <a:custGeom>
              <a:avLst/>
              <a:gdLst>
                <a:gd name="connsiteX0" fmla="*/ 48578 w 47625"/>
                <a:gd name="connsiteY0" fmla="*/ 5112544 h 5105400"/>
                <a:gd name="connsiteX1" fmla="*/ 0 w 47625"/>
                <a:gd name="connsiteY1" fmla="*/ 5112544 h 5105400"/>
                <a:gd name="connsiteX2" fmla="*/ 0 w 47625"/>
                <a:gd name="connsiteY2" fmla="*/ 5103019 h 5105400"/>
                <a:gd name="connsiteX3" fmla="*/ 48578 w 47625"/>
                <a:gd name="connsiteY3" fmla="*/ 5103019 h 5105400"/>
                <a:gd name="connsiteX4" fmla="*/ 48578 w 47625"/>
                <a:gd name="connsiteY4" fmla="*/ 5112544 h 5105400"/>
                <a:gd name="connsiteX5" fmla="*/ 48578 w 47625"/>
                <a:gd name="connsiteY5" fmla="*/ 4977575 h 5105400"/>
                <a:gd name="connsiteX6" fmla="*/ 0 w 47625"/>
                <a:gd name="connsiteY6" fmla="*/ 4977575 h 5105400"/>
                <a:gd name="connsiteX7" fmla="*/ 0 w 47625"/>
                <a:gd name="connsiteY7" fmla="*/ 4968050 h 5105400"/>
                <a:gd name="connsiteX8" fmla="*/ 48578 w 47625"/>
                <a:gd name="connsiteY8" fmla="*/ 4968050 h 5105400"/>
                <a:gd name="connsiteX9" fmla="*/ 48578 w 47625"/>
                <a:gd name="connsiteY9" fmla="*/ 4977575 h 5105400"/>
                <a:gd name="connsiteX10" fmla="*/ 48578 w 47625"/>
                <a:gd name="connsiteY10" fmla="*/ 4842606 h 5105400"/>
                <a:gd name="connsiteX11" fmla="*/ 0 w 47625"/>
                <a:gd name="connsiteY11" fmla="*/ 4842606 h 5105400"/>
                <a:gd name="connsiteX12" fmla="*/ 0 w 47625"/>
                <a:gd name="connsiteY12" fmla="*/ 4833081 h 5105400"/>
                <a:gd name="connsiteX13" fmla="*/ 48578 w 47625"/>
                <a:gd name="connsiteY13" fmla="*/ 4833081 h 5105400"/>
                <a:gd name="connsiteX14" fmla="*/ 48578 w 47625"/>
                <a:gd name="connsiteY14" fmla="*/ 4842606 h 5105400"/>
                <a:gd name="connsiteX15" fmla="*/ 48578 w 47625"/>
                <a:gd name="connsiteY15" fmla="*/ 4707541 h 5105400"/>
                <a:gd name="connsiteX16" fmla="*/ 0 w 47625"/>
                <a:gd name="connsiteY16" fmla="*/ 4707541 h 5105400"/>
                <a:gd name="connsiteX17" fmla="*/ 0 w 47625"/>
                <a:gd name="connsiteY17" fmla="*/ 4698016 h 5105400"/>
                <a:gd name="connsiteX18" fmla="*/ 48578 w 47625"/>
                <a:gd name="connsiteY18" fmla="*/ 4698016 h 5105400"/>
                <a:gd name="connsiteX19" fmla="*/ 48578 w 47625"/>
                <a:gd name="connsiteY19" fmla="*/ 4707541 h 5105400"/>
                <a:gd name="connsiteX20" fmla="*/ 48578 w 47625"/>
                <a:gd name="connsiteY20" fmla="*/ 4572572 h 5105400"/>
                <a:gd name="connsiteX21" fmla="*/ 0 w 47625"/>
                <a:gd name="connsiteY21" fmla="*/ 4572572 h 5105400"/>
                <a:gd name="connsiteX22" fmla="*/ 0 w 47625"/>
                <a:gd name="connsiteY22" fmla="*/ 4563047 h 5105400"/>
                <a:gd name="connsiteX23" fmla="*/ 48578 w 47625"/>
                <a:gd name="connsiteY23" fmla="*/ 4563047 h 5105400"/>
                <a:gd name="connsiteX24" fmla="*/ 48578 w 47625"/>
                <a:gd name="connsiteY24" fmla="*/ 4572572 h 5105400"/>
                <a:gd name="connsiteX25" fmla="*/ 48578 w 47625"/>
                <a:gd name="connsiteY25" fmla="*/ 4437602 h 5105400"/>
                <a:gd name="connsiteX26" fmla="*/ 0 w 47625"/>
                <a:gd name="connsiteY26" fmla="*/ 4437602 h 5105400"/>
                <a:gd name="connsiteX27" fmla="*/ 0 w 47625"/>
                <a:gd name="connsiteY27" fmla="*/ 4428077 h 5105400"/>
                <a:gd name="connsiteX28" fmla="*/ 48578 w 47625"/>
                <a:gd name="connsiteY28" fmla="*/ 4428077 h 5105400"/>
                <a:gd name="connsiteX29" fmla="*/ 48578 w 47625"/>
                <a:gd name="connsiteY29" fmla="*/ 4437602 h 5105400"/>
                <a:gd name="connsiteX30" fmla="*/ 48578 w 47625"/>
                <a:gd name="connsiteY30" fmla="*/ 4302538 h 5105400"/>
                <a:gd name="connsiteX31" fmla="*/ 0 w 47625"/>
                <a:gd name="connsiteY31" fmla="*/ 4302538 h 5105400"/>
                <a:gd name="connsiteX32" fmla="*/ 0 w 47625"/>
                <a:gd name="connsiteY32" fmla="*/ 4293013 h 5105400"/>
                <a:gd name="connsiteX33" fmla="*/ 48578 w 47625"/>
                <a:gd name="connsiteY33" fmla="*/ 4293013 h 5105400"/>
                <a:gd name="connsiteX34" fmla="*/ 48578 w 47625"/>
                <a:gd name="connsiteY34" fmla="*/ 4302538 h 5105400"/>
                <a:gd name="connsiteX35" fmla="*/ 48578 w 47625"/>
                <a:gd name="connsiteY35" fmla="*/ 4194525 h 5105400"/>
                <a:gd name="connsiteX36" fmla="*/ 0 w 47625"/>
                <a:gd name="connsiteY36" fmla="*/ 4194525 h 5105400"/>
                <a:gd name="connsiteX37" fmla="*/ 0 w 47625"/>
                <a:gd name="connsiteY37" fmla="*/ 4184999 h 5105400"/>
                <a:gd name="connsiteX38" fmla="*/ 48578 w 47625"/>
                <a:gd name="connsiteY38" fmla="*/ 4184999 h 5105400"/>
                <a:gd name="connsiteX39" fmla="*/ 48578 w 47625"/>
                <a:gd name="connsiteY39" fmla="*/ 4194525 h 5105400"/>
                <a:gd name="connsiteX40" fmla="*/ 48578 w 47625"/>
                <a:gd name="connsiteY40" fmla="*/ 4032599 h 5105400"/>
                <a:gd name="connsiteX41" fmla="*/ 0 w 47625"/>
                <a:gd name="connsiteY41" fmla="*/ 4032599 h 5105400"/>
                <a:gd name="connsiteX42" fmla="*/ 0 w 47625"/>
                <a:gd name="connsiteY42" fmla="*/ 4023074 h 5105400"/>
                <a:gd name="connsiteX43" fmla="*/ 48578 w 47625"/>
                <a:gd name="connsiteY43" fmla="*/ 4023074 h 5105400"/>
                <a:gd name="connsiteX44" fmla="*/ 48578 w 47625"/>
                <a:gd name="connsiteY44" fmla="*/ 4032599 h 5105400"/>
                <a:gd name="connsiteX45" fmla="*/ 48578 w 47625"/>
                <a:gd name="connsiteY45" fmla="*/ 3762566 h 5105400"/>
                <a:gd name="connsiteX46" fmla="*/ 0 w 47625"/>
                <a:gd name="connsiteY46" fmla="*/ 3762566 h 5105400"/>
                <a:gd name="connsiteX47" fmla="*/ 0 w 47625"/>
                <a:gd name="connsiteY47" fmla="*/ 3753041 h 5105400"/>
                <a:gd name="connsiteX48" fmla="*/ 48578 w 47625"/>
                <a:gd name="connsiteY48" fmla="*/ 3753041 h 5105400"/>
                <a:gd name="connsiteX49" fmla="*/ 48578 w 47625"/>
                <a:gd name="connsiteY49" fmla="*/ 3762566 h 5105400"/>
                <a:gd name="connsiteX50" fmla="*/ 48578 w 47625"/>
                <a:gd name="connsiteY50" fmla="*/ 3627596 h 5105400"/>
                <a:gd name="connsiteX51" fmla="*/ 0 w 47625"/>
                <a:gd name="connsiteY51" fmla="*/ 3627596 h 5105400"/>
                <a:gd name="connsiteX52" fmla="*/ 0 w 47625"/>
                <a:gd name="connsiteY52" fmla="*/ 3618071 h 5105400"/>
                <a:gd name="connsiteX53" fmla="*/ 48578 w 47625"/>
                <a:gd name="connsiteY53" fmla="*/ 3618071 h 5105400"/>
                <a:gd name="connsiteX54" fmla="*/ 48578 w 47625"/>
                <a:gd name="connsiteY54" fmla="*/ 3627596 h 5105400"/>
                <a:gd name="connsiteX55" fmla="*/ 48578 w 47625"/>
                <a:gd name="connsiteY55" fmla="*/ 3492532 h 5105400"/>
                <a:gd name="connsiteX56" fmla="*/ 0 w 47625"/>
                <a:gd name="connsiteY56" fmla="*/ 3492532 h 5105400"/>
                <a:gd name="connsiteX57" fmla="*/ 0 w 47625"/>
                <a:gd name="connsiteY57" fmla="*/ 3483007 h 5105400"/>
                <a:gd name="connsiteX58" fmla="*/ 48578 w 47625"/>
                <a:gd name="connsiteY58" fmla="*/ 3483007 h 5105400"/>
                <a:gd name="connsiteX59" fmla="*/ 48578 w 47625"/>
                <a:gd name="connsiteY59" fmla="*/ 3492532 h 5105400"/>
                <a:gd name="connsiteX60" fmla="*/ 48578 w 47625"/>
                <a:gd name="connsiteY60" fmla="*/ 3357563 h 5105400"/>
                <a:gd name="connsiteX61" fmla="*/ 0 w 47625"/>
                <a:gd name="connsiteY61" fmla="*/ 3357563 h 5105400"/>
                <a:gd name="connsiteX62" fmla="*/ 0 w 47625"/>
                <a:gd name="connsiteY62" fmla="*/ 3348038 h 5105400"/>
                <a:gd name="connsiteX63" fmla="*/ 48578 w 47625"/>
                <a:gd name="connsiteY63" fmla="*/ 3348038 h 5105400"/>
                <a:gd name="connsiteX64" fmla="*/ 48578 w 47625"/>
                <a:gd name="connsiteY64" fmla="*/ 3357563 h 5105400"/>
                <a:gd name="connsiteX65" fmla="*/ 48578 w 47625"/>
                <a:gd name="connsiteY65" fmla="*/ 3222593 h 5105400"/>
                <a:gd name="connsiteX66" fmla="*/ 0 w 47625"/>
                <a:gd name="connsiteY66" fmla="*/ 3222593 h 5105400"/>
                <a:gd name="connsiteX67" fmla="*/ 0 w 47625"/>
                <a:gd name="connsiteY67" fmla="*/ 3213068 h 5105400"/>
                <a:gd name="connsiteX68" fmla="*/ 48578 w 47625"/>
                <a:gd name="connsiteY68" fmla="*/ 3213068 h 5105400"/>
                <a:gd name="connsiteX69" fmla="*/ 48578 w 47625"/>
                <a:gd name="connsiteY69" fmla="*/ 3222593 h 5105400"/>
                <a:gd name="connsiteX70" fmla="*/ 48578 w 47625"/>
                <a:gd name="connsiteY70" fmla="*/ 3087529 h 5105400"/>
                <a:gd name="connsiteX71" fmla="*/ 0 w 47625"/>
                <a:gd name="connsiteY71" fmla="*/ 3087529 h 5105400"/>
                <a:gd name="connsiteX72" fmla="*/ 0 w 47625"/>
                <a:gd name="connsiteY72" fmla="*/ 3078004 h 5105400"/>
                <a:gd name="connsiteX73" fmla="*/ 48578 w 47625"/>
                <a:gd name="connsiteY73" fmla="*/ 3078004 h 5105400"/>
                <a:gd name="connsiteX74" fmla="*/ 48578 w 47625"/>
                <a:gd name="connsiteY74" fmla="*/ 3087529 h 5105400"/>
                <a:gd name="connsiteX75" fmla="*/ 48578 w 47625"/>
                <a:gd name="connsiteY75" fmla="*/ 2952560 h 5105400"/>
                <a:gd name="connsiteX76" fmla="*/ 0 w 47625"/>
                <a:gd name="connsiteY76" fmla="*/ 2952560 h 5105400"/>
                <a:gd name="connsiteX77" fmla="*/ 0 w 47625"/>
                <a:gd name="connsiteY77" fmla="*/ 2943035 h 5105400"/>
                <a:gd name="connsiteX78" fmla="*/ 48578 w 47625"/>
                <a:gd name="connsiteY78" fmla="*/ 2943035 h 5105400"/>
                <a:gd name="connsiteX79" fmla="*/ 48578 w 47625"/>
                <a:gd name="connsiteY79" fmla="*/ 2952560 h 5105400"/>
                <a:gd name="connsiteX80" fmla="*/ 48578 w 47625"/>
                <a:gd name="connsiteY80" fmla="*/ 2844546 h 5105400"/>
                <a:gd name="connsiteX81" fmla="*/ 0 w 47625"/>
                <a:gd name="connsiteY81" fmla="*/ 2844546 h 5105400"/>
                <a:gd name="connsiteX82" fmla="*/ 0 w 47625"/>
                <a:gd name="connsiteY82" fmla="*/ 2835021 h 5105400"/>
                <a:gd name="connsiteX83" fmla="*/ 48578 w 47625"/>
                <a:gd name="connsiteY83" fmla="*/ 2835021 h 5105400"/>
                <a:gd name="connsiteX84" fmla="*/ 48578 w 47625"/>
                <a:gd name="connsiteY84" fmla="*/ 2844546 h 5105400"/>
                <a:gd name="connsiteX85" fmla="*/ 48578 w 47625"/>
                <a:gd name="connsiteY85" fmla="*/ 2682526 h 5105400"/>
                <a:gd name="connsiteX86" fmla="*/ 0 w 47625"/>
                <a:gd name="connsiteY86" fmla="*/ 2682526 h 5105400"/>
                <a:gd name="connsiteX87" fmla="*/ 0 w 47625"/>
                <a:gd name="connsiteY87" fmla="*/ 2673001 h 5105400"/>
                <a:gd name="connsiteX88" fmla="*/ 48578 w 47625"/>
                <a:gd name="connsiteY88" fmla="*/ 2673001 h 5105400"/>
                <a:gd name="connsiteX89" fmla="*/ 48578 w 47625"/>
                <a:gd name="connsiteY89" fmla="*/ 2682526 h 5105400"/>
                <a:gd name="connsiteX90" fmla="*/ 48578 w 47625"/>
                <a:gd name="connsiteY90" fmla="*/ 2412587 h 5105400"/>
                <a:gd name="connsiteX91" fmla="*/ 0 w 47625"/>
                <a:gd name="connsiteY91" fmla="*/ 2412587 h 5105400"/>
                <a:gd name="connsiteX92" fmla="*/ 0 w 47625"/>
                <a:gd name="connsiteY92" fmla="*/ 2403062 h 5105400"/>
                <a:gd name="connsiteX93" fmla="*/ 48578 w 47625"/>
                <a:gd name="connsiteY93" fmla="*/ 2403062 h 5105400"/>
                <a:gd name="connsiteX94" fmla="*/ 48578 w 47625"/>
                <a:gd name="connsiteY94" fmla="*/ 2412587 h 5105400"/>
                <a:gd name="connsiteX95" fmla="*/ 48578 w 47625"/>
                <a:gd name="connsiteY95" fmla="*/ 2277523 h 5105400"/>
                <a:gd name="connsiteX96" fmla="*/ 0 w 47625"/>
                <a:gd name="connsiteY96" fmla="*/ 2277523 h 5105400"/>
                <a:gd name="connsiteX97" fmla="*/ 0 w 47625"/>
                <a:gd name="connsiteY97" fmla="*/ 2267998 h 5105400"/>
                <a:gd name="connsiteX98" fmla="*/ 48578 w 47625"/>
                <a:gd name="connsiteY98" fmla="*/ 2267998 h 5105400"/>
                <a:gd name="connsiteX99" fmla="*/ 48578 w 47625"/>
                <a:gd name="connsiteY99" fmla="*/ 2277523 h 5105400"/>
                <a:gd name="connsiteX100" fmla="*/ 48578 w 47625"/>
                <a:gd name="connsiteY100" fmla="*/ 2142554 h 5105400"/>
                <a:gd name="connsiteX101" fmla="*/ 0 w 47625"/>
                <a:gd name="connsiteY101" fmla="*/ 2142554 h 5105400"/>
                <a:gd name="connsiteX102" fmla="*/ 0 w 47625"/>
                <a:gd name="connsiteY102" fmla="*/ 2133029 h 5105400"/>
                <a:gd name="connsiteX103" fmla="*/ 48578 w 47625"/>
                <a:gd name="connsiteY103" fmla="*/ 2133029 h 5105400"/>
                <a:gd name="connsiteX104" fmla="*/ 48578 w 47625"/>
                <a:gd name="connsiteY104" fmla="*/ 2142554 h 5105400"/>
                <a:gd name="connsiteX105" fmla="*/ 48578 w 47625"/>
                <a:gd name="connsiteY105" fmla="*/ 2007584 h 5105400"/>
                <a:gd name="connsiteX106" fmla="*/ 0 w 47625"/>
                <a:gd name="connsiteY106" fmla="*/ 2007584 h 5105400"/>
                <a:gd name="connsiteX107" fmla="*/ 0 w 47625"/>
                <a:gd name="connsiteY107" fmla="*/ 1998059 h 5105400"/>
                <a:gd name="connsiteX108" fmla="*/ 48578 w 47625"/>
                <a:gd name="connsiteY108" fmla="*/ 1998059 h 5105400"/>
                <a:gd name="connsiteX109" fmla="*/ 48578 w 47625"/>
                <a:gd name="connsiteY109" fmla="*/ 2007584 h 5105400"/>
                <a:gd name="connsiteX110" fmla="*/ 48578 w 47625"/>
                <a:gd name="connsiteY110" fmla="*/ 1872520 h 5105400"/>
                <a:gd name="connsiteX111" fmla="*/ 0 w 47625"/>
                <a:gd name="connsiteY111" fmla="*/ 1872520 h 5105400"/>
                <a:gd name="connsiteX112" fmla="*/ 0 w 47625"/>
                <a:gd name="connsiteY112" fmla="*/ 1862995 h 5105400"/>
                <a:gd name="connsiteX113" fmla="*/ 48578 w 47625"/>
                <a:gd name="connsiteY113" fmla="*/ 1862995 h 5105400"/>
                <a:gd name="connsiteX114" fmla="*/ 48578 w 47625"/>
                <a:gd name="connsiteY114" fmla="*/ 1872520 h 5105400"/>
                <a:gd name="connsiteX115" fmla="*/ 48578 w 47625"/>
                <a:gd name="connsiteY115" fmla="*/ 1737551 h 5105400"/>
                <a:gd name="connsiteX116" fmla="*/ 0 w 47625"/>
                <a:gd name="connsiteY116" fmla="*/ 1737551 h 5105400"/>
                <a:gd name="connsiteX117" fmla="*/ 0 w 47625"/>
                <a:gd name="connsiteY117" fmla="*/ 1728026 h 5105400"/>
                <a:gd name="connsiteX118" fmla="*/ 48578 w 47625"/>
                <a:gd name="connsiteY118" fmla="*/ 1728026 h 5105400"/>
                <a:gd name="connsiteX119" fmla="*/ 48578 w 47625"/>
                <a:gd name="connsiteY119" fmla="*/ 1737551 h 5105400"/>
                <a:gd name="connsiteX120" fmla="*/ 48578 w 47625"/>
                <a:gd name="connsiteY120" fmla="*/ 1602486 h 5105400"/>
                <a:gd name="connsiteX121" fmla="*/ 0 w 47625"/>
                <a:gd name="connsiteY121" fmla="*/ 1602486 h 5105400"/>
                <a:gd name="connsiteX122" fmla="*/ 0 w 47625"/>
                <a:gd name="connsiteY122" fmla="*/ 1592961 h 5105400"/>
                <a:gd name="connsiteX123" fmla="*/ 48578 w 47625"/>
                <a:gd name="connsiteY123" fmla="*/ 1592961 h 5105400"/>
                <a:gd name="connsiteX124" fmla="*/ 48578 w 47625"/>
                <a:gd name="connsiteY124" fmla="*/ 1602486 h 5105400"/>
                <a:gd name="connsiteX125" fmla="*/ 48578 w 47625"/>
                <a:gd name="connsiteY125" fmla="*/ 1494568 h 5105400"/>
                <a:gd name="connsiteX126" fmla="*/ 0 w 47625"/>
                <a:gd name="connsiteY126" fmla="*/ 1494568 h 5105400"/>
                <a:gd name="connsiteX127" fmla="*/ 0 w 47625"/>
                <a:gd name="connsiteY127" fmla="*/ 1485043 h 5105400"/>
                <a:gd name="connsiteX128" fmla="*/ 48578 w 47625"/>
                <a:gd name="connsiteY128" fmla="*/ 1485043 h 5105400"/>
                <a:gd name="connsiteX129" fmla="*/ 48578 w 47625"/>
                <a:gd name="connsiteY129" fmla="*/ 1494568 h 5105400"/>
                <a:gd name="connsiteX130" fmla="*/ 48578 w 47625"/>
                <a:gd name="connsiteY130" fmla="*/ 1332548 h 5105400"/>
                <a:gd name="connsiteX131" fmla="*/ 0 w 47625"/>
                <a:gd name="connsiteY131" fmla="*/ 1332548 h 5105400"/>
                <a:gd name="connsiteX132" fmla="*/ 0 w 47625"/>
                <a:gd name="connsiteY132" fmla="*/ 1323023 h 5105400"/>
                <a:gd name="connsiteX133" fmla="*/ 48578 w 47625"/>
                <a:gd name="connsiteY133" fmla="*/ 1323023 h 5105400"/>
                <a:gd name="connsiteX134" fmla="*/ 48578 w 47625"/>
                <a:gd name="connsiteY134" fmla="*/ 1332548 h 5105400"/>
                <a:gd name="connsiteX135" fmla="*/ 48578 w 47625"/>
                <a:gd name="connsiteY135" fmla="*/ 1089565 h 5105400"/>
                <a:gd name="connsiteX136" fmla="*/ 0 w 47625"/>
                <a:gd name="connsiteY136" fmla="*/ 1089565 h 5105400"/>
                <a:gd name="connsiteX137" fmla="*/ 0 w 47625"/>
                <a:gd name="connsiteY137" fmla="*/ 1080040 h 5105400"/>
                <a:gd name="connsiteX138" fmla="*/ 48578 w 47625"/>
                <a:gd name="connsiteY138" fmla="*/ 1080040 h 5105400"/>
                <a:gd name="connsiteX139" fmla="*/ 48578 w 47625"/>
                <a:gd name="connsiteY139" fmla="*/ 1089565 h 5105400"/>
                <a:gd name="connsiteX140" fmla="*/ 48578 w 47625"/>
                <a:gd name="connsiteY140" fmla="*/ 954596 h 5105400"/>
                <a:gd name="connsiteX141" fmla="*/ 0 w 47625"/>
                <a:gd name="connsiteY141" fmla="*/ 954596 h 5105400"/>
                <a:gd name="connsiteX142" fmla="*/ 0 w 47625"/>
                <a:gd name="connsiteY142" fmla="*/ 945071 h 5105400"/>
                <a:gd name="connsiteX143" fmla="*/ 48578 w 47625"/>
                <a:gd name="connsiteY143" fmla="*/ 945071 h 5105400"/>
                <a:gd name="connsiteX144" fmla="*/ 48578 w 47625"/>
                <a:gd name="connsiteY144" fmla="*/ 954596 h 5105400"/>
                <a:gd name="connsiteX145" fmla="*/ 48578 w 47625"/>
                <a:gd name="connsiteY145" fmla="*/ 819531 h 5105400"/>
                <a:gd name="connsiteX146" fmla="*/ 0 w 47625"/>
                <a:gd name="connsiteY146" fmla="*/ 819531 h 5105400"/>
                <a:gd name="connsiteX147" fmla="*/ 0 w 47625"/>
                <a:gd name="connsiteY147" fmla="*/ 810006 h 5105400"/>
                <a:gd name="connsiteX148" fmla="*/ 48578 w 47625"/>
                <a:gd name="connsiteY148" fmla="*/ 810006 h 5105400"/>
                <a:gd name="connsiteX149" fmla="*/ 48578 w 47625"/>
                <a:gd name="connsiteY149" fmla="*/ 819531 h 5105400"/>
                <a:gd name="connsiteX150" fmla="*/ 48578 w 47625"/>
                <a:gd name="connsiteY150" fmla="*/ 684562 h 5105400"/>
                <a:gd name="connsiteX151" fmla="*/ 0 w 47625"/>
                <a:gd name="connsiteY151" fmla="*/ 684562 h 5105400"/>
                <a:gd name="connsiteX152" fmla="*/ 0 w 47625"/>
                <a:gd name="connsiteY152" fmla="*/ 675037 h 5105400"/>
                <a:gd name="connsiteX153" fmla="*/ 48578 w 47625"/>
                <a:gd name="connsiteY153" fmla="*/ 675037 h 5105400"/>
                <a:gd name="connsiteX154" fmla="*/ 48578 w 47625"/>
                <a:gd name="connsiteY154" fmla="*/ 684562 h 5105400"/>
                <a:gd name="connsiteX155" fmla="*/ 48578 w 47625"/>
                <a:gd name="connsiteY155" fmla="*/ 549593 h 5105400"/>
                <a:gd name="connsiteX156" fmla="*/ 0 w 47625"/>
                <a:gd name="connsiteY156" fmla="*/ 549593 h 5105400"/>
                <a:gd name="connsiteX157" fmla="*/ 0 w 47625"/>
                <a:gd name="connsiteY157" fmla="*/ 540068 h 5105400"/>
                <a:gd name="connsiteX158" fmla="*/ 48578 w 47625"/>
                <a:gd name="connsiteY158" fmla="*/ 540068 h 5105400"/>
                <a:gd name="connsiteX159" fmla="*/ 48578 w 47625"/>
                <a:gd name="connsiteY159" fmla="*/ 549593 h 5105400"/>
                <a:gd name="connsiteX160" fmla="*/ 48578 w 47625"/>
                <a:gd name="connsiteY160" fmla="*/ 414528 h 5105400"/>
                <a:gd name="connsiteX161" fmla="*/ 0 w 47625"/>
                <a:gd name="connsiteY161" fmla="*/ 414528 h 5105400"/>
                <a:gd name="connsiteX162" fmla="*/ 0 w 47625"/>
                <a:gd name="connsiteY162" fmla="*/ 405003 h 5105400"/>
                <a:gd name="connsiteX163" fmla="*/ 48578 w 47625"/>
                <a:gd name="connsiteY163" fmla="*/ 405003 h 5105400"/>
                <a:gd name="connsiteX164" fmla="*/ 48578 w 47625"/>
                <a:gd name="connsiteY164" fmla="*/ 414528 h 5105400"/>
                <a:gd name="connsiteX165" fmla="*/ 48578 w 47625"/>
                <a:gd name="connsiteY165" fmla="*/ 279559 h 5105400"/>
                <a:gd name="connsiteX166" fmla="*/ 0 w 47625"/>
                <a:gd name="connsiteY166" fmla="*/ 279559 h 5105400"/>
                <a:gd name="connsiteX167" fmla="*/ 0 w 47625"/>
                <a:gd name="connsiteY167" fmla="*/ 270034 h 5105400"/>
                <a:gd name="connsiteX168" fmla="*/ 48578 w 47625"/>
                <a:gd name="connsiteY168" fmla="*/ 270034 h 5105400"/>
                <a:gd name="connsiteX169" fmla="*/ 48578 w 47625"/>
                <a:gd name="connsiteY169" fmla="*/ 279559 h 5105400"/>
                <a:gd name="connsiteX170" fmla="*/ 48578 w 47625"/>
                <a:gd name="connsiteY170" fmla="*/ 171545 h 5105400"/>
                <a:gd name="connsiteX171" fmla="*/ 0 w 47625"/>
                <a:gd name="connsiteY171" fmla="*/ 171545 h 5105400"/>
                <a:gd name="connsiteX172" fmla="*/ 0 w 47625"/>
                <a:gd name="connsiteY172" fmla="*/ 162020 h 5105400"/>
                <a:gd name="connsiteX173" fmla="*/ 48578 w 47625"/>
                <a:gd name="connsiteY173" fmla="*/ 162020 h 5105400"/>
                <a:gd name="connsiteX174" fmla="*/ 48578 w 47625"/>
                <a:gd name="connsiteY174" fmla="*/ 171545 h 5105400"/>
                <a:gd name="connsiteX175" fmla="*/ 48578 w 47625"/>
                <a:gd name="connsiteY175" fmla="*/ 9525 h 5105400"/>
                <a:gd name="connsiteX176" fmla="*/ 0 w 47625"/>
                <a:gd name="connsiteY176" fmla="*/ 9525 h 5105400"/>
                <a:gd name="connsiteX177" fmla="*/ 0 w 47625"/>
                <a:gd name="connsiteY177" fmla="*/ 0 h 5105400"/>
                <a:gd name="connsiteX178" fmla="*/ 48578 w 47625"/>
                <a:gd name="connsiteY178" fmla="*/ 0 h 5105400"/>
                <a:gd name="connsiteX179" fmla="*/ 48578 w 47625"/>
                <a:gd name="connsiteY179" fmla="*/ 9525 h 510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47625" h="5105400">
                  <a:moveTo>
                    <a:pt x="48578" y="5112544"/>
                  </a:moveTo>
                  <a:lnTo>
                    <a:pt x="0" y="5112544"/>
                  </a:lnTo>
                  <a:lnTo>
                    <a:pt x="0" y="5103019"/>
                  </a:lnTo>
                  <a:lnTo>
                    <a:pt x="48578" y="5103019"/>
                  </a:lnTo>
                  <a:lnTo>
                    <a:pt x="48578" y="5112544"/>
                  </a:lnTo>
                  <a:close/>
                  <a:moveTo>
                    <a:pt x="48578" y="4977575"/>
                  </a:moveTo>
                  <a:lnTo>
                    <a:pt x="0" y="4977575"/>
                  </a:lnTo>
                  <a:lnTo>
                    <a:pt x="0" y="4968050"/>
                  </a:lnTo>
                  <a:lnTo>
                    <a:pt x="48578" y="4968050"/>
                  </a:lnTo>
                  <a:lnTo>
                    <a:pt x="48578" y="4977575"/>
                  </a:lnTo>
                  <a:close/>
                  <a:moveTo>
                    <a:pt x="48578" y="4842606"/>
                  </a:moveTo>
                  <a:lnTo>
                    <a:pt x="0" y="4842606"/>
                  </a:lnTo>
                  <a:lnTo>
                    <a:pt x="0" y="4833081"/>
                  </a:lnTo>
                  <a:lnTo>
                    <a:pt x="48578" y="4833081"/>
                  </a:lnTo>
                  <a:lnTo>
                    <a:pt x="48578" y="4842606"/>
                  </a:lnTo>
                  <a:close/>
                  <a:moveTo>
                    <a:pt x="48578" y="4707541"/>
                  </a:moveTo>
                  <a:lnTo>
                    <a:pt x="0" y="4707541"/>
                  </a:lnTo>
                  <a:lnTo>
                    <a:pt x="0" y="4698016"/>
                  </a:lnTo>
                  <a:lnTo>
                    <a:pt x="48578" y="4698016"/>
                  </a:lnTo>
                  <a:lnTo>
                    <a:pt x="48578" y="4707541"/>
                  </a:lnTo>
                  <a:close/>
                  <a:moveTo>
                    <a:pt x="48578" y="4572572"/>
                  </a:moveTo>
                  <a:lnTo>
                    <a:pt x="0" y="4572572"/>
                  </a:lnTo>
                  <a:lnTo>
                    <a:pt x="0" y="4563047"/>
                  </a:lnTo>
                  <a:lnTo>
                    <a:pt x="48578" y="4563047"/>
                  </a:lnTo>
                  <a:lnTo>
                    <a:pt x="48578" y="4572572"/>
                  </a:lnTo>
                  <a:close/>
                  <a:moveTo>
                    <a:pt x="48578" y="4437602"/>
                  </a:moveTo>
                  <a:lnTo>
                    <a:pt x="0" y="4437602"/>
                  </a:lnTo>
                  <a:lnTo>
                    <a:pt x="0" y="4428077"/>
                  </a:lnTo>
                  <a:lnTo>
                    <a:pt x="48578" y="4428077"/>
                  </a:lnTo>
                  <a:lnTo>
                    <a:pt x="48578" y="4437602"/>
                  </a:lnTo>
                  <a:close/>
                  <a:moveTo>
                    <a:pt x="48578" y="4302538"/>
                  </a:moveTo>
                  <a:lnTo>
                    <a:pt x="0" y="4302538"/>
                  </a:lnTo>
                  <a:lnTo>
                    <a:pt x="0" y="4293013"/>
                  </a:lnTo>
                  <a:lnTo>
                    <a:pt x="48578" y="4293013"/>
                  </a:lnTo>
                  <a:lnTo>
                    <a:pt x="48578" y="4302538"/>
                  </a:lnTo>
                  <a:close/>
                  <a:moveTo>
                    <a:pt x="48578" y="4194525"/>
                  </a:moveTo>
                  <a:lnTo>
                    <a:pt x="0" y="4194525"/>
                  </a:lnTo>
                  <a:lnTo>
                    <a:pt x="0" y="4184999"/>
                  </a:lnTo>
                  <a:lnTo>
                    <a:pt x="48578" y="4184999"/>
                  </a:lnTo>
                  <a:lnTo>
                    <a:pt x="48578" y="4194525"/>
                  </a:lnTo>
                  <a:close/>
                  <a:moveTo>
                    <a:pt x="48578" y="4032599"/>
                  </a:moveTo>
                  <a:lnTo>
                    <a:pt x="0" y="4032599"/>
                  </a:lnTo>
                  <a:lnTo>
                    <a:pt x="0" y="4023074"/>
                  </a:lnTo>
                  <a:lnTo>
                    <a:pt x="48578" y="4023074"/>
                  </a:lnTo>
                  <a:lnTo>
                    <a:pt x="48578" y="4032599"/>
                  </a:lnTo>
                  <a:close/>
                  <a:moveTo>
                    <a:pt x="48578" y="3762566"/>
                  </a:moveTo>
                  <a:lnTo>
                    <a:pt x="0" y="3762566"/>
                  </a:lnTo>
                  <a:lnTo>
                    <a:pt x="0" y="3753041"/>
                  </a:lnTo>
                  <a:lnTo>
                    <a:pt x="48578" y="3753041"/>
                  </a:lnTo>
                  <a:lnTo>
                    <a:pt x="48578" y="3762566"/>
                  </a:lnTo>
                  <a:close/>
                  <a:moveTo>
                    <a:pt x="48578" y="3627596"/>
                  </a:moveTo>
                  <a:lnTo>
                    <a:pt x="0" y="3627596"/>
                  </a:lnTo>
                  <a:lnTo>
                    <a:pt x="0" y="3618071"/>
                  </a:lnTo>
                  <a:lnTo>
                    <a:pt x="48578" y="3618071"/>
                  </a:lnTo>
                  <a:lnTo>
                    <a:pt x="48578" y="3627596"/>
                  </a:lnTo>
                  <a:close/>
                  <a:moveTo>
                    <a:pt x="48578" y="3492532"/>
                  </a:moveTo>
                  <a:lnTo>
                    <a:pt x="0" y="3492532"/>
                  </a:lnTo>
                  <a:lnTo>
                    <a:pt x="0" y="3483007"/>
                  </a:lnTo>
                  <a:lnTo>
                    <a:pt x="48578" y="3483007"/>
                  </a:lnTo>
                  <a:lnTo>
                    <a:pt x="48578" y="3492532"/>
                  </a:lnTo>
                  <a:close/>
                  <a:moveTo>
                    <a:pt x="48578" y="3357563"/>
                  </a:moveTo>
                  <a:lnTo>
                    <a:pt x="0" y="3357563"/>
                  </a:lnTo>
                  <a:lnTo>
                    <a:pt x="0" y="3348038"/>
                  </a:lnTo>
                  <a:lnTo>
                    <a:pt x="48578" y="3348038"/>
                  </a:lnTo>
                  <a:lnTo>
                    <a:pt x="48578" y="3357563"/>
                  </a:lnTo>
                  <a:close/>
                  <a:moveTo>
                    <a:pt x="48578" y="3222593"/>
                  </a:moveTo>
                  <a:lnTo>
                    <a:pt x="0" y="3222593"/>
                  </a:lnTo>
                  <a:lnTo>
                    <a:pt x="0" y="3213068"/>
                  </a:lnTo>
                  <a:lnTo>
                    <a:pt x="48578" y="3213068"/>
                  </a:lnTo>
                  <a:lnTo>
                    <a:pt x="48578" y="3222593"/>
                  </a:lnTo>
                  <a:close/>
                  <a:moveTo>
                    <a:pt x="48578" y="3087529"/>
                  </a:moveTo>
                  <a:lnTo>
                    <a:pt x="0" y="3087529"/>
                  </a:lnTo>
                  <a:lnTo>
                    <a:pt x="0" y="3078004"/>
                  </a:lnTo>
                  <a:lnTo>
                    <a:pt x="48578" y="3078004"/>
                  </a:lnTo>
                  <a:lnTo>
                    <a:pt x="48578" y="3087529"/>
                  </a:lnTo>
                  <a:close/>
                  <a:moveTo>
                    <a:pt x="48578" y="2952560"/>
                  </a:moveTo>
                  <a:lnTo>
                    <a:pt x="0" y="2952560"/>
                  </a:lnTo>
                  <a:lnTo>
                    <a:pt x="0" y="2943035"/>
                  </a:lnTo>
                  <a:lnTo>
                    <a:pt x="48578" y="2943035"/>
                  </a:lnTo>
                  <a:lnTo>
                    <a:pt x="48578" y="2952560"/>
                  </a:lnTo>
                  <a:close/>
                  <a:moveTo>
                    <a:pt x="48578" y="2844546"/>
                  </a:moveTo>
                  <a:lnTo>
                    <a:pt x="0" y="2844546"/>
                  </a:lnTo>
                  <a:lnTo>
                    <a:pt x="0" y="2835021"/>
                  </a:lnTo>
                  <a:lnTo>
                    <a:pt x="48578" y="2835021"/>
                  </a:lnTo>
                  <a:lnTo>
                    <a:pt x="48578" y="2844546"/>
                  </a:lnTo>
                  <a:close/>
                  <a:moveTo>
                    <a:pt x="48578" y="2682526"/>
                  </a:moveTo>
                  <a:lnTo>
                    <a:pt x="0" y="2682526"/>
                  </a:lnTo>
                  <a:lnTo>
                    <a:pt x="0" y="2673001"/>
                  </a:lnTo>
                  <a:lnTo>
                    <a:pt x="48578" y="2673001"/>
                  </a:lnTo>
                  <a:lnTo>
                    <a:pt x="48578" y="2682526"/>
                  </a:lnTo>
                  <a:close/>
                  <a:moveTo>
                    <a:pt x="48578" y="2412587"/>
                  </a:moveTo>
                  <a:lnTo>
                    <a:pt x="0" y="2412587"/>
                  </a:lnTo>
                  <a:lnTo>
                    <a:pt x="0" y="2403062"/>
                  </a:lnTo>
                  <a:lnTo>
                    <a:pt x="48578" y="2403062"/>
                  </a:lnTo>
                  <a:lnTo>
                    <a:pt x="48578" y="2412587"/>
                  </a:lnTo>
                  <a:close/>
                  <a:moveTo>
                    <a:pt x="48578" y="2277523"/>
                  </a:moveTo>
                  <a:lnTo>
                    <a:pt x="0" y="2277523"/>
                  </a:lnTo>
                  <a:lnTo>
                    <a:pt x="0" y="2267998"/>
                  </a:lnTo>
                  <a:lnTo>
                    <a:pt x="48578" y="2267998"/>
                  </a:lnTo>
                  <a:lnTo>
                    <a:pt x="48578" y="2277523"/>
                  </a:lnTo>
                  <a:close/>
                  <a:moveTo>
                    <a:pt x="48578" y="2142554"/>
                  </a:moveTo>
                  <a:lnTo>
                    <a:pt x="0" y="2142554"/>
                  </a:lnTo>
                  <a:lnTo>
                    <a:pt x="0" y="2133029"/>
                  </a:lnTo>
                  <a:lnTo>
                    <a:pt x="48578" y="2133029"/>
                  </a:lnTo>
                  <a:lnTo>
                    <a:pt x="48578" y="2142554"/>
                  </a:lnTo>
                  <a:close/>
                  <a:moveTo>
                    <a:pt x="48578" y="2007584"/>
                  </a:moveTo>
                  <a:lnTo>
                    <a:pt x="0" y="2007584"/>
                  </a:lnTo>
                  <a:lnTo>
                    <a:pt x="0" y="1998059"/>
                  </a:lnTo>
                  <a:lnTo>
                    <a:pt x="48578" y="1998059"/>
                  </a:lnTo>
                  <a:lnTo>
                    <a:pt x="48578" y="2007584"/>
                  </a:lnTo>
                  <a:close/>
                  <a:moveTo>
                    <a:pt x="48578" y="1872520"/>
                  </a:moveTo>
                  <a:lnTo>
                    <a:pt x="0" y="1872520"/>
                  </a:lnTo>
                  <a:lnTo>
                    <a:pt x="0" y="1862995"/>
                  </a:lnTo>
                  <a:lnTo>
                    <a:pt x="48578" y="1862995"/>
                  </a:lnTo>
                  <a:lnTo>
                    <a:pt x="48578" y="1872520"/>
                  </a:lnTo>
                  <a:close/>
                  <a:moveTo>
                    <a:pt x="48578" y="1737551"/>
                  </a:moveTo>
                  <a:lnTo>
                    <a:pt x="0" y="1737551"/>
                  </a:lnTo>
                  <a:lnTo>
                    <a:pt x="0" y="1728026"/>
                  </a:lnTo>
                  <a:lnTo>
                    <a:pt x="48578" y="1728026"/>
                  </a:lnTo>
                  <a:lnTo>
                    <a:pt x="48578" y="1737551"/>
                  </a:lnTo>
                  <a:close/>
                  <a:moveTo>
                    <a:pt x="48578" y="1602486"/>
                  </a:moveTo>
                  <a:lnTo>
                    <a:pt x="0" y="1602486"/>
                  </a:lnTo>
                  <a:lnTo>
                    <a:pt x="0" y="1592961"/>
                  </a:lnTo>
                  <a:lnTo>
                    <a:pt x="48578" y="1592961"/>
                  </a:lnTo>
                  <a:lnTo>
                    <a:pt x="48578" y="1602486"/>
                  </a:lnTo>
                  <a:close/>
                  <a:moveTo>
                    <a:pt x="48578" y="1494568"/>
                  </a:moveTo>
                  <a:lnTo>
                    <a:pt x="0" y="1494568"/>
                  </a:lnTo>
                  <a:lnTo>
                    <a:pt x="0" y="1485043"/>
                  </a:lnTo>
                  <a:lnTo>
                    <a:pt x="48578" y="1485043"/>
                  </a:lnTo>
                  <a:lnTo>
                    <a:pt x="48578" y="1494568"/>
                  </a:lnTo>
                  <a:close/>
                  <a:moveTo>
                    <a:pt x="48578" y="1332548"/>
                  </a:moveTo>
                  <a:lnTo>
                    <a:pt x="0" y="1332548"/>
                  </a:lnTo>
                  <a:lnTo>
                    <a:pt x="0" y="1323023"/>
                  </a:lnTo>
                  <a:lnTo>
                    <a:pt x="48578" y="1323023"/>
                  </a:lnTo>
                  <a:lnTo>
                    <a:pt x="48578" y="1332548"/>
                  </a:lnTo>
                  <a:close/>
                  <a:moveTo>
                    <a:pt x="48578" y="1089565"/>
                  </a:moveTo>
                  <a:lnTo>
                    <a:pt x="0" y="1089565"/>
                  </a:lnTo>
                  <a:lnTo>
                    <a:pt x="0" y="1080040"/>
                  </a:lnTo>
                  <a:lnTo>
                    <a:pt x="48578" y="1080040"/>
                  </a:lnTo>
                  <a:lnTo>
                    <a:pt x="48578" y="1089565"/>
                  </a:lnTo>
                  <a:close/>
                  <a:moveTo>
                    <a:pt x="48578" y="954596"/>
                  </a:moveTo>
                  <a:lnTo>
                    <a:pt x="0" y="954596"/>
                  </a:lnTo>
                  <a:lnTo>
                    <a:pt x="0" y="945071"/>
                  </a:lnTo>
                  <a:lnTo>
                    <a:pt x="48578" y="945071"/>
                  </a:lnTo>
                  <a:lnTo>
                    <a:pt x="48578" y="954596"/>
                  </a:lnTo>
                  <a:close/>
                  <a:moveTo>
                    <a:pt x="48578" y="819531"/>
                  </a:moveTo>
                  <a:lnTo>
                    <a:pt x="0" y="819531"/>
                  </a:lnTo>
                  <a:lnTo>
                    <a:pt x="0" y="810006"/>
                  </a:lnTo>
                  <a:lnTo>
                    <a:pt x="48578" y="810006"/>
                  </a:lnTo>
                  <a:lnTo>
                    <a:pt x="48578" y="819531"/>
                  </a:lnTo>
                  <a:close/>
                  <a:moveTo>
                    <a:pt x="48578" y="684562"/>
                  </a:moveTo>
                  <a:lnTo>
                    <a:pt x="0" y="684562"/>
                  </a:lnTo>
                  <a:lnTo>
                    <a:pt x="0" y="675037"/>
                  </a:lnTo>
                  <a:lnTo>
                    <a:pt x="48578" y="675037"/>
                  </a:lnTo>
                  <a:lnTo>
                    <a:pt x="48578" y="684562"/>
                  </a:lnTo>
                  <a:close/>
                  <a:moveTo>
                    <a:pt x="48578" y="549593"/>
                  </a:moveTo>
                  <a:lnTo>
                    <a:pt x="0" y="549593"/>
                  </a:lnTo>
                  <a:lnTo>
                    <a:pt x="0" y="540068"/>
                  </a:lnTo>
                  <a:lnTo>
                    <a:pt x="48578" y="540068"/>
                  </a:lnTo>
                  <a:lnTo>
                    <a:pt x="48578" y="549593"/>
                  </a:lnTo>
                  <a:close/>
                  <a:moveTo>
                    <a:pt x="48578" y="414528"/>
                  </a:moveTo>
                  <a:lnTo>
                    <a:pt x="0" y="414528"/>
                  </a:lnTo>
                  <a:lnTo>
                    <a:pt x="0" y="405003"/>
                  </a:lnTo>
                  <a:lnTo>
                    <a:pt x="48578" y="405003"/>
                  </a:lnTo>
                  <a:lnTo>
                    <a:pt x="48578" y="414528"/>
                  </a:lnTo>
                  <a:close/>
                  <a:moveTo>
                    <a:pt x="48578" y="279559"/>
                  </a:moveTo>
                  <a:lnTo>
                    <a:pt x="0" y="279559"/>
                  </a:lnTo>
                  <a:lnTo>
                    <a:pt x="0" y="270034"/>
                  </a:lnTo>
                  <a:lnTo>
                    <a:pt x="48578" y="270034"/>
                  </a:lnTo>
                  <a:lnTo>
                    <a:pt x="48578" y="279559"/>
                  </a:lnTo>
                  <a:close/>
                  <a:moveTo>
                    <a:pt x="48578" y="171545"/>
                  </a:moveTo>
                  <a:lnTo>
                    <a:pt x="0" y="171545"/>
                  </a:lnTo>
                  <a:lnTo>
                    <a:pt x="0" y="162020"/>
                  </a:lnTo>
                  <a:lnTo>
                    <a:pt x="48578" y="162020"/>
                  </a:lnTo>
                  <a:lnTo>
                    <a:pt x="48578" y="171545"/>
                  </a:lnTo>
                  <a:close/>
                  <a:moveTo>
                    <a:pt x="48578" y="9525"/>
                  </a:moveTo>
                  <a:lnTo>
                    <a:pt x="0" y="9525"/>
                  </a:lnTo>
                  <a:lnTo>
                    <a:pt x="0" y="0"/>
                  </a:lnTo>
                  <a:lnTo>
                    <a:pt x="48578" y="0"/>
                  </a:lnTo>
                  <a:lnTo>
                    <a:pt x="48578" y="9525"/>
                  </a:lnTo>
                  <a:close/>
                </a:path>
              </a:pathLst>
            </a:custGeom>
            <a:grpFill/>
            <a:ln w="9525" cap="flat">
              <a:noFill/>
              <a:prstDash val="solid"/>
              <a:miter/>
            </a:ln>
          </p:spPr>
          <p:txBody>
            <a:bodyPr rtlCol="0" anchor="ctr"/>
            <a:lstStyle/>
            <a:p>
              <a:pPr defTabSz="914377">
                <a:defRPr/>
              </a:pPr>
              <a:endParaRPr lang="zh-CN" altLang="en-US">
                <a:solidFill>
                  <a:prstClr val="black"/>
                </a:solidFill>
                <a:latin typeface="等线" panose="020F0502020204030204"/>
                <a:ea typeface="等线" panose="02010600030101010101" pitchFamily="2" charset="-122"/>
              </a:endParaRPr>
            </a:p>
          </p:txBody>
        </p:sp>
        <p:sp>
          <p:nvSpPr>
            <p:cNvPr id="5" name="任意多边形: 形状 5">
              <a:extLst>
                <a:ext uri="{FF2B5EF4-FFF2-40B4-BE49-F238E27FC236}">
                  <a16:creationId xmlns:a16="http://schemas.microsoft.com/office/drawing/2014/main" id="{BC2DD197-A84C-C742-A9AD-22EF60428B9A}"/>
                </a:ext>
              </a:extLst>
            </p:cNvPr>
            <p:cNvSpPr/>
            <p:nvPr/>
          </p:nvSpPr>
          <p:spPr>
            <a:xfrm rot="16200000">
              <a:off x="4730509" y="1591770"/>
              <a:ext cx="42066" cy="8365411"/>
            </a:xfrm>
            <a:custGeom>
              <a:avLst/>
              <a:gdLst>
                <a:gd name="connsiteX0" fmla="*/ 27051 w 19050"/>
                <a:gd name="connsiteY0" fmla="*/ 5328476 h 5324475"/>
                <a:gd name="connsiteX1" fmla="*/ 0 w 19050"/>
                <a:gd name="connsiteY1" fmla="*/ 5328476 h 5324475"/>
                <a:gd name="connsiteX2" fmla="*/ 0 w 19050"/>
                <a:gd name="connsiteY2" fmla="*/ 5318951 h 5324475"/>
                <a:gd name="connsiteX3" fmla="*/ 27051 w 19050"/>
                <a:gd name="connsiteY3" fmla="*/ 5318951 h 5324475"/>
                <a:gd name="connsiteX4" fmla="*/ 27051 w 19050"/>
                <a:gd name="connsiteY4" fmla="*/ 5328476 h 5324475"/>
                <a:gd name="connsiteX5" fmla="*/ 27051 w 19050"/>
                <a:gd name="connsiteY5" fmla="*/ 5301520 h 5324475"/>
                <a:gd name="connsiteX6" fmla="*/ 0 w 19050"/>
                <a:gd name="connsiteY6" fmla="*/ 5301520 h 5324475"/>
                <a:gd name="connsiteX7" fmla="*/ 0 w 19050"/>
                <a:gd name="connsiteY7" fmla="*/ 5291995 h 5324475"/>
                <a:gd name="connsiteX8" fmla="*/ 27051 w 19050"/>
                <a:gd name="connsiteY8" fmla="*/ 5291995 h 5324475"/>
                <a:gd name="connsiteX9" fmla="*/ 27051 w 19050"/>
                <a:gd name="connsiteY9" fmla="*/ 5301520 h 5324475"/>
                <a:gd name="connsiteX10" fmla="*/ 27051 w 19050"/>
                <a:gd name="connsiteY10" fmla="*/ 5274469 h 5324475"/>
                <a:gd name="connsiteX11" fmla="*/ 0 w 19050"/>
                <a:gd name="connsiteY11" fmla="*/ 5274469 h 5324475"/>
                <a:gd name="connsiteX12" fmla="*/ 0 w 19050"/>
                <a:gd name="connsiteY12" fmla="*/ 5264944 h 5324475"/>
                <a:gd name="connsiteX13" fmla="*/ 27051 w 19050"/>
                <a:gd name="connsiteY13" fmla="*/ 5264944 h 5324475"/>
                <a:gd name="connsiteX14" fmla="*/ 27051 w 19050"/>
                <a:gd name="connsiteY14" fmla="*/ 5274469 h 5324475"/>
                <a:gd name="connsiteX15" fmla="*/ 27051 w 19050"/>
                <a:gd name="connsiteY15" fmla="*/ 5247513 h 5324475"/>
                <a:gd name="connsiteX16" fmla="*/ 0 w 19050"/>
                <a:gd name="connsiteY16" fmla="*/ 5247513 h 5324475"/>
                <a:gd name="connsiteX17" fmla="*/ 0 w 19050"/>
                <a:gd name="connsiteY17" fmla="*/ 5237988 h 5324475"/>
                <a:gd name="connsiteX18" fmla="*/ 27051 w 19050"/>
                <a:gd name="connsiteY18" fmla="*/ 5237988 h 5324475"/>
                <a:gd name="connsiteX19" fmla="*/ 27051 w 19050"/>
                <a:gd name="connsiteY19" fmla="*/ 5247513 h 5324475"/>
                <a:gd name="connsiteX20" fmla="*/ 27051 w 19050"/>
                <a:gd name="connsiteY20" fmla="*/ 5193507 h 5324475"/>
                <a:gd name="connsiteX21" fmla="*/ 0 w 19050"/>
                <a:gd name="connsiteY21" fmla="*/ 5193507 h 5324475"/>
                <a:gd name="connsiteX22" fmla="*/ 0 w 19050"/>
                <a:gd name="connsiteY22" fmla="*/ 5183982 h 5324475"/>
                <a:gd name="connsiteX23" fmla="*/ 27051 w 19050"/>
                <a:gd name="connsiteY23" fmla="*/ 5183982 h 5324475"/>
                <a:gd name="connsiteX24" fmla="*/ 27051 w 19050"/>
                <a:gd name="connsiteY24" fmla="*/ 5193507 h 5324475"/>
                <a:gd name="connsiteX25" fmla="*/ 27051 w 19050"/>
                <a:gd name="connsiteY25" fmla="*/ 5166456 h 5324475"/>
                <a:gd name="connsiteX26" fmla="*/ 0 w 19050"/>
                <a:gd name="connsiteY26" fmla="*/ 5166456 h 5324475"/>
                <a:gd name="connsiteX27" fmla="*/ 0 w 19050"/>
                <a:gd name="connsiteY27" fmla="*/ 5156931 h 5324475"/>
                <a:gd name="connsiteX28" fmla="*/ 27051 w 19050"/>
                <a:gd name="connsiteY28" fmla="*/ 5156931 h 5324475"/>
                <a:gd name="connsiteX29" fmla="*/ 27051 w 19050"/>
                <a:gd name="connsiteY29" fmla="*/ 5166456 h 5324475"/>
                <a:gd name="connsiteX30" fmla="*/ 27051 w 19050"/>
                <a:gd name="connsiteY30" fmla="*/ 5139500 h 5324475"/>
                <a:gd name="connsiteX31" fmla="*/ 0 w 19050"/>
                <a:gd name="connsiteY31" fmla="*/ 5139500 h 5324475"/>
                <a:gd name="connsiteX32" fmla="*/ 0 w 19050"/>
                <a:gd name="connsiteY32" fmla="*/ 5129975 h 5324475"/>
                <a:gd name="connsiteX33" fmla="*/ 27051 w 19050"/>
                <a:gd name="connsiteY33" fmla="*/ 5129975 h 5324475"/>
                <a:gd name="connsiteX34" fmla="*/ 27051 w 19050"/>
                <a:gd name="connsiteY34" fmla="*/ 5139500 h 5324475"/>
                <a:gd name="connsiteX35" fmla="*/ 27051 w 19050"/>
                <a:gd name="connsiteY35" fmla="*/ 5112544 h 5324475"/>
                <a:gd name="connsiteX36" fmla="*/ 0 w 19050"/>
                <a:gd name="connsiteY36" fmla="*/ 5112544 h 5324475"/>
                <a:gd name="connsiteX37" fmla="*/ 0 w 19050"/>
                <a:gd name="connsiteY37" fmla="*/ 5103019 h 5324475"/>
                <a:gd name="connsiteX38" fmla="*/ 27051 w 19050"/>
                <a:gd name="connsiteY38" fmla="*/ 5103019 h 5324475"/>
                <a:gd name="connsiteX39" fmla="*/ 27051 w 19050"/>
                <a:gd name="connsiteY39" fmla="*/ 5112544 h 5324475"/>
                <a:gd name="connsiteX40" fmla="*/ 27051 w 19050"/>
                <a:gd name="connsiteY40" fmla="*/ 5058442 h 5324475"/>
                <a:gd name="connsiteX41" fmla="*/ 0 w 19050"/>
                <a:gd name="connsiteY41" fmla="*/ 5058442 h 5324475"/>
                <a:gd name="connsiteX42" fmla="*/ 0 w 19050"/>
                <a:gd name="connsiteY42" fmla="*/ 5048917 h 5324475"/>
                <a:gd name="connsiteX43" fmla="*/ 27051 w 19050"/>
                <a:gd name="connsiteY43" fmla="*/ 5048917 h 5324475"/>
                <a:gd name="connsiteX44" fmla="*/ 27051 w 19050"/>
                <a:gd name="connsiteY44" fmla="*/ 5058442 h 5324475"/>
                <a:gd name="connsiteX45" fmla="*/ 27051 w 19050"/>
                <a:gd name="connsiteY45" fmla="*/ 5031486 h 5324475"/>
                <a:gd name="connsiteX46" fmla="*/ 0 w 19050"/>
                <a:gd name="connsiteY46" fmla="*/ 5031486 h 5324475"/>
                <a:gd name="connsiteX47" fmla="*/ 0 w 19050"/>
                <a:gd name="connsiteY47" fmla="*/ 5021961 h 5324475"/>
                <a:gd name="connsiteX48" fmla="*/ 27051 w 19050"/>
                <a:gd name="connsiteY48" fmla="*/ 5021961 h 5324475"/>
                <a:gd name="connsiteX49" fmla="*/ 27051 w 19050"/>
                <a:gd name="connsiteY49" fmla="*/ 5031486 h 5324475"/>
                <a:gd name="connsiteX50" fmla="*/ 27051 w 19050"/>
                <a:gd name="connsiteY50" fmla="*/ 5004531 h 5324475"/>
                <a:gd name="connsiteX51" fmla="*/ 0 w 19050"/>
                <a:gd name="connsiteY51" fmla="*/ 5004531 h 5324475"/>
                <a:gd name="connsiteX52" fmla="*/ 0 w 19050"/>
                <a:gd name="connsiteY52" fmla="*/ 4995006 h 5324475"/>
                <a:gd name="connsiteX53" fmla="*/ 27051 w 19050"/>
                <a:gd name="connsiteY53" fmla="*/ 4995006 h 5324475"/>
                <a:gd name="connsiteX54" fmla="*/ 27051 w 19050"/>
                <a:gd name="connsiteY54" fmla="*/ 5004531 h 5324475"/>
                <a:gd name="connsiteX55" fmla="*/ 27051 w 19050"/>
                <a:gd name="connsiteY55" fmla="*/ 4977479 h 5324475"/>
                <a:gd name="connsiteX56" fmla="*/ 0 w 19050"/>
                <a:gd name="connsiteY56" fmla="*/ 4977479 h 5324475"/>
                <a:gd name="connsiteX57" fmla="*/ 0 w 19050"/>
                <a:gd name="connsiteY57" fmla="*/ 4967954 h 5324475"/>
                <a:gd name="connsiteX58" fmla="*/ 27051 w 19050"/>
                <a:gd name="connsiteY58" fmla="*/ 4967954 h 5324475"/>
                <a:gd name="connsiteX59" fmla="*/ 27051 w 19050"/>
                <a:gd name="connsiteY59" fmla="*/ 4977479 h 5324475"/>
                <a:gd name="connsiteX60" fmla="*/ 27051 w 19050"/>
                <a:gd name="connsiteY60" fmla="*/ 4923473 h 5324475"/>
                <a:gd name="connsiteX61" fmla="*/ 0 w 19050"/>
                <a:gd name="connsiteY61" fmla="*/ 4923473 h 5324475"/>
                <a:gd name="connsiteX62" fmla="*/ 0 w 19050"/>
                <a:gd name="connsiteY62" fmla="*/ 4913948 h 5324475"/>
                <a:gd name="connsiteX63" fmla="*/ 27051 w 19050"/>
                <a:gd name="connsiteY63" fmla="*/ 4913948 h 5324475"/>
                <a:gd name="connsiteX64" fmla="*/ 27051 w 19050"/>
                <a:gd name="connsiteY64" fmla="*/ 4923473 h 5324475"/>
                <a:gd name="connsiteX65" fmla="*/ 27051 w 19050"/>
                <a:gd name="connsiteY65" fmla="*/ 4896517 h 5324475"/>
                <a:gd name="connsiteX66" fmla="*/ 0 w 19050"/>
                <a:gd name="connsiteY66" fmla="*/ 4896517 h 5324475"/>
                <a:gd name="connsiteX67" fmla="*/ 0 w 19050"/>
                <a:gd name="connsiteY67" fmla="*/ 4886992 h 5324475"/>
                <a:gd name="connsiteX68" fmla="*/ 27051 w 19050"/>
                <a:gd name="connsiteY68" fmla="*/ 4886992 h 5324475"/>
                <a:gd name="connsiteX69" fmla="*/ 27051 w 19050"/>
                <a:gd name="connsiteY69" fmla="*/ 4896517 h 5324475"/>
                <a:gd name="connsiteX70" fmla="*/ 27051 w 19050"/>
                <a:gd name="connsiteY70" fmla="*/ 4869466 h 5324475"/>
                <a:gd name="connsiteX71" fmla="*/ 0 w 19050"/>
                <a:gd name="connsiteY71" fmla="*/ 4869466 h 5324475"/>
                <a:gd name="connsiteX72" fmla="*/ 0 w 19050"/>
                <a:gd name="connsiteY72" fmla="*/ 4859941 h 5324475"/>
                <a:gd name="connsiteX73" fmla="*/ 27051 w 19050"/>
                <a:gd name="connsiteY73" fmla="*/ 4859941 h 5324475"/>
                <a:gd name="connsiteX74" fmla="*/ 27051 w 19050"/>
                <a:gd name="connsiteY74" fmla="*/ 4869466 h 5324475"/>
                <a:gd name="connsiteX75" fmla="*/ 27051 w 19050"/>
                <a:gd name="connsiteY75" fmla="*/ 4842510 h 5324475"/>
                <a:gd name="connsiteX76" fmla="*/ 0 w 19050"/>
                <a:gd name="connsiteY76" fmla="*/ 4842510 h 5324475"/>
                <a:gd name="connsiteX77" fmla="*/ 0 w 19050"/>
                <a:gd name="connsiteY77" fmla="*/ 4832985 h 5324475"/>
                <a:gd name="connsiteX78" fmla="*/ 27051 w 19050"/>
                <a:gd name="connsiteY78" fmla="*/ 4832985 h 5324475"/>
                <a:gd name="connsiteX79" fmla="*/ 27051 w 19050"/>
                <a:gd name="connsiteY79" fmla="*/ 4842510 h 5324475"/>
                <a:gd name="connsiteX80" fmla="*/ 27051 w 19050"/>
                <a:gd name="connsiteY80" fmla="*/ 4788504 h 5324475"/>
                <a:gd name="connsiteX81" fmla="*/ 0 w 19050"/>
                <a:gd name="connsiteY81" fmla="*/ 4788504 h 5324475"/>
                <a:gd name="connsiteX82" fmla="*/ 0 w 19050"/>
                <a:gd name="connsiteY82" fmla="*/ 4778979 h 5324475"/>
                <a:gd name="connsiteX83" fmla="*/ 27051 w 19050"/>
                <a:gd name="connsiteY83" fmla="*/ 4778979 h 5324475"/>
                <a:gd name="connsiteX84" fmla="*/ 27051 w 19050"/>
                <a:gd name="connsiteY84" fmla="*/ 4788504 h 5324475"/>
                <a:gd name="connsiteX85" fmla="*/ 27051 w 19050"/>
                <a:gd name="connsiteY85" fmla="*/ 4761453 h 5324475"/>
                <a:gd name="connsiteX86" fmla="*/ 0 w 19050"/>
                <a:gd name="connsiteY86" fmla="*/ 4761453 h 5324475"/>
                <a:gd name="connsiteX87" fmla="*/ 0 w 19050"/>
                <a:gd name="connsiteY87" fmla="*/ 4751928 h 5324475"/>
                <a:gd name="connsiteX88" fmla="*/ 27051 w 19050"/>
                <a:gd name="connsiteY88" fmla="*/ 4751928 h 5324475"/>
                <a:gd name="connsiteX89" fmla="*/ 27051 w 19050"/>
                <a:gd name="connsiteY89" fmla="*/ 4761453 h 5324475"/>
                <a:gd name="connsiteX90" fmla="*/ 27051 w 19050"/>
                <a:gd name="connsiteY90" fmla="*/ 4734497 h 5324475"/>
                <a:gd name="connsiteX91" fmla="*/ 0 w 19050"/>
                <a:gd name="connsiteY91" fmla="*/ 4734497 h 5324475"/>
                <a:gd name="connsiteX92" fmla="*/ 0 w 19050"/>
                <a:gd name="connsiteY92" fmla="*/ 4724972 h 5324475"/>
                <a:gd name="connsiteX93" fmla="*/ 27051 w 19050"/>
                <a:gd name="connsiteY93" fmla="*/ 4724972 h 5324475"/>
                <a:gd name="connsiteX94" fmla="*/ 27051 w 19050"/>
                <a:gd name="connsiteY94" fmla="*/ 4734497 h 5324475"/>
                <a:gd name="connsiteX95" fmla="*/ 27051 w 19050"/>
                <a:gd name="connsiteY95" fmla="*/ 4707446 h 5324475"/>
                <a:gd name="connsiteX96" fmla="*/ 0 w 19050"/>
                <a:gd name="connsiteY96" fmla="*/ 4707446 h 5324475"/>
                <a:gd name="connsiteX97" fmla="*/ 0 w 19050"/>
                <a:gd name="connsiteY97" fmla="*/ 4697921 h 5324475"/>
                <a:gd name="connsiteX98" fmla="*/ 27051 w 19050"/>
                <a:gd name="connsiteY98" fmla="*/ 4697921 h 5324475"/>
                <a:gd name="connsiteX99" fmla="*/ 27051 w 19050"/>
                <a:gd name="connsiteY99" fmla="*/ 4707446 h 5324475"/>
                <a:gd name="connsiteX100" fmla="*/ 27051 w 19050"/>
                <a:gd name="connsiteY100" fmla="*/ 4653439 h 5324475"/>
                <a:gd name="connsiteX101" fmla="*/ 0 w 19050"/>
                <a:gd name="connsiteY101" fmla="*/ 4653439 h 5324475"/>
                <a:gd name="connsiteX102" fmla="*/ 0 w 19050"/>
                <a:gd name="connsiteY102" fmla="*/ 4643914 h 5324475"/>
                <a:gd name="connsiteX103" fmla="*/ 27051 w 19050"/>
                <a:gd name="connsiteY103" fmla="*/ 4643914 h 5324475"/>
                <a:gd name="connsiteX104" fmla="*/ 27051 w 19050"/>
                <a:gd name="connsiteY104" fmla="*/ 4653439 h 5324475"/>
                <a:gd name="connsiteX105" fmla="*/ 27051 w 19050"/>
                <a:gd name="connsiteY105" fmla="*/ 4626483 h 5324475"/>
                <a:gd name="connsiteX106" fmla="*/ 0 w 19050"/>
                <a:gd name="connsiteY106" fmla="*/ 4626483 h 5324475"/>
                <a:gd name="connsiteX107" fmla="*/ 0 w 19050"/>
                <a:gd name="connsiteY107" fmla="*/ 4616958 h 5324475"/>
                <a:gd name="connsiteX108" fmla="*/ 27051 w 19050"/>
                <a:gd name="connsiteY108" fmla="*/ 4616958 h 5324475"/>
                <a:gd name="connsiteX109" fmla="*/ 27051 w 19050"/>
                <a:gd name="connsiteY109" fmla="*/ 4626483 h 5324475"/>
                <a:gd name="connsiteX110" fmla="*/ 27051 w 19050"/>
                <a:gd name="connsiteY110" fmla="*/ 4599432 h 5324475"/>
                <a:gd name="connsiteX111" fmla="*/ 0 w 19050"/>
                <a:gd name="connsiteY111" fmla="*/ 4599432 h 5324475"/>
                <a:gd name="connsiteX112" fmla="*/ 0 w 19050"/>
                <a:gd name="connsiteY112" fmla="*/ 4589907 h 5324475"/>
                <a:gd name="connsiteX113" fmla="*/ 27051 w 19050"/>
                <a:gd name="connsiteY113" fmla="*/ 4589907 h 5324475"/>
                <a:gd name="connsiteX114" fmla="*/ 27051 w 19050"/>
                <a:gd name="connsiteY114" fmla="*/ 4599432 h 5324475"/>
                <a:gd name="connsiteX115" fmla="*/ 27051 w 19050"/>
                <a:gd name="connsiteY115" fmla="*/ 4572477 h 5324475"/>
                <a:gd name="connsiteX116" fmla="*/ 0 w 19050"/>
                <a:gd name="connsiteY116" fmla="*/ 4572477 h 5324475"/>
                <a:gd name="connsiteX117" fmla="*/ 0 w 19050"/>
                <a:gd name="connsiteY117" fmla="*/ 4562952 h 5324475"/>
                <a:gd name="connsiteX118" fmla="*/ 27051 w 19050"/>
                <a:gd name="connsiteY118" fmla="*/ 4562952 h 5324475"/>
                <a:gd name="connsiteX119" fmla="*/ 27051 w 19050"/>
                <a:gd name="connsiteY119" fmla="*/ 4572477 h 5324475"/>
                <a:gd name="connsiteX120" fmla="*/ 27051 w 19050"/>
                <a:gd name="connsiteY120" fmla="*/ 4518470 h 5324475"/>
                <a:gd name="connsiteX121" fmla="*/ 0 w 19050"/>
                <a:gd name="connsiteY121" fmla="*/ 4518470 h 5324475"/>
                <a:gd name="connsiteX122" fmla="*/ 0 w 19050"/>
                <a:gd name="connsiteY122" fmla="*/ 4508945 h 5324475"/>
                <a:gd name="connsiteX123" fmla="*/ 27051 w 19050"/>
                <a:gd name="connsiteY123" fmla="*/ 4508945 h 5324475"/>
                <a:gd name="connsiteX124" fmla="*/ 27051 w 19050"/>
                <a:gd name="connsiteY124" fmla="*/ 4518470 h 5324475"/>
                <a:gd name="connsiteX125" fmla="*/ 27051 w 19050"/>
                <a:gd name="connsiteY125" fmla="*/ 4491514 h 5324475"/>
                <a:gd name="connsiteX126" fmla="*/ 0 w 19050"/>
                <a:gd name="connsiteY126" fmla="*/ 4491514 h 5324475"/>
                <a:gd name="connsiteX127" fmla="*/ 0 w 19050"/>
                <a:gd name="connsiteY127" fmla="*/ 4481989 h 5324475"/>
                <a:gd name="connsiteX128" fmla="*/ 27051 w 19050"/>
                <a:gd name="connsiteY128" fmla="*/ 4481989 h 5324475"/>
                <a:gd name="connsiteX129" fmla="*/ 27051 w 19050"/>
                <a:gd name="connsiteY129" fmla="*/ 4491514 h 5324475"/>
                <a:gd name="connsiteX130" fmla="*/ 27051 w 19050"/>
                <a:gd name="connsiteY130" fmla="*/ 4464463 h 5324475"/>
                <a:gd name="connsiteX131" fmla="*/ 0 w 19050"/>
                <a:gd name="connsiteY131" fmla="*/ 4464463 h 5324475"/>
                <a:gd name="connsiteX132" fmla="*/ 0 w 19050"/>
                <a:gd name="connsiteY132" fmla="*/ 4454938 h 5324475"/>
                <a:gd name="connsiteX133" fmla="*/ 27051 w 19050"/>
                <a:gd name="connsiteY133" fmla="*/ 4454938 h 5324475"/>
                <a:gd name="connsiteX134" fmla="*/ 27051 w 19050"/>
                <a:gd name="connsiteY134" fmla="*/ 4464463 h 5324475"/>
                <a:gd name="connsiteX135" fmla="*/ 27051 w 19050"/>
                <a:gd name="connsiteY135" fmla="*/ 4437507 h 5324475"/>
                <a:gd name="connsiteX136" fmla="*/ 0 w 19050"/>
                <a:gd name="connsiteY136" fmla="*/ 4437507 h 5324475"/>
                <a:gd name="connsiteX137" fmla="*/ 0 w 19050"/>
                <a:gd name="connsiteY137" fmla="*/ 4427982 h 5324475"/>
                <a:gd name="connsiteX138" fmla="*/ 27051 w 19050"/>
                <a:gd name="connsiteY138" fmla="*/ 4427982 h 5324475"/>
                <a:gd name="connsiteX139" fmla="*/ 27051 w 19050"/>
                <a:gd name="connsiteY139" fmla="*/ 4437507 h 5324475"/>
                <a:gd name="connsiteX140" fmla="*/ 27051 w 19050"/>
                <a:gd name="connsiteY140" fmla="*/ 4383500 h 5324475"/>
                <a:gd name="connsiteX141" fmla="*/ 0 w 19050"/>
                <a:gd name="connsiteY141" fmla="*/ 4383500 h 5324475"/>
                <a:gd name="connsiteX142" fmla="*/ 0 w 19050"/>
                <a:gd name="connsiteY142" fmla="*/ 4373975 h 5324475"/>
                <a:gd name="connsiteX143" fmla="*/ 27051 w 19050"/>
                <a:gd name="connsiteY143" fmla="*/ 4373975 h 5324475"/>
                <a:gd name="connsiteX144" fmla="*/ 27051 w 19050"/>
                <a:gd name="connsiteY144" fmla="*/ 4383500 h 5324475"/>
                <a:gd name="connsiteX145" fmla="*/ 27051 w 19050"/>
                <a:gd name="connsiteY145" fmla="*/ 4356449 h 5324475"/>
                <a:gd name="connsiteX146" fmla="*/ 0 w 19050"/>
                <a:gd name="connsiteY146" fmla="*/ 4356449 h 5324475"/>
                <a:gd name="connsiteX147" fmla="*/ 0 w 19050"/>
                <a:gd name="connsiteY147" fmla="*/ 4346924 h 5324475"/>
                <a:gd name="connsiteX148" fmla="*/ 27051 w 19050"/>
                <a:gd name="connsiteY148" fmla="*/ 4346924 h 5324475"/>
                <a:gd name="connsiteX149" fmla="*/ 27051 w 19050"/>
                <a:gd name="connsiteY149" fmla="*/ 4356449 h 5324475"/>
                <a:gd name="connsiteX150" fmla="*/ 27051 w 19050"/>
                <a:gd name="connsiteY150" fmla="*/ 4329494 h 5324475"/>
                <a:gd name="connsiteX151" fmla="*/ 0 w 19050"/>
                <a:gd name="connsiteY151" fmla="*/ 4329494 h 5324475"/>
                <a:gd name="connsiteX152" fmla="*/ 0 w 19050"/>
                <a:gd name="connsiteY152" fmla="*/ 4319969 h 5324475"/>
                <a:gd name="connsiteX153" fmla="*/ 27051 w 19050"/>
                <a:gd name="connsiteY153" fmla="*/ 4319969 h 5324475"/>
                <a:gd name="connsiteX154" fmla="*/ 27051 w 19050"/>
                <a:gd name="connsiteY154" fmla="*/ 4329494 h 5324475"/>
                <a:gd name="connsiteX155" fmla="*/ 27051 w 19050"/>
                <a:gd name="connsiteY155" fmla="*/ 4275487 h 5324475"/>
                <a:gd name="connsiteX156" fmla="*/ 0 w 19050"/>
                <a:gd name="connsiteY156" fmla="*/ 4275487 h 5324475"/>
                <a:gd name="connsiteX157" fmla="*/ 0 w 19050"/>
                <a:gd name="connsiteY157" fmla="*/ 4265962 h 5324475"/>
                <a:gd name="connsiteX158" fmla="*/ 27051 w 19050"/>
                <a:gd name="connsiteY158" fmla="*/ 4265962 h 5324475"/>
                <a:gd name="connsiteX159" fmla="*/ 27051 w 19050"/>
                <a:gd name="connsiteY159" fmla="*/ 4275487 h 5324475"/>
                <a:gd name="connsiteX160" fmla="*/ 27051 w 19050"/>
                <a:gd name="connsiteY160" fmla="*/ 4248531 h 5324475"/>
                <a:gd name="connsiteX161" fmla="*/ 0 w 19050"/>
                <a:gd name="connsiteY161" fmla="*/ 4248531 h 5324475"/>
                <a:gd name="connsiteX162" fmla="*/ 0 w 19050"/>
                <a:gd name="connsiteY162" fmla="*/ 4239006 h 5324475"/>
                <a:gd name="connsiteX163" fmla="*/ 27051 w 19050"/>
                <a:gd name="connsiteY163" fmla="*/ 4239006 h 5324475"/>
                <a:gd name="connsiteX164" fmla="*/ 27051 w 19050"/>
                <a:gd name="connsiteY164" fmla="*/ 4248531 h 5324475"/>
                <a:gd name="connsiteX165" fmla="*/ 27051 w 19050"/>
                <a:gd name="connsiteY165" fmla="*/ 4221480 h 5324475"/>
                <a:gd name="connsiteX166" fmla="*/ 0 w 19050"/>
                <a:gd name="connsiteY166" fmla="*/ 4221480 h 5324475"/>
                <a:gd name="connsiteX167" fmla="*/ 0 w 19050"/>
                <a:gd name="connsiteY167" fmla="*/ 4211955 h 5324475"/>
                <a:gd name="connsiteX168" fmla="*/ 27051 w 19050"/>
                <a:gd name="connsiteY168" fmla="*/ 4211955 h 5324475"/>
                <a:gd name="connsiteX169" fmla="*/ 27051 w 19050"/>
                <a:gd name="connsiteY169" fmla="*/ 4221480 h 5324475"/>
                <a:gd name="connsiteX170" fmla="*/ 27051 w 19050"/>
                <a:gd name="connsiteY170" fmla="*/ 4194524 h 5324475"/>
                <a:gd name="connsiteX171" fmla="*/ 0 w 19050"/>
                <a:gd name="connsiteY171" fmla="*/ 4194524 h 5324475"/>
                <a:gd name="connsiteX172" fmla="*/ 0 w 19050"/>
                <a:gd name="connsiteY172" fmla="*/ 4184999 h 5324475"/>
                <a:gd name="connsiteX173" fmla="*/ 27051 w 19050"/>
                <a:gd name="connsiteY173" fmla="*/ 4184999 h 5324475"/>
                <a:gd name="connsiteX174" fmla="*/ 27051 w 19050"/>
                <a:gd name="connsiteY174" fmla="*/ 4194524 h 5324475"/>
                <a:gd name="connsiteX175" fmla="*/ 27051 w 19050"/>
                <a:gd name="connsiteY175" fmla="*/ 4167473 h 5324475"/>
                <a:gd name="connsiteX176" fmla="*/ 0 w 19050"/>
                <a:gd name="connsiteY176" fmla="*/ 4167473 h 5324475"/>
                <a:gd name="connsiteX177" fmla="*/ 0 w 19050"/>
                <a:gd name="connsiteY177" fmla="*/ 4157948 h 5324475"/>
                <a:gd name="connsiteX178" fmla="*/ 27051 w 19050"/>
                <a:gd name="connsiteY178" fmla="*/ 4157948 h 5324475"/>
                <a:gd name="connsiteX179" fmla="*/ 27051 w 19050"/>
                <a:gd name="connsiteY179" fmla="*/ 4167473 h 5324475"/>
                <a:gd name="connsiteX180" fmla="*/ 27051 w 19050"/>
                <a:gd name="connsiteY180" fmla="*/ 4113467 h 5324475"/>
                <a:gd name="connsiteX181" fmla="*/ 0 w 19050"/>
                <a:gd name="connsiteY181" fmla="*/ 4113467 h 5324475"/>
                <a:gd name="connsiteX182" fmla="*/ 0 w 19050"/>
                <a:gd name="connsiteY182" fmla="*/ 4103942 h 5324475"/>
                <a:gd name="connsiteX183" fmla="*/ 27051 w 19050"/>
                <a:gd name="connsiteY183" fmla="*/ 4103942 h 5324475"/>
                <a:gd name="connsiteX184" fmla="*/ 27051 w 19050"/>
                <a:gd name="connsiteY184" fmla="*/ 4113467 h 5324475"/>
                <a:gd name="connsiteX185" fmla="*/ 27051 w 19050"/>
                <a:gd name="connsiteY185" fmla="*/ 4086511 h 5324475"/>
                <a:gd name="connsiteX186" fmla="*/ 0 w 19050"/>
                <a:gd name="connsiteY186" fmla="*/ 4086511 h 5324475"/>
                <a:gd name="connsiteX187" fmla="*/ 0 w 19050"/>
                <a:gd name="connsiteY187" fmla="*/ 4076986 h 5324475"/>
                <a:gd name="connsiteX188" fmla="*/ 27051 w 19050"/>
                <a:gd name="connsiteY188" fmla="*/ 4076986 h 5324475"/>
                <a:gd name="connsiteX189" fmla="*/ 27051 w 19050"/>
                <a:gd name="connsiteY189" fmla="*/ 4086511 h 5324475"/>
                <a:gd name="connsiteX190" fmla="*/ 27051 w 19050"/>
                <a:gd name="connsiteY190" fmla="*/ 4059460 h 5324475"/>
                <a:gd name="connsiteX191" fmla="*/ 0 w 19050"/>
                <a:gd name="connsiteY191" fmla="*/ 4059460 h 5324475"/>
                <a:gd name="connsiteX192" fmla="*/ 0 w 19050"/>
                <a:gd name="connsiteY192" fmla="*/ 4049935 h 5324475"/>
                <a:gd name="connsiteX193" fmla="*/ 27051 w 19050"/>
                <a:gd name="connsiteY193" fmla="*/ 4049935 h 5324475"/>
                <a:gd name="connsiteX194" fmla="*/ 27051 w 19050"/>
                <a:gd name="connsiteY194" fmla="*/ 4059460 h 5324475"/>
                <a:gd name="connsiteX195" fmla="*/ 27051 w 19050"/>
                <a:gd name="connsiteY195" fmla="*/ 4032504 h 5324475"/>
                <a:gd name="connsiteX196" fmla="*/ 0 w 19050"/>
                <a:gd name="connsiteY196" fmla="*/ 4032504 h 5324475"/>
                <a:gd name="connsiteX197" fmla="*/ 0 w 19050"/>
                <a:gd name="connsiteY197" fmla="*/ 4022979 h 5324475"/>
                <a:gd name="connsiteX198" fmla="*/ 27051 w 19050"/>
                <a:gd name="connsiteY198" fmla="*/ 4022979 h 5324475"/>
                <a:gd name="connsiteX199" fmla="*/ 27051 w 19050"/>
                <a:gd name="connsiteY199" fmla="*/ 4032504 h 5324475"/>
                <a:gd name="connsiteX200" fmla="*/ 27051 w 19050"/>
                <a:gd name="connsiteY200" fmla="*/ 3978497 h 5324475"/>
                <a:gd name="connsiteX201" fmla="*/ 0 w 19050"/>
                <a:gd name="connsiteY201" fmla="*/ 3978497 h 5324475"/>
                <a:gd name="connsiteX202" fmla="*/ 0 w 19050"/>
                <a:gd name="connsiteY202" fmla="*/ 3968972 h 5324475"/>
                <a:gd name="connsiteX203" fmla="*/ 27051 w 19050"/>
                <a:gd name="connsiteY203" fmla="*/ 3968972 h 5324475"/>
                <a:gd name="connsiteX204" fmla="*/ 27051 w 19050"/>
                <a:gd name="connsiteY204" fmla="*/ 3978497 h 5324475"/>
                <a:gd name="connsiteX205" fmla="*/ 27051 w 19050"/>
                <a:gd name="connsiteY205" fmla="*/ 3951446 h 5324475"/>
                <a:gd name="connsiteX206" fmla="*/ 0 w 19050"/>
                <a:gd name="connsiteY206" fmla="*/ 3951446 h 5324475"/>
                <a:gd name="connsiteX207" fmla="*/ 0 w 19050"/>
                <a:gd name="connsiteY207" fmla="*/ 3941921 h 5324475"/>
                <a:gd name="connsiteX208" fmla="*/ 27051 w 19050"/>
                <a:gd name="connsiteY208" fmla="*/ 3941921 h 5324475"/>
                <a:gd name="connsiteX209" fmla="*/ 27051 w 19050"/>
                <a:gd name="connsiteY209" fmla="*/ 3951446 h 5324475"/>
                <a:gd name="connsiteX210" fmla="*/ 27051 w 19050"/>
                <a:gd name="connsiteY210" fmla="*/ 3924490 h 5324475"/>
                <a:gd name="connsiteX211" fmla="*/ 0 w 19050"/>
                <a:gd name="connsiteY211" fmla="*/ 3924490 h 5324475"/>
                <a:gd name="connsiteX212" fmla="*/ 0 w 19050"/>
                <a:gd name="connsiteY212" fmla="*/ 3914965 h 5324475"/>
                <a:gd name="connsiteX213" fmla="*/ 27051 w 19050"/>
                <a:gd name="connsiteY213" fmla="*/ 3914965 h 5324475"/>
                <a:gd name="connsiteX214" fmla="*/ 27051 w 19050"/>
                <a:gd name="connsiteY214" fmla="*/ 3924490 h 5324475"/>
                <a:gd name="connsiteX215" fmla="*/ 27051 w 19050"/>
                <a:gd name="connsiteY215" fmla="*/ 3897535 h 5324475"/>
                <a:gd name="connsiteX216" fmla="*/ 0 w 19050"/>
                <a:gd name="connsiteY216" fmla="*/ 3897535 h 5324475"/>
                <a:gd name="connsiteX217" fmla="*/ 0 w 19050"/>
                <a:gd name="connsiteY217" fmla="*/ 3888010 h 5324475"/>
                <a:gd name="connsiteX218" fmla="*/ 27051 w 19050"/>
                <a:gd name="connsiteY218" fmla="*/ 3888010 h 5324475"/>
                <a:gd name="connsiteX219" fmla="*/ 27051 w 19050"/>
                <a:gd name="connsiteY219" fmla="*/ 3897535 h 5324475"/>
                <a:gd name="connsiteX220" fmla="*/ 27051 w 19050"/>
                <a:gd name="connsiteY220" fmla="*/ 3843528 h 5324475"/>
                <a:gd name="connsiteX221" fmla="*/ 0 w 19050"/>
                <a:gd name="connsiteY221" fmla="*/ 3843528 h 5324475"/>
                <a:gd name="connsiteX222" fmla="*/ 0 w 19050"/>
                <a:gd name="connsiteY222" fmla="*/ 3834003 h 5324475"/>
                <a:gd name="connsiteX223" fmla="*/ 27051 w 19050"/>
                <a:gd name="connsiteY223" fmla="*/ 3834003 h 5324475"/>
                <a:gd name="connsiteX224" fmla="*/ 27051 w 19050"/>
                <a:gd name="connsiteY224" fmla="*/ 3843528 h 5324475"/>
                <a:gd name="connsiteX225" fmla="*/ 27051 w 19050"/>
                <a:gd name="connsiteY225" fmla="*/ 3816477 h 5324475"/>
                <a:gd name="connsiteX226" fmla="*/ 0 w 19050"/>
                <a:gd name="connsiteY226" fmla="*/ 3816477 h 5324475"/>
                <a:gd name="connsiteX227" fmla="*/ 0 w 19050"/>
                <a:gd name="connsiteY227" fmla="*/ 3806952 h 5324475"/>
                <a:gd name="connsiteX228" fmla="*/ 27051 w 19050"/>
                <a:gd name="connsiteY228" fmla="*/ 3806952 h 5324475"/>
                <a:gd name="connsiteX229" fmla="*/ 27051 w 19050"/>
                <a:gd name="connsiteY229" fmla="*/ 3816477 h 5324475"/>
                <a:gd name="connsiteX230" fmla="*/ 27051 w 19050"/>
                <a:gd name="connsiteY230" fmla="*/ 3789521 h 5324475"/>
                <a:gd name="connsiteX231" fmla="*/ 0 w 19050"/>
                <a:gd name="connsiteY231" fmla="*/ 3789521 h 5324475"/>
                <a:gd name="connsiteX232" fmla="*/ 0 w 19050"/>
                <a:gd name="connsiteY232" fmla="*/ 3779996 h 5324475"/>
                <a:gd name="connsiteX233" fmla="*/ 27051 w 19050"/>
                <a:gd name="connsiteY233" fmla="*/ 3779996 h 5324475"/>
                <a:gd name="connsiteX234" fmla="*/ 27051 w 19050"/>
                <a:gd name="connsiteY234" fmla="*/ 3789521 h 5324475"/>
                <a:gd name="connsiteX235" fmla="*/ 27051 w 19050"/>
                <a:gd name="connsiteY235" fmla="*/ 3762470 h 5324475"/>
                <a:gd name="connsiteX236" fmla="*/ 0 w 19050"/>
                <a:gd name="connsiteY236" fmla="*/ 3762470 h 5324475"/>
                <a:gd name="connsiteX237" fmla="*/ 0 w 19050"/>
                <a:gd name="connsiteY237" fmla="*/ 3752945 h 5324475"/>
                <a:gd name="connsiteX238" fmla="*/ 27051 w 19050"/>
                <a:gd name="connsiteY238" fmla="*/ 3752945 h 5324475"/>
                <a:gd name="connsiteX239" fmla="*/ 27051 w 19050"/>
                <a:gd name="connsiteY239" fmla="*/ 3762470 h 5324475"/>
                <a:gd name="connsiteX240" fmla="*/ 27051 w 19050"/>
                <a:gd name="connsiteY240" fmla="*/ 3708464 h 5324475"/>
                <a:gd name="connsiteX241" fmla="*/ 0 w 19050"/>
                <a:gd name="connsiteY241" fmla="*/ 3708464 h 5324475"/>
                <a:gd name="connsiteX242" fmla="*/ 0 w 19050"/>
                <a:gd name="connsiteY242" fmla="*/ 3698939 h 5324475"/>
                <a:gd name="connsiteX243" fmla="*/ 27051 w 19050"/>
                <a:gd name="connsiteY243" fmla="*/ 3698939 h 5324475"/>
                <a:gd name="connsiteX244" fmla="*/ 27051 w 19050"/>
                <a:gd name="connsiteY244" fmla="*/ 3708464 h 5324475"/>
                <a:gd name="connsiteX245" fmla="*/ 27051 w 19050"/>
                <a:gd name="connsiteY245" fmla="*/ 3681508 h 5324475"/>
                <a:gd name="connsiteX246" fmla="*/ 0 w 19050"/>
                <a:gd name="connsiteY246" fmla="*/ 3681508 h 5324475"/>
                <a:gd name="connsiteX247" fmla="*/ 0 w 19050"/>
                <a:gd name="connsiteY247" fmla="*/ 3671983 h 5324475"/>
                <a:gd name="connsiteX248" fmla="*/ 27051 w 19050"/>
                <a:gd name="connsiteY248" fmla="*/ 3671983 h 5324475"/>
                <a:gd name="connsiteX249" fmla="*/ 27051 w 19050"/>
                <a:gd name="connsiteY249" fmla="*/ 3681508 h 5324475"/>
                <a:gd name="connsiteX250" fmla="*/ 27051 w 19050"/>
                <a:gd name="connsiteY250" fmla="*/ 3654457 h 5324475"/>
                <a:gd name="connsiteX251" fmla="*/ 0 w 19050"/>
                <a:gd name="connsiteY251" fmla="*/ 3654457 h 5324475"/>
                <a:gd name="connsiteX252" fmla="*/ 0 w 19050"/>
                <a:gd name="connsiteY252" fmla="*/ 3644932 h 5324475"/>
                <a:gd name="connsiteX253" fmla="*/ 27051 w 19050"/>
                <a:gd name="connsiteY253" fmla="*/ 3644932 h 5324475"/>
                <a:gd name="connsiteX254" fmla="*/ 27051 w 19050"/>
                <a:gd name="connsiteY254" fmla="*/ 3654457 h 5324475"/>
                <a:gd name="connsiteX255" fmla="*/ 27051 w 19050"/>
                <a:gd name="connsiteY255" fmla="*/ 3627501 h 5324475"/>
                <a:gd name="connsiteX256" fmla="*/ 0 w 19050"/>
                <a:gd name="connsiteY256" fmla="*/ 3627501 h 5324475"/>
                <a:gd name="connsiteX257" fmla="*/ 0 w 19050"/>
                <a:gd name="connsiteY257" fmla="*/ 3617976 h 5324475"/>
                <a:gd name="connsiteX258" fmla="*/ 27051 w 19050"/>
                <a:gd name="connsiteY258" fmla="*/ 3617976 h 5324475"/>
                <a:gd name="connsiteX259" fmla="*/ 27051 w 19050"/>
                <a:gd name="connsiteY259" fmla="*/ 3627501 h 5324475"/>
                <a:gd name="connsiteX260" fmla="*/ 27051 w 19050"/>
                <a:gd name="connsiteY260" fmla="*/ 3573494 h 5324475"/>
                <a:gd name="connsiteX261" fmla="*/ 0 w 19050"/>
                <a:gd name="connsiteY261" fmla="*/ 3573494 h 5324475"/>
                <a:gd name="connsiteX262" fmla="*/ 0 w 19050"/>
                <a:gd name="connsiteY262" fmla="*/ 3563969 h 5324475"/>
                <a:gd name="connsiteX263" fmla="*/ 27051 w 19050"/>
                <a:gd name="connsiteY263" fmla="*/ 3563969 h 5324475"/>
                <a:gd name="connsiteX264" fmla="*/ 27051 w 19050"/>
                <a:gd name="connsiteY264" fmla="*/ 3573494 h 5324475"/>
                <a:gd name="connsiteX265" fmla="*/ 27051 w 19050"/>
                <a:gd name="connsiteY265" fmla="*/ 3546444 h 5324475"/>
                <a:gd name="connsiteX266" fmla="*/ 0 w 19050"/>
                <a:gd name="connsiteY266" fmla="*/ 3546444 h 5324475"/>
                <a:gd name="connsiteX267" fmla="*/ 0 w 19050"/>
                <a:gd name="connsiteY267" fmla="*/ 3536919 h 5324475"/>
                <a:gd name="connsiteX268" fmla="*/ 27051 w 19050"/>
                <a:gd name="connsiteY268" fmla="*/ 3536919 h 5324475"/>
                <a:gd name="connsiteX269" fmla="*/ 27051 w 19050"/>
                <a:gd name="connsiteY269" fmla="*/ 3546444 h 5324475"/>
                <a:gd name="connsiteX270" fmla="*/ 27051 w 19050"/>
                <a:gd name="connsiteY270" fmla="*/ 3519488 h 5324475"/>
                <a:gd name="connsiteX271" fmla="*/ 0 w 19050"/>
                <a:gd name="connsiteY271" fmla="*/ 3519488 h 5324475"/>
                <a:gd name="connsiteX272" fmla="*/ 0 w 19050"/>
                <a:gd name="connsiteY272" fmla="*/ 3509963 h 5324475"/>
                <a:gd name="connsiteX273" fmla="*/ 27051 w 19050"/>
                <a:gd name="connsiteY273" fmla="*/ 3509963 h 5324475"/>
                <a:gd name="connsiteX274" fmla="*/ 27051 w 19050"/>
                <a:gd name="connsiteY274" fmla="*/ 3519488 h 5324475"/>
                <a:gd name="connsiteX275" fmla="*/ 27051 w 19050"/>
                <a:gd name="connsiteY275" fmla="*/ 3492532 h 5324475"/>
                <a:gd name="connsiteX276" fmla="*/ 0 w 19050"/>
                <a:gd name="connsiteY276" fmla="*/ 3492532 h 5324475"/>
                <a:gd name="connsiteX277" fmla="*/ 0 w 19050"/>
                <a:gd name="connsiteY277" fmla="*/ 3483007 h 5324475"/>
                <a:gd name="connsiteX278" fmla="*/ 27051 w 19050"/>
                <a:gd name="connsiteY278" fmla="*/ 3483007 h 5324475"/>
                <a:gd name="connsiteX279" fmla="*/ 27051 w 19050"/>
                <a:gd name="connsiteY279" fmla="*/ 3492532 h 5324475"/>
                <a:gd name="connsiteX280" fmla="*/ 27051 w 19050"/>
                <a:gd name="connsiteY280" fmla="*/ 3438430 h 5324475"/>
                <a:gd name="connsiteX281" fmla="*/ 0 w 19050"/>
                <a:gd name="connsiteY281" fmla="*/ 3438430 h 5324475"/>
                <a:gd name="connsiteX282" fmla="*/ 0 w 19050"/>
                <a:gd name="connsiteY282" fmla="*/ 3428905 h 5324475"/>
                <a:gd name="connsiteX283" fmla="*/ 27051 w 19050"/>
                <a:gd name="connsiteY283" fmla="*/ 3428905 h 5324475"/>
                <a:gd name="connsiteX284" fmla="*/ 27051 w 19050"/>
                <a:gd name="connsiteY284" fmla="*/ 3438430 h 5324475"/>
                <a:gd name="connsiteX285" fmla="*/ 27051 w 19050"/>
                <a:gd name="connsiteY285" fmla="*/ 3411474 h 5324475"/>
                <a:gd name="connsiteX286" fmla="*/ 0 w 19050"/>
                <a:gd name="connsiteY286" fmla="*/ 3411474 h 5324475"/>
                <a:gd name="connsiteX287" fmla="*/ 0 w 19050"/>
                <a:gd name="connsiteY287" fmla="*/ 3401949 h 5324475"/>
                <a:gd name="connsiteX288" fmla="*/ 27051 w 19050"/>
                <a:gd name="connsiteY288" fmla="*/ 3401949 h 5324475"/>
                <a:gd name="connsiteX289" fmla="*/ 27051 w 19050"/>
                <a:gd name="connsiteY289" fmla="*/ 3411474 h 5324475"/>
                <a:gd name="connsiteX290" fmla="*/ 27051 w 19050"/>
                <a:gd name="connsiteY290" fmla="*/ 3384519 h 5324475"/>
                <a:gd name="connsiteX291" fmla="*/ 0 w 19050"/>
                <a:gd name="connsiteY291" fmla="*/ 3384519 h 5324475"/>
                <a:gd name="connsiteX292" fmla="*/ 0 w 19050"/>
                <a:gd name="connsiteY292" fmla="*/ 3374994 h 5324475"/>
                <a:gd name="connsiteX293" fmla="*/ 27051 w 19050"/>
                <a:gd name="connsiteY293" fmla="*/ 3374994 h 5324475"/>
                <a:gd name="connsiteX294" fmla="*/ 27051 w 19050"/>
                <a:gd name="connsiteY294" fmla="*/ 3384519 h 5324475"/>
                <a:gd name="connsiteX295" fmla="*/ 27051 w 19050"/>
                <a:gd name="connsiteY295" fmla="*/ 3357467 h 5324475"/>
                <a:gd name="connsiteX296" fmla="*/ 0 w 19050"/>
                <a:gd name="connsiteY296" fmla="*/ 3357467 h 5324475"/>
                <a:gd name="connsiteX297" fmla="*/ 0 w 19050"/>
                <a:gd name="connsiteY297" fmla="*/ 3347942 h 5324475"/>
                <a:gd name="connsiteX298" fmla="*/ 27051 w 19050"/>
                <a:gd name="connsiteY298" fmla="*/ 3347942 h 5324475"/>
                <a:gd name="connsiteX299" fmla="*/ 27051 w 19050"/>
                <a:gd name="connsiteY299" fmla="*/ 3357467 h 5324475"/>
                <a:gd name="connsiteX300" fmla="*/ 27051 w 19050"/>
                <a:gd name="connsiteY300" fmla="*/ 3303461 h 5324475"/>
                <a:gd name="connsiteX301" fmla="*/ 0 w 19050"/>
                <a:gd name="connsiteY301" fmla="*/ 3303461 h 5324475"/>
                <a:gd name="connsiteX302" fmla="*/ 0 w 19050"/>
                <a:gd name="connsiteY302" fmla="*/ 3293936 h 5324475"/>
                <a:gd name="connsiteX303" fmla="*/ 27051 w 19050"/>
                <a:gd name="connsiteY303" fmla="*/ 3293936 h 5324475"/>
                <a:gd name="connsiteX304" fmla="*/ 27051 w 19050"/>
                <a:gd name="connsiteY304" fmla="*/ 3303461 h 5324475"/>
                <a:gd name="connsiteX305" fmla="*/ 27051 w 19050"/>
                <a:gd name="connsiteY305" fmla="*/ 3276505 h 5324475"/>
                <a:gd name="connsiteX306" fmla="*/ 0 w 19050"/>
                <a:gd name="connsiteY306" fmla="*/ 3276505 h 5324475"/>
                <a:gd name="connsiteX307" fmla="*/ 0 w 19050"/>
                <a:gd name="connsiteY307" fmla="*/ 3266980 h 5324475"/>
                <a:gd name="connsiteX308" fmla="*/ 27051 w 19050"/>
                <a:gd name="connsiteY308" fmla="*/ 3266980 h 5324475"/>
                <a:gd name="connsiteX309" fmla="*/ 27051 w 19050"/>
                <a:gd name="connsiteY309" fmla="*/ 3276505 h 5324475"/>
                <a:gd name="connsiteX310" fmla="*/ 27051 w 19050"/>
                <a:gd name="connsiteY310" fmla="*/ 3249454 h 5324475"/>
                <a:gd name="connsiteX311" fmla="*/ 0 w 19050"/>
                <a:gd name="connsiteY311" fmla="*/ 3249454 h 5324475"/>
                <a:gd name="connsiteX312" fmla="*/ 0 w 19050"/>
                <a:gd name="connsiteY312" fmla="*/ 3239929 h 5324475"/>
                <a:gd name="connsiteX313" fmla="*/ 27051 w 19050"/>
                <a:gd name="connsiteY313" fmla="*/ 3239929 h 5324475"/>
                <a:gd name="connsiteX314" fmla="*/ 27051 w 19050"/>
                <a:gd name="connsiteY314" fmla="*/ 3249454 h 5324475"/>
                <a:gd name="connsiteX315" fmla="*/ 27051 w 19050"/>
                <a:gd name="connsiteY315" fmla="*/ 3222498 h 5324475"/>
                <a:gd name="connsiteX316" fmla="*/ 0 w 19050"/>
                <a:gd name="connsiteY316" fmla="*/ 3222498 h 5324475"/>
                <a:gd name="connsiteX317" fmla="*/ 0 w 19050"/>
                <a:gd name="connsiteY317" fmla="*/ 3212973 h 5324475"/>
                <a:gd name="connsiteX318" fmla="*/ 27051 w 19050"/>
                <a:gd name="connsiteY318" fmla="*/ 3212973 h 5324475"/>
                <a:gd name="connsiteX319" fmla="*/ 27051 w 19050"/>
                <a:gd name="connsiteY319" fmla="*/ 3222498 h 5324475"/>
                <a:gd name="connsiteX320" fmla="*/ 27051 w 19050"/>
                <a:gd name="connsiteY320" fmla="*/ 3168491 h 5324475"/>
                <a:gd name="connsiteX321" fmla="*/ 0 w 19050"/>
                <a:gd name="connsiteY321" fmla="*/ 3168491 h 5324475"/>
                <a:gd name="connsiteX322" fmla="*/ 0 w 19050"/>
                <a:gd name="connsiteY322" fmla="*/ 3158966 h 5324475"/>
                <a:gd name="connsiteX323" fmla="*/ 27051 w 19050"/>
                <a:gd name="connsiteY323" fmla="*/ 3158966 h 5324475"/>
                <a:gd name="connsiteX324" fmla="*/ 27051 w 19050"/>
                <a:gd name="connsiteY324" fmla="*/ 3168491 h 5324475"/>
                <a:gd name="connsiteX325" fmla="*/ 27051 w 19050"/>
                <a:gd name="connsiteY325" fmla="*/ 3141440 h 5324475"/>
                <a:gd name="connsiteX326" fmla="*/ 0 w 19050"/>
                <a:gd name="connsiteY326" fmla="*/ 3141440 h 5324475"/>
                <a:gd name="connsiteX327" fmla="*/ 0 w 19050"/>
                <a:gd name="connsiteY327" fmla="*/ 3131915 h 5324475"/>
                <a:gd name="connsiteX328" fmla="*/ 27051 w 19050"/>
                <a:gd name="connsiteY328" fmla="*/ 3131915 h 5324475"/>
                <a:gd name="connsiteX329" fmla="*/ 27051 w 19050"/>
                <a:gd name="connsiteY329" fmla="*/ 3141440 h 5324475"/>
                <a:gd name="connsiteX330" fmla="*/ 27051 w 19050"/>
                <a:gd name="connsiteY330" fmla="*/ 3114485 h 5324475"/>
                <a:gd name="connsiteX331" fmla="*/ 0 w 19050"/>
                <a:gd name="connsiteY331" fmla="*/ 3114485 h 5324475"/>
                <a:gd name="connsiteX332" fmla="*/ 0 w 19050"/>
                <a:gd name="connsiteY332" fmla="*/ 3104960 h 5324475"/>
                <a:gd name="connsiteX333" fmla="*/ 27051 w 19050"/>
                <a:gd name="connsiteY333" fmla="*/ 3104960 h 5324475"/>
                <a:gd name="connsiteX334" fmla="*/ 27051 w 19050"/>
                <a:gd name="connsiteY334" fmla="*/ 3114485 h 5324475"/>
                <a:gd name="connsiteX335" fmla="*/ 27051 w 19050"/>
                <a:gd name="connsiteY335" fmla="*/ 3087434 h 5324475"/>
                <a:gd name="connsiteX336" fmla="*/ 0 w 19050"/>
                <a:gd name="connsiteY336" fmla="*/ 3087434 h 5324475"/>
                <a:gd name="connsiteX337" fmla="*/ 0 w 19050"/>
                <a:gd name="connsiteY337" fmla="*/ 3077909 h 5324475"/>
                <a:gd name="connsiteX338" fmla="*/ 27051 w 19050"/>
                <a:gd name="connsiteY338" fmla="*/ 3077909 h 5324475"/>
                <a:gd name="connsiteX339" fmla="*/ 27051 w 19050"/>
                <a:gd name="connsiteY339" fmla="*/ 3087434 h 5324475"/>
                <a:gd name="connsiteX340" fmla="*/ 27051 w 19050"/>
                <a:gd name="connsiteY340" fmla="*/ 3033522 h 5324475"/>
                <a:gd name="connsiteX341" fmla="*/ 0 w 19050"/>
                <a:gd name="connsiteY341" fmla="*/ 3033522 h 5324475"/>
                <a:gd name="connsiteX342" fmla="*/ 0 w 19050"/>
                <a:gd name="connsiteY342" fmla="*/ 3023997 h 5324475"/>
                <a:gd name="connsiteX343" fmla="*/ 27051 w 19050"/>
                <a:gd name="connsiteY343" fmla="*/ 3023997 h 5324475"/>
                <a:gd name="connsiteX344" fmla="*/ 27051 w 19050"/>
                <a:gd name="connsiteY344" fmla="*/ 3033522 h 5324475"/>
                <a:gd name="connsiteX345" fmla="*/ 27051 w 19050"/>
                <a:gd name="connsiteY345" fmla="*/ 3006471 h 5324475"/>
                <a:gd name="connsiteX346" fmla="*/ 0 w 19050"/>
                <a:gd name="connsiteY346" fmla="*/ 3006471 h 5324475"/>
                <a:gd name="connsiteX347" fmla="*/ 0 w 19050"/>
                <a:gd name="connsiteY347" fmla="*/ 2996946 h 5324475"/>
                <a:gd name="connsiteX348" fmla="*/ 27051 w 19050"/>
                <a:gd name="connsiteY348" fmla="*/ 2996946 h 5324475"/>
                <a:gd name="connsiteX349" fmla="*/ 27051 w 19050"/>
                <a:gd name="connsiteY349" fmla="*/ 3006471 h 5324475"/>
                <a:gd name="connsiteX350" fmla="*/ 27051 w 19050"/>
                <a:gd name="connsiteY350" fmla="*/ 2979515 h 5324475"/>
                <a:gd name="connsiteX351" fmla="*/ 0 w 19050"/>
                <a:gd name="connsiteY351" fmla="*/ 2979515 h 5324475"/>
                <a:gd name="connsiteX352" fmla="*/ 0 w 19050"/>
                <a:gd name="connsiteY352" fmla="*/ 2969990 h 5324475"/>
                <a:gd name="connsiteX353" fmla="*/ 27051 w 19050"/>
                <a:gd name="connsiteY353" fmla="*/ 2969990 h 5324475"/>
                <a:gd name="connsiteX354" fmla="*/ 27051 w 19050"/>
                <a:gd name="connsiteY354" fmla="*/ 2979515 h 5324475"/>
                <a:gd name="connsiteX355" fmla="*/ 27051 w 19050"/>
                <a:gd name="connsiteY355" fmla="*/ 2925509 h 5324475"/>
                <a:gd name="connsiteX356" fmla="*/ 0 w 19050"/>
                <a:gd name="connsiteY356" fmla="*/ 2925509 h 5324475"/>
                <a:gd name="connsiteX357" fmla="*/ 0 w 19050"/>
                <a:gd name="connsiteY357" fmla="*/ 2915984 h 5324475"/>
                <a:gd name="connsiteX358" fmla="*/ 27051 w 19050"/>
                <a:gd name="connsiteY358" fmla="*/ 2915984 h 5324475"/>
                <a:gd name="connsiteX359" fmla="*/ 27051 w 19050"/>
                <a:gd name="connsiteY359" fmla="*/ 2925509 h 5324475"/>
                <a:gd name="connsiteX360" fmla="*/ 27051 w 19050"/>
                <a:gd name="connsiteY360" fmla="*/ 2898458 h 5324475"/>
                <a:gd name="connsiteX361" fmla="*/ 0 w 19050"/>
                <a:gd name="connsiteY361" fmla="*/ 2898458 h 5324475"/>
                <a:gd name="connsiteX362" fmla="*/ 0 w 19050"/>
                <a:gd name="connsiteY362" fmla="*/ 2888933 h 5324475"/>
                <a:gd name="connsiteX363" fmla="*/ 27051 w 19050"/>
                <a:gd name="connsiteY363" fmla="*/ 2888933 h 5324475"/>
                <a:gd name="connsiteX364" fmla="*/ 27051 w 19050"/>
                <a:gd name="connsiteY364" fmla="*/ 2898458 h 5324475"/>
                <a:gd name="connsiteX365" fmla="*/ 27051 w 19050"/>
                <a:gd name="connsiteY365" fmla="*/ 2871502 h 5324475"/>
                <a:gd name="connsiteX366" fmla="*/ 0 w 19050"/>
                <a:gd name="connsiteY366" fmla="*/ 2871502 h 5324475"/>
                <a:gd name="connsiteX367" fmla="*/ 0 w 19050"/>
                <a:gd name="connsiteY367" fmla="*/ 2861977 h 5324475"/>
                <a:gd name="connsiteX368" fmla="*/ 27051 w 19050"/>
                <a:gd name="connsiteY368" fmla="*/ 2861977 h 5324475"/>
                <a:gd name="connsiteX369" fmla="*/ 27051 w 19050"/>
                <a:gd name="connsiteY369" fmla="*/ 2871502 h 5324475"/>
                <a:gd name="connsiteX370" fmla="*/ 27051 w 19050"/>
                <a:gd name="connsiteY370" fmla="*/ 2844451 h 5324475"/>
                <a:gd name="connsiteX371" fmla="*/ 0 w 19050"/>
                <a:gd name="connsiteY371" fmla="*/ 2844451 h 5324475"/>
                <a:gd name="connsiteX372" fmla="*/ 0 w 19050"/>
                <a:gd name="connsiteY372" fmla="*/ 2834926 h 5324475"/>
                <a:gd name="connsiteX373" fmla="*/ 27051 w 19050"/>
                <a:gd name="connsiteY373" fmla="*/ 2834926 h 5324475"/>
                <a:gd name="connsiteX374" fmla="*/ 27051 w 19050"/>
                <a:gd name="connsiteY374" fmla="*/ 2844451 h 5324475"/>
                <a:gd name="connsiteX375" fmla="*/ 27051 w 19050"/>
                <a:gd name="connsiteY375" fmla="*/ 2817495 h 5324475"/>
                <a:gd name="connsiteX376" fmla="*/ 0 w 19050"/>
                <a:gd name="connsiteY376" fmla="*/ 2817495 h 5324475"/>
                <a:gd name="connsiteX377" fmla="*/ 0 w 19050"/>
                <a:gd name="connsiteY377" fmla="*/ 2807970 h 5324475"/>
                <a:gd name="connsiteX378" fmla="*/ 27051 w 19050"/>
                <a:gd name="connsiteY378" fmla="*/ 2807970 h 5324475"/>
                <a:gd name="connsiteX379" fmla="*/ 27051 w 19050"/>
                <a:gd name="connsiteY379" fmla="*/ 2817495 h 5324475"/>
                <a:gd name="connsiteX380" fmla="*/ 27051 w 19050"/>
                <a:gd name="connsiteY380" fmla="*/ 2763488 h 5324475"/>
                <a:gd name="connsiteX381" fmla="*/ 0 w 19050"/>
                <a:gd name="connsiteY381" fmla="*/ 2763488 h 5324475"/>
                <a:gd name="connsiteX382" fmla="*/ 0 w 19050"/>
                <a:gd name="connsiteY382" fmla="*/ 2753963 h 5324475"/>
                <a:gd name="connsiteX383" fmla="*/ 27051 w 19050"/>
                <a:gd name="connsiteY383" fmla="*/ 2753963 h 5324475"/>
                <a:gd name="connsiteX384" fmla="*/ 27051 w 19050"/>
                <a:gd name="connsiteY384" fmla="*/ 2763488 h 5324475"/>
                <a:gd name="connsiteX385" fmla="*/ 27051 w 19050"/>
                <a:gd name="connsiteY385" fmla="*/ 2736437 h 5324475"/>
                <a:gd name="connsiteX386" fmla="*/ 0 w 19050"/>
                <a:gd name="connsiteY386" fmla="*/ 2736437 h 5324475"/>
                <a:gd name="connsiteX387" fmla="*/ 0 w 19050"/>
                <a:gd name="connsiteY387" fmla="*/ 2726912 h 5324475"/>
                <a:gd name="connsiteX388" fmla="*/ 27051 w 19050"/>
                <a:gd name="connsiteY388" fmla="*/ 2726912 h 5324475"/>
                <a:gd name="connsiteX389" fmla="*/ 27051 w 19050"/>
                <a:gd name="connsiteY389" fmla="*/ 2736437 h 5324475"/>
                <a:gd name="connsiteX390" fmla="*/ 27051 w 19050"/>
                <a:gd name="connsiteY390" fmla="*/ 2709482 h 5324475"/>
                <a:gd name="connsiteX391" fmla="*/ 0 w 19050"/>
                <a:gd name="connsiteY391" fmla="*/ 2709482 h 5324475"/>
                <a:gd name="connsiteX392" fmla="*/ 0 w 19050"/>
                <a:gd name="connsiteY392" fmla="*/ 2699957 h 5324475"/>
                <a:gd name="connsiteX393" fmla="*/ 27051 w 19050"/>
                <a:gd name="connsiteY393" fmla="*/ 2699957 h 5324475"/>
                <a:gd name="connsiteX394" fmla="*/ 27051 w 19050"/>
                <a:gd name="connsiteY394" fmla="*/ 2709482 h 5324475"/>
                <a:gd name="connsiteX395" fmla="*/ 27051 w 19050"/>
                <a:gd name="connsiteY395" fmla="*/ 2682526 h 5324475"/>
                <a:gd name="connsiteX396" fmla="*/ 0 w 19050"/>
                <a:gd name="connsiteY396" fmla="*/ 2682526 h 5324475"/>
                <a:gd name="connsiteX397" fmla="*/ 0 w 19050"/>
                <a:gd name="connsiteY397" fmla="*/ 2673001 h 5324475"/>
                <a:gd name="connsiteX398" fmla="*/ 27051 w 19050"/>
                <a:gd name="connsiteY398" fmla="*/ 2673001 h 5324475"/>
                <a:gd name="connsiteX399" fmla="*/ 27051 w 19050"/>
                <a:gd name="connsiteY399" fmla="*/ 2682526 h 5324475"/>
                <a:gd name="connsiteX400" fmla="*/ 27051 w 19050"/>
                <a:gd name="connsiteY400" fmla="*/ 2628424 h 5324475"/>
                <a:gd name="connsiteX401" fmla="*/ 0 w 19050"/>
                <a:gd name="connsiteY401" fmla="*/ 2628424 h 5324475"/>
                <a:gd name="connsiteX402" fmla="*/ 0 w 19050"/>
                <a:gd name="connsiteY402" fmla="*/ 2618899 h 5324475"/>
                <a:gd name="connsiteX403" fmla="*/ 27051 w 19050"/>
                <a:gd name="connsiteY403" fmla="*/ 2618899 h 5324475"/>
                <a:gd name="connsiteX404" fmla="*/ 27051 w 19050"/>
                <a:gd name="connsiteY404" fmla="*/ 2628424 h 5324475"/>
                <a:gd name="connsiteX405" fmla="*/ 27051 w 19050"/>
                <a:gd name="connsiteY405" fmla="*/ 2601468 h 5324475"/>
                <a:gd name="connsiteX406" fmla="*/ 0 w 19050"/>
                <a:gd name="connsiteY406" fmla="*/ 2601468 h 5324475"/>
                <a:gd name="connsiteX407" fmla="*/ 0 w 19050"/>
                <a:gd name="connsiteY407" fmla="*/ 2591943 h 5324475"/>
                <a:gd name="connsiteX408" fmla="*/ 27051 w 19050"/>
                <a:gd name="connsiteY408" fmla="*/ 2591943 h 5324475"/>
                <a:gd name="connsiteX409" fmla="*/ 27051 w 19050"/>
                <a:gd name="connsiteY409" fmla="*/ 2601468 h 5324475"/>
                <a:gd name="connsiteX410" fmla="*/ 27051 w 19050"/>
                <a:gd name="connsiteY410" fmla="*/ 2574512 h 5324475"/>
                <a:gd name="connsiteX411" fmla="*/ 0 w 19050"/>
                <a:gd name="connsiteY411" fmla="*/ 2574512 h 5324475"/>
                <a:gd name="connsiteX412" fmla="*/ 0 w 19050"/>
                <a:gd name="connsiteY412" fmla="*/ 2564987 h 5324475"/>
                <a:gd name="connsiteX413" fmla="*/ 27051 w 19050"/>
                <a:gd name="connsiteY413" fmla="*/ 2564987 h 5324475"/>
                <a:gd name="connsiteX414" fmla="*/ 27051 w 19050"/>
                <a:gd name="connsiteY414" fmla="*/ 2574512 h 5324475"/>
                <a:gd name="connsiteX415" fmla="*/ 27051 w 19050"/>
                <a:gd name="connsiteY415" fmla="*/ 2547461 h 5324475"/>
                <a:gd name="connsiteX416" fmla="*/ 0 w 19050"/>
                <a:gd name="connsiteY416" fmla="*/ 2547461 h 5324475"/>
                <a:gd name="connsiteX417" fmla="*/ 0 w 19050"/>
                <a:gd name="connsiteY417" fmla="*/ 2537936 h 5324475"/>
                <a:gd name="connsiteX418" fmla="*/ 27051 w 19050"/>
                <a:gd name="connsiteY418" fmla="*/ 2537936 h 5324475"/>
                <a:gd name="connsiteX419" fmla="*/ 27051 w 19050"/>
                <a:gd name="connsiteY419" fmla="*/ 2547461 h 5324475"/>
                <a:gd name="connsiteX420" fmla="*/ 27051 w 19050"/>
                <a:gd name="connsiteY420" fmla="*/ 2493455 h 5324475"/>
                <a:gd name="connsiteX421" fmla="*/ 0 w 19050"/>
                <a:gd name="connsiteY421" fmla="*/ 2493455 h 5324475"/>
                <a:gd name="connsiteX422" fmla="*/ 0 w 19050"/>
                <a:gd name="connsiteY422" fmla="*/ 2483930 h 5324475"/>
                <a:gd name="connsiteX423" fmla="*/ 27051 w 19050"/>
                <a:gd name="connsiteY423" fmla="*/ 2483930 h 5324475"/>
                <a:gd name="connsiteX424" fmla="*/ 27051 w 19050"/>
                <a:gd name="connsiteY424" fmla="*/ 2493455 h 5324475"/>
                <a:gd name="connsiteX425" fmla="*/ 27051 w 19050"/>
                <a:gd name="connsiteY425" fmla="*/ 2466499 h 5324475"/>
                <a:gd name="connsiteX426" fmla="*/ 0 w 19050"/>
                <a:gd name="connsiteY426" fmla="*/ 2466499 h 5324475"/>
                <a:gd name="connsiteX427" fmla="*/ 0 w 19050"/>
                <a:gd name="connsiteY427" fmla="*/ 2456974 h 5324475"/>
                <a:gd name="connsiteX428" fmla="*/ 27051 w 19050"/>
                <a:gd name="connsiteY428" fmla="*/ 2456974 h 5324475"/>
                <a:gd name="connsiteX429" fmla="*/ 27051 w 19050"/>
                <a:gd name="connsiteY429" fmla="*/ 2466499 h 5324475"/>
                <a:gd name="connsiteX430" fmla="*/ 27051 w 19050"/>
                <a:gd name="connsiteY430" fmla="*/ 2439448 h 5324475"/>
                <a:gd name="connsiteX431" fmla="*/ 0 w 19050"/>
                <a:gd name="connsiteY431" fmla="*/ 2439448 h 5324475"/>
                <a:gd name="connsiteX432" fmla="*/ 0 w 19050"/>
                <a:gd name="connsiteY432" fmla="*/ 2429923 h 5324475"/>
                <a:gd name="connsiteX433" fmla="*/ 27051 w 19050"/>
                <a:gd name="connsiteY433" fmla="*/ 2429923 h 5324475"/>
                <a:gd name="connsiteX434" fmla="*/ 27051 w 19050"/>
                <a:gd name="connsiteY434" fmla="*/ 2439448 h 5324475"/>
                <a:gd name="connsiteX435" fmla="*/ 27051 w 19050"/>
                <a:gd name="connsiteY435" fmla="*/ 2412492 h 5324475"/>
                <a:gd name="connsiteX436" fmla="*/ 0 w 19050"/>
                <a:gd name="connsiteY436" fmla="*/ 2412492 h 5324475"/>
                <a:gd name="connsiteX437" fmla="*/ 0 w 19050"/>
                <a:gd name="connsiteY437" fmla="*/ 2402967 h 5324475"/>
                <a:gd name="connsiteX438" fmla="*/ 27051 w 19050"/>
                <a:gd name="connsiteY438" fmla="*/ 2402967 h 5324475"/>
                <a:gd name="connsiteX439" fmla="*/ 27051 w 19050"/>
                <a:gd name="connsiteY439" fmla="*/ 2412492 h 5324475"/>
                <a:gd name="connsiteX440" fmla="*/ 27051 w 19050"/>
                <a:gd name="connsiteY440" fmla="*/ 2358485 h 5324475"/>
                <a:gd name="connsiteX441" fmla="*/ 0 w 19050"/>
                <a:gd name="connsiteY441" fmla="*/ 2358485 h 5324475"/>
                <a:gd name="connsiteX442" fmla="*/ 0 w 19050"/>
                <a:gd name="connsiteY442" fmla="*/ 2348960 h 5324475"/>
                <a:gd name="connsiteX443" fmla="*/ 27051 w 19050"/>
                <a:gd name="connsiteY443" fmla="*/ 2348960 h 5324475"/>
                <a:gd name="connsiteX444" fmla="*/ 27051 w 19050"/>
                <a:gd name="connsiteY444" fmla="*/ 2358485 h 5324475"/>
                <a:gd name="connsiteX445" fmla="*/ 27051 w 19050"/>
                <a:gd name="connsiteY445" fmla="*/ 2331434 h 5324475"/>
                <a:gd name="connsiteX446" fmla="*/ 0 w 19050"/>
                <a:gd name="connsiteY446" fmla="*/ 2331434 h 5324475"/>
                <a:gd name="connsiteX447" fmla="*/ 0 w 19050"/>
                <a:gd name="connsiteY447" fmla="*/ 2321909 h 5324475"/>
                <a:gd name="connsiteX448" fmla="*/ 27051 w 19050"/>
                <a:gd name="connsiteY448" fmla="*/ 2321909 h 5324475"/>
                <a:gd name="connsiteX449" fmla="*/ 27051 w 19050"/>
                <a:gd name="connsiteY449" fmla="*/ 2331434 h 5324475"/>
                <a:gd name="connsiteX450" fmla="*/ 27051 w 19050"/>
                <a:gd name="connsiteY450" fmla="*/ 2304479 h 5324475"/>
                <a:gd name="connsiteX451" fmla="*/ 0 w 19050"/>
                <a:gd name="connsiteY451" fmla="*/ 2304479 h 5324475"/>
                <a:gd name="connsiteX452" fmla="*/ 0 w 19050"/>
                <a:gd name="connsiteY452" fmla="*/ 2294954 h 5324475"/>
                <a:gd name="connsiteX453" fmla="*/ 27051 w 19050"/>
                <a:gd name="connsiteY453" fmla="*/ 2294954 h 5324475"/>
                <a:gd name="connsiteX454" fmla="*/ 27051 w 19050"/>
                <a:gd name="connsiteY454" fmla="*/ 2304479 h 5324475"/>
                <a:gd name="connsiteX455" fmla="*/ 27051 w 19050"/>
                <a:gd name="connsiteY455" fmla="*/ 2277428 h 5324475"/>
                <a:gd name="connsiteX456" fmla="*/ 0 w 19050"/>
                <a:gd name="connsiteY456" fmla="*/ 2277428 h 5324475"/>
                <a:gd name="connsiteX457" fmla="*/ 0 w 19050"/>
                <a:gd name="connsiteY457" fmla="*/ 2267903 h 5324475"/>
                <a:gd name="connsiteX458" fmla="*/ 27051 w 19050"/>
                <a:gd name="connsiteY458" fmla="*/ 2267903 h 5324475"/>
                <a:gd name="connsiteX459" fmla="*/ 27051 w 19050"/>
                <a:gd name="connsiteY459" fmla="*/ 2277428 h 5324475"/>
                <a:gd name="connsiteX460" fmla="*/ 27051 w 19050"/>
                <a:gd name="connsiteY460" fmla="*/ 2223516 h 5324475"/>
                <a:gd name="connsiteX461" fmla="*/ 0 w 19050"/>
                <a:gd name="connsiteY461" fmla="*/ 2223516 h 5324475"/>
                <a:gd name="connsiteX462" fmla="*/ 0 w 19050"/>
                <a:gd name="connsiteY462" fmla="*/ 2213991 h 5324475"/>
                <a:gd name="connsiteX463" fmla="*/ 27051 w 19050"/>
                <a:gd name="connsiteY463" fmla="*/ 2213991 h 5324475"/>
                <a:gd name="connsiteX464" fmla="*/ 27051 w 19050"/>
                <a:gd name="connsiteY464" fmla="*/ 2223516 h 5324475"/>
                <a:gd name="connsiteX465" fmla="*/ 27051 w 19050"/>
                <a:gd name="connsiteY465" fmla="*/ 2196465 h 5324475"/>
                <a:gd name="connsiteX466" fmla="*/ 0 w 19050"/>
                <a:gd name="connsiteY466" fmla="*/ 2196465 h 5324475"/>
                <a:gd name="connsiteX467" fmla="*/ 0 w 19050"/>
                <a:gd name="connsiteY467" fmla="*/ 2186940 h 5324475"/>
                <a:gd name="connsiteX468" fmla="*/ 27051 w 19050"/>
                <a:gd name="connsiteY468" fmla="*/ 2186940 h 5324475"/>
                <a:gd name="connsiteX469" fmla="*/ 27051 w 19050"/>
                <a:gd name="connsiteY469" fmla="*/ 2196465 h 5324475"/>
                <a:gd name="connsiteX470" fmla="*/ 27051 w 19050"/>
                <a:gd name="connsiteY470" fmla="*/ 2169509 h 5324475"/>
                <a:gd name="connsiteX471" fmla="*/ 0 w 19050"/>
                <a:gd name="connsiteY471" fmla="*/ 2169509 h 5324475"/>
                <a:gd name="connsiteX472" fmla="*/ 0 w 19050"/>
                <a:gd name="connsiteY472" fmla="*/ 2159984 h 5324475"/>
                <a:gd name="connsiteX473" fmla="*/ 27051 w 19050"/>
                <a:gd name="connsiteY473" fmla="*/ 2159984 h 5324475"/>
                <a:gd name="connsiteX474" fmla="*/ 27051 w 19050"/>
                <a:gd name="connsiteY474" fmla="*/ 2169509 h 5324475"/>
                <a:gd name="connsiteX475" fmla="*/ 27051 w 19050"/>
                <a:gd name="connsiteY475" fmla="*/ 2142458 h 5324475"/>
                <a:gd name="connsiteX476" fmla="*/ 0 w 19050"/>
                <a:gd name="connsiteY476" fmla="*/ 2142458 h 5324475"/>
                <a:gd name="connsiteX477" fmla="*/ 0 w 19050"/>
                <a:gd name="connsiteY477" fmla="*/ 2132933 h 5324475"/>
                <a:gd name="connsiteX478" fmla="*/ 27051 w 19050"/>
                <a:gd name="connsiteY478" fmla="*/ 2132933 h 5324475"/>
                <a:gd name="connsiteX479" fmla="*/ 27051 w 19050"/>
                <a:gd name="connsiteY479" fmla="*/ 2142458 h 5324475"/>
                <a:gd name="connsiteX480" fmla="*/ 27051 w 19050"/>
                <a:gd name="connsiteY480" fmla="*/ 2088452 h 5324475"/>
                <a:gd name="connsiteX481" fmla="*/ 0 w 19050"/>
                <a:gd name="connsiteY481" fmla="*/ 2088452 h 5324475"/>
                <a:gd name="connsiteX482" fmla="*/ 0 w 19050"/>
                <a:gd name="connsiteY482" fmla="*/ 2078927 h 5324475"/>
                <a:gd name="connsiteX483" fmla="*/ 27051 w 19050"/>
                <a:gd name="connsiteY483" fmla="*/ 2078927 h 5324475"/>
                <a:gd name="connsiteX484" fmla="*/ 27051 w 19050"/>
                <a:gd name="connsiteY484" fmla="*/ 2088452 h 5324475"/>
                <a:gd name="connsiteX485" fmla="*/ 27051 w 19050"/>
                <a:gd name="connsiteY485" fmla="*/ 2061496 h 5324475"/>
                <a:gd name="connsiteX486" fmla="*/ 0 w 19050"/>
                <a:gd name="connsiteY486" fmla="*/ 2061496 h 5324475"/>
                <a:gd name="connsiteX487" fmla="*/ 0 w 19050"/>
                <a:gd name="connsiteY487" fmla="*/ 2051971 h 5324475"/>
                <a:gd name="connsiteX488" fmla="*/ 27051 w 19050"/>
                <a:gd name="connsiteY488" fmla="*/ 2051971 h 5324475"/>
                <a:gd name="connsiteX489" fmla="*/ 27051 w 19050"/>
                <a:gd name="connsiteY489" fmla="*/ 2061496 h 5324475"/>
                <a:gd name="connsiteX490" fmla="*/ 27051 w 19050"/>
                <a:gd name="connsiteY490" fmla="*/ 2034445 h 5324475"/>
                <a:gd name="connsiteX491" fmla="*/ 0 w 19050"/>
                <a:gd name="connsiteY491" fmla="*/ 2034445 h 5324475"/>
                <a:gd name="connsiteX492" fmla="*/ 0 w 19050"/>
                <a:gd name="connsiteY492" fmla="*/ 2024920 h 5324475"/>
                <a:gd name="connsiteX493" fmla="*/ 27051 w 19050"/>
                <a:gd name="connsiteY493" fmla="*/ 2024920 h 5324475"/>
                <a:gd name="connsiteX494" fmla="*/ 27051 w 19050"/>
                <a:gd name="connsiteY494" fmla="*/ 2034445 h 5324475"/>
                <a:gd name="connsiteX495" fmla="*/ 27051 w 19050"/>
                <a:gd name="connsiteY495" fmla="*/ 2007489 h 5324475"/>
                <a:gd name="connsiteX496" fmla="*/ 0 w 19050"/>
                <a:gd name="connsiteY496" fmla="*/ 2007489 h 5324475"/>
                <a:gd name="connsiteX497" fmla="*/ 0 w 19050"/>
                <a:gd name="connsiteY497" fmla="*/ 1997964 h 5324475"/>
                <a:gd name="connsiteX498" fmla="*/ 27051 w 19050"/>
                <a:gd name="connsiteY498" fmla="*/ 1997964 h 5324475"/>
                <a:gd name="connsiteX499" fmla="*/ 27051 w 19050"/>
                <a:gd name="connsiteY499" fmla="*/ 2007489 h 5324475"/>
                <a:gd name="connsiteX500" fmla="*/ 27051 w 19050"/>
                <a:gd name="connsiteY500" fmla="*/ 1953482 h 5324475"/>
                <a:gd name="connsiteX501" fmla="*/ 0 w 19050"/>
                <a:gd name="connsiteY501" fmla="*/ 1953482 h 5324475"/>
                <a:gd name="connsiteX502" fmla="*/ 0 w 19050"/>
                <a:gd name="connsiteY502" fmla="*/ 1943957 h 5324475"/>
                <a:gd name="connsiteX503" fmla="*/ 27051 w 19050"/>
                <a:gd name="connsiteY503" fmla="*/ 1943957 h 5324475"/>
                <a:gd name="connsiteX504" fmla="*/ 27051 w 19050"/>
                <a:gd name="connsiteY504" fmla="*/ 1953482 h 5324475"/>
                <a:gd name="connsiteX505" fmla="*/ 27051 w 19050"/>
                <a:gd name="connsiteY505" fmla="*/ 1926431 h 5324475"/>
                <a:gd name="connsiteX506" fmla="*/ 0 w 19050"/>
                <a:gd name="connsiteY506" fmla="*/ 1926431 h 5324475"/>
                <a:gd name="connsiteX507" fmla="*/ 0 w 19050"/>
                <a:gd name="connsiteY507" fmla="*/ 1916906 h 5324475"/>
                <a:gd name="connsiteX508" fmla="*/ 27051 w 19050"/>
                <a:gd name="connsiteY508" fmla="*/ 1916906 h 5324475"/>
                <a:gd name="connsiteX509" fmla="*/ 27051 w 19050"/>
                <a:gd name="connsiteY509" fmla="*/ 1926431 h 5324475"/>
                <a:gd name="connsiteX510" fmla="*/ 27051 w 19050"/>
                <a:gd name="connsiteY510" fmla="*/ 1899476 h 5324475"/>
                <a:gd name="connsiteX511" fmla="*/ 0 w 19050"/>
                <a:gd name="connsiteY511" fmla="*/ 1899476 h 5324475"/>
                <a:gd name="connsiteX512" fmla="*/ 0 w 19050"/>
                <a:gd name="connsiteY512" fmla="*/ 1889951 h 5324475"/>
                <a:gd name="connsiteX513" fmla="*/ 27051 w 19050"/>
                <a:gd name="connsiteY513" fmla="*/ 1889951 h 5324475"/>
                <a:gd name="connsiteX514" fmla="*/ 27051 w 19050"/>
                <a:gd name="connsiteY514" fmla="*/ 1899476 h 5324475"/>
                <a:gd name="connsiteX515" fmla="*/ 27051 w 19050"/>
                <a:gd name="connsiteY515" fmla="*/ 1872425 h 5324475"/>
                <a:gd name="connsiteX516" fmla="*/ 0 w 19050"/>
                <a:gd name="connsiteY516" fmla="*/ 1872425 h 5324475"/>
                <a:gd name="connsiteX517" fmla="*/ 0 w 19050"/>
                <a:gd name="connsiteY517" fmla="*/ 1862900 h 5324475"/>
                <a:gd name="connsiteX518" fmla="*/ 27051 w 19050"/>
                <a:gd name="connsiteY518" fmla="*/ 1862900 h 5324475"/>
                <a:gd name="connsiteX519" fmla="*/ 27051 w 19050"/>
                <a:gd name="connsiteY519" fmla="*/ 1872425 h 5324475"/>
                <a:gd name="connsiteX520" fmla="*/ 27051 w 19050"/>
                <a:gd name="connsiteY520" fmla="*/ 1818418 h 5324475"/>
                <a:gd name="connsiteX521" fmla="*/ 0 w 19050"/>
                <a:gd name="connsiteY521" fmla="*/ 1818418 h 5324475"/>
                <a:gd name="connsiteX522" fmla="*/ 0 w 19050"/>
                <a:gd name="connsiteY522" fmla="*/ 1808893 h 5324475"/>
                <a:gd name="connsiteX523" fmla="*/ 27051 w 19050"/>
                <a:gd name="connsiteY523" fmla="*/ 1808893 h 5324475"/>
                <a:gd name="connsiteX524" fmla="*/ 27051 w 19050"/>
                <a:gd name="connsiteY524" fmla="*/ 1818418 h 5324475"/>
                <a:gd name="connsiteX525" fmla="*/ 27051 w 19050"/>
                <a:gd name="connsiteY525" fmla="*/ 1791462 h 5324475"/>
                <a:gd name="connsiteX526" fmla="*/ 0 w 19050"/>
                <a:gd name="connsiteY526" fmla="*/ 1791462 h 5324475"/>
                <a:gd name="connsiteX527" fmla="*/ 0 w 19050"/>
                <a:gd name="connsiteY527" fmla="*/ 1781937 h 5324475"/>
                <a:gd name="connsiteX528" fmla="*/ 27051 w 19050"/>
                <a:gd name="connsiteY528" fmla="*/ 1781937 h 5324475"/>
                <a:gd name="connsiteX529" fmla="*/ 27051 w 19050"/>
                <a:gd name="connsiteY529" fmla="*/ 1791462 h 5324475"/>
                <a:gd name="connsiteX530" fmla="*/ 27051 w 19050"/>
                <a:gd name="connsiteY530" fmla="*/ 1764506 h 5324475"/>
                <a:gd name="connsiteX531" fmla="*/ 0 w 19050"/>
                <a:gd name="connsiteY531" fmla="*/ 1764506 h 5324475"/>
                <a:gd name="connsiteX532" fmla="*/ 0 w 19050"/>
                <a:gd name="connsiteY532" fmla="*/ 1754981 h 5324475"/>
                <a:gd name="connsiteX533" fmla="*/ 27051 w 19050"/>
                <a:gd name="connsiteY533" fmla="*/ 1754981 h 5324475"/>
                <a:gd name="connsiteX534" fmla="*/ 27051 w 19050"/>
                <a:gd name="connsiteY534" fmla="*/ 1764506 h 5324475"/>
                <a:gd name="connsiteX535" fmla="*/ 27051 w 19050"/>
                <a:gd name="connsiteY535" fmla="*/ 1737455 h 5324475"/>
                <a:gd name="connsiteX536" fmla="*/ 0 w 19050"/>
                <a:gd name="connsiteY536" fmla="*/ 1737455 h 5324475"/>
                <a:gd name="connsiteX537" fmla="*/ 0 w 19050"/>
                <a:gd name="connsiteY537" fmla="*/ 1727930 h 5324475"/>
                <a:gd name="connsiteX538" fmla="*/ 27051 w 19050"/>
                <a:gd name="connsiteY538" fmla="*/ 1727930 h 5324475"/>
                <a:gd name="connsiteX539" fmla="*/ 27051 w 19050"/>
                <a:gd name="connsiteY539" fmla="*/ 1737455 h 5324475"/>
                <a:gd name="connsiteX540" fmla="*/ 27051 w 19050"/>
                <a:gd name="connsiteY540" fmla="*/ 1683449 h 5324475"/>
                <a:gd name="connsiteX541" fmla="*/ 0 w 19050"/>
                <a:gd name="connsiteY541" fmla="*/ 1683449 h 5324475"/>
                <a:gd name="connsiteX542" fmla="*/ 0 w 19050"/>
                <a:gd name="connsiteY542" fmla="*/ 1673924 h 5324475"/>
                <a:gd name="connsiteX543" fmla="*/ 27051 w 19050"/>
                <a:gd name="connsiteY543" fmla="*/ 1673924 h 5324475"/>
                <a:gd name="connsiteX544" fmla="*/ 27051 w 19050"/>
                <a:gd name="connsiteY544" fmla="*/ 1683449 h 5324475"/>
                <a:gd name="connsiteX545" fmla="*/ 27051 w 19050"/>
                <a:gd name="connsiteY545" fmla="*/ 1656493 h 5324475"/>
                <a:gd name="connsiteX546" fmla="*/ 0 w 19050"/>
                <a:gd name="connsiteY546" fmla="*/ 1656493 h 5324475"/>
                <a:gd name="connsiteX547" fmla="*/ 0 w 19050"/>
                <a:gd name="connsiteY547" fmla="*/ 1646968 h 5324475"/>
                <a:gd name="connsiteX548" fmla="*/ 27051 w 19050"/>
                <a:gd name="connsiteY548" fmla="*/ 1646968 h 5324475"/>
                <a:gd name="connsiteX549" fmla="*/ 27051 w 19050"/>
                <a:gd name="connsiteY549" fmla="*/ 1656493 h 5324475"/>
                <a:gd name="connsiteX550" fmla="*/ 27051 w 19050"/>
                <a:gd name="connsiteY550" fmla="*/ 1629442 h 5324475"/>
                <a:gd name="connsiteX551" fmla="*/ 0 w 19050"/>
                <a:gd name="connsiteY551" fmla="*/ 1629442 h 5324475"/>
                <a:gd name="connsiteX552" fmla="*/ 0 w 19050"/>
                <a:gd name="connsiteY552" fmla="*/ 1619917 h 5324475"/>
                <a:gd name="connsiteX553" fmla="*/ 27051 w 19050"/>
                <a:gd name="connsiteY553" fmla="*/ 1619917 h 5324475"/>
                <a:gd name="connsiteX554" fmla="*/ 27051 w 19050"/>
                <a:gd name="connsiteY554" fmla="*/ 1629442 h 5324475"/>
                <a:gd name="connsiteX555" fmla="*/ 27051 w 19050"/>
                <a:gd name="connsiteY555" fmla="*/ 1575435 h 5324475"/>
                <a:gd name="connsiteX556" fmla="*/ 0 w 19050"/>
                <a:gd name="connsiteY556" fmla="*/ 1575435 h 5324475"/>
                <a:gd name="connsiteX557" fmla="*/ 0 w 19050"/>
                <a:gd name="connsiteY557" fmla="*/ 1565910 h 5324475"/>
                <a:gd name="connsiteX558" fmla="*/ 27051 w 19050"/>
                <a:gd name="connsiteY558" fmla="*/ 1565910 h 5324475"/>
                <a:gd name="connsiteX559" fmla="*/ 27051 w 19050"/>
                <a:gd name="connsiteY559" fmla="*/ 1575435 h 5324475"/>
                <a:gd name="connsiteX560" fmla="*/ 27051 w 19050"/>
                <a:gd name="connsiteY560" fmla="*/ 1548479 h 5324475"/>
                <a:gd name="connsiteX561" fmla="*/ 0 w 19050"/>
                <a:gd name="connsiteY561" fmla="*/ 1548479 h 5324475"/>
                <a:gd name="connsiteX562" fmla="*/ 0 w 19050"/>
                <a:gd name="connsiteY562" fmla="*/ 1538954 h 5324475"/>
                <a:gd name="connsiteX563" fmla="*/ 27051 w 19050"/>
                <a:gd name="connsiteY563" fmla="*/ 1538954 h 5324475"/>
                <a:gd name="connsiteX564" fmla="*/ 27051 w 19050"/>
                <a:gd name="connsiteY564" fmla="*/ 1548479 h 5324475"/>
                <a:gd name="connsiteX565" fmla="*/ 27051 w 19050"/>
                <a:gd name="connsiteY565" fmla="*/ 1521428 h 5324475"/>
                <a:gd name="connsiteX566" fmla="*/ 0 w 19050"/>
                <a:gd name="connsiteY566" fmla="*/ 1521428 h 5324475"/>
                <a:gd name="connsiteX567" fmla="*/ 0 w 19050"/>
                <a:gd name="connsiteY567" fmla="*/ 1511903 h 5324475"/>
                <a:gd name="connsiteX568" fmla="*/ 27051 w 19050"/>
                <a:gd name="connsiteY568" fmla="*/ 1511903 h 5324475"/>
                <a:gd name="connsiteX569" fmla="*/ 27051 w 19050"/>
                <a:gd name="connsiteY569" fmla="*/ 1521428 h 5324475"/>
                <a:gd name="connsiteX570" fmla="*/ 27051 w 19050"/>
                <a:gd name="connsiteY570" fmla="*/ 1494473 h 5324475"/>
                <a:gd name="connsiteX571" fmla="*/ 0 w 19050"/>
                <a:gd name="connsiteY571" fmla="*/ 1494473 h 5324475"/>
                <a:gd name="connsiteX572" fmla="*/ 0 w 19050"/>
                <a:gd name="connsiteY572" fmla="*/ 1484948 h 5324475"/>
                <a:gd name="connsiteX573" fmla="*/ 27051 w 19050"/>
                <a:gd name="connsiteY573" fmla="*/ 1484948 h 5324475"/>
                <a:gd name="connsiteX574" fmla="*/ 27051 w 19050"/>
                <a:gd name="connsiteY574" fmla="*/ 1494473 h 5324475"/>
                <a:gd name="connsiteX575" fmla="*/ 27051 w 19050"/>
                <a:gd name="connsiteY575" fmla="*/ 1467422 h 5324475"/>
                <a:gd name="connsiteX576" fmla="*/ 0 w 19050"/>
                <a:gd name="connsiteY576" fmla="*/ 1467422 h 5324475"/>
                <a:gd name="connsiteX577" fmla="*/ 0 w 19050"/>
                <a:gd name="connsiteY577" fmla="*/ 1457897 h 5324475"/>
                <a:gd name="connsiteX578" fmla="*/ 27051 w 19050"/>
                <a:gd name="connsiteY578" fmla="*/ 1457897 h 5324475"/>
                <a:gd name="connsiteX579" fmla="*/ 27051 w 19050"/>
                <a:gd name="connsiteY579" fmla="*/ 1467422 h 5324475"/>
                <a:gd name="connsiteX580" fmla="*/ 27051 w 19050"/>
                <a:gd name="connsiteY580" fmla="*/ 1413510 h 5324475"/>
                <a:gd name="connsiteX581" fmla="*/ 0 w 19050"/>
                <a:gd name="connsiteY581" fmla="*/ 1413510 h 5324475"/>
                <a:gd name="connsiteX582" fmla="*/ 0 w 19050"/>
                <a:gd name="connsiteY582" fmla="*/ 1403985 h 5324475"/>
                <a:gd name="connsiteX583" fmla="*/ 27051 w 19050"/>
                <a:gd name="connsiteY583" fmla="*/ 1403985 h 5324475"/>
                <a:gd name="connsiteX584" fmla="*/ 27051 w 19050"/>
                <a:gd name="connsiteY584" fmla="*/ 1413510 h 5324475"/>
                <a:gd name="connsiteX585" fmla="*/ 27051 w 19050"/>
                <a:gd name="connsiteY585" fmla="*/ 1386459 h 5324475"/>
                <a:gd name="connsiteX586" fmla="*/ 0 w 19050"/>
                <a:gd name="connsiteY586" fmla="*/ 1386459 h 5324475"/>
                <a:gd name="connsiteX587" fmla="*/ 0 w 19050"/>
                <a:gd name="connsiteY587" fmla="*/ 1376934 h 5324475"/>
                <a:gd name="connsiteX588" fmla="*/ 27051 w 19050"/>
                <a:gd name="connsiteY588" fmla="*/ 1376934 h 5324475"/>
                <a:gd name="connsiteX589" fmla="*/ 27051 w 19050"/>
                <a:gd name="connsiteY589" fmla="*/ 1386459 h 5324475"/>
                <a:gd name="connsiteX590" fmla="*/ 27051 w 19050"/>
                <a:gd name="connsiteY590" fmla="*/ 1359503 h 5324475"/>
                <a:gd name="connsiteX591" fmla="*/ 0 w 19050"/>
                <a:gd name="connsiteY591" fmla="*/ 1359503 h 5324475"/>
                <a:gd name="connsiteX592" fmla="*/ 0 w 19050"/>
                <a:gd name="connsiteY592" fmla="*/ 1349978 h 5324475"/>
                <a:gd name="connsiteX593" fmla="*/ 27051 w 19050"/>
                <a:gd name="connsiteY593" fmla="*/ 1349978 h 5324475"/>
                <a:gd name="connsiteX594" fmla="*/ 27051 w 19050"/>
                <a:gd name="connsiteY594" fmla="*/ 1359503 h 5324475"/>
                <a:gd name="connsiteX595" fmla="*/ 27051 w 19050"/>
                <a:gd name="connsiteY595" fmla="*/ 1332452 h 5324475"/>
                <a:gd name="connsiteX596" fmla="*/ 0 w 19050"/>
                <a:gd name="connsiteY596" fmla="*/ 1332452 h 5324475"/>
                <a:gd name="connsiteX597" fmla="*/ 0 w 19050"/>
                <a:gd name="connsiteY597" fmla="*/ 1322927 h 5324475"/>
                <a:gd name="connsiteX598" fmla="*/ 27051 w 19050"/>
                <a:gd name="connsiteY598" fmla="*/ 1322927 h 5324475"/>
                <a:gd name="connsiteX599" fmla="*/ 27051 w 19050"/>
                <a:gd name="connsiteY599" fmla="*/ 1332452 h 5324475"/>
                <a:gd name="connsiteX600" fmla="*/ 27051 w 19050"/>
                <a:gd name="connsiteY600" fmla="*/ 1278446 h 5324475"/>
                <a:gd name="connsiteX601" fmla="*/ 0 w 19050"/>
                <a:gd name="connsiteY601" fmla="*/ 1278446 h 5324475"/>
                <a:gd name="connsiteX602" fmla="*/ 0 w 19050"/>
                <a:gd name="connsiteY602" fmla="*/ 1268921 h 5324475"/>
                <a:gd name="connsiteX603" fmla="*/ 27051 w 19050"/>
                <a:gd name="connsiteY603" fmla="*/ 1268921 h 5324475"/>
                <a:gd name="connsiteX604" fmla="*/ 27051 w 19050"/>
                <a:gd name="connsiteY604" fmla="*/ 1278446 h 5324475"/>
                <a:gd name="connsiteX605" fmla="*/ 27051 w 19050"/>
                <a:gd name="connsiteY605" fmla="*/ 1251490 h 5324475"/>
                <a:gd name="connsiteX606" fmla="*/ 0 w 19050"/>
                <a:gd name="connsiteY606" fmla="*/ 1251490 h 5324475"/>
                <a:gd name="connsiteX607" fmla="*/ 0 w 19050"/>
                <a:gd name="connsiteY607" fmla="*/ 1241965 h 5324475"/>
                <a:gd name="connsiteX608" fmla="*/ 27051 w 19050"/>
                <a:gd name="connsiteY608" fmla="*/ 1241965 h 5324475"/>
                <a:gd name="connsiteX609" fmla="*/ 27051 w 19050"/>
                <a:gd name="connsiteY609" fmla="*/ 1251490 h 5324475"/>
                <a:gd name="connsiteX610" fmla="*/ 27051 w 19050"/>
                <a:gd name="connsiteY610" fmla="*/ 1224439 h 5324475"/>
                <a:gd name="connsiteX611" fmla="*/ 0 w 19050"/>
                <a:gd name="connsiteY611" fmla="*/ 1224439 h 5324475"/>
                <a:gd name="connsiteX612" fmla="*/ 0 w 19050"/>
                <a:gd name="connsiteY612" fmla="*/ 1214914 h 5324475"/>
                <a:gd name="connsiteX613" fmla="*/ 27051 w 19050"/>
                <a:gd name="connsiteY613" fmla="*/ 1214914 h 5324475"/>
                <a:gd name="connsiteX614" fmla="*/ 27051 w 19050"/>
                <a:gd name="connsiteY614" fmla="*/ 1224439 h 5324475"/>
                <a:gd name="connsiteX615" fmla="*/ 27051 w 19050"/>
                <a:gd name="connsiteY615" fmla="*/ 1170527 h 5324475"/>
                <a:gd name="connsiteX616" fmla="*/ 0 w 19050"/>
                <a:gd name="connsiteY616" fmla="*/ 1170527 h 5324475"/>
                <a:gd name="connsiteX617" fmla="*/ 0 w 19050"/>
                <a:gd name="connsiteY617" fmla="*/ 1161002 h 5324475"/>
                <a:gd name="connsiteX618" fmla="*/ 27051 w 19050"/>
                <a:gd name="connsiteY618" fmla="*/ 1161002 h 5324475"/>
                <a:gd name="connsiteX619" fmla="*/ 27051 w 19050"/>
                <a:gd name="connsiteY619" fmla="*/ 1170527 h 5324475"/>
                <a:gd name="connsiteX620" fmla="*/ 27051 w 19050"/>
                <a:gd name="connsiteY620" fmla="*/ 1143476 h 5324475"/>
                <a:gd name="connsiteX621" fmla="*/ 0 w 19050"/>
                <a:gd name="connsiteY621" fmla="*/ 1143476 h 5324475"/>
                <a:gd name="connsiteX622" fmla="*/ 0 w 19050"/>
                <a:gd name="connsiteY622" fmla="*/ 1133951 h 5324475"/>
                <a:gd name="connsiteX623" fmla="*/ 27051 w 19050"/>
                <a:gd name="connsiteY623" fmla="*/ 1133951 h 5324475"/>
                <a:gd name="connsiteX624" fmla="*/ 27051 w 19050"/>
                <a:gd name="connsiteY624" fmla="*/ 1143476 h 5324475"/>
                <a:gd name="connsiteX625" fmla="*/ 27051 w 19050"/>
                <a:gd name="connsiteY625" fmla="*/ 1116521 h 5324475"/>
                <a:gd name="connsiteX626" fmla="*/ 0 w 19050"/>
                <a:gd name="connsiteY626" fmla="*/ 1116521 h 5324475"/>
                <a:gd name="connsiteX627" fmla="*/ 0 w 19050"/>
                <a:gd name="connsiteY627" fmla="*/ 1106996 h 5324475"/>
                <a:gd name="connsiteX628" fmla="*/ 27051 w 19050"/>
                <a:gd name="connsiteY628" fmla="*/ 1106996 h 5324475"/>
                <a:gd name="connsiteX629" fmla="*/ 27051 w 19050"/>
                <a:gd name="connsiteY629" fmla="*/ 1116521 h 5324475"/>
                <a:gd name="connsiteX630" fmla="*/ 27051 w 19050"/>
                <a:gd name="connsiteY630" fmla="*/ 1089470 h 5324475"/>
                <a:gd name="connsiteX631" fmla="*/ 0 w 19050"/>
                <a:gd name="connsiteY631" fmla="*/ 1089470 h 5324475"/>
                <a:gd name="connsiteX632" fmla="*/ 0 w 19050"/>
                <a:gd name="connsiteY632" fmla="*/ 1079945 h 5324475"/>
                <a:gd name="connsiteX633" fmla="*/ 27051 w 19050"/>
                <a:gd name="connsiteY633" fmla="*/ 1079945 h 5324475"/>
                <a:gd name="connsiteX634" fmla="*/ 27051 w 19050"/>
                <a:gd name="connsiteY634" fmla="*/ 1089470 h 5324475"/>
                <a:gd name="connsiteX635" fmla="*/ 27051 w 19050"/>
                <a:gd name="connsiteY635" fmla="*/ 1035463 h 5324475"/>
                <a:gd name="connsiteX636" fmla="*/ 0 w 19050"/>
                <a:gd name="connsiteY636" fmla="*/ 1035463 h 5324475"/>
                <a:gd name="connsiteX637" fmla="*/ 0 w 19050"/>
                <a:gd name="connsiteY637" fmla="*/ 1025938 h 5324475"/>
                <a:gd name="connsiteX638" fmla="*/ 27051 w 19050"/>
                <a:gd name="connsiteY638" fmla="*/ 1025938 h 5324475"/>
                <a:gd name="connsiteX639" fmla="*/ 27051 w 19050"/>
                <a:gd name="connsiteY639" fmla="*/ 1035463 h 5324475"/>
                <a:gd name="connsiteX640" fmla="*/ 27051 w 19050"/>
                <a:gd name="connsiteY640" fmla="*/ 1008507 h 5324475"/>
                <a:gd name="connsiteX641" fmla="*/ 0 w 19050"/>
                <a:gd name="connsiteY641" fmla="*/ 1008507 h 5324475"/>
                <a:gd name="connsiteX642" fmla="*/ 0 w 19050"/>
                <a:gd name="connsiteY642" fmla="*/ 998982 h 5324475"/>
                <a:gd name="connsiteX643" fmla="*/ 27051 w 19050"/>
                <a:gd name="connsiteY643" fmla="*/ 998982 h 5324475"/>
                <a:gd name="connsiteX644" fmla="*/ 27051 w 19050"/>
                <a:gd name="connsiteY644" fmla="*/ 1008507 h 5324475"/>
                <a:gd name="connsiteX645" fmla="*/ 27051 w 19050"/>
                <a:gd name="connsiteY645" fmla="*/ 981456 h 5324475"/>
                <a:gd name="connsiteX646" fmla="*/ 0 w 19050"/>
                <a:gd name="connsiteY646" fmla="*/ 981456 h 5324475"/>
                <a:gd name="connsiteX647" fmla="*/ 0 w 19050"/>
                <a:gd name="connsiteY647" fmla="*/ 971931 h 5324475"/>
                <a:gd name="connsiteX648" fmla="*/ 27051 w 19050"/>
                <a:gd name="connsiteY648" fmla="*/ 971931 h 5324475"/>
                <a:gd name="connsiteX649" fmla="*/ 27051 w 19050"/>
                <a:gd name="connsiteY649" fmla="*/ 981456 h 5324475"/>
                <a:gd name="connsiteX650" fmla="*/ 27051 w 19050"/>
                <a:gd name="connsiteY650" fmla="*/ 954500 h 5324475"/>
                <a:gd name="connsiteX651" fmla="*/ 0 w 19050"/>
                <a:gd name="connsiteY651" fmla="*/ 954500 h 5324475"/>
                <a:gd name="connsiteX652" fmla="*/ 0 w 19050"/>
                <a:gd name="connsiteY652" fmla="*/ 944975 h 5324475"/>
                <a:gd name="connsiteX653" fmla="*/ 27051 w 19050"/>
                <a:gd name="connsiteY653" fmla="*/ 944975 h 5324475"/>
                <a:gd name="connsiteX654" fmla="*/ 27051 w 19050"/>
                <a:gd name="connsiteY654" fmla="*/ 954500 h 5324475"/>
                <a:gd name="connsiteX655" fmla="*/ 27051 w 19050"/>
                <a:gd name="connsiteY655" fmla="*/ 900494 h 5324475"/>
                <a:gd name="connsiteX656" fmla="*/ 0 w 19050"/>
                <a:gd name="connsiteY656" fmla="*/ 900494 h 5324475"/>
                <a:gd name="connsiteX657" fmla="*/ 0 w 19050"/>
                <a:gd name="connsiteY657" fmla="*/ 890969 h 5324475"/>
                <a:gd name="connsiteX658" fmla="*/ 27051 w 19050"/>
                <a:gd name="connsiteY658" fmla="*/ 890969 h 5324475"/>
                <a:gd name="connsiteX659" fmla="*/ 27051 w 19050"/>
                <a:gd name="connsiteY659" fmla="*/ 900494 h 5324475"/>
                <a:gd name="connsiteX660" fmla="*/ 27051 w 19050"/>
                <a:gd name="connsiteY660" fmla="*/ 873443 h 5324475"/>
                <a:gd name="connsiteX661" fmla="*/ 0 w 19050"/>
                <a:gd name="connsiteY661" fmla="*/ 873443 h 5324475"/>
                <a:gd name="connsiteX662" fmla="*/ 0 w 19050"/>
                <a:gd name="connsiteY662" fmla="*/ 863918 h 5324475"/>
                <a:gd name="connsiteX663" fmla="*/ 27051 w 19050"/>
                <a:gd name="connsiteY663" fmla="*/ 863918 h 5324475"/>
                <a:gd name="connsiteX664" fmla="*/ 27051 w 19050"/>
                <a:gd name="connsiteY664" fmla="*/ 873443 h 5324475"/>
                <a:gd name="connsiteX665" fmla="*/ 27051 w 19050"/>
                <a:gd name="connsiteY665" fmla="*/ 846487 h 5324475"/>
                <a:gd name="connsiteX666" fmla="*/ 0 w 19050"/>
                <a:gd name="connsiteY666" fmla="*/ 846487 h 5324475"/>
                <a:gd name="connsiteX667" fmla="*/ 0 w 19050"/>
                <a:gd name="connsiteY667" fmla="*/ 836962 h 5324475"/>
                <a:gd name="connsiteX668" fmla="*/ 27051 w 19050"/>
                <a:gd name="connsiteY668" fmla="*/ 836962 h 5324475"/>
                <a:gd name="connsiteX669" fmla="*/ 27051 w 19050"/>
                <a:gd name="connsiteY669" fmla="*/ 846487 h 5324475"/>
                <a:gd name="connsiteX670" fmla="*/ 27051 w 19050"/>
                <a:gd name="connsiteY670" fmla="*/ 819531 h 5324475"/>
                <a:gd name="connsiteX671" fmla="*/ 0 w 19050"/>
                <a:gd name="connsiteY671" fmla="*/ 819531 h 5324475"/>
                <a:gd name="connsiteX672" fmla="*/ 0 w 19050"/>
                <a:gd name="connsiteY672" fmla="*/ 810006 h 5324475"/>
                <a:gd name="connsiteX673" fmla="*/ 27051 w 19050"/>
                <a:gd name="connsiteY673" fmla="*/ 810006 h 5324475"/>
                <a:gd name="connsiteX674" fmla="*/ 27051 w 19050"/>
                <a:gd name="connsiteY674" fmla="*/ 819531 h 5324475"/>
                <a:gd name="connsiteX675" fmla="*/ 27051 w 19050"/>
                <a:gd name="connsiteY675" fmla="*/ 765429 h 5324475"/>
                <a:gd name="connsiteX676" fmla="*/ 0 w 19050"/>
                <a:gd name="connsiteY676" fmla="*/ 765429 h 5324475"/>
                <a:gd name="connsiteX677" fmla="*/ 0 w 19050"/>
                <a:gd name="connsiteY677" fmla="*/ 755904 h 5324475"/>
                <a:gd name="connsiteX678" fmla="*/ 27051 w 19050"/>
                <a:gd name="connsiteY678" fmla="*/ 755904 h 5324475"/>
                <a:gd name="connsiteX679" fmla="*/ 27051 w 19050"/>
                <a:gd name="connsiteY679" fmla="*/ 765429 h 5324475"/>
                <a:gd name="connsiteX680" fmla="*/ 27051 w 19050"/>
                <a:gd name="connsiteY680" fmla="*/ 738473 h 5324475"/>
                <a:gd name="connsiteX681" fmla="*/ 0 w 19050"/>
                <a:gd name="connsiteY681" fmla="*/ 738473 h 5324475"/>
                <a:gd name="connsiteX682" fmla="*/ 0 w 19050"/>
                <a:gd name="connsiteY682" fmla="*/ 728948 h 5324475"/>
                <a:gd name="connsiteX683" fmla="*/ 27051 w 19050"/>
                <a:gd name="connsiteY683" fmla="*/ 728948 h 5324475"/>
                <a:gd name="connsiteX684" fmla="*/ 27051 w 19050"/>
                <a:gd name="connsiteY684" fmla="*/ 738473 h 5324475"/>
                <a:gd name="connsiteX685" fmla="*/ 27051 w 19050"/>
                <a:gd name="connsiteY685" fmla="*/ 711518 h 5324475"/>
                <a:gd name="connsiteX686" fmla="*/ 0 w 19050"/>
                <a:gd name="connsiteY686" fmla="*/ 711518 h 5324475"/>
                <a:gd name="connsiteX687" fmla="*/ 0 w 19050"/>
                <a:gd name="connsiteY687" fmla="*/ 701993 h 5324475"/>
                <a:gd name="connsiteX688" fmla="*/ 27051 w 19050"/>
                <a:gd name="connsiteY688" fmla="*/ 701993 h 5324475"/>
                <a:gd name="connsiteX689" fmla="*/ 27051 w 19050"/>
                <a:gd name="connsiteY689" fmla="*/ 711518 h 5324475"/>
                <a:gd name="connsiteX690" fmla="*/ 27051 w 19050"/>
                <a:gd name="connsiteY690" fmla="*/ 684467 h 5324475"/>
                <a:gd name="connsiteX691" fmla="*/ 0 w 19050"/>
                <a:gd name="connsiteY691" fmla="*/ 684467 h 5324475"/>
                <a:gd name="connsiteX692" fmla="*/ 0 w 19050"/>
                <a:gd name="connsiteY692" fmla="*/ 674942 h 5324475"/>
                <a:gd name="connsiteX693" fmla="*/ 27051 w 19050"/>
                <a:gd name="connsiteY693" fmla="*/ 674942 h 5324475"/>
                <a:gd name="connsiteX694" fmla="*/ 27051 w 19050"/>
                <a:gd name="connsiteY694" fmla="*/ 684467 h 5324475"/>
                <a:gd name="connsiteX695" fmla="*/ 27051 w 19050"/>
                <a:gd name="connsiteY695" fmla="*/ 630460 h 5324475"/>
                <a:gd name="connsiteX696" fmla="*/ 0 w 19050"/>
                <a:gd name="connsiteY696" fmla="*/ 630460 h 5324475"/>
                <a:gd name="connsiteX697" fmla="*/ 0 w 19050"/>
                <a:gd name="connsiteY697" fmla="*/ 620935 h 5324475"/>
                <a:gd name="connsiteX698" fmla="*/ 27051 w 19050"/>
                <a:gd name="connsiteY698" fmla="*/ 620935 h 5324475"/>
                <a:gd name="connsiteX699" fmla="*/ 27051 w 19050"/>
                <a:gd name="connsiteY699" fmla="*/ 630460 h 5324475"/>
                <a:gd name="connsiteX700" fmla="*/ 27051 w 19050"/>
                <a:gd name="connsiteY700" fmla="*/ 603504 h 5324475"/>
                <a:gd name="connsiteX701" fmla="*/ 0 w 19050"/>
                <a:gd name="connsiteY701" fmla="*/ 603504 h 5324475"/>
                <a:gd name="connsiteX702" fmla="*/ 0 w 19050"/>
                <a:gd name="connsiteY702" fmla="*/ 593979 h 5324475"/>
                <a:gd name="connsiteX703" fmla="*/ 27051 w 19050"/>
                <a:gd name="connsiteY703" fmla="*/ 593979 h 5324475"/>
                <a:gd name="connsiteX704" fmla="*/ 27051 w 19050"/>
                <a:gd name="connsiteY704" fmla="*/ 603504 h 5324475"/>
                <a:gd name="connsiteX705" fmla="*/ 27051 w 19050"/>
                <a:gd name="connsiteY705" fmla="*/ 576453 h 5324475"/>
                <a:gd name="connsiteX706" fmla="*/ 0 w 19050"/>
                <a:gd name="connsiteY706" fmla="*/ 576453 h 5324475"/>
                <a:gd name="connsiteX707" fmla="*/ 0 w 19050"/>
                <a:gd name="connsiteY707" fmla="*/ 566928 h 5324475"/>
                <a:gd name="connsiteX708" fmla="*/ 27051 w 19050"/>
                <a:gd name="connsiteY708" fmla="*/ 566928 h 5324475"/>
                <a:gd name="connsiteX709" fmla="*/ 27051 w 19050"/>
                <a:gd name="connsiteY709" fmla="*/ 576453 h 5324475"/>
                <a:gd name="connsiteX710" fmla="*/ 27051 w 19050"/>
                <a:gd name="connsiteY710" fmla="*/ 549497 h 5324475"/>
                <a:gd name="connsiteX711" fmla="*/ 0 w 19050"/>
                <a:gd name="connsiteY711" fmla="*/ 549497 h 5324475"/>
                <a:gd name="connsiteX712" fmla="*/ 0 w 19050"/>
                <a:gd name="connsiteY712" fmla="*/ 539972 h 5324475"/>
                <a:gd name="connsiteX713" fmla="*/ 27051 w 19050"/>
                <a:gd name="connsiteY713" fmla="*/ 539972 h 5324475"/>
                <a:gd name="connsiteX714" fmla="*/ 27051 w 19050"/>
                <a:gd name="connsiteY714" fmla="*/ 549497 h 5324475"/>
                <a:gd name="connsiteX715" fmla="*/ 27051 w 19050"/>
                <a:gd name="connsiteY715" fmla="*/ 495491 h 5324475"/>
                <a:gd name="connsiteX716" fmla="*/ 0 w 19050"/>
                <a:gd name="connsiteY716" fmla="*/ 495491 h 5324475"/>
                <a:gd name="connsiteX717" fmla="*/ 0 w 19050"/>
                <a:gd name="connsiteY717" fmla="*/ 485966 h 5324475"/>
                <a:gd name="connsiteX718" fmla="*/ 27051 w 19050"/>
                <a:gd name="connsiteY718" fmla="*/ 485966 h 5324475"/>
                <a:gd name="connsiteX719" fmla="*/ 27051 w 19050"/>
                <a:gd name="connsiteY719" fmla="*/ 495491 h 5324475"/>
                <a:gd name="connsiteX720" fmla="*/ 27051 w 19050"/>
                <a:gd name="connsiteY720" fmla="*/ 468440 h 5324475"/>
                <a:gd name="connsiteX721" fmla="*/ 0 w 19050"/>
                <a:gd name="connsiteY721" fmla="*/ 468440 h 5324475"/>
                <a:gd name="connsiteX722" fmla="*/ 0 w 19050"/>
                <a:gd name="connsiteY722" fmla="*/ 458915 h 5324475"/>
                <a:gd name="connsiteX723" fmla="*/ 27051 w 19050"/>
                <a:gd name="connsiteY723" fmla="*/ 458915 h 5324475"/>
                <a:gd name="connsiteX724" fmla="*/ 27051 w 19050"/>
                <a:gd name="connsiteY724" fmla="*/ 468440 h 5324475"/>
                <a:gd name="connsiteX725" fmla="*/ 27051 w 19050"/>
                <a:gd name="connsiteY725" fmla="*/ 441484 h 5324475"/>
                <a:gd name="connsiteX726" fmla="*/ 0 w 19050"/>
                <a:gd name="connsiteY726" fmla="*/ 441484 h 5324475"/>
                <a:gd name="connsiteX727" fmla="*/ 0 w 19050"/>
                <a:gd name="connsiteY727" fmla="*/ 431959 h 5324475"/>
                <a:gd name="connsiteX728" fmla="*/ 27051 w 19050"/>
                <a:gd name="connsiteY728" fmla="*/ 431959 h 5324475"/>
                <a:gd name="connsiteX729" fmla="*/ 27051 w 19050"/>
                <a:gd name="connsiteY729" fmla="*/ 441484 h 5324475"/>
                <a:gd name="connsiteX730" fmla="*/ 27051 w 19050"/>
                <a:gd name="connsiteY730" fmla="*/ 414433 h 5324475"/>
                <a:gd name="connsiteX731" fmla="*/ 0 w 19050"/>
                <a:gd name="connsiteY731" fmla="*/ 414433 h 5324475"/>
                <a:gd name="connsiteX732" fmla="*/ 0 w 19050"/>
                <a:gd name="connsiteY732" fmla="*/ 404908 h 5324475"/>
                <a:gd name="connsiteX733" fmla="*/ 27051 w 19050"/>
                <a:gd name="connsiteY733" fmla="*/ 404908 h 5324475"/>
                <a:gd name="connsiteX734" fmla="*/ 27051 w 19050"/>
                <a:gd name="connsiteY734" fmla="*/ 414433 h 5324475"/>
                <a:gd name="connsiteX735" fmla="*/ 27051 w 19050"/>
                <a:gd name="connsiteY735" fmla="*/ 360426 h 5324475"/>
                <a:gd name="connsiteX736" fmla="*/ 0 w 19050"/>
                <a:gd name="connsiteY736" fmla="*/ 360426 h 5324475"/>
                <a:gd name="connsiteX737" fmla="*/ 0 w 19050"/>
                <a:gd name="connsiteY737" fmla="*/ 350901 h 5324475"/>
                <a:gd name="connsiteX738" fmla="*/ 27051 w 19050"/>
                <a:gd name="connsiteY738" fmla="*/ 350901 h 5324475"/>
                <a:gd name="connsiteX739" fmla="*/ 27051 w 19050"/>
                <a:gd name="connsiteY739" fmla="*/ 360426 h 5324475"/>
                <a:gd name="connsiteX740" fmla="*/ 27051 w 19050"/>
                <a:gd name="connsiteY740" fmla="*/ 333470 h 5324475"/>
                <a:gd name="connsiteX741" fmla="*/ 0 w 19050"/>
                <a:gd name="connsiteY741" fmla="*/ 333470 h 5324475"/>
                <a:gd name="connsiteX742" fmla="*/ 0 w 19050"/>
                <a:gd name="connsiteY742" fmla="*/ 323945 h 5324475"/>
                <a:gd name="connsiteX743" fmla="*/ 27051 w 19050"/>
                <a:gd name="connsiteY743" fmla="*/ 323945 h 5324475"/>
                <a:gd name="connsiteX744" fmla="*/ 27051 w 19050"/>
                <a:gd name="connsiteY744" fmla="*/ 333470 h 5324475"/>
                <a:gd name="connsiteX745" fmla="*/ 27051 w 19050"/>
                <a:gd name="connsiteY745" fmla="*/ 306419 h 5324475"/>
                <a:gd name="connsiteX746" fmla="*/ 0 w 19050"/>
                <a:gd name="connsiteY746" fmla="*/ 306419 h 5324475"/>
                <a:gd name="connsiteX747" fmla="*/ 0 w 19050"/>
                <a:gd name="connsiteY747" fmla="*/ 296894 h 5324475"/>
                <a:gd name="connsiteX748" fmla="*/ 27051 w 19050"/>
                <a:gd name="connsiteY748" fmla="*/ 296894 h 5324475"/>
                <a:gd name="connsiteX749" fmla="*/ 27051 w 19050"/>
                <a:gd name="connsiteY749" fmla="*/ 306419 h 5324475"/>
                <a:gd name="connsiteX750" fmla="*/ 27051 w 19050"/>
                <a:gd name="connsiteY750" fmla="*/ 252508 h 5324475"/>
                <a:gd name="connsiteX751" fmla="*/ 0 w 19050"/>
                <a:gd name="connsiteY751" fmla="*/ 252508 h 5324475"/>
                <a:gd name="connsiteX752" fmla="*/ 0 w 19050"/>
                <a:gd name="connsiteY752" fmla="*/ 242983 h 5324475"/>
                <a:gd name="connsiteX753" fmla="*/ 27051 w 19050"/>
                <a:gd name="connsiteY753" fmla="*/ 242983 h 5324475"/>
                <a:gd name="connsiteX754" fmla="*/ 27051 w 19050"/>
                <a:gd name="connsiteY754" fmla="*/ 252508 h 5324475"/>
                <a:gd name="connsiteX755" fmla="*/ 27051 w 19050"/>
                <a:gd name="connsiteY755" fmla="*/ 225457 h 5324475"/>
                <a:gd name="connsiteX756" fmla="*/ 0 w 19050"/>
                <a:gd name="connsiteY756" fmla="*/ 225457 h 5324475"/>
                <a:gd name="connsiteX757" fmla="*/ 0 w 19050"/>
                <a:gd name="connsiteY757" fmla="*/ 215932 h 5324475"/>
                <a:gd name="connsiteX758" fmla="*/ 27051 w 19050"/>
                <a:gd name="connsiteY758" fmla="*/ 215932 h 5324475"/>
                <a:gd name="connsiteX759" fmla="*/ 27051 w 19050"/>
                <a:gd name="connsiteY759" fmla="*/ 225457 h 5324475"/>
                <a:gd name="connsiteX760" fmla="*/ 27051 w 19050"/>
                <a:gd name="connsiteY760" fmla="*/ 198501 h 5324475"/>
                <a:gd name="connsiteX761" fmla="*/ 0 w 19050"/>
                <a:gd name="connsiteY761" fmla="*/ 198501 h 5324475"/>
                <a:gd name="connsiteX762" fmla="*/ 0 w 19050"/>
                <a:gd name="connsiteY762" fmla="*/ 188976 h 5324475"/>
                <a:gd name="connsiteX763" fmla="*/ 27051 w 19050"/>
                <a:gd name="connsiteY763" fmla="*/ 188976 h 5324475"/>
                <a:gd name="connsiteX764" fmla="*/ 27051 w 19050"/>
                <a:gd name="connsiteY764" fmla="*/ 198501 h 5324475"/>
                <a:gd name="connsiteX765" fmla="*/ 27051 w 19050"/>
                <a:gd name="connsiteY765" fmla="*/ 171450 h 5324475"/>
                <a:gd name="connsiteX766" fmla="*/ 0 w 19050"/>
                <a:gd name="connsiteY766" fmla="*/ 171450 h 5324475"/>
                <a:gd name="connsiteX767" fmla="*/ 0 w 19050"/>
                <a:gd name="connsiteY767" fmla="*/ 161925 h 5324475"/>
                <a:gd name="connsiteX768" fmla="*/ 27051 w 19050"/>
                <a:gd name="connsiteY768" fmla="*/ 161925 h 5324475"/>
                <a:gd name="connsiteX769" fmla="*/ 27051 w 19050"/>
                <a:gd name="connsiteY769" fmla="*/ 171450 h 5324475"/>
                <a:gd name="connsiteX770" fmla="*/ 27051 w 19050"/>
                <a:gd name="connsiteY770" fmla="*/ 144494 h 5324475"/>
                <a:gd name="connsiteX771" fmla="*/ 0 w 19050"/>
                <a:gd name="connsiteY771" fmla="*/ 144494 h 5324475"/>
                <a:gd name="connsiteX772" fmla="*/ 0 w 19050"/>
                <a:gd name="connsiteY772" fmla="*/ 134969 h 5324475"/>
                <a:gd name="connsiteX773" fmla="*/ 27051 w 19050"/>
                <a:gd name="connsiteY773" fmla="*/ 134969 h 5324475"/>
                <a:gd name="connsiteX774" fmla="*/ 27051 w 19050"/>
                <a:gd name="connsiteY774" fmla="*/ 144494 h 5324475"/>
                <a:gd name="connsiteX775" fmla="*/ 27051 w 19050"/>
                <a:gd name="connsiteY775" fmla="*/ 90488 h 5324475"/>
                <a:gd name="connsiteX776" fmla="*/ 0 w 19050"/>
                <a:gd name="connsiteY776" fmla="*/ 90488 h 5324475"/>
                <a:gd name="connsiteX777" fmla="*/ 0 w 19050"/>
                <a:gd name="connsiteY777" fmla="*/ 80963 h 5324475"/>
                <a:gd name="connsiteX778" fmla="*/ 27051 w 19050"/>
                <a:gd name="connsiteY778" fmla="*/ 80963 h 5324475"/>
                <a:gd name="connsiteX779" fmla="*/ 27051 w 19050"/>
                <a:gd name="connsiteY779" fmla="*/ 90488 h 5324475"/>
                <a:gd name="connsiteX780" fmla="*/ 27051 w 19050"/>
                <a:gd name="connsiteY780" fmla="*/ 63437 h 5324475"/>
                <a:gd name="connsiteX781" fmla="*/ 0 w 19050"/>
                <a:gd name="connsiteY781" fmla="*/ 63437 h 5324475"/>
                <a:gd name="connsiteX782" fmla="*/ 0 w 19050"/>
                <a:gd name="connsiteY782" fmla="*/ 53912 h 5324475"/>
                <a:gd name="connsiteX783" fmla="*/ 27051 w 19050"/>
                <a:gd name="connsiteY783" fmla="*/ 53912 h 5324475"/>
                <a:gd name="connsiteX784" fmla="*/ 27051 w 19050"/>
                <a:gd name="connsiteY784" fmla="*/ 63437 h 5324475"/>
                <a:gd name="connsiteX785" fmla="*/ 27051 w 19050"/>
                <a:gd name="connsiteY785" fmla="*/ 36481 h 5324475"/>
                <a:gd name="connsiteX786" fmla="*/ 0 w 19050"/>
                <a:gd name="connsiteY786" fmla="*/ 36481 h 5324475"/>
                <a:gd name="connsiteX787" fmla="*/ 0 w 19050"/>
                <a:gd name="connsiteY787" fmla="*/ 26956 h 5324475"/>
                <a:gd name="connsiteX788" fmla="*/ 27051 w 19050"/>
                <a:gd name="connsiteY788" fmla="*/ 26956 h 5324475"/>
                <a:gd name="connsiteX789" fmla="*/ 27051 w 19050"/>
                <a:gd name="connsiteY789" fmla="*/ 36481 h 5324475"/>
                <a:gd name="connsiteX790" fmla="*/ 27051 w 19050"/>
                <a:gd name="connsiteY790" fmla="*/ 9525 h 5324475"/>
                <a:gd name="connsiteX791" fmla="*/ 0 w 19050"/>
                <a:gd name="connsiteY791" fmla="*/ 9525 h 5324475"/>
                <a:gd name="connsiteX792" fmla="*/ 0 w 19050"/>
                <a:gd name="connsiteY792" fmla="*/ 0 h 5324475"/>
                <a:gd name="connsiteX793" fmla="*/ 27051 w 19050"/>
                <a:gd name="connsiteY793" fmla="*/ 0 h 5324475"/>
                <a:gd name="connsiteX794" fmla="*/ 27051 w 19050"/>
                <a:gd name="connsiteY794" fmla="*/ 9525 h 532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Lst>
              <a:rect l="l" t="t" r="r" b="b"/>
              <a:pathLst>
                <a:path w="19050" h="5324475">
                  <a:moveTo>
                    <a:pt x="27051" y="5328476"/>
                  </a:moveTo>
                  <a:lnTo>
                    <a:pt x="0" y="5328476"/>
                  </a:lnTo>
                  <a:lnTo>
                    <a:pt x="0" y="5318951"/>
                  </a:lnTo>
                  <a:lnTo>
                    <a:pt x="27051" y="5318951"/>
                  </a:lnTo>
                  <a:lnTo>
                    <a:pt x="27051" y="5328476"/>
                  </a:lnTo>
                  <a:close/>
                  <a:moveTo>
                    <a:pt x="27051" y="5301520"/>
                  </a:moveTo>
                  <a:lnTo>
                    <a:pt x="0" y="5301520"/>
                  </a:lnTo>
                  <a:lnTo>
                    <a:pt x="0" y="5291995"/>
                  </a:lnTo>
                  <a:lnTo>
                    <a:pt x="27051" y="5291995"/>
                  </a:lnTo>
                  <a:lnTo>
                    <a:pt x="27051" y="5301520"/>
                  </a:lnTo>
                  <a:close/>
                  <a:moveTo>
                    <a:pt x="27051" y="5274469"/>
                  </a:moveTo>
                  <a:lnTo>
                    <a:pt x="0" y="5274469"/>
                  </a:lnTo>
                  <a:lnTo>
                    <a:pt x="0" y="5264944"/>
                  </a:lnTo>
                  <a:lnTo>
                    <a:pt x="27051" y="5264944"/>
                  </a:lnTo>
                  <a:lnTo>
                    <a:pt x="27051" y="5274469"/>
                  </a:lnTo>
                  <a:close/>
                  <a:moveTo>
                    <a:pt x="27051" y="5247513"/>
                  </a:moveTo>
                  <a:lnTo>
                    <a:pt x="0" y="5247513"/>
                  </a:lnTo>
                  <a:lnTo>
                    <a:pt x="0" y="5237988"/>
                  </a:lnTo>
                  <a:lnTo>
                    <a:pt x="27051" y="5237988"/>
                  </a:lnTo>
                  <a:lnTo>
                    <a:pt x="27051" y="5247513"/>
                  </a:lnTo>
                  <a:close/>
                  <a:moveTo>
                    <a:pt x="27051" y="5193507"/>
                  </a:moveTo>
                  <a:lnTo>
                    <a:pt x="0" y="5193507"/>
                  </a:lnTo>
                  <a:lnTo>
                    <a:pt x="0" y="5183982"/>
                  </a:lnTo>
                  <a:lnTo>
                    <a:pt x="27051" y="5183982"/>
                  </a:lnTo>
                  <a:lnTo>
                    <a:pt x="27051" y="5193507"/>
                  </a:lnTo>
                  <a:close/>
                  <a:moveTo>
                    <a:pt x="27051" y="5166456"/>
                  </a:moveTo>
                  <a:lnTo>
                    <a:pt x="0" y="5166456"/>
                  </a:lnTo>
                  <a:lnTo>
                    <a:pt x="0" y="5156931"/>
                  </a:lnTo>
                  <a:lnTo>
                    <a:pt x="27051" y="5156931"/>
                  </a:lnTo>
                  <a:lnTo>
                    <a:pt x="27051" y="5166456"/>
                  </a:lnTo>
                  <a:close/>
                  <a:moveTo>
                    <a:pt x="27051" y="5139500"/>
                  </a:moveTo>
                  <a:lnTo>
                    <a:pt x="0" y="5139500"/>
                  </a:lnTo>
                  <a:lnTo>
                    <a:pt x="0" y="5129975"/>
                  </a:lnTo>
                  <a:lnTo>
                    <a:pt x="27051" y="5129975"/>
                  </a:lnTo>
                  <a:lnTo>
                    <a:pt x="27051" y="5139500"/>
                  </a:lnTo>
                  <a:close/>
                  <a:moveTo>
                    <a:pt x="27051" y="5112544"/>
                  </a:moveTo>
                  <a:lnTo>
                    <a:pt x="0" y="5112544"/>
                  </a:lnTo>
                  <a:lnTo>
                    <a:pt x="0" y="5103019"/>
                  </a:lnTo>
                  <a:lnTo>
                    <a:pt x="27051" y="5103019"/>
                  </a:lnTo>
                  <a:lnTo>
                    <a:pt x="27051" y="5112544"/>
                  </a:lnTo>
                  <a:close/>
                  <a:moveTo>
                    <a:pt x="27051" y="5058442"/>
                  </a:moveTo>
                  <a:lnTo>
                    <a:pt x="0" y="5058442"/>
                  </a:lnTo>
                  <a:lnTo>
                    <a:pt x="0" y="5048917"/>
                  </a:lnTo>
                  <a:lnTo>
                    <a:pt x="27051" y="5048917"/>
                  </a:lnTo>
                  <a:lnTo>
                    <a:pt x="27051" y="5058442"/>
                  </a:lnTo>
                  <a:close/>
                  <a:moveTo>
                    <a:pt x="27051" y="5031486"/>
                  </a:moveTo>
                  <a:lnTo>
                    <a:pt x="0" y="5031486"/>
                  </a:lnTo>
                  <a:lnTo>
                    <a:pt x="0" y="5021961"/>
                  </a:lnTo>
                  <a:lnTo>
                    <a:pt x="27051" y="5021961"/>
                  </a:lnTo>
                  <a:lnTo>
                    <a:pt x="27051" y="5031486"/>
                  </a:lnTo>
                  <a:close/>
                  <a:moveTo>
                    <a:pt x="27051" y="5004531"/>
                  </a:moveTo>
                  <a:lnTo>
                    <a:pt x="0" y="5004531"/>
                  </a:lnTo>
                  <a:lnTo>
                    <a:pt x="0" y="4995006"/>
                  </a:lnTo>
                  <a:lnTo>
                    <a:pt x="27051" y="4995006"/>
                  </a:lnTo>
                  <a:lnTo>
                    <a:pt x="27051" y="5004531"/>
                  </a:lnTo>
                  <a:close/>
                  <a:moveTo>
                    <a:pt x="27051" y="4977479"/>
                  </a:moveTo>
                  <a:lnTo>
                    <a:pt x="0" y="4977479"/>
                  </a:lnTo>
                  <a:lnTo>
                    <a:pt x="0" y="4967954"/>
                  </a:lnTo>
                  <a:lnTo>
                    <a:pt x="27051" y="4967954"/>
                  </a:lnTo>
                  <a:lnTo>
                    <a:pt x="27051" y="4977479"/>
                  </a:lnTo>
                  <a:close/>
                  <a:moveTo>
                    <a:pt x="27051" y="4923473"/>
                  </a:moveTo>
                  <a:lnTo>
                    <a:pt x="0" y="4923473"/>
                  </a:lnTo>
                  <a:lnTo>
                    <a:pt x="0" y="4913948"/>
                  </a:lnTo>
                  <a:lnTo>
                    <a:pt x="27051" y="4913948"/>
                  </a:lnTo>
                  <a:lnTo>
                    <a:pt x="27051" y="4923473"/>
                  </a:lnTo>
                  <a:close/>
                  <a:moveTo>
                    <a:pt x="27051" y="4896517"/>
                  </a:moveTo>
                  <a:lnTo>
                    <a:pt x="0" y="4896517"/>
                  </a:lnTo>
                  <a:lnTo>
                    <a:pt x="0" y="4886992"/>
                  </a:lnTo>
                  <a:lnTo>
                    <a:pt x="27051" y="4886992"/>
                  </a:lnTo>
                  <a:lnTo>
                    <a:pt x="27051" y="4896517"/>
                  </a:lnTo>
                  <a:close/>
                  <a:moveTo>
                    <a:pt x="27051" y="4869466"/>
                  </a:moveTo>
                  <a:lnTo>
                    <a:pt x="0" y="4869466"/>
                  </a:lnTo>
                  <a:lnTo>
                    <a:pt x="0" y="4859941"/>
                  </a:lnTo>
                  <a:lnTo>
                    <a:pt x="27051" y="4859941"/>
                  </a:lnTo>
                  <a:lnTo>
                    <a:pt x="27051" y="4869466"/>
                  </a:lnTo>
                  <a:close/>
                  <a:moveTo>
                    <a:pt x="27051" y="4842510"/>
                  </a:moveTo>
                  <a:lnTo>
                    <a:pt x="0" y="4842510"/>
                  </a:lnTo>
                  <a:lnTo>
                    <a:pt x="0" y="4832985"/>
                  </a:lnTo>
                  <a:lnTo>
                    <a:pt x="27051" y="4832985"/>
                  </a:lnTo>
                  <a:lnTo>
                    <a:pt x="27051" y="4842510"/>
                  </a:lnTo>
                  <a:close/>
                  <a:moveTo>
                    <a:pt x="27051" y="4788504"/>
                  </a:moveTo>
                  <a:lnTo>
                    <a:pt x="0" y="4788504"/>
                  </a:lnTo>
                  <a:lnTo>
                    <a:pt x="0" y="4778979"/>
                  </a:lnTo>
                  <a:lnTo>
                    <a:pt x="27051" y="4778979"/>
                  </a:lnTo>
                  <a:lnTo>
                    <a:pt x="27051" y="4788504"/>
                  </a:lnTo>
                  <a:close/>
                  <a:moveTo>
                    <a:pt x="27051" y="4761453"/>
                  </a:moveTo>
                  <a:lnTo>
                    <a:pt x="0" y="4761453"/>
                  </a:lnTo>
                  <a:lnTo>
                    <a:pt x="0" y="4751928"/>
                  </a:lnTo>
                  <a:lnTo>
                    <a:pt x="27051" y="4751928"/>
                  </a:lnTo>
                  <a:lnTo>
                    <a:pt x="27051" y="4761453"/>
                  </a:lnTo>
                  <a:close/>
                  <a:moveTo>
                    <a:pt x="27051" y="4734497"/>
                  </a:moveTo>
                  <a:lnTo>
                    <a:pt x="0" y="4734497"/>
                  </a:lnTo>
                  <a:lnTo>
                    <a:pt x="0" y="4724972"/>
                  </a:lnTo>
                  <a:lnTo>
                    <a:pt x="27051" y="4724972"/>
                  </a:lnTo>
                  <a:lnTo>
                    <a:pt x="27051" y="4734497"/>
                  </a:lnTo>
                  <a:close/>
                  <a:moveTo>
                    <a:pt x="27051" y="4707446"/>
                  </a:moveTo>
                  <a:lnTo>
                    <a:pt x="0" y="4707446"/>
                  </a:lnTo>
                  <a:lnTo>
                    <a:pt x="0" y="4697921"/>
                  </a:lnTo>
                  <a:lnTo>
                    <a:pt x="27051" y="4697921"/>
                  </a:lnTo>
                  <a:lnTo>
                    <a:pt x="27051" y="4707446"/>
                  </a:lnTo>
                  <a:close/>
                  <a:moveTo>
                    <a:pt x="27051" y="4653439"/>
                  </a:moveTo>
                  <a:lnTo>
                    <a:pt x="0" y="4653439"/>
                  </a:lnTo>
                  <a:lnTo>
                    <a:pt x="0" y="4643914"/>
                  </a:lnTo>
                  <a:lnTo>
                    <a:pt x="27051" y="4643914"/>
                  </a:lnTo>
                  <a:lnTo>
                    <a:pt x="27051" y="4653439"/>
                  </a:lnTo>
                  <a:close/>
                  <a:moveTo>
                    <a:pt x="27051" y="4626483"/>
                  </a:moveTo>
                  <a:lnTo>
                    <a:pt x="0" y="4626483"/>
                  </a:lnTo>
                  <a:lnTo>
                    <a:pt x="0" y="4616958"/>
                  </a:lnTo>
                  <a:lnTo>
                    <a:pt x="27051" y="4616958"/>
                  </a:lnTo>
                  <a:lnTo>
                    <a:pt x="27051" y="4626483"/>
                  </a:lnTo>
                  <a:close/>
                  <a:moveTo>
                    <a:pt x="27051" y="4599432"/>
                  </a:moveTo>
                  <a:lnTo>
                    <a:pt x="0" y="4599432"/>
                  </a:lnTo>
                  <a:lnTo>
                    <a:pt x="0" y="4589907"/>
                  </a:lnTo>
                  <a:lnTo>
                    <a:pt x="27051" y="4589907"/>
                  </a:lnTo>
                  <a:lnTo>
                    <a:pt x="27051" y="4599432"/>
                  </a:lnTo>
                  <a:close/>
                  <a:moveTo>
                    <a:pt x="27051" y="4572477"/>
                  </a:moveTo>
                  <a:lnTo>
                    <a:pt x="0" y="4572477"/>
                  </a:lnTo>
                  <a:lnTo>
                    <a:pt x="0" y="4562952"/>
                  </a:lnTo>
                  <a:lnTo>
                    <a:pt x="27051" y="4562952"/>
                  </a:lnTo>
                  <a:lnTo>
                    <a:pt x="27051" y="4572477"/>
                  </a:lnTo>
                  <a:close/>
                  <a:moveTo>
                    <a:pt x="27051" y="4518470"/>
                  </a:moveTo>
                  <a:lnTo>
                    <a:pt x="0" y="4518470"/>
                  </a:lnTo>
                  <a:lnTo>
                    <a:pt x="0" y="4508945"/>
                  </a:lnTo>
                  <a:lnTo>
                    <a:pt x="27051" y="4508945"/>
                  </a:lnTo>
                  <a:lnTo>
                    <a:pt x="27051" y="4518470"/>
                  </a:lnTo>
                  <a:close/>
                  <a:moveTo>
                    <a:pt x="27051" y="4491514"/>
                  </a:moveTo>
                  <a:lnTo>
                    <a:pt x="0" y="4491514"/>
                  </a:lnTo>
                  <a:lnTo>
                    <a:pt x="0" y="4481989"/>
                  </a:lnTo>
                  <a:lnTo>
                    <a:pt x="27051" y="4481989"/>
                  </a:lnTo>
                  <a:lnTo>
                    <a:pt x="27051" y="4491514"/>
                  </a:lnTo>
                  <a:close/>
                  <a:moveTo>
                    <a:pt x="27051" y="4464463"/>
                  </a:moveTo>
                  <a:lnTo>
                    <a:pt x="0" y="4464463"/>
                  </a:lnTo>
                  <a:lnTo>
                    <a:pt x="0" y="4454938"/>
                  </a:lnTo>
                  <a:lnTo>
                    <a:pt x="27051" y="4454938"/>
                  </a:lnTo>
                  <a:lnTo>
                    <a:pt x="27051" y="4464463"/>
                  </a:lnTo>
                  <a:close/>
                  <a:moveTo>
                    <a:pt x="27051" y="4437507"/>
                  </a:moveTo>
                  <a:lnTo>
                    <a:pt x="0" y="4437507"/>
                  </a:lnTo>
                  <a:lnTo>
                    <a:pt x="0" y="4427982"/>
                  </a:lnTo>
                  <a:lnTo>
                    <a:pt x="27051" y="4427982"/>
                  </a:lnTo>
                  <a:lnTo>
                    <a:pt x="27051" y="4437507"/>
                  </a:lnTo>
                  <a:close/>
                  <a:moveTo>
                    <a:pt x="27051" y="4383500"/>
                  </a:moveTo>
                  <a:lnTo>
                    <a:pt x="0" y="4383500"/>
                  </a:lnTo>
                  <a:lnTo>
                    <a:pt x="0" y="4373975"/>
                  </a:lnTo>
                  <a:lnTo>
                    <a:pt x="27051" y="4373975"/>
                  </a:lnTo>
                  <a:lnTo>
                    <a:pt x="27051" y="4383500"/>
                  </a:lnTo>
                  <a:close/>
                  <a:moveTo>
                    <a:pt x="27051" y="4356449"/>
                  </a:moveTo>
                  <a:lnTo>
                    <a:pt x="0" y="4356449"/>
                  </a:lnTo>
                  <a:lnTo>
                    <a:pt x="0" y="4346924"/>
                  </a:lnTo>
                  <a:lnTo>
                    <a:pt x="27051" y="4346924"/>
                  </a:lnTo>
                  <a:lnTo>
                    <a:pt x="27051" y="4356449"/>
                  </a:lnTo>
                  <a:close/>
                  <a:moveTo>
                    <a:pt x="27051" y="4329494"/>
                  </a:moveTo>
                  <a:lnTo>
                    <a:pt x="0" y="4329494"/>
                  </a:lnTo>
                  <a:lnTo>
                    <a:pt x="0" y="4319969"/>
                  </a:lnTo>
                  <a:lnTo>
                    <a:pt x="27051" y="4319969"/>
                  </a:lnTo>
                  <a:lnTo>
                    <a:pt x="27051" y="4329494"/>
                  </a:lnTo>
                  <a:close/>
                  <a:moveTo>
                    <a:pt x="27051" y="4275487"/>
                  </a:moveTo>
                  <a:lnTo>
                    <a:pt x="0" y="4275487"/>
                  </a:lnTo>
                  <a:lnTo>
                    <a:pt x="0" y="4265962"/>
                  </a:lnTo>
                  <a:lnTo>
                    <a:pt x="27051" y="4265962"/>
                  </a:lnTo>
                  <a:lnTo>
                    <a:pt x="27051" y="4275487"/>
                  </a:lnTo>
                  <a:close/>
                  <a:moveTo>
                    <a:pt x="27051" y="4248531"/>
                  </a:moveTo>
                  <a:lnTo>
                    <a:pt x="0" y="4248531"/>
                  </a:lnTo>
                  <a:lnTo>
                    <a:pt x="0" y="4239006"/>
                  </a:lnTo>
                  <a:lnTo>
                    <a:pt x="27051" y="4239006"/>
                  </a:lnTo>
                  <a:lnTo>
                    <a:pt x="27051" y="4248531"/>
                  </a:lnTo>
                  <a:close/>
                  <a:moveTo>
                    <a:pt x="27051" y="4221480"/>
                  </a:moveTo>
                  <a:lnTo>
                    <a:pt x="0" y="4221480"/>
                  </a:lnTo>
                  <a:lnTo>
                    <a:pt x="0" y="4211955"/>
                  </a:lnTo>
                  <a:lnTo>
                    <a:pt x="27051" y="4211955"/>
                  </a:lnTo>
                  <a:lnTo>
                    <a:pt x="27051" y="4221480"/>
                  </a:lnTo>
                  <a:close/>
                  <a:moveTo>
                    <a:pt x="27051" y="4194524"/>
                  </a:moveTo>
                  <a:lnTo>
                    <a:pt x="0" y="4194524"/>
                  </a:lnTo>
                  <a:lnTo>
                    <a:pt x="0" y="4184999"/>
                  </a:lnTo>
                  <a:lnTo>
                    <a:pt x="27051" y="4184999"/>
                  </a:lnTo>
                  <a:lnTo>
                    <a:pt x="27051" y="4194524"/>
                  </a:lnTo>
                  <a:close/>
                  <a:moveTo>
                    <a:pt x="27051" y="4167473"/>
                  </a:moveTo>
                  <a:lnTo>
                    <a:pt x="0" y="4167473"/>
                  </a:lnTo>
                  <a:lnTo>
                    <a:pt x="0" y="4157948"/>
                  </a:lnTo>
                  <a:lnTo>
                    <a:pt x="27051" y="4157948"/>
                  </a:lnTo>
                  <a:lnTo>
                    <a:pt x="27051" y="4167473"/>
                  </a:lnTo>
                  <a:close/>
                  <a:moveTo>
                    <a:pt x="27051" y="4113467"/>
                  </a:moveTo>
                  <a:lnTo>
                    <a:pt x="0" y="4113467"/>
                  </a:lnTo>
                  <a:lnTo>
                    <a:pt x="0" y="4103942"/>
                  </a:lnTo>
                  <a:lnTo>
                    <a:pt x="27051" y="4103942"/>
                  </a:lnTo>
                  <a:lnTo>
                    <a:pt x="27051" y="4113467"/>
                  </a:lnTo>
                  <a:close/>
                  <a:moveTo>
                    <a:pt x="27051" y="4086511"/>
                  </a:moveTo>
                  <a:lnTo>
                    <a:pt x="0" y="4086511"/>
                  </a:lnTo>
                  <a:lnTo>
                    <a:pt x="0" y="4076986"/>
                  </a:lnTo>
                  <a:lnTo>
                    <a:pt x="27051" y="4076986"/>
                  </a:lnTo>
                  <a:lnTo>
                    <a:pt x="27051" y="4086511"/>
                  </a:lnTo>
                  <a:close/>
                  <a:moveTo>
                    <a:pt x="27051" y="4059460"/>
                  </a:moveTo>
                  <a:lnTo>
                    <a:pt x="0" y="4059460"/>
                  </a:lnTo>
                  <a:lnTo>
                    <a:pt x="0" y="4049935"/>
                  </a:lnTo>
                  <a:lnTo>
                    <a:pt x="27051" y="4049935"/>
                  </a:lnTo>
                  <a:lnTo>
                    <a:pt x="27051" y="4059460"/>
                  </a:lnTo>
                  <a:close/>
                  <a:moveTo>
                    <a:pt x="27051" y="4032504"/>
                  </a:moveTo>
                  <a:lnTo>
                    <a:pt x="0" y="4032504"/>
                  </a:lnTo>
                  <a:lnTo>
                    <a:pt x="0" y="4022979"/>
                  </a:lnTo>
                  <a:lnTo>
                    <a:pt x="27051" y="4022979"/>
                  </a:lnTo>
                  <a:lnTo>
                    <a:pt x="27051" y="4032504"/>
                  </a:lnTo>
                  <a:close/>
                  <a:moveTo>
                    <a:pt x="27051" y="3978497"/>
                  </a:moveTo>
                  <a:lnTo>
                    <a:pt x="0" y="3978497"/>
                  </a:lnTo>
                  <a:lnTo>
                    <a:pt x="0" y="3968972"/>
                  </a:lnTo>
                  <a:lnTo>
                    <a:pt x="27051" y="3968972"/>
                  </a:lnTo>
                  <a:lnTo>
                    <a:pt x="27051" y="3978497"/>
                  </a:lnTo>
                  <a:close/>
                  <a:moveTo>
                    <a:pt x="27051" y="3951446"/>
                  </a:moveTo>
                  <a:lnTo>
                    <a:pt x="0" y="3951446"/>
                  </a:lnTo>
                  <a:lnTo>
                    <a:pt x="0" y="3941921"/>
                  </a:lnTo>
                  <a:lnTo>
                    <a:pt x="27051" y="3941921"/>
                  </a:lnTo>
                  <a:lnTo>
                    <a:pt x="27051" y="3951446"/>
                  </a:lnTo>
                  <a:close/>
                  <a:moveTo>
                    <a:pt x="27051" y="3924490"/>
                  </a:moveTo>
                  <a:lnTo>
                    <a:pt x="0" y="3924490"/>
                  </a:lnTo>
                  <a:lnTo>
                    <a:pt x="0" y="3914965"/>
                  </a:lnTo>
                  <a:lnTo>
                    <a:pt x="27051" y="3914965"/>
                  </a:lnTo>
                  <a:lnTo>
                    <a:pt x="27051" y="3924490"/>
                  </a:lnTo>
                  <a:close/>
                  <a:moveTo>
                    <a:pt x="27051" y="3897535"/>
                  </a:moveTo>
                  <a:lnTo>
                    <a:pt x="0" y="3897535"/>
                  </a:lnTo>
                  <a:lnTo>
                    <a:pt x="0" y="3888010"/>
                  </a:lnTo>
                  <a:lnTo>
                    <a:pt x="27051" y="3888010"/>
                  </a:lnTo>
                  <a:lnTo>
                    <a:pt x="27051" y="3897535"/>
                  </a:lnTo>
                  <a:close/>
                  <a:moveTo>
                    <a:pt x="27051" y="3843528"/>
                  </a:moveTo>
                  <a:lnTo>
                    <a:pt x="0" y="3843528"/>
                  </a:lnTo>
                  <a:lnTo>
                    <a:pt x="0" y="3834003"/>
                  </a:lnTo>
                  <a:lnTo>
                    <a:pt x="27051" y="3834003"/>
                  </a:lnTo>
                  <a:lnTo>
                    <a:pt x="27051" y="3843528"/>
                  </a:lnTo>
                  <a:close/>
                  <a:moveTo>
                    <a:pt x="27051" y="3816477"/>
                  </a:moveTo>
                  <a:lnTo>
                    <a:pt x="0" y="3816477"/>
                  </a:lnTo>
                  <a:lnTo>
                    <a:pt x="0" y="3806952"/>
                  </a:lnTo>
                  <a:lnTo>
                    <a:pt x="27051" y="3806952"/>
                  </a:lnTo>
                  <a:lnTo>
                    <a:pt x="27051" y="3816477"/>
                  </a:lnTo>
                  <a:close/>
                  <a:moveTo>
                    <a:pt x="27051" y="3789521"/>
                  </a:moveTo>
                  <a:lnTo>
                    <a:pt x="0" y="3789521"/>
                  </a:lnTo>
                  <a:lnTo>
                    <a:pt x="0" y="3779996"/>
                  </a:lnTo>
                  <a:lnTo>
                    <a:pt x="27051" y="3779996"/>
                  </a:lnTo>
                  <a:lnTo>
                    <a:pt x="27051" y="3789521"/>
                  </a:lnTo>
                  <a:close/>
                  <a:moveTo>
                    <a:pt x="27051" y="3762470"/>
                  </a:moveTo>
                  <a:lnTo>
                    <a:pt x="0" y="3762470"/>
                  </a:lnTo>
                  <a:lnTo>
                    <a:pt x="0" y="3752945"/>
                  </a:lnTo>
                  <a:lnTo>
                    <a:pt x="27051" y="3752945"/>
                  </a:lnTo>
                  <a:lnTo>
                    <a:pt x="27051" y="3762470"/>
                  </a:lnTo>
                  <a:close/>
                  <a:moveTo>
                    <a:pt x="27051" y="3708464"/>
                  </a:moveTo>
                  <a:lnTo>
                    <a:pt x="0" y="3708464"/>
                  </a:lnTo>
                  <a:lnTo>
                    <a:pt x="0" y="3698939"/>
                  </a:lnTo>
                  <a:lnTo>
                    <a:pt x="27051" y="3698939"/>
                  </a:lnTo>
                  <a:lnTo>
                    <a:pt x="27051" y="3708464"/>
                  </a:lnTo>
                  <a:close/>
                  <a:moveTo>
                    <a:pt x="27051" y="3681508"/>
                  </a:moveTo>
                  <a:lnTo>
                    <a:pt x="0" y="3681508"/>
                  </a:lnTo>
                  <a:lnTo>
                    <a:pt x="0" y="3671983"/>
                  </a:lnTo>
                  <a:lnTo>
                    <a:pt x="27051" y="3671983"/>
                  </a:lnTo>
                  <a:lnTo>
                    <a:pt x="27051" y="3681508"/>
                  </a:lnTo>
                  <a:close/>
                  <a:moveTo>
                    <a:pt x="27051" y="3654457"/>
                  </a:moveTo>
                  <a:lnTo>
                    <a:pt x="0" y="3654457"/>
                  </a:lnTo>
                  <a:lnTo>
                    <a:pt x="0" y="3644932"/>
                  </a:lnTo>
                  <a:lnTo>
                    <a:pt x="27051" y="3644932"/>
                  </a:lnTo>
                  <a:lnTo>
                    <a:pt x="27051" y="3654457"/>
                  </a:lnTo>
                  <a:close/>
                  <a:moveTo>
                    <a:pt x="27051" y="3627501"/>
                  </a:moveTo>
                  <a:lnTo>
                    <a:pt x="0" y="3627501"/>
                  </a:lnTo>
                  <a:lnTo>
                    <a:pt x="0" y="3617976"/>
                  </a:lnTo>
                  <a:lnTo>
                    <a:pt x="27051" y="3617976"/>
                  </a:lnTo>
                  <a:lnTo>
                    <a:pt x="27051" y="3627501"/>
                  </a:lnTo>
                  <a:close/>
                  <a:moveTo>
                    <a:pt x="27051" y="3573494"/>
                  </a:moveTo>
                  <a:lnTo>
                    <a:pt x="0" y="3573494"/>
                  </a:lnTo>
                  <a:lnTo>
                    <a:pt x="0" y="3563969"/>
                  </a:lnTo>
                  <a:lnTo>
                    <a:pt x="27051" y="3563969"/>
                  </a:lnTo>
                  <a:lnTo>
                    <a:pt x="27051" y="3573494"/>
                  </a:lnTo>
                  <a:close/>
                  <a:moveTo>
                    <a:pt x="27051" y="3546444"/>
                  </a:moveTo>
                  <a:lnTo>
                    <a:pt x="0" y="3546444"/>
                  </a:lnTo>
                  <a:lnTo>
                    <a:pt x="0" y="3536919"/>
                  </a:lnTo>
                  <a:lnTo>
                    <a:pt x="27051" y="3536919"/>
                  </a:lnTo>
                  <a:lnTo>
                    <a:pt x="27051" y="3546444"/>
                  </a:lnTo>
                  <a:close/>
                  <a:moveTo>
                    <a:pt x="27051" y="3519488"/>
                  </a:moveTo>
                  <a:lnTo>
                    <a:pt x="0" y="3519488"/>
                  </a:lnTo>
                  <a:lnTo>
                    <a:pt x="0" y="3509963"/>
                  </a:lnTo>
                  <a:lnTo>
                    <a:pt x="27051" y="3509963"/>
                  </a:lnTo>
                  <a:lnTo>
                    <a:pt x="27051" y="3519488"/>
                  </a:lnTo>
                  <a:close/>
                  <a:moveTo>
                    <a:pt x="27051" y="3492532"/>
                  </a:moveTo>
                  <a:lnTo>
                    <a:pt x="0" y="3492532"/>
                  </a:lnTo>
                  <a:lnTo>
                    <a:pt x="0" y="3483007"/>
                  </a:lnTo>
                  <a:lnTo>
                    <a:pt x="27051" y="3483007"/>
                  </a:lnTo>
                  <a:lnTo>
                    <a:pt x="27051" y="3492532"/>
                  </a:lnTo>
                  <a:close/>
                  <a:moveTo>
                    <a:pt x="27051" y="3438430"/>
                  </a:moveTo>
                  <a:lnTo>
                    <a:pt x="0" y="3438430"/>
                  </a:lnTo>
                  <a:lnTo>
                    <a:pt x="0" y="3428905"/>
                  </a:lnTo>
                  <a:lnTo>
                    <a:pt x="27051" y="3428905"/>
                  </a:lnTo>
                  <a:lnTo>
                    <a:pt x="27051" y="3438430"/>
                  </a:lnTo>
                  <a:close/>
                  <a:moveTo>
                    <a:pt x="27051" y="3411474"/>
                  </a:moveTo>
                  <a:lnTo>
                    <a:pt x="0" y="3411474"/>
                  </a:lnTo>
                  <a:lnTo>
                    <a:pt x="0" y="3401949"/>
                  </a:lnTo>
                  <a:lnTo>
                    <a:pt x="27051" y="3401949"/>
                  </a:lnTo>
                  <a:lnTo>
                    <a:pt x="27051" y="3411474"/>
                  </a:lnTo>
                  <a:close/>
                  <a:moveTo>
                    <a:pt x="27051" y="3384519"/>
                  </a:moveTo>
                  <a:lnTo>
                    <a:pt x="0" y="3384519"/>
                  </a:lnTo>
                  <a:lnTo>
                    <a:pt x="0" y="3374994"/>
                  </a:lnTo>
                  <a:lnTo>
                    <a:pt x="27051" y="3374994"/>
                  </a:lnTo>
                  <a:lnTo>
                    <a:pt x="27051" y="3384519"/>
                  </a:lnTo>
                  <a:close/>
                  <a:moveTo>
                    <a:pt x="27051" y="3357467"/>
                  </a:moveTo>
                  <a:lnTo>
                    <a:pt x="0" y="3357467"/>
                  </a:lnTo>
                  <a:lnTo>
                    <a:pt x="0" y="3347942"/>
                  </a:lnTo>
                  <a:lnTo>
                    <a:pt x="27051" y="3347942"/>
                  </a:lnTo>
                  <a:lnTo>
                    <a:pt x="27051" y="3357467"/>
                  </a:lnTo>
                  <a:close/>
                  <a:moveTo>
                    <a:pt x="27051" y="3303461"/>
                  </a:moveTo>
                  <a:lnTo>
                    <a:pt x="0" y="3303461"/>
                  </a:lnTo>
                  <a:lnTo>
                    <a:pt x="0" y="3293936"/>
                  </a:lnTo>
                  <a:lnTo>
                    <a:pt x="27051" y="3293936"/>
                  </a:lnTo>
                  <a:lnTo>
                    <a:pt x="27051" y="3303461"/>
                  </a:lnTo>
                  <a:close/>
                  <a:moveTo>
                    <a:pt x="27051" y="3276505"/>
                  </a:moveTo>
                  <a:lnTo>
                    <a:pt x="0" y="3276505"/>
                  </a:lnTo>
                  <a:lnTo>
                    <a:pt x="0" y="3266980"/>
                  </a:lnTo>
                  <a:lnTo>
                    <a:pt x="27051" y="3266980"/>
                  </a:lnTo>
                  <a:lnTo>
                    <a:pt x="27051" y="3276505"/>
                  </a:lnTo>
                  <a:close/>
                  <a:moveTo>
                    <a:pt x="27051" y="3249454"/>
                  </a:moveTo>
                  <a:lnTo>
                    <a:pt x="0" y="3249454"/>
                  </a:lnTo>
                  <a:lnTo>
                    <a:pt x="0" y="3239929"/>
                  </a:lnTo>
                  <a:lnTo>
                    <a:pt x="27051" y="3239929"/>
                  </a:lnTo>
                  <a:lnTo>
                    <a:pt x="27051" y="3249454"/>
                  </a:lnTo>
                  <a:close/>
                  <a:moveTo>
                    <a:pt x="27051" y="3222498"/>
                  </a:moveTo>
                  <a:lnTo>
                    <a:pt x="0" y="3222498"/>
                  </a:lnTo>
                  <a:lnTo>
                    <a:pt x="0" y="3212973"/>
                  </a:lnTo>
                  <a:lnTo>
                    <a:pt x="27051" y="3212973"/>
                  </a:lnTo>
                  <a:lnTo>
                    <a:pt x="27051" y="3222498"/>
                  </a:lnTo>
                  <a:close/>
                  <a:moveTo>
                    <a:pt x="27051" y="3168491"/>
                  </a:moveTo>
                  <a:lnTo>
                    <a:pt x="0" y="3168491"/>
                  </a:lnTo>
                  <a:lnTo>
                    <a:pt x="0" y="3158966"/>
                  </a:lnTo>
                  <a:lnTo>
                    <a:pt x="27051" y="3158966"/>
                  </a:lnTo>
                  <a:lnTo>
                    <a:pt x="27051" y="3168491"/>
                  </a:lnTo>
                  <a:close/>
                  <a:moveTo>
                    <a:pt x="27051" y="3141440"/>
                  </a:moveTo>
                  <a:lnTo>
                    <a:pt x="0" y="3141440"/>
                  </a:lnTo>
                  <a:lnTo>
                    <a:pt x="0" y="3131915"/>
                  </a:lnTo>
                  <a:lnTo>
                    <a:pt x="27051" y="3131915"/>
                  </a:lnTo>
                  <a:lnTo>
                    <a:pt x="27051" y="3141440"/>
                  </a:lnTo>
                  <a:close/>
                  <a:moveTo>
                    <a:pt x="27051" y="3114485"/>
                  </a:moveTo>
                  <a:lnTo>
                    <a:pt x="0" y="3114485"/>
                  </a:lnTo>
                  <a:lnTo>
                    <a:pt x="0" y="3104960"/>
                  </a:lnTo>
                  <a:lnTo>
                    <a:pt x="27051" y="3104960"/>
                  </a:lnTo>
                  <a:lnTo>
                    <a:pt x="27051" y="3114485"/>
                  </a:lnTo>
                  <a:close/>
                  <a:moveTo>
                    <a:pt x="27051" y="3087434"/>
                  </a:moveTo>
                  <a:lnTo>
                    <a:pt x="0" y="3087434"/>
                  </a:lnTo>
                  <a:lnTo>
                    <a:pt x="0" y="3077909"/>
                  </a:lnTo>
                  <a:lnTo>
                    <a:pt x="27051" y="3077909"/>
                  </a:lnTo>
                  <a:lnTo>
                    <a:pt x="27051" y="3087434"/>
                  </a:lnTo>
                  <a:close/>
                  <a:moveTo>
                    <a:pt x="27051" y="3033522"/>
                  </a:moveTo>
                  <a:lnTo>
                    <a:pt x="0" y="3033522"/>
                  </a:lnTo>
                  <a:lnTo>
                    <a:pt x="0" y="3023997"/>
                  </a:lnTo>
                  <a:lnTo>
                    <a:pt x="27051" y="3023997"/>
                  </a:lnTo>
                  <a:lnTo>
                    <a:pt x="27051" y="3033522"/>
                  </a:lnTo>
                  <a:close/>
                  <a:moveTo>
                    <a:pt x="27051" y="3006471"/>
                  </a:moveTo>
                  <a:lnTo>
                    <a:pt x="0" y="3006471"/>
                  </a:lnTo>
                  <a:lnTo>
                    <a:pt x="0" y="2996946"/>
                  </a:lnTo>
                  <a:lnTo>
                    <a:pt x="27051" y="2996946"/>
                  </a:lnTo>
                  <a:lnTo>
                    <a:pt x="27051" y="3006471"/>
                  </a:lnTo>
                  <a:close/>
                  <a:moveTo>
                    <a:pt x="27051" y="2979515"/>
                  </a:moveTo>
                  <a:lnTo>
                    <a:pt x="0" y="2979515"/>
                  </a:lnTo>
                  <a:lnTo>
                    <a:pt x="0" y="2969990"/>
                  </a:lnTo>
                  <a:lnTo>
                    <a:pt x="27051" y="2969990"/>
                  </a:lnTo>
                  <a:lnTo>
                    <a:pt x="27051" y="2979515"/>
                  </a:lnTo>
                  <a:close/>
                  <a:moveTo>
                    <a:pt x="27051" y="2925509"/>
                  </a:moveTo>
                  <a:lnTo>
                    <a:pt x="0" y="2925509"/>
                  </a:lnTo>
                  <a:lnTo>
                    <a:pt x="0" y="2915984"/>
                  </a:lnTo>
                  <a:lnTo>
                    <a:pt x="27051" y="2915984"/>
                  </a:lnTo>
                  <a:lnTo>
                    <a:pt x="27051" y="2925509"/>
                  </a:lnTo>
                  <a:close/>
                  <a:moveTo>
                    <a:pt x="27051" y="2898458"/>
                  </a:moveTo>
                  <a:lnTo>
                    <a:pt x="0" y="2898458"/>
                  </a:lnTo>
                  <a:lnTo>
                    <a:pt x="0" y="2888933"/>
                  </a:lnTo>
                  <a:lnTo>
                    <a:pt x="27051" y="2888933"/>
                  </a:lnTo>
                  <a:lnTo>
                    <a:pt x="27051" y="2898458"/>
                  </a:lnTo>
                  <a:close/>
                  <a:moveTo>
                    <a:pt x="27051" y="2871502"/>
                  </a:moveTo>
                  <a:lnTo>
                    <a:pt x="0" y="2871502"/>
                  </a:lnTo>
                  <a:lnTo>
                    <a:pt x="0" y="2861977"/>
                  </a:lnTo>
                  <a:lnTo>
                    <a:pt x="27051" y="2861977"/>
                  </a:lnTo>
                  <a:lnTo>
                    <a:pt x="27051" y="2871502"/>
                  </a:lnTo>
                  <a:close/>
                  <a:moveTo>
                    <a:pt x="27051" y="2844451"/>
                  </a:moveTo>
                  <a:lnTo>
                    <a:pt x="0" y="2844451"/>
                  </a:lnTo>
                  <a:lnTo>
                    <a:pt x="0" y="2834926"/>
                  </a:lnTo>
                  <a:lnTo>
                    <a:pt x="27051" y="2834926"/>
                  </a:lnTo>
                  <a:lnTo>
                    <a:pt x="27051" y="2844451"/>
                  </a:lnTo>
                  <a:close/>
                  <a:moveTo>
                    <a:pt x="27051" y="2817495"/>
                  </a:moveTo>
                  <a:lnTo>
                    <a:pt x="0" y="2817495"/>
                  </a:lnTo>
                  <a:lnTo>
                    <a:pt x="0" y="2807970"/>
                  </a:lnTo>
                  <a:lnTo>
                    <a:pt x="27051" y="2807970"/>
                  </a:lnTo>
                  <a:lnTo>
                    <a:pt x="27051" y="2817495"/>
                  </a:lnTo>
                  <a:close/>
                  <a:moveTo>
                    <a:pt x="27051" y="2763488"/>
                  </a:moveTo>
                  <a:lnTo>
                    <a:pt x="0" y="2763488"/>
                  </a:lnTo>
                  <a:lnTo>
                    <a:pt x="0" y="2753963"/>
                  </a:lnTo>
                  <a:lnTo>
                    <a:pt x="27051" y="2753963"/>
                  </a:lnTo>
                  <a:lnTo>
                    <a:pt x="27051" y="2763488"/>
                  </a:lnTo>
                  <a:close/>
                  <a:moveTo>
                    <a:pt x="27051" y="2736437"/>
                  </a:moveTo>
                  <a:lnTo>
                    <a:pt x="0" y="2736437"/>
                  </a:lnTo>
                  <a:lnTo>
                    <a:pt x="0" y="2726912"/>
                  </a:lnTo>
                  <a:lnTo>
                    <a:pt x="27051" y="2726912"/>
                  </a:lnTo>
                  <a:lnTo>
                    <a:pt x="27051" y="2736437"/>
                  </a:lnTo>
                  <a:close/>
                  <a:moveTo>
                    <a:pt x="27051" y="2709482"/>
                  </a:moveTo>
                  <a:lnTo>
                    <a:pt x="0" y="2709482"/>
                  </a:lnTo>
                  <a:lnTo>
                    <a:pt x="0" y="2699957"/>
                  </a:lnTo>
                  <a:lnTo>
                    <a:pt x="27051" y="2699957"/>
                  </a:lnTo>
                  <a:lnTo>
                    <a:pt x="27051" y="2709482"/>
                  </a:lnTo>
                  <a:close/>
                  <a:moveTo>
                    <a:pt x="27051" y="2682526"/>
                  </a:moveTo>
                  <a:lnTo>
                    <a:pt x="0" y="2682526"/>
                  </a:lnTo>
                  <a:lnTo>
                    <a:pt x="0" y="2673001"/>
                  </a:lnTo>
                  <a:lnTo>
                    <a:pt x="27051" y="2673001"/>
                  </a:lnTo>
                  <a:lnTo>
                    <a:pt x="27051" y="2682526"/>
                  </a:lnTo>
                  <a:close/>
                  <a:moveTo>
                    <a:pt x="27051" y="2628424"/>
                  </a:moveTo>
                  <a:lnTo>
                    <a:pt x="0" y="2628424"/>
                  </a:lnTo>
                  <a:lnTo>
                    <a:pt x="0" y="2618899"/>
                  </a:lnTo>
                  <a:lnTo>
                    <a:pt x="27051" y="2618899"/>
                  </a:lnTo>
                  <a:lnTo>
                    <a:pt x="27051" y="2628424"/>
                  </a:lnTo>
                  <a:close/>
                  <a:moveTo>
                    <a:pt x="27051" y="2601468"/>
                  </a:moveTo>
                  <a:lnTo>
                    <a:pt x="0" y="2601468"/>
                  </a:lnTo>
                  <a:lnTo>
                    <a:pt x="0" y="2591943"/>
                  </a:lnTo>
                  <a:lnTo>
                    <a:pt x="27051" y="2591943"/>
                  </a:lnTo>
                  <a:lnTo>
                    <a:pt x="27051" y="2601468"/>
                  </a:lnTo>
                  <a:close/>
                  <a:moveTo>
                    <a:pt x="27051" y="2574512"/>
                  </a:moveTo>
                  <a:lnTo>
                    <a:pt x="0" y="2574512"/>
                  </a:lnTo>
                  <a:lnTo>
                    <a:pt x="0" y="2564987"/>
                  </a:lnTo>
                  <a:lnTo>
                    <a:pt x="27051" y="2564987"/>
                  </a:lnTo>
                  <a:lnTo>
                    <a:pt x="27051" y="2574512"/>
                  </a:lnTo>
                  <a:close/>
                  <a:moveTo>
                    <a:pt x="27051" y="2547461"/>
                  </a:moveTo>
                  <a:lnTo>
                    <a:pt x="0" y="2547461"/>
                  </a:lnTo>
                  <a:lnTo>
                    <a:pt x="0" y="2537936"/>
                  </a:lnTo>
                  <a:lnTo>
                    <a:pt x="27051" y="2537936"/>
                  </a:lnTo>
                  <a:lnTo>
                    <a:pt x="27051" y="2547461"/>
                  </a:lnTo>
                  <a:close/>
                  <a:moveTo>
                    <a:pt x="27051" y="2493455"/>
                  </a:moveTo>
                  <a:lnTo>
                    <a:pt x="0" y="2493455"/>
                  </a:lnTo>
                  <a:lnTo>
                    <a:pt x="0" y="2483930"/>
                  </a:lnTo>
                  <a:lnTo>
                    <a:pt x="27051" y="2483930"/>
                  </a:lnTo>
                  <a:lnTo>
                    <a:pt x="27051" y="2493455"/>
                  </a:lnTo>
                  <a:close/>
                  <a:moveTo>
                    <a:pt x="27051" y="2466499"/>
                  </a:moveTo>
                  <a:lnTo>
                    <a:pt x="0" y="2466499"/>
                  </a:lnTo>
                  <a:lnTo>
                    <a:pt x="0" y="2456974"/>
                  </a:lnTo>
                  <a:lnTo>
                    <a:pt x="27051" y="2456974"/>
                  </a:lnTo>
                  <a:lnTo>
                    <a:pt x="27051" y="2466499"/>
                  </a:lnTo>
                  <a:close/>
                  <a:moveTo>
                    <a:pt x="27051" y="2439448"/>
                  </a:moveTo>
                  <a:lnTo>
                    <a:pt x="0" y="2439448"/>
                  </a:lnTo>
                  <a:lnTo>
                    <a:pt x="0" y="2429923"/>
                  </a:lnTo>
                  <a:lnTo>
                    <a:pt x="27051" y="2429923"/>
                  </a:lnTo>
                  <a:lnTo>
                    <a:pt x="27051" y="2439448"/>
                  </a:lnTo>
                  <a:close/>
                  <a:moveTo>
                    <a:pt x="27051" y="2412492"/>
                  </a:moveTo>
                  <a:lnTo>
                    <a:pt x="0" y="2412492"/>
                  </a:lnTo>
                  <a:lnTo>
                    <a:pt x="0" y="2402967"/>
                  </a:lnTo>
                  <a:lnTo>
                    <a:pt x="27051" y="2402967"/>
                  </a:lnTo>
                  <a:lnTo>
                    <a:pt x="27051" y="2412492"/>
                  </a:lnTo>
                  <a:close/>
                  <a:moveTo>
                    <a:pt x="27051" y="2358485"/>
                  </a:moveTo>
                  <a:lnTo>
                    <a:pt x="0" y="2358485"/>
                  </a:lnTo>
                  <a:lnTo>
                    <a:pt x="0" y="2348960"/>
                  </a:lnTo>
                  <a:lnTo>
                    <a:pt x="27051" y="2348960"/>
                  </a:lnTo>
                  <a:lnTo>
                    <a:pt x="27051" y="2358485"/>
                  </a:lnTo>
                  <a:close/>
                  <a:moveTo>
                    <a:pt x="27051" y="2331434"/>
                  </a:moveTo>
                  <a:lnTo>
                    <a:pt x="0" y="2331434"/>
                  </a:lnTo>
                  <a:lnTo>
                    <a:pt x="0" y="2321909"/>
                  </a:lnTo>
                  <a:lnTo>
                    <a:pt x="27051" y="2321909"/>
                  </a:lnTo>
                  <a:lnTo>
                    <a:pt x="27051" y="2331434"/>
                  </a:lnTo>
                  <a:close/>
                  <a:moveTo>
                    <a:pt x="27051" y="2304479"/>
                  </a:moveTo>
                  <a:lnTo>
                    <a:pt x="0" y="2304479"/>
                  </a:lnTo>
                  <a:lnTo>
                    <a:pt x="0" y="2294954"/>
                  </a:lnTo>
                  <a:lnTo>
                    <a:pt x="27051" y="2294954"/>
                  </a:lnTo>
                  <a:lnTo>
                    <a:pt x="27051" y="2304479"/>
                  </a:lnTo>
                  <a:close/>
                  <a:moveTo>
                    <a:pt x="27051" y="2277428"/>
                  </a:moveTo>
                  <a:lnTo>
                    <a:pt x="0" y="2277428"/>
                  </a:lnTo>
                  <a:lnTo>
                    <a:pt x="0" y="2267903"/>
                  </a:lnTo>
                  <a:lnTo>
                    <a:pt x="27051" y="2267903"/>
                  </a:lnTo>
                  <a:lnTo>
                    <a:pt x="27051" y="2277428"/>
                  </a:lnTo>
                  <a:close/>
                  <a:moveTo>
                    <a:pt x="27051" y="2223516"/>
                  </a:moveTo>
                  <a:lnTo>
                    <a:pt x="0" y="2223516"/>
                  </a:lnTo>
                  <a:lnTo>
                    <a:pt x="0" y="2213991"/>
                  </a:lnTo>
                  <a:lnTo>
                    <a:pt x="27051" y="2213991"/>
                  </a:lnTo>
                  <a:lnTo>
                    <a:pt x="27051" y="2223516"/>
                  </a:lnTo>
                  <a:close/>
                  <a:moveTo>
                    <a:pt x="27051" y="2196465"/>
                  </a:moveTo>
                  <a:lnTo>
                    <a:pt x="0" y="2196465"/>
                  </a:lnTo>
                  <a:lnTo>
                    <a:pt x="0" y="2186940"/>
                  </a:lnTo>
                  <a:lnTo>
                    <a:pt x="27051" y="2186940"/>
                  </a:lnTo>
                  <a:lnTo>
                    <a:pt x="27051" y="2196465"/>
                  </a:lnTo>
                  <a:close/>
                  <a:moveTo>
                    <a:pt x="27051" y="2169509"/>
                  </a:moveTo>
                  <a:lnTo>
                    <a:pt x="0" y="2169509"/>
                  </a:lnTo>
                  <a:lnTo>
                    <a:pt x="0" y="2159984"/>
                  </a:lnTo>
                  <a:lnTo>
                    <a:pt x="27051" y="2159984"/>
                  </a:lnTo>
                  <a:lnTo>
                    <a:pt x="27051" y="2169509"/>
                  </a:lnTo>
                  <a:close/>
                  <a:moveTo>
                    <a:pt x="27051" y="2142458"/>
                  </a:moveTo>
                  <a:lnTo>
                    <a:pt x="0" y="2142458"/>
                  </a:lnTo>
                  <a:lnTo>
                    <a:pt x="0" y="2132933"/>
                  </a:lnTo>
                  <a:lnTo>
                    <a:pt x="27051" y="2132933"/>
                  </a:lnTo>
                  <a:lnTo>
                    <a:pt x="27051" y="2142458"/>
                  </a:lnTo>
                  <a:close/>
                  <a:moveTo>
                    <a:pt x="27051" y="2088452"/>
                  </a:moveTo>
                  <a:lnTo>
                    <a:pt x="0" y="2088452"/>
                  </a:lnTo>
                  <a:lnTo>
                    <a:pt x="0" y="2078927"/>
                  </a:lnTo>
                  <a:lnTo>
                    <a:pt x="27051" y="2078927"/>
                  </a:lnTo>
                  <a:lnTo>
                    <a:pt x="27051" y="2088452"/>
                  </a:lnTo>
                  <a:close/>
                  <a:moveTo>
                    <a:pt x="27051" y="2061496"/>
                  </a:moveTo>
                  <a:lnTo>
                    <a:pt x="0" y="2061496"/>
                  </a:lnTo>
                  <a:lnTo>
                    <a:pt x="0" y="2051971"/>
                  </a:lnTo>
                  <a:lnTo>
                    <a:pt x="27051" y="2051971"/>
                  </a:lnTo>
                  <a:lnTo>
                    <a:pt x="27051" y="2061496"/>
                  </a:lnTo>
                  <a:close/>
                  <a:moveTo>
                    <a:pt x="27051" y="2034445"/>
                  </a:moveTo>
                  <a:lnTo>
                    <a:pt x="0" y="2034445"/>
                  </a:lnTo>
                  <a:lnTo>
                    <a:pt x="0" y="2024920"/>
                  </a:lnTo>
                  <a:lnTo>
                    <a:pt x="27051" y="2024920"/>
                  </a:lnTo>
                  <a:lnTo>
                    <a:pt x="27051" y="2034445"/>
                  </a:lnTo>
                  <a:close/>
                  <a:moveTo>
                    <a:pt x="27051" y="2007489"/>
                  </a:moveTo>
                  <a:lnTo>
                    <a:pt x="0" y="2007489"/>
                  </a:lnTo>
                  <a:lnTo>
                    <a:pt x="0" y="1997964"/>
                  </a:lnTo>
                  <a:lnTo>
                    <a:pt x="27051" y="1997964"/>
                  </a:lnTo>
                  <a:lnTo>
                    <a:pt x="27051" y="2007489"/>
                  </a:lnTo>
                  <a:close/>
                  <a:moveTo>
                    <a:pt x="27051" y="1953482"/>
                  </a:moveTo>
                  <a:lnTo>
                    <a:pt x="0" y="1953482"/>
                  </a:lnTo>
                  <a:lnTo>
                    <a:pt x="0" y="1943957"/>
                  </a:lnTo>
                  <a:lnTo>
                    <a:pt x="27051" y="1943957"/>
                  </a:lnTo>
                  <a:lnTo>
                    <a:pt x="27051" y="1953482"/>
                  </a:lnTo>
                  <a:close/>
                  <a:moveTo>
                    <a:pt x="27051" y="1926431"/>
                  </a:moveTo>
                  <a:lnTo>
                    <a:pt x="0" y="1926431"/>
                  </a:lnTo>
                  <a:lnTo>
                    <a:pt x="0" y="1916906"/>
                  </a:lnTo>
                  <a:lnTo>
                    <a:pt x="27051" y="1916906"/>
                  </a:lnTo>
                  <a:lnTo>
                    <a:pt x="27051" y="1926431"/>
                  </a:lnTo>
                  <a:close/>
                  <a:moveTo>
                    <a:pt x="27051" y="1899476"/>
                  </a:moveTo>
                  <a:lnTo>
                    <a:pt x="0" y="1899476"/>
                  </a:lnTo>
                  <a:lnTo>
                    <a:pt x="0" y="1889951"/>
                  </a:lnTo>
                  <a:lnTo>
                    <a:pt x="27051" y="1889951"/>
                  </a:lnTo>
                  <a:lnTo>
                    <a:pt x="27051" y="1899476"/>
                  </a:lnTo>
                  <a:close/>
                  <a:moveTo>
                    <a:pt x="27051" y="1872425"/>
                  </a:moveTo>
                  <a:lnTo>
                    <a:pt x="0" y="1872425"/>
                  </a:lnTo>
                  <a:lnTo>
                    <a:pt x="0" y="1862900"/>
                  </a:lnTo>
                  <a:lnTo>
                    <a:pt x="27051" y="1862900"/>
                  </a:lnTo>
                  <a:lnTo>
                    <a:pt x="27051" y="1872425"/>
                  </a:lnTo>
                  <a:close/>
                  <a:moveTo>
                    <a:pt x="27051" y="1818418"/>
                  </a:moveTo>
                  <a:lnTo>
                    <a:pt x="0" y="1818418"/>
                  </a:lnTo>
                  <a:lnTo>
                    <a:pt x="0" y="1808893"/>
                  </a:lnTo>
                  <a:lnTo>
                    <a:pt x="27051" y="1808893"/>
                  </a:lnTo>
                  <a:lnTo>
                    <a:pt x="27051" y="1818418"/>
                  </a:lnTo>
                  <a:close/>
                  <a:moveTo>
                    <a:pt x="27051" y="1791462"/>
                  </a:moveTo>
                  <a:lnTo>
                    <a:pt x="0" y="1791462"/>
                  </a:lnTo>
                  <a:lnTo>
                    <a:pt x="0" y="1781937"/>
                  </a:lnTo>
                  <a:lnTo>
                    <a:pt x="27051" y="1781937"/>
                  </a:lnTo>
                  <a:lnTo>
                    <a:pt x="27051" y="1791462"/>
                  </a:lnTo>
                  <a:close/>
                  <a:moveTo>
                    <a:pt x="27051" y="1764506"/>
                  </a:moveTo>
                  <a:lnTo>
                    <a:pt x="0" y="1764506"/>
                  </a:lnTo>
                  <a:lnTo>
                    <a:pt x="0" y="1754981"/>
                  </a:lnTo>
                  <a:lnTo>
                    <a:pt x="27051" y="1754981"/>
                  </a:lnTo>
                  <a:lnTo>
                    <a:pt x="27051" y="1764506"/>
                  </a:lnTo>
                  <a:close/>
                  <a:moveTo>
                    <a:pt x="27051" y="1737455"/>
                  </a:moveTo>
                  <a:lnTo>
                    <a:pt x="0" y="1737455"/>
                  </a:lnTo>
                  <a:lnTo>
                    <a:pt x="0" y="1727930"/>
                  </a:lnTo>
                  <a:lnTo>
                    <a:pt x="27051" y="1727930"/>
                  </a:lnTo>
                  <a:lnTo>
                    <a:pt x="27051" y="1737455"/>
                  </a:lnTo>
                  <a:close/>
                  <a:moveTo>
                    <a:pt x="27051" y="1683449"/>
                  </a:moveTo>
                  <a:lnTo>
                    <a:pt x="0" y="1683449"/>
                  </a:lnTo>
                  <a:lnTo>
                    <a:pt x="0" y="1673924"/>
                  </a:lnTo>
                  <a:lnTo>
                    <a:pt x="27051" y="1673924"/>
                  </a:lnTo>
                  <a:lnTo>
                    <a:pt x="27051" y="1683449"/>
                  </a:lnTo>
                  <a:close/>
                  <a:moveTo>
                    <a:pt x="27051" y="1656493"/>
                  </a:moveTo>
                  <a:lnTo>
                    <a:pt x="0" y="1656493"/>
                  </a:lnTo>
                  <a:lnTo>
                    <a:pt x="0" y="1646968"/>
                  </a:lnTo>
                  <a:lnTo>
                    <a:pt x="27051" y="1646968"/>
                  </a:lnTo>
                  <a:lnTo>
                    <a:pt x="27051" y="1656493"/>
                  </a:lnTo>
                  <a:close/>
                  <a:moveTo>
                    <a:pt x="27051" y="1629442"/>
                  </a:moveTo>
                  <a:lnTo>
                    <a:pt x="0" y="1629442"/>
                  </a:lnTo>
                  <a:lnTo>
                    <a:pt x="0" y="1619917"/>
                  </a:lnTo>
                  <a:lnTo>
                    <a:pt x="27051" y="1619917"/>
                  </a:lnTo>
                  <a:lnTo>
                    <a:pt x="27051" y="1629442"/>
                  </a:lnTo>
                  <a:close/>
                  <a:moveTo>
                    <a:pt x="27051" y="1575435"/>
                  </a:moveTo>
                  <a:lnTo>
                    <a:pt x="0" y="1575435"/>
                  </a:lnTo>
                  <a:lnTo>
                    <a:pt x="0" y="1565910"/>
                  </a:lnTo>
                  <a:lnTo>
                    <a:pt x="27051" y="1565910"/>
                  </a:lnTo>
                  <a:lnTo>
                    <a:pt x="27051" y="1575435"/>
                  </a:lnTo>
                  <a:close/>
                  <a:moveTo>
                    <a:pt x="27051" y="1548479"/>
                  </a:moveTo>
                  <a:lnTo>
                    <a:pt x="0" y="1548479"/>
                  </a:lnTo>
                  <a:lnTo>
                    <a:pt x="0" y="1538954"/>
                  </a:lnTo>
                  <a:lnTo>
                    <a:pt x="27051" y="1538954"/>
                  </a:lnTo>
                  <a:lnTo>
                    <a:pt x="27051" y="1548479"/>
                  </a:lnTo>
                  <a:close/>
                  <a:moveTo>
                    <a:pt x="27051" y="1521428"/>
                  </a:moveTo>
                  <a:lnTo>
                    <a:pt x="0" y="1521428"/>
                  </a:lnTo>
                  <a:lnTo>
                    <a:pt x="0" y="1511903"/>
                  </a:lnTo>
                  <a:lnTo>
                    <a:pt x="27051" y="1511903"/>
                  </a:lnTo>
                  <a:lnTo>
                    <a:pt x="27051" y="1521428"/>
                  </a:lnTo>
                  <a:close/>
                  <a:moveTo>
                    <a:pt x="27051" y="1494473"/>
                  </a:moveTo>
                  <a:lnTo>
                    <a:pt x="0" y="1494473"/>
                  </a:lnTo>
                  <a:lnTo>
                    <a:pt x="0" y="1484948"/>
                  </a:lnTo>
                  <a:lnTo>
                    <a:pt x="27051" y="1484948"/>
                  </a:lnTo>
                  <a:lnTo>
                    <a:pt x="27051" y="1494473"/>
                  </a:lnTo>
                  <a:close/>
                  <a:moveTo>
                    <a:pt x="27051" y="1467422"/>
                  </a:moveTo>
                  <a:lnTo>
                    <a:pt x="0" y="1467422"/>
                  </a:lnTo>
                  <a:lnTo>
                    <a:pt x="0" y="1457897"/>
                  </a:lnTo>
                  <a:lnTo>
                    <a:pt x="27051" y="1457897"/>
                  </a:lnTo>
                  <a:lnTo>
                    <a:pt x="27051" y="1467422"/>
                  </a:lnTo>
                  <a:close/>
                  <a:moveTo>
                    <a:pt x="27051" y="1413510"/>
                  </a:moveTo>
                  <a:lnTo>
                    <a:pt x="0" y="1413510"/>
                  </a:lnTo>
                  <a:lnTo>
                    <a:pt x="0" y="1403985"/>
                  </a:lnTo>
                  <a:lnTo>
                    <a:pt x="27051" y="1403985"/>
                  </a:lnTo>
                  <a:lnTo>
                    <a:pt x="27051" y="1413510"/>
                  </a:lnTo>
                  <a:close/>
                  <a:moveTo>
                    <a:pt x="27051" y="1386459"/>
                  </a:moveTo>
                  <a:lnTo>
                    <a:pt x="0" y="1386459"/>
                  </a:lnTo>
                  <a:lnTo>
                    <a:pt x="0" y="1376934"/>
                  </a:lnTo>
                  <a:lnTo>
                    <a:pt x="27051" y="1376934"/>
                  </a:lnTo>
                  <a:lnTo>
                    <a:pt x="27051" y="1386459"/>
                  </a:lnTo>
                  <a:close/>
                  <a:moveTo>
                    <a:pt x="27051" y="1359503"/>
                  </a:moveTo>
                  <a:lnTo>
                    <a:pt x="0" y="1359503"/>
                  </a:lnTo>
                  <a:lnTo>
                    <a:pt x="0" y="1349978"/>
                  </a:lnTo>
                  <a:lnTo>
                    <a:pt x="27051" y="1349978"/>
                  </a:lnTo>
                  <a:lnTo>
                    <a:pt x="27051" y="1359503"/>
                  </a:lnTo>
                  <a:close/>
                  <a:moveTo>
                    <a:pt x="27051" y="1332452"/>
                  </a:moveTo>
                  <a:lnTo>
                    <a:pt x="0" y="1332452"/>
                  </a:lnTo>
                  <a:lnTo>
                    <a:pt x="0" y="1322927"/>
                  </a:lnTo>
                  <a:lnTo>
                    <a:pt x="27051" y="1322927"/>
                  </a:lnTo>
                  <a:lnTo>
                    <a:pt x="27051" y="1332452"/>
                  </a:lnTo>
                  <a:close/>
                  <a:moveTo>
                    <a:pt x="27051" y="1278446"/>
                  </a:moveTo>
                  <a:lnTo>
                    <a:pt x="0" y="1278446"/>
                  </a:lnTo>
                  <a:lnTo>
                    <a:pt x="0" y="1268921"/>
                  </a:lnTo>
                  <a:lnTo>
                    <a:pt x="27051" y="1268921"/>
                  </a:lnTo>
                  <a:lnTo>
                    <a:pt x="27051" y="1278446"/>
                  </a:lnTo>
                  <a:close/>
                  <a:moveTo>
                    <a:pt x="27051" y="1251490"/>
                  </a:moveTo>
                  <a:lnTo>
                    <a:pt x="0" y="1251490"/>
                  </a:lnTo>
                  <a:lnTo>
                    <a:pt x="0" y="1241965"/>
                  </a:lnTo>
                  <a:lnTo>
                    <a:pt x="27051" y="1241965"/>
                  </a:lnTo>
                  <a:lnTo>
                    <a:pt x="27051" y="1251490"/>
                  </a:lnTo>
                  <a:close/>
                  <a:moveTo>
                    <a:pt x="27051" y="1224439"/>
                  </a:moveTo>
                  <a:lnTo>
                    <a:pt x="0" y="1224439"/>
                  </a:lnTo>
                  <a:lnTo>
                    <a:pt x="0" y="1214914"/>
                  </a:lnTo>
                  <a:lnTo>
                    <a:pt x="27051" y="1214914"/>
                  </a:lnTo>
                  <a:lnTo>
                    <a:pt x="27051" y="1224439"/>
                  </a:lnTo>
                  <a:close/>
                  <a:moveTo>
                    <a:pt x="27051" y="1170527"/>
                  </a:moveTo>
                  <a:lnTo>
                    <a:pt x="0" y="1170527"/>
                  </a:lnTo>
                  <a:lnTo>
                    <a:pt x="0" y="1161002"/>
                  </a:lnTo>
                  <a:lnTo>
                    <a:pt x="27051" y="1161002"/>
                  </a:lnTo>
                  <a:lnTo>
                    <a:pt x="27051" y="1170527"/>
                  </a:lnTo>
                  <a:close/>
                  <a:moveTo>
                    <a:pt x="27051" y="1143476"/>
                  </a:moveTo>
                  <a:lnTo>
                    <a:pt x="0" y="1143476"/>
                  </a:lnTo>
                  <a:lnTo>
                    <a:pt x="0" y="1133951"/>
                  </a:lnTo>
                  <a:lnTo>
                    <a:pt x="27051" y="1133951"/>
                  </a:lnTo>
                  <a:lnTo>
                    <a:pt x="27051" y="1143476"/>
                  </a:lnTo>
                  <a:close/>
                  <a:moveTo>
                    <a:pt x="27051" y="1116521"/>
                  </a:moveTo>
                  <a:lnTo>
                    <a:pt x="0" y="1116521"/>
                  </a:lnTo>
                  <a:lnTo>
                    <a:pt x="0" y="1106996"/>
                  </a:lnTo>
                  <a:lnTo>
                    <a:pt x="27051" y="1106996"/>
                  </a:lnTo>
                  <a:lnTo>
                    <a:pt x="27051" y="1116521"/>
                  </a:lnTo>
                  <a:close/>
                  <a:moveTo>
                    <a:pt x="27051" y="1089470"/>
                  </a:moveTo>
                  <a:lnTo>
                    <a:pt x="0" y="1089470"/>
                  </a:lnTo>
                  <a:lnTo>
                    <a:pt x="0" y="1079945"/>
                  </a:lnTo>
                  <a:lnTo>
                    <a:pt x="27051" y="1079945"/>
                  </a:lnTo>
                  <a:lnTo>
                    <a:pt x="27051" y="1089470"/>
                  </a:lnTo>
                  <a:close/>
                  <a:moveTo>
                    <a:pt x="27051" y="1035463"/>
                  </a:moveTo>
                  <a:lnTo>
                    <a:pt x="0" y="1035463"/>
                  </a:lnTo>
                  <a:lnTo>
                    <a:pt x="0" y="1025938"/>
                  </a:lnTo>
                  <a:lnTo>
                    <a:pt x="27051" y="1025938"/>
                  </a:lnTo>
                  <a:lnTo>
                    <a:pt x="27051" y="1035463"/>
                  </a:lnTo>
                  <a:close/>
                  <a:moveTo>
                    <a:pt x="27051" y="1008507"/>
                  </a:moveTo>
                  <a:lnTo>
                    <a:pt x="0" y="1008507"/>
                  </a:lnTo>
                  <a:lnTo>
                    <a:pt x="0" y="998982"/>
                  </a:lnTo>
                  <a:lnTo>
                    <a:pt x="27051" y="998982"/>
                  </a:lnTo>
                  <a:lnTo>
                    <a:pt x="27051" y="1008507"/>
                  </a:lnTo>
                  <a:close/>
                  <a:moveTo>
                    <a:pt x="27051" y="981456"/>
                  </a:moveTo>
                  <a:lnTo>
                    <a:pt x="0" y="981456"/>
                  </a:lnTo>
                  <a:lnTo>
                    <a:pt x="0" y="971931"/>
                  </a:lnTo>
                  <a:lnTo>
                    <a:pt x="27051" y="971931"/>
                  </a:lnTo>
                  <a:lnTo>
                    <a:pt x="27051" y="981456"/>
                  </a:lnTo>
                  <a:close/>
                  <a:moveTo>
                    <a:pt x="27051" y="954500"/>
                  </a:moveTo>
                  <a:lnTo>
                    <a:pt x="0" y="954500"/>
                  </a:lnTo>
                  <a:lnTo>
                    <a:pt x="0" y="944975"/>
                  </a:lnTo>
                  <a:lnTo>
                    <a:pt x="27051" y="944975"/>
                  </a:lnTo>
                  <a:lnTo>
                    <a:pt x="27051" y="954500"/>
                  </a:lnTo>
                  <a:close/>
                  <a:moveTo>
                    <a:pt x="27051" y="900494"/>
                  </a:moveTo>
                  <a:lnTo>
                    <a:pt x="0" y="900494"/>
                  </a:lnTo>
                  <a:lnTo>
                    <a:pt x="0" y="890969"/>
                  </a:lnTo>
                  <a:lnTo>
                    <a:pt x="27051" y="890969"/>
                  </a:lnTo>
                  <a:lnTo>
                    <a:pt x="27051" y="900494"/>
                  </a:lnTo>
                  <a:close/>
                  <a:moveTo>
                    <a:pt x="27051" y="873443"/>
                  </a:moveTo>
                  <a:lnTo>
                    <a:pt x="0" y="873443"/>
                  </a:lnTo>
                  <a:lnTo>
                    <a:pt x="0" y="863918"/>
                  </a:lnTo>
                  <a:lnTo>
                    <a:pt x="27051" y="863918"/>
                  </a:lnTo>
                  <a:lnTo>
                    <a:pt x="27051" y="873443"/>
                  </a:lnTo>
                  <a:close/>
                  <a:moveTo>
                    <a:pt x="27051" y="846487"/>
                  </a:moveTo>
                  <a:lnTo>
                    <a:pt x="0" y="846487"/>
                  </a:lnTo>
                  <a:lnTo>
                    <a:pt x="0" y="836962"/>
                  </a:lnTo>
                  <a:lnTo>
                    <a:pt x="27051" y="836962"/>
                  </a:lnTo>
                  <a:lnTo>
                    <a:pt x="27051" y="846487"/>
                  </a:lnTo>
                  <a:close/>
                  <a:moveTo>
                    <a:pt x="27051" y="819531"/>
                  </a:moveTo>
                  <a:lnTo>
                    <a:pt x="0" y="819531"/>
                  </a:lnTo>
                  <a:lnTo>
                    <a:pt x="0" y="810006"/>
                  </a:lnTo>
                  <a:lnTo>
                    <a:pt x="27051" y="810006"/>
                  </a:lnTo>
                  <a:lnTo>
                    <a:pt x="27051" y="819531"/>
                  </a:lnTo>
                  <a:close/>
                  <a:moveTo>
                    <a:pt x="27051" y="765429"/>
                  </a:moveTo>
                  <a:lnTo>
                    <a:pt x="0" y="765429"/>
                  </a:lnTo>
                  <a:lnTo>
                    <a:pt x="0" y="755904"/>
                  </a:lnTo>
                  <a:lnTo>
                    <a:pt x="27051" y="755904"/>
                  </a:lnTo>
                  <a:lnTo>
                    <a:pt x="27051" y="765429"/>
                  </a:lnTo>
                  <a:close/>
                  <a:moveTo>
                    <a:pt x="27051" y="738473"/>
                  </a:moveTo>
                  <a:lnTo>
                    <a:pt x="0" y="738473"/>
                  </a:lnTo>
                  <a:lnTo>
                    <a:pt x="0" y="728948"/>
                  </a:lnTo>
                  <a:lnTo>
                    <a:pt x="27051" y="728948"/>
                  </a:lnTo>
                  <a:lnTo>
                    <a:pt x="27051" y="738473"/>
                  </a:lnTo>
                  <a:close/>
                  <a:moveTo>
                    <a:pt x="27051" y="711518"/>
                  </a:moveTo>
                  <a:lnTo>
                    <a:pt x="0" y="711518"/>
                  </a:lnTo>
                  <a:lnTo>
                    <a:pt x="0" y="701993"/>
                  </a:lnTo>
                  <a:lnTo>
                    <a:pt x="27051" y="701993"/>
                  </a:lnTo>
                  <a:lnTo>
                    <a:pt x="27051" y="711518"/>
                  </a:lnTo>
                  <a:close/>
                  <a:moveTo>
                    <a:pt x="27051" y="684467"/>
                  </a:moveTo>
                  <a:lnTo>
                    <a:pt x="0" y="684467"/>
                  </a:lnTo>
                  <a:lnTo>
                    <a:pt x="0" y="674942"/>
                  </a:lnTo>
                  <a:lnTo>
                    <a:pt x="27051" y="674942"/>
                  </a:lnTo>
                  <a:lnTo>
                    <a:pt x="27051" y="684467"/>
                  </a:lnTo>
                  <a:close/>
                  <a:moveTo>
                    <a:pt x="27051" y="630460"/>
                  </a:moveTo>
                  <a:lnTo>
                    <a:pt x="0" y="630460"/>
                  </a:lnTo>
                  <a:lnTo>
                    <a:pt x="0" y="620935"/>
                  </a:lnTo>
                  <a:lnTo>
                    <a:pt x="27051" y="620935"/>
                  </a:lnTo>
                  <a:lnTo>
                    <a:pt x="27051" y="630460"/>
                  </a:lnTo>
                  <a:close/>
                  <a:moveTo>
                    <a:pt x="27051" y="603504"/>
                  </a:moveTo>
                  <a:lnTo>
                    <a:pt x="0" y="603504"/>
                  </a:lnTo>
                  <a:lnTo>
                    <a:pt x="0" y="593979"/>
                  </a:lnTo>
                  <a:lnTo>
                    <a:pt x="27051" y="593979"/>
                  </a:lnTo>
                  <a:lnTo>
                    <a:pt x="27051" y="603504"/>
                  </a:lnTo>
                  <a:close/>
                  <a:moveTo>
                    <a:pt x="27051" y="576453"/>
                  </a:moveTo>
                  <a:lnTo>
                    <a:pt x="0" y="576453"/>
                  </a:lnTo>
                  <a:lnTo>
                    <a:pt x="0" y="566928"/>
                  </a:lnTo>
                  <a:lnTo>
                    <a:pt x="27051" y="566928"/>
                  </a:lnTo>
                  <a:lnTo>
                    <a:pt x="27051" y="576453"/>
                  </a:lnTo>
                  <a:close/>
                  <a:moveTo>
                    <a:pt x="27051" y="549497"/>
                  </a:moveTo>
                  <a:lnTo>
                    <a:pt x="0" y="549497"/>
                  </a:lnTo>
                  <a:lnTo>
                    <a:pt x="0" y="539972"/>
                  </a:lnTo>
                  <a:lnTo>
                    <a:pt x="27051" y="539972"/>
                  </a:lnTo>
                  <a:lnTo>
                    <a:pt x="27051" y="549497"/>
                  </a:lnTo>
                  <a:close/>
                  <a:moveTo>
                    <a:pt x="27051" y="495491"/>
                  </a:moveTo>
                  <a:lnTo>
                    <a:pt x="0" y="495491"/>
                  </a:lnTo>
                  <a:lnTo>
                    <a:pt x="0" y="485966"/>
                  </a:lnTo>
                  <a:lnTo>
                    <a:pt x="27051" y="485966"/>
                  </a:lnTo>
                  <a:lnTo>
                    <a:pt x="27051" y="495491"/>
                  </a:lnTo>
                  <a:close/>
                  <a:moveTo>
                    <a:pt x="27051" y="468440"/>
                  </a:moveTo>
                  <a:lnTo>
                    <a:pt x="0" y="468440"/>
                  </a:lnTo>
                  <a:lnTo>
                    <a:pt x="0" y="458915"/>
                  </a:lnTo>
                  <a:lnTo>
                    <a:pt x="27051" y="458915"/>
                  </a:lnTo>
                  <a:lnTo>
                    <a:pt x="27051" y="468440"/>
                  </a:lnTo>
                  <a:close/>
                  <a:moveTo>
                    <a:pt x="27051" y="441484"/>
                  </a:moveTo>
                  <a:lnTo>
                    <a:pt x="0" y="441484"/>
                  </a:lnTo>
                  <a:lnTo>
                    <a:pt x="0" y="431959"/>
                  </a:lnTo>
                  <a:lnTo>
                    <a:pt x="27051" y="431959"/>
                  </a:lnTo>
                  <a:lnTo>
                    <a:pt x="27051" y="441484"/>
                  </a:lnTo>
                  <a:close/>
                  <a:moveTo>
                    <a:pt x="27051" y="414433"/>
                  </a:moveTo>
                  <a:lnTo>
                    <a:pt x="0" y="414433"/>
                  </a:lnTo>
                  <a:lnTo>
                    <a:pt x="0" y="404908"/>
                  </a:lnTo>
                  <a:lnTo>
                    <a:pt x="27051" y="404908"/>
                  </a:lnTo>
                  <a:lnTo>
                    <a:pt x="27051" y="414433"/>
                  </a:lnTo>
                  <a:close/>
                  <a:moveTo>
                    <a:pt x="27051" y="360426"/>
                  </a:moveTo>
                  <a:lnTo>
                    <a:pt x="0" y="360426"/>
                  </a:lnTo>
                  <a:lnTo>
                    <a:pt x="0" y="350901"/>
                  </a:lnTo>
                  <a:lnTo>
                    <a:pt x="27051" y="350901"/>
                  </a:lnTo>
                  <a:lnTo>
                    <a:pt x="27051" y="360426"/>
                  </a:lnTo>
                  <a:close/>
                  <a:moveTo>
                    <a:pt x="27051" y="333470"/>
                  </a:moveTo>
                  <a:lnTo>
                    <a:pt x="0" y="333470"/>
                  </a:lnTo>
                  <a:lnTo>
                    <a:pt x="0" y="323945"/>
                  </a:lnTo>
                  <a:lnTo>
                    <a:pt x="27051" y="323945"/>
                  </a:lnTo>
                  <a:lnTo>
                    <a:pt x="27051" y="333470"/>
                  </a:lnTo>
                  <a:close/>
                  <a:moveTo>
                    <a:pt x="27051" y="306419"/>
                  </a:moveTo>
                  <a:lnTo>
                    <a:pt x="0" y="306419"/>
                  </a:lnTo>
                  <a:lnTo>
                    <a:pt x="0" y="296894"/>
                  </a:lnTo>
                  <a:lnTo>
                    <a:pt x="27051" y="296894"/>
                  </a:lnTo>
                  <a:lnTo>
                    <a:pt x="27051" y="306419"/>
                  </a:lnTo>
                  <a:close/>
                  <a:moveTo>
                    <a:pt x="27051" y="252508"/>
                  </a:moveTo>
                  <a:lnTo>
                    <a:pt x="0" y="252508"/>
                  </a:lnTo>
                  <a:lnTo>
                    <a:pt x="0" y="242983"/>
                  </a:lnTo>
                  <a:lnTo>
                    <a:pt x="27051" y="242983"/>
                  </a:lnTo>
                  <a:lnTo>
                    <a:pt x="27051" y="252508"/>
                  </a:lnTo>
                  <a:close/>
                  <a:moveTo>
                    <a:pt x="27051" y="225457"/>
                  </a:moveTo>
                  <a:lnTo>
                    <a:pt x="0" y="225457"/>
                  </a:lnTo>
                  <a:lnTo>
                    <a:pt x="0" y="215932"/>
                  </a:lnTo>
                  <a:lnTo>
                    <a:pt x="27051" y="215932"/>
                  </a:lnTo>
                  <a:lnTo>
                    <a:pt x="27051" y="225457"/>
                  </a:lnTo>
                  <a:close/>
                  <a:moveTo>
                    <a:pt x="27051" y="198501"/>
                  </a:moveTo>
                  <a:lnTo>
                    <a:pt x="0" y="198501"/>
                  </a:lnTo>
                  <a:lnTo>
                    <a:pt x="0" y="188976"/>
                  </a:lnTo>
                  <a:lnTo>
                    <a:pt x="27051" y="188976"/>
                  </a:lnTo>
                  <a:lnTo>
                    <a:pt x="27051" y="198501"/>
                  </a:lnTo>
                  <a:close/>
                  <a:moveTo>
                    <a:pt x="27051" y="171450"/>
                  </a:moveTo>
                  <a:lnTo>
                    <a:pt x="0" y="171450"/>
                  </a:lnTo>
                  <a:lnTo>
                    <a:pt x="0" y="161925"/>
                  </a:lnTo>
                  <a:lnTo>
                    <a:pt x="27051" y="161925"/>
                  </a:lnTo>
                  <a:lnTo>
                    <a:pt x="27051" y="171450"/>
                  </a:lnTo>
                  <a:close/>
                  <a:moveTo>
                    <a:pt x="27051" y="144494"/>
                  </a:moveTo>
                  <a:lnTo>
                    <a:pt x="0" y="144494"/>
                  </a:lnTo>
                  <a:lnTo>
                    <a:pt x="0" y="134969"/>
                  </a:lnTo>
                  <a:lnTo>
                    <a:pt x="27051" y="134969"/>
                  </a:lnTo>
                  <a:lnTo>
                    <a:pt x="27051" y="144494"/>
                  </a:lnTo>
                  <a:close/>
                  <a:moveTo>
                    <a:pt x="27051" y="90488"/>
                  </a:moveTo>
                  <a:lnTo>
                    <a:pt x="0" y="90488"/>
                  </a:lnTo>
                  <a:lnTo>
                    <a:pt x="0" y="80963"/>
                  </a:lnTo>
                  <a:lnTo>
                    <a:pt x="27051" y="80963"/>
                  </a:lnTo>
                  <a:lnTo>
                    <a:pt x="27051" y="90488"/>
                  </a:lnTo>
                  <a:close/>
                  <a:moveTo>
                    <a:pt x="27051" y="63437"/>
                  </a:moveTo>
                  <a:lnTo>
                    <a:pt x="0" y="63437"/>
                  </a:lnTo>
                  <a:lnTo>
                    <a:pt x="0" y="53912"/>
                  </a:lnTo>
                  <a:lnTo>
                    <a:pt x="27051" y="53912"/>
                  </a:lnTo>
                  <a:lnTo>
                    <a:pt x="27051" y="63437"/>
                  </a:lnTo>
                  <a:close/>
                  <a:moveTo>
                    <a:pt x="27051" y="36481"/>
                  </a:moveTo>
                  <a:lnTo>
                    <a:pt x="0" y="36481"/>
                  </a:lnTo>
                  <a:lnTo>
                    <a:pt x="0" y="26956"/>
                  </a:lnTo>
                  <a:lnTo>
                    <a:pt x="27051" y="26956"/>
                  </a:lnTo>
                  <a:lnTo>
                    <a:pt x="27051" y="36481"/>
                  </a:lnTo>
                  <a:close/>
                  <a:moveTo>
                    <a:pt x="27051" y="9525"/>
                  </a:moveTo>
                  <a:lnTo>
                    <a:pt x="0" y="9525"/>
                  </a:lnTo>
                  <a:lnTo>
                    <a:pt x="0" y="0"/>
                  </a:lnTo>
                  <a:lnTo>
                    <a:pt x="27051" y="0"/>
                  </a:lnTo>
                  <a:lnTo>
                    <a:pt x="27051" y="9525"/>
                  </a:lnTo>
                  <a:close/>
                </a:path>
              </a:pathLst>
            </a:custGeom>
            <a:grpFill/>
            <a:ln w="9525" cap="flat">
              <a:noFill/>
              <a:prstDash val="solid"/>
              <a:miter/>
            </a:ln>
          </p:spPr>
          <p:txBody>
            <a:bodyPr rtlCol="0" anchor="ctr"/>
            <a:lstStyle/>
            <a:p>
              <a:pPr defTabSz="914377">
                <a:defRPr/>
              </a:pPr>
              <a:endParaRPr lang="zh-CN" altLang="en-US">
                <a:solidFill>
                  <a:prstClr val="black"/>
                </a:solidFill>
                <a:latin typeface="等线" panose="020F0502020204030204"/>
                <a:ea typeface="等线" panose="02010600030101010101" pitchFamily="2" charset="-122"/>
              </a:endParaRPr>
            </a:p>
          </p:txBody>
        </p:sp>
        <p:sp>
          <p:nvSpPr>
            <p:cNvPr id="6" name="任意多边形: 形状 12">
              <a:extLst>
                <a:ext uri="{FF2B5EF4-FFF2-40B4-BE49-F238E27FC236}">
                  <a16:creationId xmlns:a16="http://schemas.microsoft.com/office/drawing/2014/main" id="{1CAD5156-8AAB-8047-B3E1-DEEEB692801D}"/>
                </a:ext>
              </a:extLst>
            </p:cNvPr>
            <p:cNvSpPr/>
            <p:nvPr/>
          </p:nvSpPr>
          <p:spPr>
            <a:xfrm rot="16200000">
              <a:off x="10010288" y="4742589"/>
              <a:ext cx="54742" cy="2051097"/>
            </a:xfrm>
            <a:custGeom>
              <a:avLst/>
              <a:gdLst>
                <a:gd name="connsiteX0" fmla="*/ 59733 w 59734"/>
                <a:gd name="connsiteY0" fmla="*/ 2036131 h 2051097"/>
                <a:gd name="connsiteX1" fmla="*/ 59733 w 59734"/>
                <a:gd name="connsiteY1" fmla="*/ 2051097 h 2051097"/>
                <a:gd name="connsiteX2" fmla="*/ 0 w 59734"/>
                <a:gd name="connsiteY2" fmla="*/ 2051097 h 2051097"/>
                <a:gd name="connsiteX3" fmla="*/ 0 w 59734"/>
                <a:gd name="connsiteY3" fmla="*/ 2036131 h 2051097"/>
                <a:gd name="connsiteX4" fmla="*/ 59733 w 59734"/>
                <a:gd name="connsiteY4" fmla="*/ 1993781 h 2051097"/>
                <a:gd name="connsiteX5" fmla="*/ 59733 w 59734"/>
                <a:gd name="connsiteY5" fmla="*/ 2008745 h 2051097"/>
                <a:gd name="connsiteX6" fmla="*/ 0 w 59734"/>
                <a:gd name="connsiteY6" fmla="*/ 2008745 h 2051097"/>
                <a:gd name="connsiteX7" fmla="*/ 0 w 59734"/>
                <a:gd name="connsiteY7" fmla="*/ 1993781 h 2051097"/>
                <a:gd name="connsiteX8" fmla="*/ 59733 w 59734"/>
                <a:gd name="connsiteY8" fmla="*/ 1951280 h 2051097"/>
                <a:gd name="connsiteX9" fmla="*/ 59733 w 59734"/>
                <a:gd name="connsiteY9" fmla="*/ 1966245 h 2051097"/>
                <a:gd name="connsiteX10" fmla="*/ 0 w 59734"/>
                <a:gd name="connsiteY10" fmla="*/ 1966245 h 2051097"/>
                <a:gd name="connsiteX11" fmla="*/ 0 w 59734"/>
                <a:gd name="connsiteY11" fmla="*/ 1951280 h 2051097"/>
                <a:gd name="connsiteX12" fmla="*/ 59733 w 59734"/>
                <a:gd name="connsiteY12" fmla="*/ 1908929 h 2051097"/>
                <a:gd name="connsiteX13" fmla="*/ 59733 w 59734"/>
                <a:gd name="connsiteY13" fmla="*/ 1923893 h 2051097"/>
                <a:gd name="connsiteX14" fmla="*/ 0 w 59734"/>
                <a:gd name="connsiteY14" fmla="*/ 1923893 h 2051097"/>
                <a:gd name="connsiteX15" fmla="*/ 0 w 59734"/>
                <a:gd name="connsiteY15" fmla="*/ 1908929 h 2051097"/>
                <a:gd name="connsiteX16" fmla="*/ 59733 w 59734"/>
                <a:gd name="connsiteY16" fmla="*/ 1824079 h 2051097"/>
                <a:gd name="connsiteX17" fmla="*/ 59733 w 59734"/>
                <a:gd name="connsiteY17" fmla="*/ 1839043 h 2051097"/>
                <a:gd name="connsiteX18" fmla="*/ 0 w 59734"/>
                <a:gd name="connsiteY18" fmla="*/ 1839043 h 2051097"/>
                <a:gd name="connsiteX19" fmla="*/ 0 w 59734"/>
                <a:gd name="connsiteY19" fmla="*/ 1824079 h 2051097"/>
                <a:gd name="connsiteX20" fmla="*/ 59733 w 59734"/>
                <a:gd name="connsiteY20" fmla="*/ 1781578 h 2051097"/>
                <a:gd name="connsiteX21" fmla="*/ 59733 w 59734"/>
                <a:gd name="connsiteY21" fmla="*/ 1796543 h 2051097"/>
                <a:gd name="connsiteX22" fmla="*/ 0 w 59734"/>
                <a:gd name="connsiteY22" fmla="*/ 1796543 h 2051097"/>
                <a:gd name="connsiteX23" fmla="*/ 0 w 59734"/>
                <a:gd name="connsiteY23" fmla="*/ 1781578 h 2051097"/>
                <a:gd name="connsiteX24" fmla="*/ 59733 w 59734"/>
                <a:gd name="connsiteY24" fmla="*/ 1739227 h 2051097"/>
                <a:gd name="connsiteX25" fmla="*/ 59733 w 59734"/>
                <a:gd name="connsiteY25" fmla="*/ 1754192 h 2051097"/>
                <a:gd name="connsiteX26" fmla="*/ 0 w 59734"/>
                <a:gd name="connsiteY26" fmla="*/ 1754192 h 2051097"/>
                <a:gd name="connsiteX27" fmla="*/ 0 w 59734"/>
                <a:gd name="connsiteY27" fmla="*/ 1739227 h 2051097"/>
                <a:gd name="connsiteX28" fmla="*/ 59733 w 59734"/>
                <a:gd name="connsiteY28" fmla="*/ 1696875 h 2051097"/>
                <a:gd name="connsiteX29" fmla="*/ 59733 w 59734"/>
                <a:gd name="connsiteY29" fmla="*/ 1711841 h 2051097"/>
                <a:gd name="connsiteX30" fmla="*/ 0 w 59734"/>
                <a:gd name="connsiteY30" fmla="*/ 1711841 h 2051097"/>
                <a:gd name="connsiteX31" fmla="*/ 0 w 59734"/>
                <a:gd name="connsiteY31" fmla="*/ 1696875 h 2051097"/>
                <a:gd name="connsiteX32" fmla="*/ 59733 w 59734"/>
                <a:gd name="connsiteY32" fmla="*/ 1611875 h 2051097"/>
                <a:gd name="connsiteX33" fmla="*/ 59733 w 59734"/>
                <a:gd name="connsiteY33" fmla="*/ 1626839 h 2051097"/>
                <a:gd name="connsiteX34" fmla="*/ 0 w 59734"/>
                <a:gd name="connsiteY34" fmla="*/ 1626839 h 2051097"/>
                <a:gd name="connsiteX35" fmla="*/ 0 w 59734"/>
                <a:gd name="connsiteY35" fmla="*/ 1611875 h 2051097"/>
                <a:gd name="connsiteX36" fmla="*/ 59733 w 59734"/>
                <a:gd name="connsiteY36" fmla="*/ 1569523 h 2051097"/>
                <a:gd name="connsiteX37" fmla="*/ 59733 w 59734"/>
                <a:gd name="connsiteY37" fmla="*/ 1584489 h 2051097"/>
                <a:gd name="connsiteX38" fmla="*/ 0 w 59734"/>
                <a:gd name="connsiteY38" fmla="*/ 1584489 h 2051097"/>
                <a:gd name="connsiteX39" fmla="*/ 0 w 59734"/>
                <a:gd name="connsiteY39" fmla="*/ 1569523 h 2051097"/>
                <a:gd name="connsiteX40" fmla="*/ 59733 w 59734"/>
                <a:gd name="connsiteY40" fmla="*/ 1527174 h 2051097"/>
                <a:gd name="connsiteX41" fmla="*/ 59733 w 59734"/>
                <a:gd name="connsiteY41" fmla="*/ 1542139 h 2051097"/>
                <a:gd name="connsiteX42" fmla="*/ 0 w 59734"/>
                <a:gd name="connsiteY42" fmla="*/ 1542139 h 2051097"/>
                <a:gd name="connsiteX43" fmla="*/ 0 w 59734"/>
                <a:gd name="connsiteY43" fmla="*/ 1527174 h 2051097"/>
                <a:gd name="connsiteX44" fmla="*/ 59733 w 59734"/>
                <a:gd name="connsiteY44" fmla="*/ 1484673 h 2051097"/>
                <a:gd name="connsiteX45" fmla="*/ 59733 w 59734"/>
                <a:gd name="connsiteY45" fmla="*/ 1499637 h 2051097"/>
                <a:gd name="connsiteX46" fmla="*/ 0 w 59734"/>
                <a:gd name="connsiteY46" fmla="*/ 1499637 h 2051097"/>
                <a:gd name="connsiteX47" fmla="*/ 0 w 59734"/>
                <a:gd name="connsiteY47" fmla="*/ 1484673 h 2051097"/>
                <a:gd name="connsiteX48" fmla="*/ 59733 w 59734"/>
                <a:gd name="connsiteY48" fmla="*/ 1399822 h 2051097"/>
                <a:gd name="connsiteX49" fmla="*/ 59733 w 59734"/>
                <a:gd name="connsiteY49" fmla="*/ 1414787 h 2051097"/>
                <a:gd name="connsiteX50" fmla="*/ 0 w 59734"/>
                <a:gd name="connsiteY50" fmla="*/ 1414787 h 2051097"/>
                <a:gd name="connsiteX51" fmla="*/ 0 w 59734"/>
                <a:gd name="connsiteY51" fmla="*/ 1399822 h 2051097"/>
                <a:gd name="connsiteX52" fmla="*/ 59733 w 59734"/>
                <a:gd name="connsiteY52" fmla="*/ 1357471 h 2051097"/>
                <a:gd name="connsiteX53" fmla="*/ 59733 w 59734"/>
                <a:gd name="connsiteY53" fmla="*/ 1372436 h 2051097"/>
                <a:gd name="connsiteX54" fmla="*/ 0 w 59734"/>
                <a:gd name="connsiteY54" fmla="*/ 1372436 h 2051097"/>
                <a:gd name="connsiteX55" fmla="*/ 0 w 59734"/>
                <a:gd name="connsiteY55" fmla="*/ 1357471 h 2051097"/>
                <a:gd name="connsiteX56" fmla="*/ 59733 w 59734"/>
                <a:gd name="connsiteY56" fmla="*/ 1314971 h 2051097"/>
                <a:gd name="connsiteX57" fmla="*/ 59733 w 59734"/>
                <a:gd name="connsiteY57" fmla="*/ 1329936 h 2051097"/>
                <a:gd name="connsiteX58" fmla="*/ 0 w 59734"/>
                <a:gd name="connsiteY58" fmla="*/ 1329936 h 2051097"/>
                <a:gd name="connsiteX59" fmla="*/ 0 w 59734"/>
                <a:gd name="connsiteY59" fmla="*/ 1314971 h 2051097"/>
                <a:gd name="connsiteX60" fmla="*/ 59733 w 59734"/>
                <a:gd name="connsiteY60" fmla="*/ 1272619 h 2051097"/>
                <a:gd name="connsiteX61" fmla="*/ 59733 w 59734"/>
                <a:gd name="connsiteY61" fmla="*/ 1287584 h 2051097"/>
                <a:gd name="connsiteX62" fmla="*/ 0 w 59734"/>
                <a:gd name="connsiteY62" fmla="*/ 1287584 h 2051097"/>
                <a:gd name="connsiteX63" fmla="*/ 0 w 59734"/>
                <a:gd name="connsiteY63" fmla="*/ 1272619 h 2051097"/>
                <a:gd name="connsiteX64" fmla="*/ 59733 w 59734"/>
                <a:gd name="connsiteY64" fmla="*/ 1187769 h 2051097"/>
                <a:gd name="connsiteX65" fmla="*/ 59733 w 59734"/>
                <a:gd name="connsiteY65" fmla="*/ 1202734 h 2051097"/>
                <a:gd name="connsiteX66" fmla="*/ 0 w 59734"/>
                <a:gd name="connsiteY66" fmla="*/ 1202734 h 2051097"/>
                <a:gd name="connsiteX67" fmla="*/ 0 w 59734"/>
                <a:gd name="connsiteY67" fmla="*/ 1187769 h 2051097"/>
                <a:gd name="connsiteX68" fmla="*/ 59733 w 59734"/>
                <a:gd name="connsiteY68" fmla="*/ 1145269 h 2051097"/>
                <a:gd name="connsiteX69" fmla="*/ 59733 w 59734"/>
                <a:gd name="connsiteY69" fmla="*/ 1160234 h 2051097"/>
                <a:gd name="connsiteX70" fmla="*/ 0 w 59734"/>
                <a:gd name="connsiteY70" fmla="*/ 1160234 h 2051097"/>
                <a:gd name="connsiteX71" fmla="*/ 0 w 59734"/>
                <a:gd name="connsiteY71" fmla="*/ 1145269 h 2051097"/>
                <a:gd name="connsiteX72" fmla="*/ 59733 w 59734"/>
                <a:gd name="connsiteY72" fmla="*/ 1102918 h 2051097"/>
                <a:gd name="connsiteX73" fmla="*/ 59733 w 59734"/>
                <a:gd name="connsiteY73" fmla="*/ 1117883 h 2051097"/>
                <a:gd name="connsiteX74" fmla="*/ 0 w 59734"/>
                <a:gd name="connsiteY74" fmla="*/ 1117883 h 2051097"/>
                <a:gd name="connsiteX75" fmla="*/ 0 w 59734"/>
                <a:gd name="connsiteY75" fmla="*/ 1102918 h 2051097"/>
                <a:gd name="connsiteX76" fmla="*/ 59733 w 59734"/>
                <a:gd name="connsiteY76" fmla="*/ 1060417 h 2051097"/>
                <a:gd name="connsiteX77" fmla="*/ 59733 w 59734"/>
                <a:gd name="connsiteY77" fmla="*/ 1075382 h 2051097"/>
                <a:gd name="connsiteX78" fmla="*/ 0 w 59734"/>
                <a:gd name="connsiteY78" fmla="*/ 1075382 h 2051097"/>
                <a:gd name="connsiteX79" fmla="*/ 0 w 59734"/>
                <a:gd name="connsiteY79" fmla="*/ 1060417 h 2051097"/>
                <a:gd name="connsiteX80" fmla="*/ 59733 w 59734"/>
                <a:gd name="connsiteY80" fmla="*/ 975565 h 2051097"/>
                <a:gd name="connsiteX81" fmla="*/ 59733 w 59734"/>
                <a:gd name="connsiteY81" fmla="*/ 990530 h 2051097"/>
                <a:gd name="connsiteX82" fmla="*/ 0 w 59734"/>
                <a:gd name="connsiteY82" fmla="*/ 990530 h 2051097"/>
                <a:gd name="connsiteX83" fmla="*/ 0 w 59734"/>
                <a:gd name="connsiteY83" fmla="*/ 975565 h 2051097"/>
                <a:gd name="connsiteX84" fmla="*/ 59733 w 59734"/>
                <a:gd name="connsiteY84" fmla="*/ 933214 h 2051097"/>
                <a:gd name="connsiteX85" fmla="*/ 59733 w 59734"/>
                <a:gd name="connsiteY85" fmla="*/ 948179 h 2051097"/>
                <a:gd name="connsiteX86" fmla="*/ 0 w 59734"/>
                <a:gd name="connsiteY86" fmla="*/ 948179 h 2051097"/>
                <a:gd name="connsiteX87" fmla="*/ 0 w 59734"/>
                <a:gd name="connsiteY87" fmla="*/ 933214 h 2051097"/>
                <a:gd name="connsiteX88" fmla="*/ 59733 w 59734"/>
                <a:gd name="connsiteY88" fmla="*/ 890714 h 2051097"/>
                <a:gd name="connsiteX89" fmla="*/ 59733 w 59734"/>
                <a:gd name="connsiteY89" fmla="*/ 905679 h 2051097"/>
                <a:gd name="connsiteX90" fmla="*/ 0 w 59734"/>
                <a:gd name="connsiteY90" fmla="*/ 905679 h 2051097"/>
                <a:gd name="connsiteX91" fmla="*/ 0 w 59734"/>
                <a:gd name="connsiteY91" fmla="*/ 890714 h 2051097"/>
                <a:gd name="connsiteX92" fmla="*/ 59733 w 59734"/>
                <a:gd name="connsiteY92" fmla="*/ 848364 h 2051097"/>
                <a:gd name="connsiteX93" fmla="*/ 59733 w 59734"/>
                <a:gd name="connsiteY93" fmla="*/ 863329 h 2051097"/>
                <a:gd name="connsiteX94" fmla="*/ 0 w 59734"/>
                <a:gd name="connsiteY94" fmla="*/ 863329 h 2051097"/>
                <a:gd name="connsiteX95" fmla="*/ 0 w 59734"/>
                <a:gd name="connsiteY95" fmla="*/ 848364 h 2051097"/>
                <a:gd name="connsiteX96" fmla="*/ 59733 w 59734"/>
                <a:gd name="connsiteY96" fmla="*/ 763512 h 2051097"/>
                <a:gd name="connsiteX97" fmla="*/ 59733 w 59734"/>
                <a:gd name="connsiteY97" fmla="*/ 778477 h 2051097"/>
                <a:gd name="connsiteX98" fmla="*/ 0 w 59734"/>
                <a:gd name="connsiteY98" fmla="*/ 778477 h 2051097"/>
                <a:gd name="connsiteX99" fmla="*/ 0 w 59734"/>
                <a:gd name="connsiteY99" fmla="*/ 763512 h 2051097"/>
                <a:gd name="connsiteX100" fmla="*/ 59733 w 59734"/>
                <a:gd name="connsiteY100" fmla="*/ 721161 h 2051097"/>
                <a:gd name="connsiteX101" fmla="*/ 59733 w 59734"/>
                <a:gd name="connsiteY101" fmla="*/ 736126 h 2051097"/>
                <a:gd name="connsiteX102" fmla="*/ 0 w 59734"/>
                <a:gd name="connsiteY102" fmla="*/ 736126 h 2051097"/>
                <a:gd name="connsiteX103" fmla="*/ 0 w 59734"/>
                <a:gd name="connsiteY103" fmla="*/ 721161 h 2051097"/>
                <a:gd name="connsiteX104" fmla="*/ 59734 w 59734"/>
                <a:gd name="connsiteY104" fmla="*/ 678661 h 2051097"/>
                <a:gd name="connsiteX105" fmla="*/ 59734 w 59734"/>
                <a:gd name="connsiteY105" fmla="*/ 693626 h 2051097"/>
                <a:gd name="connsiteX106" fmla="*/ 0 w 59734"/>
                <a:gd name="connsiteY106" fmla="*/ 693626 h 2051097"/>
                <a:gd name="connsiteX107" fmla="*/ 0 w 59734"/>
                <a:gd name="connsiteY107" fmla="*/ 678661 h 2051097"/>
                <a:gd name="connsiteX108" fmla="*/ 59734 w 59734"/>
                <a:gd name="connsiteY108" fmla="*/ 636309 h 2051097"/>
                <a:gd name="connsiteX109" fmla="*/ 59734 w 59734"/>
                <a:gd name="connsiteY109" fmla="*/ 651274 h 2051097"/>
                <a:gd name="connsiteX110" fmla="*/ 0 w 59734"/>
                <a:gd name="connsiteY110" fmla="*/ 651274 h 2051097"/>
                <a:gd name="connsiteX111" fmla="*/ 0 w 59734"/>
                <a:gd name="connsiteY111" fmla="*/ 636309 h 2051097"/>
                <a:gd name="connsiteX112" fmla="*/ 59734 w 59734"/>
                <a:gd name="connsiteY112" fmla="*/ 551458 h 2051097"/>
                <a:gd name="connsiteX113" fmla="*/ 59734 w 59734"/>
                <a:gd name="connsiteY113" fmla="*/ 566423 h 2051097"/>
                <a:gd name="connsiteX114" fmla="*/ 0 w 59734"/>
                <a:gd name="connsiteY114" fmla="*/ 566423 h 2051097"/>
                <a:gd name="connsiteX115" fmla="*/ 0 w 59734"/>
                <a:gd name="connsiteY115" fmla="*/ 551458 h 2051097"/>
                <a:gd name="connsiteX116" fmla="*/ 59734 w 59734"/>
                <a:gd name="connsiteY116" fmla="*/ 508957 h 2051097"/>
                <a:gd name="connsiteX117" fmla="*/ 59734 w 59734"/>
                <a:gd name="connsiteY117" fmla="*/ 523922 h 2051097"/>
                <a:gd name="connsiteX118" fmla="*/ 0 w 59734"/>
                <a:gd name="connsiteY118" fmla="*/ 523922 h 2051097"/>
                <a:gd name="connsiteX119" fmla="*/ 0 w 59734"/>
                <a:gd name="connsiteY119" fmla="*/ 508957 h 2051097"/>
                <a:gd name="connsiteX120" fmla="*/ 59734 w 59734"/>
                <a:gd name="connsiteY120" fmla="*/ 466608 h 2051097"/>
                <a:gd name="connsiteX121" fmla="*/ 59734 w 59734"/>
                <a:gd name="connsiteY121" fmla="*/ 481573 h 2051097"/>
                <a:gd name="connsiteX122" fmla="*/ 0 w 59734"/>
                <a:gd name="connsiteY122" fmla="*/ 481573 h 2051097"/>
                <a:gd name="connsiteX123" fmla="*/ 0 w 59734"/>
                <a:gd name="connsiteY123" fmla="*/ 466608 h 2051097"/>
                <a:gd name="connsiteX124" fmla="*/ 59734 w 59734"/>
                <a:gd name="connsiteY124" fmla="*/ 381756 h 2051097"/>
                <a:gd name="connsiteX125" fmla="*/ 59734 w 59734"/>
                <a:gd name="connsiteY125" fmla="*/ 396721 h 2051097"/>
                <a:gd name="connsiteX126" fmla="*/ 0 w 59734"/>
                <a:gd name="connsiteY126" fmla="*/ 396721 h 2051097"/>
                <a:gd name="connsiteX127" fmla="*/ 0 w 59734"/>
                <a:gd name="connsiteY127" fmla="*/ 381756 h 2051097"/>
                <a:gd name="connsiteX128" fmla="*/ 59734 w 59734"/>
                <a:gd name="connsiteY128" fmla="*/ 339405 h 2051097"/>
                <a:gd name="connsiteX129" fmla="*/ 59734 w 59734"/>
                <a:gd name="connsiteY129" fmla="*/ 354370 h 2051097"/>
                <a:gd name="connsiteX130" fmla="*/ 0 w 59734"/>
                <a:gd name="connsiteY130" fmla="*/ 354370 h 2051097"/>
                <a:gd name="connsiteX131" fmla="*/ 0 w 59734"/>
                <a:gd name="connsiteY131" fmla="*/ 339405 h 2051097"/>
                <a:gd name="connsiteX132" fmla="*/ 59734 w 59734"/>
                <a:gd name="connsiteY132" fmla="*/ 296904 h 2051097"/>
                <a:gd name="connsiteX133" fmla="*/ 59734 w 59734"/>
                <a:gd name="connsiteY133" fmla="*/ 311869 h 2051097"/>
                <a:gd name="connsiteX134" fmla="*/ 0 w 59734"/>
                <a:gd name="connsiteY134" fmla="*/ 311869 h 2051097"/>
                <a:gd name="connsiteX135" fmla="*/ 0 w 59734"/>
                <a:gd name="connsiteY135" fmla="*/ 296904 h 2051097"/>
                <a:gd name="connsiteX136" fmla="*/ 59734 w 59734"/>
                <a:gd name="connsiteY136" fmla="*/ 254553 h 2051097"/>
                <a:gd name="connsiteX137" fmla="*/ 59734 w 59734"/>
                <a:gd name="connsiteY137" fmla="*/ 269518 h 2051097"/>
                <a:gd name="connsiteX138" fmla="*/ 0 w 59734"/>
                <a:gd name="connsiteY138" fmla="*/ 269518 h 2051097"/>
                <a:gd name="connsiteX139" fmla="*/ 0 w 59734"/>
                <a:gd name="connsiteY139" fmla="*/ 254553 h 2051097"/>
                <a:gd name="connsiteX140" fmla="*/ 59734 w 59734"/>
                <a:gd name="connsiteY140" fmla="*/ 212053 h 2051097"/>
                <a:gd name="connsiteX141" fmla="*/ 59734 w 59734"/>
                <a:gd name="connsiteY141" fmla="*/ 227018 h 2051097"/>
                <a:gd name="connsiteX142" fmla="*/ 0 w 59734"/>
                <a:gd name="connsiteY142" fmla="*/ 227018 h 2051097"/>
                <a:gd name="connsiteX143" fmla="*/ 0 w 59734"/>
                <a:gd name="connsiteY143" fmla="*/ 212053 h 2051097"/>
                <a:gd name="connsiteX144" fmla="*/ 59734 w 59734"/>
                <a:gd name="connsiteY144" fmla="*/ 127202 h 2051097"/>
                <a:gd name="connsiteX145" fmla="*/ 59734 w 59734"/>
                <a:gd name="connsiteY145" fmla="*/ 142167 h 2051097"/>
                <a:gd name="connsiteX146" fmla="*/ 0 w 59734"/>
                <a:gd name="connsiteY146" fmla="*/ 142167 h 2051097"/>
                <a:gd name="connsiteX147" fmla="*/ 0 w 59734"/>
                <a:gd name="connsiteY147" fmla="*/ 127202 h 2051097"/>
                <a:gd name="connsiteX148" fmla="*/ 59734 w 59734"/>
                <a:gd name="connsiteY148" fmla="*/ 84851 h 2051097"/>
                <a:gd name="connsiteX149" fmla="*/ 59734 w 59734"/>
                <a:gd name="connsiteY149" fmla="*/ 99816 h 2051097"/>
                <a:gd name="connsiteX150" fmla="*/ 0 w 59734"/>
                <a:gd name="connsiteY150" fmla="*/ 99816 h 2051097"/>
                <a:gd name="connsiteX151" fmla="*/ 0 w 59734"/>
                <a:gd name="connsiteY151" fmla="*/ 84851 h 2051097"/>
                <a:gd name="connsiteX152" fmla="*/ 59734 w 59734"/>
                <a:gd name="connsiteY152" fmla="*/ 42351 h 2051097"/>
                <a:gd name="connsiteX153" fmla="*/ 59734 w 59734"/>
                <a:gd name="connsiteY153" fmla="*/ 57316 h 2051097"/>
                <a:gd name="connsiteX154" fmla="*/ 0 w 59734"/>
                <a:gd name="connsiteY154" fmla="*/ 57316 h 2051097"/>
                <a:gd name="connsiteX155" fmla="*/ 0 w 59734"/>
                <a:gd name="connsiteY155" fmla="*/ 42351 h 2051097"/>
                <a:gd name="connsiteX156" fmla="*/ 59734 w 59734"/>
                <a:gd name="connsiteY156" fmla="*/ 0 h 2051097"/>
                <a:gd name="connsiteX157" fmla="*/ 59734 w 59734"/>
                <a:gd name="connsiteY157" fmla="*/ 14964 h 2051097"/>
                <a:gd name="connsiteX158" fmla="*/ 0 w 59734"/>
                <a:gd name="connsiteY158" fmla="*/ 14964 h 2051097"/>
                <a:gd name="connsiteX159" fmla="*/ 0 w 59734"/>
                <a:gd name="connsiteY159" fmla="*/ 0 h 205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59734" h="2051097">
                  <a:moveTo>
                    <a:pt x="59733" y="2036131"/>
                  </a:moveTo>
                  <a:lnTo>
                    <a:pt x="59733" y="2051097"/>
                  </a:lnTo>
                  <a:lnTo>
                    <a:pt x="0" y="2051097"/>
                  </a:lnTo>
                  <a:lnTo>
                    <a:pt x="0" y="2036131"/>
                  </a:lnTo>
                  <a:close/>
                  <a:moveTo>
                    <a:pt x="59733" y="1993781"/>
                  </a:moveTo>
                  <a:lnTo>
                    <a:pt x="59733" y="2008745"/>
                  </a:lnTo>
                  <a:lnTo>
                    <a:pt x="0" y="2008745"/>
                  </a:lnTo>
                  <a:lnTo>
                    <a:pt x="0" y="1993781"/>
                  </a:lnTo>
                  <a:close/>
                  <a:moveTo>
                    <a:pt x="59733" y="1951280"/>
                  </a:moveTo>
                  <a:lnTo>
                    <a:pt x="59733" y="1966245"/>
                  </a:lnTo>
                  <a:lnTo>
                    <a:pt x="0" y="1966245"/>
                  </a:lnTo>
                  <a:lnTo>
                    <a:pt x="0" y="1951280"/>
                  </a:lnTo>
                  <a:close/>
                  <a:moveTo>
                    <a:pt x="59733" y="1908929"/>
                  </a:moveTo>
                  <a:lnTo>
                    <a:pt x="59733" y="1923893"/>
                  </a:lnTo>
                  <a:lnTo>
                    <a:pt x="0" y="1923893"/>
                  </a:lnTo>
                  <a:lnTo>
                    <a:pt x="0" y="1908929"/>
                  </a:lnTo>
                  <a:close/>
                  <a:moveTo>
                    <a:pt x="59733" y="1824079"/>
                  </a:moveTo>
                  <a:lnTo>
                    <a:pt x="59733" y="1839043"/>
                  </a:lnTo>
                  <a:lnTo>
                    <a:pt x="0" y="1839043"/>
                  </a:lnTo>
                  <a:lnTo>
                    <a:pt x="0" y="1824079"/>
                  </a:lnTo>
                  <a:close/>
                  <a:moveTo>
                    <a:pt x="59733" y="1781578"/>
                  </a:moveTo>
                  <a:lnTo>
                    <a:pt x="59733" y="1796543"/>
                  </a:lnTo>
                  <a:lnTo>
                    <a:pt x="0" y="1796543"/>
                  </a:lnTo>
                  <a:lnTo>
                    <a:pt x="0" y="1781578"/>
                  </a:lnTo>
                  <a:close/>
                  <a:moveTo>
                    <a:pt x="59733" y="1739227"/>
                  </a:moveTo>
                  <a:lnTo>
                    <a:pt x="59733" y="1754192"/>
                  </a:lnTo>
                  <a:lnTo>
                    <a:pt x="0" y="1754192"/>
                  </a:lnTo>
                  <a:lnTo>
                    <a:pt x="0" y="1739227"/>
                  </a:lnTo>
                  <a:close/>
                  <a:moveTo>
                    <a:pt x="59733" y="1696875"/>
                  </a:moveTo>
                  <a:lnTo>
                    <a:pt x="59733" y="1711841"/>
                  </a:lnTo>
                  <a:lnTo>
                    <a:pt x="0" y="1711841"/>
                  </a:lnTo>
                  <a:lnTo>
                    <a:pt x="0" y="1696875"/>
                  </a:lnTo>
                  <a:close/>
                  <a:moveTo>
                    <a:pt x="59733" y="1611875"/>
                  </a:moveTo>
                  <a:lnTo>
                    <a:pt x="59733" y="1626839"/>
                  </a:lnTo>
                  <a:lnTo>
                    <a:pt x="0" y="1626839"/>
                  </a:lnTo>
                  <a:lnTo>
                    <a:pt x="0" y="1611875"/>
                  </a:lnTo>
                  <a:close/>
                  <a:moveTo>
                    <a:pt x="59733" y="1569523"/>
                  </a:moveTo>
                  <a:lnTo>
                    <a:pt x="59733" y="1584489"/>
                  </a:lnTo>
                  <a:lnTo>
                    <a:pt x="0" y="1584489"/>
                  </a:lnTo>
                  <a:lnTo>
                    <a:pt x="0" y="1569523"/>
                  </a:lnTo>
                  <a:close/>
                  <a:moveTo>
                    <a:pt x="59733" y="1527174"/>
                  </a:moveTo>
                  <a:lnTo>
                    <a:pt x="59733" y="1542139"/>
                  </a:lnTo>
                  <a:lnTo>
                    <a:pt x="0" y="1542139"/>
                  </a:lnTo>
                  <a:lnTo>
                    <a:pt x="0" y="1527174"/>
                  </a:lnTo>
                  <a:close/>
                  <a:moveTo>
                    <a:pt x="59733" y="1484673"/>
                  </a:moveTo>
                  <a:lnTo>
                    <a:pt x="59733" y="1499637"/>
                  </a:lnTo>
                  <a:lnTo>
                    <a:pt x="0" y="1499637"/>
                  </a:lnTo>
                  <a:lnTo>
                    <a:pt x="0" y="1484673"/>
                  </a:lnTo>
                  <a:close/>
                  <a:moveTo>
                    <a:pt x="59733" y="1399822"/>
                  </a:moveTo>
                  <a:lnTo>
                    <a:pt x="59733" y="1414787"/>
                  </a:lnTo>
                  <a:lnTo>
                    <a:pt x="0" y="1414787"/>
                  </a:lnTo>
                  <a:lnTo>
                    <a:pt x="0" y="1399822"/>
                  </a:lnTo>
                  <a:close/>
                  <a:moveTo>
                    <a:pt x="59733" y="1357471"/>
                  </a:moveTo>
                  <a:lnTo>
                    <a:pt x="59733" y="1372436"/>
                  </a:lnTo>
                  <a:lnTo>
                    <a:pt x="0" y="1372436"/>
                  </a:lnTo>
                  <a:lnTo>
                    <a:pt x="0" y="1357471"/>
                  </a:lnTo>
                  <a:close/>
                  <a:moveTo>
                    <a:pt x="59733" y="1314971"/>
                  </a:moveTo>
                  <a:lnTo>
                    <a:pt x="59733" y="1329936"/>
                  </a:lnTo>
                  <a:lnTo>
                    <a:pt x="0" y="1329936"/>
                  </a:lnTo>
                  <a:lnTo>
                    <a:pt x="0" y="1314971"/>
                  </a:lnTo>
                  <a:close/>
                  <a:moveTo>
                    <a:pt x="59733" y="1272619"/>
                  </a:moveTo>
                  <a:lnTo>
                    <a:pt x="59733" y="1287584"/>
                  </a:lnTo>
                  <a:lnTo>
                    <a:pt x="0" y="1287584"/>
                  </a:lnTo>
                  <a:lnTo>
                    <a:pt x="0" y="1272619"/>
                  </a:lnTo>
                  <a:close/>
                  <a:moveTo>
                    <a:pt x="59733" y="1187769"/>
                  </a:moveTo>
                  <a:lnTo>
                    <a:pt x="59733" y="1202734"/>
                  </a:lnTo>
                  <a:lnTo>
                    <a:pt x="0" y="1202734"/>
                  </a:lnTo>
                  <a:lnTo>
                    <a:pt x="0" y="1187769"/>
                  </a:lnTo>
                  <a:close/>
                  <a:moveTo>
                    <a:pt x="59733" y="1145269"/>
                  </a:moveTo>
                  <a:lnTo>
                    <a:pt x="59733" y="1160234"/>
                  </a:lnTo>
                  <a:lnTo>
                    <a:pt x="0" y="1160234"/>
                  </a:lnTo>
                  <a:lnTo>
                    <a:pt x="0" y="1145269"/>
                  </a:lnTo>
                  <a:close/>
                  <a:moveTo>
                    <a:pt x="59733" y="1102918"/>
                  </a:moveTo>
                  <a:lnTo>
                    <a:pt x="59733" y="1117883"/>
                  </a:lnTo>
                  <a:lnTo>
                    <a:pt x="0" y="1117883"/>
                  </a:lnTo>
                  <a:lnTo>
                    <a:pt x="0" y="1102918"/>
                  </a:lnTo>
                  <a:close/>
                  <a:moveTo>
                    <a:pt x="59733" y="1060417"/>
                  </a:moveTo>
                  <a:lnTo>
                    <a:pt x="59733" y="1075382"/>
                  </a:lnTo>
                  <a:lnTo>
                    <a:pt x="0" y="1075382"/>
                  </a:lnTo>
                  <a:lnTo>
                    <a:pt x="0" y="1060417"/>
                  </a:lnTo>
                  <a:close/>
                  <a:moveTo>
                    <a:pt x="59733" y="975565"/>
                  </a:moveTo>
                  <a:lnTo>
                    <a:pt x="59733" y="990530"/>
                  </a:lnTo>
                  <a:lnTo>
                    <a:pt x="0" y="990530"/>
                  </a:lnTo>
                  <a:lnTo>
                    <a:pt x="0" y="975565"/>
                  </a:lnTo>
                  <a:close/>
                  <a:moveTo>
                    <a:pt x="59733" y="933214"/>
                  </a:moveTo>
                  <a:lnTo>
                    <a:pt x="59733" y="948179"/>
                  </a:lnTo>
                  <a:lnTo>
                    <a:pt x="0" y="948179"/>
                  </a:lnTo>
                  <a:lnTo>
                    <a:pt x="0" y="933214"/>
                  </a:lnTo>
                  <a:close/>
                  <a:moveTo>
                    <a:pt x="59733" y="890714"/>
                  </a:moveTo>
                  <a:lnTo>
                    <a:pt x="59733" y="905679"/>
                  </a:lnTo>
                  <a:lnTo>
                    <a:pt x="0" y="905679"/>
                  </a:lnTo>
                  <a:lnTo>
                    <a:pt x="0" y="890714"/>
                  </a:lnTo>
                  <a:close/>
                  <a:moveTo>
                    <a:pt x="59733" y="848364"/>
                  </a:moveTo>
                  <a:lnTo>
                    <a:pt x="59733" y="863329"/>
                  </a:lnTo>
                  <a:lnTo>
                    <a:pt x="0" y="863329"/>
                  </a:lnTo>
                  <a:lnTo>
                    <a:pt x="0" y="848364"/>
                  </a:lnTo>
                  <a:close/>
                  <a:moveTo>
                    <a:pt x="59733" y="763512"/>
                  </a:moveTo>
                  <a:lnTo>
                    <a:pt x="59733" y="778477"/>
                  </a:lnTo>
                  <a:lnTo>
                    <a:pt x="0" y="778477"/>
                  </a:lnTo>
                  <a:lnTo>
                    <a:pt x="0" y="763512"/>
                  </a:lnTo>
                  <a:close/>
                  <a:moveTo>
                    <a:pt x="59733" y="721161"/>
                  </a:moveTo>
                  <a:lnTo>
                    <a:pt x="59733" y="736126"/>
                  </a:lnTo>
                  <a:lnTo>
                    <a:pt x="0" y="736126"/>
                  </a:lnTo>
                  <a:lnTo>
                    <a:pt x="0" y="721161"/>
                  </a:lnTo>
                  <a:close/>
                  <a:moveTo>
                    <a:pt x="59734" y="678661"/>
                  </a:moveTo>
                  <a:lnTo>
                    <a:pt x="59734" y="693626"/>
                  </a:lnTo>
                  <a:lnTo>
                    <a:pt x="0" y="693626"/>
                  </a:lnTo>
                  <a:lnTo>
                    <a:pt x="0" y="678661"/>
                  </a:lnTo>
                  <a:close/>
                  <a:moveTo>
                    <a:pt x="59734" y="636309"/>
                  </a:moveTo>
                  <a:lnTo>
                    <a:pt x="59734" y="651274"/>
                  </a:lnTo>
                  <a:lnTo>
                    <a:pt x="0" y="651274"/>
                  </a:lnTo>
                  <a:lnTo>
                    <a:pt x="0" y="636309"/>
                  </a:lnTo>
                  <a:close/>
                  <a:moveTo>
                    <a:pt x="59734" y="551458"/>
                  </a:moveTo>
                  <a:lnTo>
                    <a:pt x="59734" y="566423"/>
                  </a:lnTo>
                  <a:lnTo>
                    <a:pt x="0" y="566423"/>
                  </a:lnTo>
                  <a:lnTo>
                    <a:pt x="0" y="551458"/>
                  </a:lnTo>
                  <a:close/>
                  <a:moveTo>
                    <a:pt x="59734" y="508957"/>
                  </a:moveTo>
                  <a:lnTo>
                    <a:pt x="59734" y="523922"/>
                  </a:lnTo>
                  <a:lnTo>
                    <a:pt x="0" y="523922"/>
                  </a:lnTo>
                  <a:lnTo>
                    <a:pt x="0" y="508957"/>
                  </a:lnTo>
                  <a:close/>
                  <a:moveTo>
                    <a:pt x="59734" y="466608"/>
                  </a:moveTo>
                  <a:lnTo>
                    <a:pt x="59734" y="481573"/>
                  </a:lnTo>
                  <a:lnTo>
                    <a:pt x="0" y="481573"/>
                  </a:lnTo>
                  <a:lnTo>
                    <a:pt x="0" y="466608"/>
                  </a:lnTo>
                  <a:close/>
                  <a:moveTo>
                    <a:pt x="59734" y="381756"/>
                  </a:moveTo>
                  <a:lnTo>
                    <a:pt x="59734" y="396721"/>
                  </a:lnTo>
                  <a:lnTo>
                    <a:pt x="0" y="396721"/>
                  </a:lnTo>
                  <a:lnTo>
                    <a:pt x="0" y="381756"/>
                  </a:lnTo>
                  <a:close/>
                  <a:moveTo>
                    <a:pt x="59734" y="339405"/>
                  </a:moveTo>
                  <a:lnTo>
                    <a:pt x="59734" y="354370"/>
                  </a:lnTo>
                  <a:lnTo>
                    <a:pt x="0" y="354370"/>
                  </a:lnTo>
                  <a:lnTo>
                    <a:pt x="0" y="339405"/>
                  </a:lnTo>
                  <a:close/>
                  <a:moveTo>
                    <a:pt x="59734" y="296904"/>
                  </a:moveTo>
                  <a:lnTo>
                    <a:pt x="59734" y="311869"/>
                  </a:lnTo>
                  <a:lnTo>
                    <a:pt x="0" y="311869"/>
                  </a:lnTo>
                  <a:lnTo>
                    <a:pt x="0" y="296904"/>
                  </a:lnTo>
                  <a:close/>
                  <a:moveTo>
                    <a:pt x="59734" y="254553"/>
                  </a:moveTo>
                  <a:lnTo>
                    <a:pt x="59734" y="269518"/>
                  </a:lnTo>
                  <a:lnTo>
                    <a:pt x="0" y="269518"/>
                  </a:lnTo>
                  <a:lnTo>
                    <a:pt x="0" y="254553"/>
                  </a:lnTo>
                  <a:close/>
                  <a:moveTo>
                    <a:pt x="59734" y="212053"/>
                  </a:moveTo>
                  <a:lnTo>
                    <a:pt x="59734" y="227018"/>
                  </a:lnTo>
                  <a:lnTo>
                    <a:pt x="0" y="227018"/>
                  </a:lnTo>
                  <a:lnTo>
                    <a:pt x="0" y="212053"/>
                  </a:lnTo>
                  <a:close/>
                  <a:moveTo>
                    <a:pt x="59734" y="127202"/>
                  </a:moveTo>
                  <a:lnTo>
                    <a:pt x="59734" y="142167"/>
                  </a:lnTo>
                  <a:lnTo>
                    <a:pt x="0" y="142167"/>
                  </a:lnTo>
                  <a:lnTo>
                    <a:pt x="0" y="127202"/>
                  </a:lnTo>
                  <a:close/>
                  <a:moveTo>
                    <a:pt x="59734" y="84851"/>
                  </a:moveTo>
                  <a:lnTo>
                    <a:pt x="59734" y="99816"/>
                  </a:lnTo>
                  <a:lnTo>
                    <a:pt x="0" y="99816"/>
                  </a:lnTo>
                  <a:lnTo>
                    <a:pt x="0" y="84851"/>
                  </a:lnTo>
                  <a:close/>
                  <a:moveTo>
                    <a:pt x="59734" y="42351"/>
                  </a:moveTo>
                  <a:lnTo>
                    <a:pt x="59734" y="57316"/>
                  </a:lnTo>
                  <a:lnTo>
                    <a:pt x="0" y="57316"/>
                  </a:lnTo>
                  <a:lnTo>
                    <a:pt x="0" y="42351"/>
                  </a:lnTo>
                  <a:close/>
                  <a:moveTo>
                    <a:pt x="59734" y="0"/>
                  </a:moveTo>
                  <a:lnTo>
                    <a:pt x="59734" y="14964"/>
                  </a:lnTo>
                  <a:lnTo>
                    <a:pt x="0" y="14964"/>
                  </a:lnTo>
                  <a:lnTo>
                    <a:pt x="0" y="0"/>
                  </a:lnTo>
                  <a:close/>
                </a:path>
              </a:pathLst>
            </a:custGeom>
            <a:grpFill/>
            <a:ln w="9525" cap="flat">
              <a:noFill/>
              <a:prstDash val="solid"/>
              <a:miter/>
            </a:ln>
          </p:spPr>
          <p:txBody>
            <a:bodyPr wrap="square" rtlCol="0" anchor="ctr">
              <a:noAutofit/>
            </a:bodyPr>
            <a:lstStyle/>
            <a:p>
              <a:pPr defTabSz="914377">
                <a:defRPr/>
              </a:pPr>
              <a:endParaRPr lang="zh-CN" altLang="en-US">
                <a:solidFill>
                  <a:prstClr val="black"/>
                </a:solidFill>
                <a:latin typeface="等线" panose="020F0502020204030204"/>
                <a:ea typeface="等线" panose="02010600030101010101" pitchFamily="2" charset="-122"/>
              </a:endParaRPr>
            </a:p>
          </p:txBody>
        </p:sp>
        <p:sp>
          <p:nvSpPr>
            <p:cNvPr id="7" name="任意多边形: 形状 15">
              <a:extLst>
                <a:ext uri="{FF2B5EF4-FFF2-40B4-BE49-F238E27FC236}">
                  <a16:creationId xmlns:a16="http://schemas.microsoft.com/office/drawing/2014/main" id="{26A6ECC3-546F-BF49-9861-F935F16CE010}"/>
                </a:ext>
              </a:extLst>
            </p:cNvPr>
            <p:cNvSpPr/>
            <p:nvPr/>
          </p:nvSpPr>
          <p:spPr>
            <a:xfrm>
              <a:off x="9177969" y="5713157"/>
              <a:ext cx="1711693" cy="107269"/>
            </a:xfrm>
            <a:custGeom>
              <a:avLst/>
              <a:gdLst>
                <a:gd name="connsiteX0" fmla="*/ 1696727 w 1711693"/>
                <a:gd name="connsiteY0" fmla="*/ 0 h 107269"/>
                <a:gd name="connsiteX1" fmla="*/ 1711693 w 1711693"/>
                <a:gd name="connsiteY1" fmla="*/ 0 h 107269"/>
                <a:gd name="connsiteX2" fmla="*/ 1711693 w 1711693"/>
                <a:gd name="connsiteY2" fmla="*/ 107269 h 107269"/>
                <a:gd name="connsiteX3" fmla="*/ 1696727 w 1711693"/>
                <a:gd name="connsiteY3" fmla="*/ 107269 h 107269"/>
                <a:gd name="connsiteX4" fmla="*/ 1484675 w 1711693"/>
                <a:gd name="connsiteY4" fmla="*/ 0 h 107269"/>
                <a:gd name="connsiteX5" fmla="*/ 1499639 w 1711693"/>
                <a:gd name="connsiteY5" fmla="*/ 0 h 107269"/>
                <a:gd name="connsiteX6" fmla="*/ 1499639 w 1711693"/>
                <a:gd name="connsiteY6" fmla="*/ 107269 h 107269"/>
                <a:gd name="connsiteX7" fmla="*/ 1484675 w 1711693"/>
                <a:gd name="connsiteY7" fmla="*/ 107269 h 107269"/>
                <a:gd name="connsiteX8" fmla="*/ 1272621 w 1711693"/>
                <a:gd name="connsiteY8" fmla="*/ 0 h 107269"/>
                <a:gd name="connsiteX9" fmla="*/ 1287587 w 1711693"/>
                <a:gd name="connsiteY9" fmla="*/ 0 h 107269"/>
                <a:gd name="connsiteX10" fmla="*/ 1287587 w 1711693"/>
                <a:gd name="connsiteY10" fmla="*/ 107269 h 107269"/>
                <a:gd name="connsiteX11" fmla="*/ 1272621 w 1711693"/>
                <a:gd name="connsiteY11" fmla="*/ 107269 h 107269"/>
                <a:gd name="connsiteX12" fmla="*/ 1060418 w 1711693"/>
                <a:gd name="connsiteY12" fmla="*/ 0 h 107269"/>
                <a:gd name="connsiteX13" fmla="*/ 1075383 w 1711693"/>
                <a:gd name="connsiteY13" fmla="*/ 0 h 107269"/>
                <a:gd name="connsiteX14" fmla="*/ 1075383 w 1711693"/>
                <a:gd name="connsiteY14" fmla="*/ 107269 h 107269"/>
                <a:gd name="connsiteX15" fmla="*/ 1060418 w 1711693"/>
                <a:gd name="connsiteY15" fmla="*/ 107269 h 107269"/>
                <a:gd name="connsiteX16" fmla="*/ 848365 w 1711693"/>
                <a:gd name="connsiteY16" fmla="*/ 0 h 107269"/>
                <a:gd name="connsiteX17" fmla="*/ 863330 w 1711693"/>
                <a:gd name="connsiteY17" fmla="*/ 0 h 107269"/>
                <a:gd name="connsiteX18" fmla="*/ 863330 w 1711693"/>
                <a:gd name="connsiteY18" fmla="*/ 107269 h 107269"/>
                <a:gd name="connsiteX19" fmla="*/ 848365 w 1711693"/>
                <a:gd name="connsiteY19" fmla="*/ 107269 h 107269"/>
                <a:gd name="connsiteX20" fmla="*/ 636310 w 1711693"/>
                <a:gd name="connsiteY20" fmla="*/ 0 h 107269"/>
                <a:gd name="connsiteX21" fmla="*/ 651275 w 1711693"/>
                <a:gd name="connsiteY21" fmla="*/ 0 h 107269"/>
                <a:gd name="connsiteX22" fmla="*/ 651275 w 1711693"/>
                <a:gd name="connsiteY22" fmla="*/ 107269 h 107269"/>
                <a:gd name="connsiteX23" fmla="*/ 636310 w 1711693"/>
                <a:gd name="connsiteY23" fmla="*/ 107269 h 107269"/>
                <a:gd name="connsiteX24" fmla="*/ 424108 w 1711693"/>
                <a:gd name="connsiteY24" fmla="*/ 0 h 107269"/>
                <a:gd name="connsiteX25" fmla="*/ 439073 w 1711693"/>
                <a:gd name="connsiteY25" fmla="*/ 0 h 107269"/>
                <a:gd name="connsiteX26" fmla="*/ 439073 w 1711693"/>
                <a:gd name="connsiteY26" fmla="*/ 107269 h 107269"/>
                <a:gd name="connsiteX27" fmla="*/ 424108 w 1711693"/>
                <a:gd name="connsiteY27" fmla="*/ 107269 h 107269"/>
                <a:gd name="connsiteX28" fmla="*/ 254405 w 1711693"/>
                <a:gd name="connsiteY28" fmla="*/ 0 h 107269"/>
                <a:gd name="connsiteX29" fmla="*/ 269371 w 1711693"/>
                <a:gd name="connsiteY29" fmla="*/ 0 h 107269"/>
                <a:gd name="connsiteX30" fmla="*/ 269371 w 1711693"/>
                <a:gd name="connsiteY30" fmla="*/ 107269 h 107269"/>
                <a:gd name="connsiteX31" fmla="*/ 254405 w 1711693"/>
                <a:gd name="connsiteY31" fmla="*/ 107269 h 107269"/>
                <a:gd name="connsiteX32" fmla="*/ 0 w 1711693"/>
                <a:gd name="connsiteY32" fmla="*/ 0 h 107269"/>
                <a:gd name="connsiteX33" fmla="*/ 14965 w 1711693"/>
                <a:gd name="connsiteY33" fmla="*/ 0 h 107269"/>
                <a:gd name="connsiteX34" fmla="*/ 14965 w 1711693"/>
                <a:gd name="connsiteY34" fmla="*/ 107269 h 107269"/>
                <a:gd name="connsiteX35" fmla="*/ 0 w 1711693"/>
                <a:gd name="connsiteY35" fmla="*/ 107269 h 10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11693" h="107269">
                  <a:moveTo>
                    <a:pt x="1696727" y="0"/>
                  </a:moveTo>
                  <a:lnTo>
                    <a:pt x="1711693" y="0"/>
                  </a:lnTo>
                  <a:lnTo>
                    <a:pt x="1711693" y="107269"/>
                  </a:lnTo>
                  <a:lnTo>
                    <a:pt x="1696727" y="107269"/>
                  </a:lnTo>
                  <a:close/>
                  <a:moveTo>
                    <a:pt x="1484675" y="0"/>
                  </a:moveTo>
                  <a:lnTo>
                    <a:pt x="1499639" y="0"/>
                  </a:lnTo>
                  <a:lnTo>
                    <a:pt x="1499639" y="107269"/>
                  </a:lnTo>
                  <a:lnTo>
                    <a:pt x="1484675" y="107269"/>
                  </a:lnTo>
                  <a:close/>
                  <a:moveTo>
                    <a:pt x="1272621" y="0"/>
                  </a:moveTo>
                  <a:lnTo>
                    <a:pt x="1287587" y="0"/>
                  </a:lnTo>
                  <a:lnTo>
                    <a:pt x="1287587" y="107269"/>
                  </a:lnTo>
                  <a:lnTo>
                    <a:pt x="1272621" y="107269"/>
                  </a:lnTo>
                  <a:close/>
                  <a:moveTo>
                    <a:pt x="1060418" y="0"/>
                  </a:moveTo>
                  <a:lnTo>
                    <a:pt x="1075383" y="0"/>
                  </a:lnTo>
                  <a:lnTo>
                    <a:pt x="1075383" y="107269"/>
                  </a:lnTo>
                  <a:lnTo>
                    <a:pt x="1060418" y="107269"/>
                  </a:lnTo>
                  <a:close/>
                  <a:moveTo>
                    <a:pt x="848365" y="0"/>
                  </a:moveTo>
                  <a:lnTo>
                    <a:pt x="863330" y="0"/>
                  </a:lnTo>
                  <a:lnTo>
                    <a:pt x="863330" y="107269"/>
                  </a:lnTo>
                  <a:lnTo>
                    <a:pt x="848365" y="107269"/>
                  </a:lnTo>
                  <a:close/>
                  <a:moveTo>
                    <a:pt x="636310" y="0"/>
                  </a:moveTo>
                  <a:lnTo>
                    <a:pt x="651275" y="0"/>
                  </a:lnTo>
                  <a:lnTo>
                    <a:pt x="651275" y="107269"/>
                  </a:lnTo>
                  <a:lnTo>
                    <a:pt x="636310" y="107269"/>
                  </a:lnTo>
                  <a:close/>
                  <a:moveTo>
                    <a:pt x="424108" y="0"/>
                  </a:moveTo>
                  <a:lnTo>
                    <a:pt x="439073" y="0"/>
                  </a:lnTo>
                  <a:lnTo>
                    <a:pt x="439073" y="107269"/>
                  </a:lnTo>
                  <a:lnTo>
                    <a:pt x="424108" y="107269"/>
                  </a:lnTo>
                  <a:close/>
                  <a:moveTo>
                    <a:pt x="254405" y="0"/>
                  </a:moveTo>
                  <a:lnTo>
                    <a:pt x="269371" y="0"/>
                  </a:lnTo>
                  <a:lnTo>
                    <a:pt x="269371" y="107269"/>
                  </a:lnTo>
                  <a:lnTo>
                    <a:pt x="254405" y="107269"/>
                  </a:lnTo>
                  <a:close/>
                  <a:moveTo>
                    <a:pt x="0" y="0"/>
                  </a:moveTo>
                  <a:lnTo>
                    <a:pt x="14965" y="0"/>
                  </a:lnTo>
                  <a:lnTo>
                    <a:pt x="14965" y="107269"/>
                  </a:lnTo>
                  <a:lnTo>
                    <a:pt x="0" y="10726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19">
              <a:extLst>
                <a:ext uri="{FF2B5EF4-FFF2-40B4-BE49-F238E27FC236}">
                  <a16:creationId xmlns:a16="http://schemas.microsoft.com/office/drawing/2014/main" id="{2A9D3446-7ED5-7944-8FD8-A5BFE71C4F91}"/>
                </a:ext>
              </a:extLst>
            </p:cNvPr>
            <p:cNvSpPr/>
            <p:nvPr/>
          </p:nvSpPr>
          <p:spPr>
            <a:xfrm rot="16200000">
              <a:off x="11017134" y="5759511"/>
              <a:ext cx="178780" cy="29930"/>
            </a:xfrm>
            <a:custGeom>
              <a:avLst/>
              <a:gdLst>
                <a:gd name="connsiteX0" fmla="*/ 178780 w 178780"/>
                <a:gd name="connsiteY0" fmla="*/ 0 h 29930"/>
                <a:gd name="connsiteX1" fmla="*/ 178780 w 178780"/>
                <a:gd name="connsiteY1" fmla="*/ 29930 h 29930"/>
                <a:gd name="connsiteX2" fmla="*/ 0 w 178780"/>
                <a:gd name="connsiteY2" fmla="*/ 29930 h 29930"/>
                <a:gd name="connsiteX3" fmla="*/ 0 w 178780"/>
                <a:gd name="connsiteY3" fmla="*/ 0 h 29930"/>
              </a:gdLst>
              <a:ahLst/>
              <a:cxnLst>
                <a:cxn ang="0">
                  <a:pos x="connsiteX0" y="connsiteY0"/>
                </a:cxn>
                <a:cxn ang="0">
                  <a:pos x="connsiteX1" y="connsiteY1"/>
                </a:cxn>
                <a:cxn ang="0">
                  <a:pos x="connsiteX2" y="connsiteY2"/>
                </a:cxn>
                <a:cxn ang="0">
                  <a:pos x="connsiteX3" y="connsiteY3"/>
                </a:cxn>
              </a:cxnLst>
              <a:rect l="l" t="t" r="r" b="b"/>
              <a:pathLst>
                <a:path w="178780" h="29930">
                  <a:moveTo>
                    <a:pt x="178780" y="0"/>
                  </a:moveTo>
                  <a:lnTo>
                    <a:pt x="178780" y="29930"/>
                  </a:lnTo>
                  <a:lnTo>
                    <a:pt x="0" y="29930"/>
                  </a:lnTo>
                  <a:lnTo>
                    <a:pt x="0" y="0"/>
                  </a:lnTo>
                  <a:close/>
                </a:path>
              </a:pathLst>
            </a:custGeom>
            <a:grpFill/>
            <a:ln w="9525" cap="flat">
              <a:noFill/>
              <a:prstDash val="solid"/>
              <a:miter/>
            </a:ln>
          </p:spPr>
          <p:txBody>
            <a:bodyPr wrap="square" rtlCol="0" anchor="ctr">
              <a:noAutofit/>
            </a:bodyPr>
            <a:lstStyle/>
            <a:p>
              <a:pPr defTabSz="914377">
                <a:defRPr/>
              </a:pPr>
              <a:endParaRPr lang="zh-CN" altLang="en-US">
                <a:solidFill>
                  <a:prstClr val="black"/>
                </a:solidFill>
                <a:latin typeface="等线" panose="020F0502020204030204"/>
                <a:ea typeface="等线" panose="02010600030101010101" pitchFamily="2" charset="-122"/>
              </a:endParaRPr>
            </a:p>
          </p:txBody>
        </p:sp>
      </p:grpSp>
      <p:grpSp>
        <p:nvGrpSpPr>
          <p:cNvPr id="9" name="组合 8">
            <a:extLst>
              <a:ext uri="{FF2B5EF4-FFF2-40B4-BE49-F238E27FC236}">
                <a16:creationId xmlns:a16="http://schemas.microsoft.com/office/drawing/2014/main" id="{F1327A85-98C3-1143-BA3C-0622CF63FBB3}"/>
              </a:ext>
            </a:extLst>
          </p:cNvPr>
          <p:cNvGrpSpPr/>
          <p:nvPr/>
        </p:nvGrpSpPr>
        <p:grpSpPr>
          <a:xfrm>
            <a:off x="803257" y="1673818"/>
            <a:ext cx="18132" cy="3810756"/>
            <a:chOff x="787758" y="1487837"/>
            <a:chExt cx="18132" cy="4197248"/>
          </a:xfrm>
        </p:grpSpPr>
        <p:cxnSp>
          <p:nvCxnSpPr>
            <p:cNvPr id="10" name="直接连接符 22">
              <a:extLst>
                <a:ext uri="{FF2B5EF4-FFF2-40B4-BE49-F238E27FC236}">
                  <a16:creationId xmlns:a16="http://schemas.microsoft.com/office/drawing/2014/main" id="{4F56E090-CF6F-6543-9220-A935B5A67A1C}"/>
                </a:ext>
              </a:extLst>
            </p:cNvPr>
            <p:cNvCxnSpPr/>
            <p:nvPr/>
          </p:nvCxnSpPr>
          <p:spPr>
            <a:xfrm>
              <a:off x="787758" y="1487837"/>
              <a:ext cx="0" cy="4197248"/>
            </a:xfrm>
            <a:prstGeom prst="line">
              <a:avLst/>
            </a:prstGeom>
            <a:ln>
              <a:solidFill>
                <a:srgbClr val="004E98"/>
              </a:solidFill>
            </a:ln>
          </p:spPr>
          <p:style>
            <a:lnRef idx="1">
              <a:schemeClr val="accent1"/>
            </a:lnRef>
            <a:fillRef idx="0">
              <a:schemeClr val="accent1"/>
            </a:fillRef>
            <a:effectRef idx="0">
              <a:schemeClr val="accent1"/>
            </a:effectRef>
            <a:fontRef idx="minor">
              <a:schemeClr val="tx1"/>
            </a:fontRef>
          </p:style>
        </p:cxnSp>
        <p:cxnSp>
          <p:nvCxnSpPr>
            <p:cNvPr id="11" name="直接连接符 23">
              <a:extLst>
                <a:ext uri="{FF2B5EF4-FFF2-40B4-BE49-F238E27FC236}">
                  <a16:creationId xmlns:a16="http://schemas.microsoft.com/office/drawing/2014/main" id="{59E10BDF-3F87-FB47-89C7-85EABC4943D3}"/>
                </a:ext>
              </a:extLst>
            </p:cNvPr>
            <p:cNvCxnSpPr>
              <a:cxnSpLocks/>
            </p:cNvCxnSpPr>
            <p:nvPr/>
          </p:nvCxnSpPr>
          <p:spPr>
            <a:xfrm rot="5400000">
              <a:off x="396476" y="1897252"/>
              <a:ext cx="818827" cy="0"/>
            </a:xfrm>
            <a:prstGeom prst="line">
              <a:avLst/>
            </a:prstGeom>
            <a:ln w="57150">
              <a:solidFill>
                <a:srgbClr val="004E98"/>
              </a:solidFill>
              <a:prstDash val="solid"/>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B843F43-DF03-7C43-A053-53D093DD0CE7}"/>
              </a:ext>
            </a:extLst>
          </p:cNvPr>
          <p:cNvGrpSpPr/>
          <p:nvPr/>
        </p:nvGrpSpPr>
        <p:grpSpPr>
          <a:xfrm>
            <a:off x="2888239" y="3125117"/>
            <a:ext cx="18132" cy="2347715"/>
            <a:chOff x="787758" y="1487837"/>
            <a:chExt cx="18132" cy="2585823"/>
          </a:xfrm>
        </p:grpSpPr>
        <p:cxnSp>
          <p:nvCxnSpPr>
            <p:cNvPr id="15" name="直接连接符 28">
              <a:extLst>
                <a:ext uri="{FF2B5EF4-FFF2-40B4-BE49-F238E27FC236}">
                  <a16:creationId xmlns:a16="http://schemas.microsoft.com/office/drawing/2014/main" id="{9C03B50C-3906-9447-9089-3F34974B3AEA}"/>
                </a:ext>
              </a:extLst>
            </p:cNvPr>
            <p:cNvCxnSpPr>
              <a:cxnSpLocks/>
            </p:cNvCxnSpPr>
            <p:nvPr/>
          </p:nvCxnSpPr>
          <p:spPr>
            <a:xfrm>
              <a:off x="787758" y="1487837"/>
              <a:ext cx="0" cy="2585823"/>
            </a:xfrm>
            <a:prstGeom prst="line">
              <a:avLst/>
            </a:prstGeom>
            <a:ln>
              <a:solidFill>
                <a:srgbClr val="004E98"/>
              </a:solidFill>
            </a:ln>
          </p:spPr>
          <p:style>
            <a:lnRef idx="1">
              <a:schemeClr val="accent1"/>
            </a:lnRef>
            <a:fillRef idx="0">
              <a:schemeClr val="accent1"/>
            </a:fillRef>
            <a:effectRef idx="0">
              <a:schemeClr val="accent1"/>
            </a:effectRef>
            <a:fontRef idx="minor">
              <a:schemeClr val="tx1"/>
            </a:fontRef>
          </p:style>
        </p:cxnSp>
        <p:cxnSp>
          <p:nvCxnSpPr>
            <p:cNvPr id="16" name="直接连接符 29">
              <a:extLst>
                <a:ext uri="{FF2B5EF4-FFF2-40B4-BE49-F238E27FC236}">
                  <a16:creationId xmlns:a16="http://schemas.microsoft.com/office/drawing/2014/main" id="{3EA5F769-2863-2349-966F-82204184723C}"/>
                </a:ext>
              </a:extLst>
            </p:cNvPr>
            <p:cNvCxnSpPr>
              <a:cxnSpLocks/>
            </p:cNvCxnSpPr>
            <p:nvPr/>
          </p:nvCxnSpPr>
          <p:spPr>
            <a:xfrm rot="5400000">
              <a:off x="396476" y="1897252"/>
              <a:ext cx="818827" cy="0"/>
            </a:xfrm>
            <a:prstGeom prst="line">
              <a:avLst/>
            </a:prstGeom>
            <a:ln w="57150">
              <a:solidFill>
                <a:srgbClr val="004E98"/>
              </a:solidFill>
              <a:prstDash val="solid"/>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C8CDBE9E-FD41-394C-91DE-C998BEEC3A49}"/>
              </a:ext>
            </a:extLst>
          </p:cNvPr>
          <p:cNvGrpSpPr/>
          <p:nvPr/>
        </p:nvGrpSpPr>
        <p:grpSpPr>
          <a:xfrm>
            <a:off x="4998862" y="1679193"/>
            <a:ext cx="18132" cy="3810756"/>
            <a:chOff x="787758" y="1487837"/>
            <a:chExt cx="18132" cy="4197248"/>
          </a:xfrm>
        </p:grpSpPr>
        <p:cxnSp>
          <p:nvCxnSpPr>
            <p:cNvPr id="20" name="直接连接符 36">
              <a:extLst>
                <a:ext uri="{FF2B5EF4-FFF2-40B4-BE49-F238E27FC236}">
                  <a16:creationId xmlns:a16="http://schemas.microsoft.com/office/drawing/2014/main" id="{955FF601-632E-4F49-BD1C-285884B76F1F}"/>
                </a:ext>
              </a:extLst>
            </p:cNvPr>
            <p:cNvCxnSpPr/>
            <p:nvPr/>
          </p:nvCxnSpPr>
          <p:spPr>
            <a:xfrm>
              <a:off x="787758" y="1487837"/>
              <a:ext cx="0" cy="4197248"/>
            </a:xfrm>
            <a:prstGeom prst="line">
              <a:avLst/>
            </a:prstGeom>
            <a:ln>
              <a:solidFill>
                <a:srgbClr val="004E98"/>
              </a:solidFill>
            </a:ln>
          </p:spPr>
          <p:style>
            <a:lnRef idx="1">
              <a:schemeClr val="accent1"/>
            </a:lnRef>
            <a:fillRef idx="0">
              <a:schemeClr val="accent1"/>
            </a:fillRef>
            <a:effectRef idx="0">
              <a:schemeClr val="accent1"/>
            </a:effectRef>
            <a:fontRef idx="minor">
              <a:schemeClr val="tx1"/>
            </a:fontRef>
          </p:style>
        </p:cxnSp>
        <p:cxnSp>
          <p:nvCxnSpPr>
            <p:cNvPr id="21" name="直接连接符 37">
              <a:extLst>
                <a:ext uri="{FF2B5EF4-FFF2-40B4-BE49-F238E27FC236}">
                  <a16:creationId xmlns:a16="http://schemas.microsoft.com/office/drawing/2014/main" id="{48A7504C-4B6F-4A44-ADC1-CDB7F2B12703}"/>
                </a:ext>
              </a:extLst>
            </p:cNvPr>
            <p:cNvCxnSpPr>
              <a:cxnSpLocks/>
            </p:cNvCxnSpPr>
            <p:nvPr/>
          </p:nvCxnSpPr>
          <p:spPr>
            <a:xfrm rot="5400000">
              <a:off x="396476" y="1897252"/>
              <a:ext cx="818827" cy="0"/>
            </a:xfrm>
            <a:prstGeom prst="line">
              <a:avLst/>
            </a:prstGeom>
            <a:ln w="57150">
              <a:solidFill>
                <a:srgbClr val="004E98"/>
              </a:solidFill>
              <a:prstDash val="solid"/>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D0E61722-FE7D-894A-9AB1-EC4195CCF48D}"/>
              </a:ext>
            </a:extLst>
          </p:cNvPr>
          <p:cNvGrpSpPr/>
          <p:nvPr/>
        </p:nvGrpSpPr>
        <p:grpSpPr>
          <a:xfrm>
            <a:off x="7130339" y="3130492"/>
            <a:ext cx="18132" cy="2347715"/>
            <a:chOff x="787758" y="1487837"/>
            <a:chExt cx="18132" cy="2585823"/>
          </a:xfrm>
        </p:grpSpPr>
        <p:cxnSp>
          <p:nvCxnSpPr>
            <p:cNvPr id="25" name="直接连接符 41">
              <a:extLst>
                <a:ext uri="{FF2B5EF4-FFF2-40B4-BE49-F238E27FC236}">
                  <a16:creationId xmlns:a16="http://schemas.microsoft.com/office/drawing/2014/main" id="{951744DF-C1EB-654C-A48D-4C702640DFC1}"/>
                </a:ext>
              </a:extLst>
            </p:cNvPr>
            <p:cNvCxnSpPr>
              <a:cxnSpLocks/>
            </p:cNvCxnSpPr>
            <p:nvPr/>
          </p:nvCxnSpPr>
          <p:spPr>
            <a:xfrm>
              <a:off x="787758" y="1487837"/>
              <a:ext cx="0" cy="2585823"/>
            </a:xfrm>
            <a:prstGeom prst="line">
              <a:avLst/>
            </a:prstGeom>
            <a:ln>
              <a:solidFill>
                <a:srgbClr val="004E98"/>
              </a:solidFill>
            </a:ln>
          </p:spPr>
          <p:style>
            <a:lnRef idx="1">
              <a:schemeClr val="accent1"/>
            </a:lnRef>
            <a:fillRef idx="0">
              <a:schemeClr val="accent1"/>
            </a:fillRef>
            <a:effectRef idx="0">
              <a:schemeClr val="accent1"/>
            </a:effectRef>
            <a:fontRef idx="minor">
              <a:schemeClr val="tx1"/>
            </a:fontRef>
          </p:style>
        </p:cxnSp>
        <p:cxnSp>
          <p:nvCxnSpPr>
            <p:cNvPr id="26" name="直接连接符 42">
              <a:extLst>
                <a:ext uri="{FF2B5EF4-FFF2-40B4-BE49-F238E27FC236}">
                  <a16:creationId xmlns:a16="http://schemas.microsoft.com/office/drawing/2014/main" id="{7082CCFA-C5F5-0048-B746-CAAAA19FBC99}"/>
                </a:ext>
              </a:extLst>
            </p:cNvPr>
            <p:cNvCxnSpPr>
              <a:cxnSpLocks/>
            </p:cNvCxnSpPr>
            <p:nvPr/>
          </p:nvCxnSpPr>
          <p:spPr>
            <a:xfrm rot="5400000">
              <a:off x="396476" y="1897252"/>
              <a:ext cx="818827" cy="0"/>
            </a:xfrm>
            <a:prstGeom prst="line">
              <a:avLst/>
            </a:prstGeom>
            <a:ln w="57150">
              <a:solidFill>
                <a:srgbClr val="004E98"/>
              </a:solidFill>
              <a:prstDash val="solid"/>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0421F6E8-5640-4D45-853C-3DB725B35838}"/>
              </a:ext>
            </a:extLst>
          </p:cNvPr>
          <p:cNvGrpSpPr/>
          <p:nvPr/>
        </p:nvGrpSpPr>
        <p:grpSpPr>
          <a:xfrm>
            <a:off x="9255482" y="1684567"/>
            <a:ext cx="18132" cy="3810756"/>
            <a:chOff x="787758" y="1487837"/>
            <a:chExt cx="18132" cy="4197248"/>
          </a:xfrm>
        </p:grpSpPr>
        <p:cxnSp>
          <p:nvCxnSpPr>
            <p:cNvPr id="30" name="直接连接符 46">
              <a:extLst>
                <a:ext uri="{FF2B5EF4-FFF2-40B4-BE49-F238E27FC236}">
                  <a16:creationId xmlns:a16="http://schemas.microsoft.com/office/drawing/2014/main" id="{CDE1F0DD-9AFC-5746-A6EC-5C2170E8A2B5}"/>
                </a:ext>
              </a:extLst>
            </p:cNvPr>
            <p:cNvCxnSpPr/>
            <p:nvPr/>
          </p:nvCxnSpPr>
          <p:spPr>
            <a:xfrm>
              <a:off x="787758" y="1487837"/>
              <a:ext cx="0" cy="4197248"/>
            </a:xfrm>
            <a:prstGeom prst="line">
              <a:avLst/>
            </a:prstGeom>
            <a:ln>
              <a:solidFill>
                <a:srgbClr val="004E98"/>
              </a:solidFill>
            </a:ln>
          </p:spPr>
          <p:style>
            <a:lnRef idx="1">
              <a:schemeClr val="accent1"/>
            </a:lnRef>
            <a:fillRef idx="0">
              <a:schemeClr val="accent1"/>
            </a:fillRef>
            <a:effectRef idx="0">
              <a:schemeClr val="accent1"/>
            </a:effectRef>
            <a:fontRef idx="minor">
              <a:schemeClr val="tx1"/>
            </a:fontRef>
          </p:style>
        </p:cxnSp>
        <p:cxnSp>
          <p:nvCxnSpPr>
            <p:cNvPr id="31" name="直接连接符 47">
              <a:extLst>
                <a:ext uri="{FF2B5EF4-FFF2-40B4-BE49-F238E27FC236}">
                  <a16:creationId xmlns:a16="http://schemas.microsoft.com/office/drawing/2014/main" id="{830C7905-C5A0-3B46-AD86-5DA40FE9DC1B}"/>
                </a:ext>
              </a:extLst>
            </p:cNvPr>
            <p:cNvCxnSpPr>
              <a:cxnSpLocks/>
            </p:cNvCxnSpPr>
            <p:nvPr/>
          </p:nvCxnSpPr>
          <p:spPr>
            <a:xfrm rot="5400000">
              <a:off x="396476" y="1897252"/>
              <a:ext cx="818827" cy="0"/>
            </a:xfrm>
            <a:prstGeom prst="line">
              <a:avLst/>
            </a:prstGeom>
            <a:ln w="57150">
              <a:solidFill>
                <a:srgbClr val="004E98"/>
              </a:solidFill>
              <a:prstDash val="solid"/>
            </a:ln>
          </p:spPr>
          <p:style>
            <a:lnRef idx="1">
              <a:schemeClr val="accent1"/>
            </a:lnRef>
            <a:fillRef idx="0">
              <a:schemeClr val="accent1"/>
            </a:fillRef>
            <a:effectRef idx="0">
              <a:schemeClr val="accent1"/>
            </a:effectRef>
            <a:fontRef idx="minor">
              <a:schemeClr val="tx1"/>
            </a:fontRef>
          </p:style>
        </p:cxnSp>
      </p:grpSp>
      <p:sp>
        <p:nvSpPr>
          <p:cNvPr id="45" name="文本框 44">
            <a:extLst>
              <a:ext uri="{FF2B5EF4-FFF2-40B4-BE49-F238E27FC236}">
                <a16:creationId xmlns:a16="http://schemas.microsoft.com/office/drawing/2014/main" id="{F7917D46-114A-E647-B52C-6E8AB9E09427}"/>
              </a:ext>
            </a:extLst>
          </p:cNvPr>
          <p:cNvSpPr txBox="1"/>
          <p:nvPr/>
        </p:nvSpPr>
        <p:spPr>
          <a:xfrm>
            <a:off x="1014217" y="1745705"/>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46" name="矩形 45">
            <a:extLst>
              <a:ext uri="{FF2B5EF4-FFF2-40B4-BE49-F238E27FC236}">
                <a16:creationId xmlns:a16="http://schemas.microsoft.com/office/drawing/2014/main" id="{3DAAEE27-F45D-6548-82C0-FA01E2A59007}"/>
              </a:ext>
            </a:extLst>
          </p:cNvPr>
          <p:cNvSpPr/>
          <p:nvPr/>
        </p:nvSpPr>
        <p:spPr>
          <a:xfrm>
            <a:off x="1014217" y="2124409"/>
            <a:ext cx="1716791" cy="1722908"/>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47" name="文本框 46">
            <a:extLst>
              <a:ext uri="{FF2B5EF4-FFF2-40B4-BE49-F238E27FC236}">
                <a16:creationId xmlns:a16="http://schemas.microsoft.com/office/drawing/2014/main" id="{A19B6FAD-F402-1540-ACFE-DCB98850912E}"/>
              </a:ext>
            </a:extLst>
          </p:cNvPr>
          <p:cNvSpPr txBox="1"/>
          <p:nvPr/>
        </p:nvSpPr>
        <p:spPr>
          <a:xfrm>
            <a:off x="3045473" y="3125117"/>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49" name="文本框 48">
            <a:extLst>
              <a:ext uri="{FF2B5EF4-FFF2-40B4-BE49-F238E27FC236}">
                <a16:creationId xmlns:a16="http://schemas.microsoft.com/office/drawing/2014/main" id="{F363C06F-E90F-F34A-A131-445C092EC1C8}"/>
              </a:ext>
            </a:extLst>
          </p:cNvPr>
          <p:cNvSpPr txBox="1"/>
          <p:nvPr/>
        </p:nvSpPr>
        <p:spPr>
          <a:xfrm>
            <a:off x="5131890" y="1710709"/>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51" name="文本框 50">
            <a:extLst>
              <a:ext uri="{FF2B5EF4-FFF2-40B4-BE49-F238E27FC236}">
                <a16:creationId xmlns:a16="http://schemas.microsoft.com/office/drawing/2014/main" id="{DC54C742-DF73-3740-8052-FBC4B3A27F02}"/>
              </a:ext>
            </a:extLst>
          </p:cNvPr>
          <p:cNvSpPr txBox="1"/>
          <p:nvPr/>
        </p:nvSpPr>
        <p:spPr>
          <a:xfrm>
            <a:off x="7249653" y="3139060"/>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53" name="文本框 52">
            <a:extLst>
              <a:ext uri="{FF2B5EF4-FFF2-40B4-BE49-F238E27FC236}">
                <a16:creationId xmlns:a16="http://schemas.microsoft.com/office/drawing/2014/main" id="{E3E7EABA-9916-884B-A2ED-9141E746C7E4}"/>
              </a:ext>
            </a:extLst>
          </p:cNvPr>
          <p:cNvSpPr txBox="1"/>
          <p:nvPr/>
        </p:nvSpPr>
        <p:spPr>
          <a:xfrm>
            <a:off x="9388509" y="1673817"/>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55" name="文本框 54">
            <a:extLst>
              <a:ext uri="{FF2B5EF4-FFF2-40B4-BE49-F238E27FC236}">
                <a16:creationId xmlns:a16="http://schemas.microsoft.com/office/drawing/2014/main" id="{0613A25F-E0E1-8E46-9A48-9F7DA40BBD42}"/>
              </a:ext>
            </a:extLst>
          </p:cNvPr>
          <p:cNvSpPr txBox="1"/>
          <p:nvPr/>
        </p:nvSpPr>
        <p:spPr>
          <a:xfrm>
            <a:off x="754799" y="5742836"/>
            <a:ext cx="1267968" cy="338554"/>
          </a:xfrm>
          <a:prstGeom prst="rect">
            <a:avLst/>
          </a:prstGeom>
          <a:noFill/>
        </p:spPr>
        <p:txBody>
          <a:bodyPr wrap="square" rtlCol="0">
            <a:spAutoFit/>
          </a:bodyPr>
          <a:lstStyle/>
          <a:p>
            <a:r>
              <a:rPr kumimoji="1" lang="en-US" altLang="zh-CN" sz="1600" dirty="0">
                <a:solidFill>
                  <a:srgbClr val="004E98"/>
                </a:solidFill>
                <a:latin typeface="Didot" panose="02000503000000020003" pitchFamily="2" charset="0"/>
              </a:rPr>
              <a:t>2020</a:t>
            </a:r>
            <a:endParaRPr kumimoji="1" lang="zh-CN" altLang="en-US" sz="1600" dirty="0">
              <a:solidFill>
                <a:srgbClr val="004E98"/>
              </a:solidFill>
              <a:latin typeface="Didot" panose="02000503000000020003" pitchFamily="2" charset="0"/>
            </a:endParaRPr>
          </a:p>
        </p:txBody>
      </p:sp>
      <p:sp>
        <p:nvSpPr>
          <p:cNvPr id="56" name="文本框 55">
            <a:extLst>
              <a:ext uri="{FF2B5EF4-FFF2-40B4-BE49-F238E27FC236}">
                <a16:creationId xmlns:a16="http://schemas.microsoft.com/office/drawing/2014/main" id="{9E357A93-7461-C948-A66E-682E63409CE4}"/>
              </a:ext>
            </a:extLst>
          </p:cNvPr>
          <p:cNvSpPr txBox="1"/>
          <p:nvPr/>
        </p:nvSpPr>
        <p:spPr>
          <a:xfrm>
            <a:off x="2873259" y="5742836"/>
            <a:ext cx="1267968" cy="338554"/>
          </a:xfrm>
          <a:prstGeom prst="rect">
            <a:avLst/>
          </a:prstGeom>
          <a:noFill/>
        </p:spPr>
        <p:txBody>
          <a:bodyPr wrap="square" rtlCol="0">
            <a:spAutoFit/>
          </a:bodyPr>
          <a:lstStyle/>
          <a:p>
            <a:r>
              <a:rPr kumimoji="1" lang="en-US" altLang="zh-CN" sz="1600" dirty="0">
                <a:solidFill>
                  <a:srgbClr val="004E98"/>
                </a:solidFill>
                <a:latin typeface="Didot" panose="02000503000000020003" pitchFamily="2" charset="0"/>
              </a:rPr>
              <a:t>2021</a:t>
            </a:r>
            <a:endParaRPr kumimoji="1" lang="zh-CN" altLang="en-US" sz="1600" dirty="0">
              <a:solidFill>
                <a:srgbClr val="004E98"/>
              </a:solidFill>
              <a:latin typeface="Didot" panose="02000503000000020003" pitchFamily="2" charset="0"/>
            </a:endParaRPr>
          </a:p>
        </p:txBody>
      </p:sp>
      <p:sp>
        <p:nvSpPr>
          <p:cNvPr id="57" name="文本框 56">
            <a:extLst>
              <a:ext uri="{FF2B5EF4-FFF2-40B4-BE49-F238E27FC236}">
                <a16:creationId xmlns:a16="http://schemas.microsoft.com/office/drawing/2014/main" id="{250AA547-7FC6-CA49-99A1-24538978C038}"/>
              </a:ext>
            </a:extLst>
          </p:cNvPr>
          <p:cNvSpPr txBox="1"/>
          <p:nvPr/>
        </p:nvSpPr>
        <p:spPr>
          <a:xfrm>
            <a:off x="4991719" y="5742836"/>
            <a:ext cx="1267968" cy="338554"/>
          </a:xfrm>
          <a:prstGeom prst="rect">
            <a:avLst/>
          </a:prstGeom>
          <a:noFill/>
        </p:spPr>
        <p:txBody>
          <a:bodyPr wrap="square" rtlCol="0">
            <a:spAutoFit/>
          </a:bodyPr>
          <a:lstStyle/>
          <a:p>
            <a:r>
              <a:rPr kumimoji="1" lang="en-US" altLang="zh-CN" sz="1600" dirty="0">
                <a:solidFill>
                  <a:srgbClr val="004E98"/>
                </a:solidFill>
                <a:latin typeface="Didot" panose="02000503000000020003" pitchFamily="2" charset="0"/>
              </a:rPr>
              <a:t>2022</a:t>
            </a:r>
            <a:endParaRPr kumimoji="1" lang="zh-CN" altLang="en-US" sz="1600" dirty="0">
              <a:solidFill>
                <a:srgbClr val="004E98"/>
              </a:solidFill>
              <a:latin typeface="Didot" panose="02000503000000020003" pitchFamily="2" charset="0"/>
            </a:endParaRPr>
          </a:p>
        </p:txBody>
      </p:sp>
      <p:sp>
        <p:nvSpPr>
          <p:cNvPr id="58" name="文本框 57">
            <a:extLst>
              <a:ext uri="{FF2B5EF4-FFF2-40B4-BE49-F238E27FC236}">
                <a16:creationId xmlns:a16="http://schemas.microsoft.com/office/drawing/2014/main" id="{D394E3AA-74BC-DA47-8739-D8D7892111DB}"/>
              </a:ext>
            </a:extLst>
          </p:cNvPr>
          <p:cNvSpPr txBox="1"/>
          <p:nvPr/>
        </p:nvSpPr>
        <p:spPr>
          <a:xfrm>
            <a:off x="7110179" y="5742836"/>
            <a:ext cx="1267968" cy="338554"/>
          </a:xfrm>
          <a:prstGeom prst="rect">
            <a:avLst/>
          </a:prstGeom>
          <a:noFill/>
        </p:spPr>
        <p:txBody>
          <a:bodyPr wrap="square" rtlCol="0">
            <a:spAutoFit/>
          </a:bodyPr>
          <a:lstStyle/>
          <a:p>
            <a:r>
              <a:rPr kumimoji="1" lang="en-US" altLang="zh-CN" sz="1600" dirty="0">
                <a:solidFill>
                  <a:srgbClr val="004E98"/>
                </a:solidFill>
                <a:latin typeface="Didot" panose="02000503000000020003" pitchFamily="2" charset="0"/>
              </a:rPr>
              <a:t>2023</a:t>
            </a:r>
            <a:endParaRPr kumimoji="1" lang="zh-CN" altLang="en-US" sz="1600" dirty="0">
              <a:solidFill>
                <a:srgbClr val="004E98"/>
              </a:solidFill>
              <a:latin typeface="Didot" panose="02000503000000020003" pitchFamily="2" charset="0"/>
            </a:endParaRPr>
          </a:p>
        </p:txBody>
      </p:sp>
      <p:sp>
        <p:nvSpPr>
          <p:cNvPr id="59" name="文本框 58">
            <a:extLst>
              <a:ext uri="{FF2B5EF4-FFF2-40B4-BE49-F238E27FC236}">
                <a16:creationId xmlns:a16="http://schemas.microsoft.com/office/drawing/2014/main" id="{9685378F-6E77-5044-B263-21F623180961}"/>
              </a:ext>
            </a:extLst>
          </p:cNvPr>
          <p:cNvSpPr txBox="1"/>
          <p:nvPr/>
        </p:nvSpPr>
        <p:spPr>
          <a:xfrm>
            <a:off x="9228640" y="5742836"/>
            <a:ext cx="1267968" cy="338554"/>
          </a:xfrm>
          <a:prstGeom prst="rect">
            <a:avLst/>
          </a:prstGeom>
          <a:noFill/>
        </p:spPr>
        <p:txBody>
          <a:bodyPr wrap="square" rtlCol="0">
            <a:spAutoFit/>
          </a:bodyPr>
          <a:lstStyle/>
          <a:p>
            <a:r>
              <a:rPr kumimoji="1" lang="en-US" altLang="zh-CN" sz="1600" dirty="0">
                <a:solidFill>
                  <a:srgbClr val="004E98"/>
                </a:solidFill>
                <a:latin typeface="Didot" panose="02000503000000020003" pitchFamily="2" charset="0"/>
              </a:rPr>
              <a:t>2024</a:t>
            </a:r>
            <a:endParaRPr kumimoji="1" lang="zh-CN" altLang="en-US" sz="1600" dirty="0">
              <a:solidFill>
                <a:srgbClr val="004E98"/>
              </a:solidFill>
              <a:latin typeface="Didot" panose="02000503000000020003" pitchFamily="2" charset="0"/>
            </a:endParaRPr>
          </a:p>
        </p:txBody>
      </p:sp>
      <p:grpSp>
        <p:nvGrpSpPr>
          <p:cNvPr id="60" name="组合 59">
            <a:extLst>
              <a:ext uri="{FF2B5EF4-FFF2-40B4-BE49-F238E27FC236}">
                <a16:creationId xmlns:a16="http://schemas.microsoft.com/office/drawing/2014/main" id="{B9587C42-8915-794A-8533-953F3EFDA17D}"/>
              </a:ext>
            </a:extLst>
          </p:cNvPr>
          <p:cNvGrpSpPr/>
          <p:nvPr/>
        </p:nvGrpSpPr>
        <p:grpSpPr>
          <a:xfrm>
            <a:off x="-830385" y="475046"/>
            <a:ext cx="1660770" cy="167665"/>
            <a:chOff x="6429877" y="2075668"/>
            <a:chExt cx="1982046" cy="109699"/>
          </a:xfrm>
          <a:solidFill>
            <a:srgbClr val="004E98"/>
          </a:solidFill>
        </p:grpSpPr>
        <p:sp>
          <p:nvSpPr>
            <p:cNvPr id="61" name="矩形: 圆角 26">
              <a:extLst>
                <a:ext uri="{FF2B5EF4-FFF2-40B4-BE49-F238E27FC236}">
                  <a16:creationId xmlns:a16="http://schemas.microsoft.com/office/drawing/2014/main" id="{2A99BE78-DCF2-7344-BBDA-AD928192ADA4}"/>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62" name="矩形: 圆角 41">
              <a:extLst>
                <a:ext uri="{FF2B5EF4-FFF2-40B4-BE49-F238E27FC236}">
                  <a16:creationId xmlns:a16="http://schemas.microsoft.com/office/drawing/2014/main" id="{E79D71D0-23BC-0844-A1D2-8E47E3B0C111}"/>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63" name="矩形: 圆角 42">
              <a:extLst>
                <a:ext uri="{FF2B5EF4-FFF2-40B4-BE49-F238E27FC236}">
                  <a16:creationId xmlns:a16="http://schemas.microsoft.com/office/drawing/2014/main" id="{E67769F9-C192-EB42-AA8E-0384779BF5DF}"/>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64" name="文本框 63">
            <a:extLst>
              <a:ext uri="{FF2B5EF4-FFF2-40B4-BE49-F238E27FC236}">
                <a16:creationId xmlns:a16="http://schemas.microsoft.com/office/drawing/2014/main" id="{8C193B05-2B4F-0845-AD60-41F1AC72C02A}"/>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65" name="图片 64">
            <a:extLst>
              <a:ext uri="{FF2B5EF4-FFF2-40B4-BE49-F238E27FC236}">
                <a16:creationId xmlns:a16="http://schemas.microsoft.com/office/drawing/2014/main" id="{EC1BCEAD-2CC4-AB4F-A52F-BBF5524EE0F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66" name="直线连接符 65">
            <a:extLst>
              <a:ext uri="{FF2B5EF4-FFF2-40B4-BE49-F238E27FC236}">
                <a16:creationId xmlns:a16="http://schemas.microsoft.com/office/drawing/2014/main" id="{EE6A262B-FA7B-ED45-88AB-4A50D414C516}"/>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id="{92AACC2A-0A63-C04E-9EEB-A43BE1F5AE81}"/>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8" name="文本框 67">
            <a:extLst>
              <a:ext uri="{FF2B5EF4-FFF2-40B4-BE49-F238E27FC236}">
                <a16:creationId xmlns:a16="http://schemas.microsoft.com/office/drawing/2014/main" id="{50065AD2-8D66-8541-A38C-08A728AA8AC5}"/>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
        <p:nvSpPr>
          <p:cNvPr id="69" name="矩形 68">
            <a:extLst>
              <a:ext uri="{FF2B5EF4-FFF2-40B4-BE49-F238E27FC236}">
                <a16:creationId xmlns:a16="http://schemas.microsoft.com/office/drawing/2014/main" id="{6548DEE3-C20A-412E-B95E-473F7070D64D}"/>
              </a:ext>
            </a:extLst>
          </p:cNvPr>
          <p:cNvSpPr/>
          <p:nvPr/>
        </p:nvSpPr>
        <p:spPr>
          <a:xfrm>
            <a:off x="2967606" y="3518716"/>
            <a:ext cx="1716791" cy="1722908"/>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70" name="矩形 69">
            <a:extLst>
              <a:ext uri="{FF2B5EF4-FFF2-40B4-BE49-F238E27FC236}">
                <a16:creationId xmlns:a16="http://schemas.microsoft.com/office/drawing/2014/main" id="{E59227DA-2A23-4820-90C5-ECA172037330}"/>
              </a:ext>
            </a:extLst>
          </p:cNvPr>
          <p:cNvSpPr/>
          <p:nvPr/>
        </p:nvSpPr>
        <p:spPr>
          <a:xfrm>
            <a:off x="5193972" y="2124409"/>
            <a:ext cx="1716791" cy="1722908"/>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71" name="矩形 70">
            <a:extLst>
              <a:ext uri="{FF2B5EF4-FFF2-40B4-BE49-F238E27FC236}">
                <a16:creationId xmlns:a16="http://schemas.microsoft.com/office/drawing/2014/main" id="{4F4389D3-D96F-4FA7-B88D-2B9F626F2B80}"/>
              </a:ext>
            </a:extLst>
          </p:cNvPr>
          <p:cNvSpPr/>
          <p:nvPr/>
        </p:nvSpPr>
        <p:spPr>
          <a:xfrm>
            <a:off x="7343581" y="3589652"/>
            <a:ext cx="1716791" cy="1722908"/>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72" name="矩形 71">
            <a:extLst>
              <a:ext uri="{FF2B5EF4-FFF2-40B4-BE49-F238E27FC236}">
                <a16:creationId xmlns:a16="http://schemas.microsoft.com/office/drawing/2014/main" id="{B5780F96-86AB-4E11-9661-A2C2433BE01D}"/>
              </a:ext>
            </a:extLst>
          </p:cNvPr>
          <p:cNvSpPr/>
          <p:nvPr/>
        </p:nvSpPr>
        <p:spPr>
          <a:xfrm>
            <a:off x="9469489" y="2124409"/>
            <a:ext cx="1716791" cy="1722908"/>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Tree>
    <p:extLst>
      <p:ext uri="{BB962C8B-B14F-4D97-AF65-F5344CB8AC3E}">
        <p14:creationId xmlns:p14="http://schemas.microsoft.com/office/powerpoint/2010/main" val="810442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8B3A8A2-68BE-754B-A686-2559B2F7CF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文本框 3">
            <a:extLst>
              <a:ext uri="{FF2B5EF4-FFF2-40B4-BE49-F238E27FC236}">
                <a16:creationId xmlns:a16="http://schemas.microsoft.com/office/drawing/2014/main" id="{C13C66E8-A52D-D642-AE61-BCC03443B7C9}"/>
              </a:ext>
            </a:extLst>
          </p:cNvPr>
          <p:cNvSpPr txBox="1"/>
          <p:nvPr/>
        </p:nvSpPr>
        <p:spPr>
          <a:xfrm>
            <a:off x="988540" y="1482811"/>
            <a:ext cx="6956854" cy="1446550"/>
          </a:xfrm>
          <a:prstGeom prst="rect">
            <a:avLst/>
          </a:prstGeom>
          <a:noFill/>
        </p:spPr>
        <p:txBody>
          <a:bodyPr wrap="square" rtlCol="0">
            <a:spAutoFit/>
          </a:bodyPr>
          <a:lstStyle/>
          <a:p>
            <a:r>
              <a:rPr kumimoji="1" lang="zh-CN" altLang="en-US" sz="8800" dirty="0">
                <a:solidFill>
                  <a:srgbClr val="004E98"/>
                </a:solidFill>
                <a:latin typeface="FZZhengHeiS-DB-GB" panose="02000000000000000000" pitchFamily="2" charset="-122"/>
                <a:ea typeface="FZZhengHeiS-DB-GB" panose="02000000000000000000" pitchFamily="2" charset="-122"/>
              </a:rPr>
              <a:t>章节标题 </a:t>
            </a:r>
            <a:r>
              <a:rPr kumimoji="1" lang="en-US" altLang="zh-CN" sz="8800" dirty="0">
                <a:solidFill>
                  <a:srgbClr val="004E98"/>
                </a:solidFill>
                <a:latin typeface="FZZhengHeiS-DB-GB" panose="02000000000000000000" pitchFamily="2" charset="-122"/>
                <a:ea typeface="FZZhengHeiS-DB-GB" panose="02000000000000000000" pitchFamily="2" charset="-122"/>
              </a:rPr>
              <a:t>04</a:t>
            </a:r>
            <a:endParaRPr kumimoji="1" lang="zh-CN" altLang="en-US" sz="8800" dirty="0">
              <a:solidFill>
                <a:srgbClr val="004E98"/>
              </a:solidFill>
              <a:latin typeface="FZZhengHeiS-DB-GB" panose="02000000000000000000" pitchFamily="2" charset="-122"/>
              <a:ea typeface="FZZhengHeiS-DB-GB" panose="02000000000000000000" pitchFamily="2" charset="-122"/>
            </a:endParaRPr>
          </a:p>
        </p:txBody>
      </p:sp>
      <p:pic>
        <p:nvPicPr>
          <p:cNvPr id="5" name="图片 4">
            <a:extLst>
              <a:ext uri="{FF2B5EF4-FFF2-40B4-BE49-F238E27FC236}">
                <a16:creationId xmlns:a16="http://schemas.microsoft.com/office/drawing/2014/main" id="{61957C3C-BAB0-3E48-84DC-C050D9FE84E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2510666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C42645DA-D35B-E347-9916-4697D368A61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14748" y="3337679"/>
            <a:ext cx="5422628" cy="2782514"/>
          </a:xfrm>
          <a:prstGeom prst="roundRect">
            <a:avLst>
              <a:gd name="adj" fmla="val 7312"/>
            </a:avLst>
          </a:prstGeom>
        </p:spPr>
      </p:pic>
      <p:sp>
        <p:nvSpPr>
          <p:cNvPr id="11" name="文本框 10">
            <a:extLst>
              <a:ext uri="{FF2B5EF4-FFF2-40B4-BE49-F238E27FC236}">
                <a16:creationId xmlns:a16="http://schemas.microsoft.com/office/drawing/2014/main" id="{B941D143-A990-744D-A963-99268E10899B}"/>
              </a:ext>
            </a:extLst>
          </p:cNvPr>
          <p:cNvSpPr txBox="1"/>
          <p:nvPr/>
        </p:nvSpPr>
        <p:spPr>
          <a:xfrm>
            <a:off x="1167173" y="1923855"/>
            <a:ext cx="1674881" cy="379656"/>
          </a:xfrm>
          <a:prstGeom prst="rect">
            <a:avLst/>
          </a:prstGeom>
          <a:noFill/>
          <a:ln>
            <a:noFill/>
          </a:ln>
        </p:spPr>
        <p:txBody>
          <a:bodyPr wrap="square" rtlCol="0">
            <a:spAutoFit/>
          </a:bodyPr>
          <a:lstStyle/>
          <a:p>
            <a:r>
              <a:rPr kumimoji="1" lang="zh-CN" altLang="en-US" sz="1867" b="1" dirty="0">
                <a:solidFill>
                  <a:srgbClr val="004E98"/>
                </a:solidFill>
                <a:latin typeface="FZZhengHeiS-DB-GB" panose="02000000000000000000" pitchFamily="2" charset="-122"/>
                <a:ea typeface="FZZhengHeiS-DB-GB" panose="02000000000000000000" pitchFamily="2" charset="-122"/>
              </a:rPr>
              <a:t>添加标题文字</a:t>
            </a:r>
          </a:p>
        </p:txBody>
      </p:sp>
      <p:sp>
        <p:nvSpPr>
          <p:cNvPr id="12" name="矩形 11">
            <a:extLst>
              <a:ext uri="{FF2B5EF4-FFF2-40B4-BE49-F238E27FC236}">
                <a16:creationId xmlns:a16="http://schemas.microsoft.com/office/drawing/2014/main" id="{AFF521C3-CD25-AE4B-BEA8-62AF611AED94}"/>
              </a:ext>
            </a:extLst>
          </p:cNvPr>
          <p:cNvSpPr/>
          <p:nvPr/>
        </p:nvSpPr>
        <p:spPr>
          <a:xfrm>
            <a:off x="1167173" y="2407766"/>
            <a:ext cx="4928827" cy="620426"/>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13" name="圆角矩形 12">
            <a:extLst>
              <a:ext uri="{FF2B5EF4-FFF2-40B4-BE49-F238E27FC236}">
                <a16:creationId xmlns:a16="http://schemas.microsoft.com/office/drawing/2014/main" id="{31A2D584-7CDA-864D-81C7-105B02B5F260}"/>
              </a:ext>
            </a:extLst>
          </p:cNvPr>
          <p:cNvSpPr/>
          <p:nvPr/>
        </p:nvSpPr>
        <p:spPr>
          <a:xfrm>
            <a:off x="2978360" y="5747552"/>
            <a:ext cx="3459017" cy="382617"/>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4" name="文本框 13">
            <a:extLst>
              <a:ext uri="{FF2B5EF4-FFF2-40B4-BE49-F238E27FC236}">
                <a16:creationId xmlns:a16="http://schemas.microsoft.com/office/drawing/2014/main" id="{7EC885B9-BED8-3D40-8E4F-140E8DE15B71}"/>
              </a:ext>
            </a:extLst>
          </p:cNvPr>
          <p:cNvSpPr txBox="1"/>
          <p:nvPr/>
        </p:nvSpPr>
        <p:spPr>
          <a:xfrm>
            <a:off x="4064000" y="5760836"/>
            <a:ext cx="2210816" cy="338554"/>
          </a:xfrm>
          <a:prstGeom prst="rect">
            <a:avLst/>
          </a:prstGeom>
          <a:noFill/>
        </p:spPr>
        <p:txBody>
          <a:bodyPr wrap="square" rtlCol="0">
            <a:spAutoFit/>
          </a:bodyPr>
          <a:lstStyle/>
          <a:p>
            <a:pPr algn="r"/>
            <a:r>
              <a:rPr kumimoji="1" lang="zh-CN" altLang="en-US" sz="1600" dirty="0">
                <a:solidFill>
                  <a:schemeClr val="bg1"/>
                </a:solidFill>
                <a:latin typeface="Microsoft YaHei Light" panose="020B0503020204020204" pitchFamily="34" charset="-122"/>
                <a:ea typeface="Microsoft YaHei Light" panose="020B0503020204020204" pitchFamily="34" charset="-122"/>
              </a:rPr>
              <a:t>添加文字说明</a:t>
            </a:r>
          </a:p>
        </p:txBody>
      </p:sp>
      <p:sp>
        <p:nvSpPr>
          <p:cNvPr id="15" name="文本框 14">
            <a:extLst>
              <a:ext uri="{FF2B5EF4-FFF2-40B4-BE49-F238E27FC236}">
                <a16:creationId xmlns:a16="http://schemas.microsoft.com/office/drawing/2014/main" id="{3F7B8573-9D42-7944-969C-08C2ABF1C683}"/>
              </a:ext>
            </a:extLst>
          </p:cNvPr>
          <p:cNvSpPr txBox="1"/>
          <p:nvPr/>
        </p:nvSpPr>
        <p:spPr>
          <a:xfrm>
            <a:off x="6766007" y="5391504"/>
            <a:ext cx="2210816" cy="338554"/>
          </a:xfrm>
          <a:prstGeom prst="rect">
            <a:avLst/>
          </a:prstGeom>
          <a:noFill/>
        </p:spPr>
        <p:txBody>
          <a:bodyPr wrap="square" rtlCol="0">
            <a:spAutoFit/>
          </a:bodyPr>
          <a:lstStyle/>
          <a:p>
            <a:pPr algn="r"/>
            <a:r>
              <a:rPr kumimoji="1" lang="zh-CN" altLang="en-US" sz="1600" dirty="0">
                <a:solidFill>
                  <a:schemeClr val="tx1">
                    <a:lumMod val="75000"/>
                    <a:lumOff val="25000"/>
                  </a:schemeClr>
                </a:solidFill>
                <a:latin typeface="Microsoft YaHei Light" panose="020B0503020204020204" pitchFamily="34" charset="-122"/>
                <a:ea typeface="Microsoft YaHei Light" panose="020B0503020204020204" pitchFamily="34" charset="-122"/>
              </a:rPr>
              <a:t>添加文字说明</a:t>
            </a:r>
          </a:p>
        </p:txBody>
      </p:sp>
      <p:sp>
        <p:nvSpPr>
          <p:cNvPr id="16" name="文本框 15">
            <a:extLst>
              <a:ext uri="{FF2B5EF4-FFF2-40B4-BE49-F238E27FC236}">
                <a16:creationId xmlns:a16="http://schemas.microsoft.com/office/drawing/2014/main" id="{6C0E8FB9-3472-9F42-B153-4A7C2DA3603D}"/>
              </a:ext>
            </a:extLst>
          </p:cNvPr>
          <p:cNvSpPr txBox="1"/>
          <p:nvPr/>
        </p:nvSpPr>
        <p:spPr>
          <a:xfrm>
            <a:off x="9135872" y="5378219"/>
            <a:ext cx="2210816" cy="338554"/>
          </a:xfrm>
          <a:prstGeom prst="rect">
            <a:avLst/>
          </a:prstGeom>
          <a:noFill/>
        </p:spPr>
        <p:txBody>
          <a:bodyPr wrap="square" rtlCol="0">
            <a:spAutoFit/>
          </a:bodyPr>
          <a:lstStyle/>
          <a:p>
            <a:pPr algn="r"/>
            <a:r>
              <a:rPr kumimoji="1" lang="zh-CN" altLang="en-US" sz="1600" dirty="0">
                <a:solidFill>
                  <a:schemeClr val="tx1">
                    <a:lumMod val="75000"/>
                    <a:lumOff val="25000"/>
                  </a:schemeClr>
                </a:solidFill>
                <a:latin typeface="Microsoft YaHei Light" panose="020B0503020204020204" pitchFamily="34" charset="-122"/>
                <a:ea typeface="Microsoft YaHei Light" panose="020B0503020204020204" pitchFamily="34" charset="-122"/>
              </a:rPr>
              <a:t>添加文字说明</a:t>
            </a:r>
          </a:p>
        </p:txBody>
      </p:sp>
      <p:grpSp>
        <p:nvGrpSpPr>
          <p:cNvPr id="17" name="组合 16">
            <a:extLst>
              <a:ext uri="{FF2B5EF4-FFF2-40B4-BE49-F238E27FC236}">
                <a16:creationId xmlns:a16="http://schemas.microsoft.com/office/drawing/2014/main" id="{814F37E7-56AD-644F-8F1B-51D87D00F249}"/>
              </a:ext>
            </a:extLst>
          </p:cNvPr>
          <p:cNvGrpSpPr/>
          <p:nvPr/>
        </p:nvGrpSpPr>
        <p:grpSpPr>
          <a:xfrm>
            <a:off x="-830385" y="475046"/>
            <a:ext cx="1660770" cy="167665"/>
            <a:chOff x="6429877" y="2075668"/>
            <a:chExt cx="1982046" cy="109699"/>
          </a:xfrm>
          <a:solidFill>
            <a:srgbClr val="004E98"/>
          </a:solidFill>
        </p:grpSpPr>
        <p:sp>
          <p:nvSpPr>
            <p:cNvPr id="18" name="矩形: 圆角 26">
              <a:extLst>
                <a:ext uri="{FF2B5EF4-FFF2-40B4-BE49-F238E27FC236}">
                  <a16:creationId xmlns:a16="http://schemas.microsoft.com/office/drawing/2014/main" id="{5EA8DB92-1848-A940-8E16-0D98AFEE2376}"/>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19" name="矩形: 圆角 41">
              <a:extLst>
                <a:ext uri="{FF2B5EF4-FFF2-40B4-BE49-F238E27FC236}">
                  <a16:creationId xmlns:a16="http://schemas.microsoft.com/office/drawing/2014/main" id="{537D733C-38C5-4142-ABCD-90ECE33D15B8}"/>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20" name="矩形: 圆角 42">
              <a:extLst>
                <a:ext uri="{FF2B5EF4-FFF2-40B4-BE49-F238E27FC236}">
                  <a16:creationId xmlns:a16="http://schemas.microsoft.com/office/drawing/2014/main" id="{D336D8CA-C2E7-7744-ACDB-449AF1CBD9CE}"/>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21" name="文本框 20">
            <a:extLst>
              <a:ext uri="{FF2B5EF4-FFF2-40B4-BE49-F238E27FC236}">
                <a16:creationId xmlns:a16="http://schemas.microsoft.com/office/drawing/2014/main" id="{D731D2FE-0D41-AE4B-BA26-A3602661B521}"/>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22" name="图片 21">
            <a:extLst>
              <a:ext uri="{FF2B5EF4-FFF2-40B4-BE49-F238E27FC236}">
                <a16:creationId xmlns:a16="http://schemas.microsoft.com/office/drawing/2014/main" id="{71D387B3-830D-8A41-8F3E-B4CD45ABB45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23" name="直线连接符 22">
            <a:extLst>
              <a:ext uri="{FF2B5EF4-FFF2-40B4-BE49-F238E27FC236}">
                <a16:creationId xmlns:a16="http://schemas.microsoft.com/office/drawing/2014/main" id="{DBC201A6-B785-6D4F-BA66-9E7FBFB1E21C}"/>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E086A9DC-34B2-8548-9593-02475AD1094B}"/>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文本框 24">
            <a:extLst>
              <a:ext uri="{FF2B5EF4-FFF2-40B4-BE49-F238E27FC236}">
                <a16:creationId xmlns:a16="http://schemas.microsoft.com/office/drawing/2014/main" id="{3C87F533-28E0-7149-8BA2-567A1B1C7D14}"/>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pic>
        <p:nvPicPr>
          <p:cNvPr id="28" name="图片 27">
            <a:extLst>
              <a:ext uri="{FF2B5EF4-FFF2-40B4-BE49-F238E27FC236}">
                <a16:creationId xmlns:a16="http://schemas.microsoft.com/office/drawing/2014/main" id="{02711C01-BFF9-834C-A9E4-8A7C465D0515}"/>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766007" y="1804417"/>
            <a:ext cx="2089061" cy="3495040"/>
          </a:xfrm>
          <a:prstGeom prst="rect">
            <a:avLst/>
          </a:prstGeom>
        </p:spPr>
      </p:pic>
      <p:pic>
        <p:nvPicPr>
          <p:cNvPr id="30" name="图片 29">
            <a:extLst>
              <a:ext uri="{FF2B5EF4-FFF2-40B4-BE49-F238E27FC236}">
                <a16:creationId xmlns:a16="http://schemas.microsoft.com/office/drawing/2014/main" id="{2989A101-B62C-CC43-80CD-E01CDF43E723}"/>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220590" y="1804417"/>
            <a:ext cx="2041380" cy="3495040"/>
          </a:xfrm>
          <a:prstGeom prst="rect">
            <a:avLst/>
          </a:prstGeom>
        </p:spPr>
      </p:pic>
    </p:spTree>
    <p:extLst>
      <p:ext uri="{BB962C8B-B14F-4D97-AF65-F5344CB8AC3E}">
        <p14:creationId xmlns:p14="http://schemas.microsoft.com/office/powerpoint/2010/main" val="343480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弧形 57">
            <a:extLst>
              <a:ext uri="{FF2B5EF4-FFF2-40B4-BE49-F238E27FC236}">
                <a16:creationId xmlns:a16="http://schemas.microsoft.com/office/drawing/2014/main" id="{E9B7CB99-6A2C-C04B-B451-54041C7E7057}"/>
              </a:ext>
            </a:extLst>
          </p:cNvPr>
          <p:cNvSpPr/>
          <p:nvPr/>
        </p:nvSpPr>
        <p:spPr>
          <a:xfrm rot="4500000">
            <a:off x="-1910703" y="1441761"/>
            <a:ext cx="5041339" cy="4955640"/>
          </a:xfrm>
          <a:prstGeom prst="arc">
            <a:avLst>
              <a:gd name="adj1" fmla="val 10805847"/>
              <a:gd name="adj2" fmla="val 2464733"/>
            </a:avLst>
          </a:prstGeom>
          <a:gradFill flip="none" rotWithShape="1">
            <a:gsLst>
              <a:gs pos="100000">
                <a:srgbClr val="004E97">
                  <a:alpha val="32000"/>
                </a:srgbClr>
              </a:gs>
              <a:gs pos="0">
                <a:srgbClr val="004E97">
                  <a:alpha val="23000"/>
                </a:srgbClr>
              </a:gs>
            </a:gsLst>
            <a:lin ang="0" scaled="1"/>
            <a:tileRect/>
          </a:gradFill>
          <a:ln w="6350" cap="flat" cmpd="sng" algn="ctr">
            <a:solidFill>
              <a:srgbClr val="004E98"/>
            </a:solidFill>
            <a:prstDash val="solid"/>
            <a:miter lim="800000"/>
          </a:ln>
          <a:effectLst/>
        </p:spPr>
        <p:txBody>
          <a:bodyPr rtlCol="0" anchor="ctr"/>
          <a:lstStyle/>
          <a:p>
            <a:pPr algn="ctr" defTabSz="914377">
              <a:defRPr/>
            </a:pPr>
            <a:endParaRPr lang="zh-CN" altLang="en-US" kern="0" dirty="0">
              <a:solidFill>
                <a:prstClr val="white"/>
              </a:solidFill>
              <a:latin typeface="OPPOSans R" panose="00020600040101010101" pitchFamily="18" charset="-122"/>
              <a:ea typeface="微软雅黑 Light"/>
            </a:endParaRPr>
          </a:p>
        </p:txBody>
      </p:sp>
      <p:sp>
        <p:nvSpPr>
          <p:cNvPr id="44" name="椭圆 43">
            <a:extLst>
              <a:ext uri="{FF2B5EF4-FFF2-40B4-BE49-F238E27FC236}">
                <a16:creationId xmlns:a16="http://schemas.microsoft.com/office/drawing/2014/main" id="{83E398CD-BD0E-DA4F-B916-94FA585E04CE}"/>
              </a:ext>
            </a:extLst>
          </p:cNvPr>
          <p:cNvSpPr/>
          <p:nvPr/>
        </p:nvSpPr>
        <p:spPr>
          <a:xfrm>
            <a:off x="-1456766" y="1968511"/>
            <a:ext cx="3913631" cy="3913631"/>
          </a:xfrm>
          <a:prstGeom prst="ellipse">
            <a:avLst/>
          </a:prstGeom>
          <a:gradFill flip="none" rotWithShape="1">
            <a:gsLst>
              <a:gs pos="82000">
                <a:srgbClr val="004E96"/>
              </a:gs>
              <a:gs pos="13000">
                <a:srgbClr val="004E97"/>
              </a:gs>
              <a:gs pos="46000">
                <a:srgbClr val="004EAB"/>
              </a:gs>
            </a:gsLst>
            <a:lin ang="1080000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219170">
              <a:defRPr/>
            </a:pPr>
            <a:endParaRPr lang="zh-CN" altLang="en-US" kern="0">
              <a:solidFill>
                <a:prstClr val="white"/>
              </a:solidFill>
              <a:latin typeface="OPPOSans R"/>
              <a:ea typeface="OPPOSans R"/>
            </a:endParaRPr>
          </a:p>
        </p:txBody>
      </p:sp>
      <p:sp>
        <p:nvSpPr>
          <p:cNvPr id="47" name="椭圆 46">
            <a:extLst>
              <a:ext uri="{FF2B5EF4-FFF2-40B4-BE49-F238E27FC236}">
                <a16:creationId xmlns:a16="http://schemas.microsoft.com/office/drawing/2014/main" id="{DCC9703A-91E3-9340-A222-A11898BCC4F1}"/>
              </a:ext>
            </a:extLst>
          </p:cNvPr>
          <p:cNvSpPr/>
          <p:nvPr/>
        </p:nvSpPr>
        <p:spPr>
          <a:xfrm flipH="1">
            <a:off x="2275166" y="2051229"/>
            <a:ext cx="240639" cy="236548"/>
          </a:xfrm>
          <a:prstGeom prst="ellipse">
            <a:avLst/>
          </a:prstGeom>
          <a:solidFill>
            <a:sysClr val="window" lastClr="FFFFFF"/>
          </a:solidFill>
          <a:ln w="15875" cap="flat" cmpd="sng" algn="ctr">
            <a:solidFill>
              <a:srgbClr val="004E98"/>
            </a:solidFill>
            <a:prstDash val="solid"/>
            <a:miter lim="800000"/>
          </a:ln>
          <a:effectLst>
            <a:outerShdw blurRad="63500" sx="101000" sy="101000" algn="ctr" rotWithShape="0">
              <a:srgbClr val="E20010">
                <a:alpha val="32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219170">
              <a:defRPr/>
            </a:pPr>
            <a:endParaRPr lang="zh-CN" altLang="en-US" kern="0">
              <a:solidFill>
                <a:prstClr val="white"/>
              </a:solidFill>
              <a:latin typeface="OPPOSans R"/>
              <a:ea typeface="OPPOSans R"/>
            </a:endParaRPr>
          </a:p>
        </p:txBody>
      </p:sp>
      <p:sp>
        <p:nvSpPr>
          <p:cNvPr id="48" name="椭圆 47">
            <a:extLst>
              <a:ext uri="{FF2B5EF4-FFF2-40B4-BE49-F238E27FC236}">
                <a16:creationId xmlns:a16="http://schemas.microsoft.com/office/drawing/2014/main" id="{98193A06-40CD-2C4B-BCDA-8E9683EC2651}"/>
              </a:ext>
            </a:extLst>
          </p:cNvPr>
          <p:cNvSpPr/>
          <p:nvPr/>
        </p:nvSpPr>
        <p:spPr>
          <a:xfrm flipH="1">
            <a:off x="2881245" y="3240417"/>
            <a:ext cx="240639" cy="236548"/>
          </a:xfrm>
          <a:prstGeom prst="ellipse">
            <a:avLst/>
          </a:prstGeom>
          <a:solidFill>
            <a:sysClr val="window" lastClr="FFFFFF"/>
          </a:solidFill>
          <a:ln w="15875" cap="flat" cmpd="sng" algn="ctr">
            <a:solidFill>
              <a:srgbClr val="004E98"/>
            </a:solidFill>
            <a:prstDash val="solid"/>
            <a:miter lim="800000"/>
          </a:ln>
          <a:effectLst>
            <a:outerShdw blurRad="63500" sx="101000" sy="101000" algn="ctr" rotWithShape="0">
              <a:srgbClr val="E20010">
                <a:alpha val="32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219170">
              <a:defRPr/>
            </a:pPr>
            <a:endParaRPr lang="zh-CN" altLang="en-US" kern="0">
              <a:solidFill>
                <a:prstClr val="white"/>
              </a:solidFill>
              <a:latin typeface="OPPOSans R"/>
              <a:ea typeface="OPPOSans R"/>
            </a:endParaRPr>
          </a:p>
        </p:txBody>
      </p:sp>
      <p:sp>
        <p:nvSpPr>
          <p:cNvPr id="49" name="椭圆 48">
            <a:extLst>
              <a:ext uri="{FF2B5EF4-FFF2-40B4-BE49-F238E27FC236}">
                <a16:creationId xmlns:a16="http://schemas.microsoft.com/office/drawing/2014/main" id="{8CD1089B-21D4-EF43-BA61-95CF4D130356}"/>
              </a:ext>
            </a:extLst>
          </p:cNvPr>
          <p:cNvSpPr/>
          <p:nvPr/>
        </p:nvSpPr>
        <p:spPr>
          <a:xfrm flipH="1">
            <a:off x="2860925" y="4466747"/>
            <a:ext cx="240639" cy="236548"/>
          </a:xfrm>
          <a:prstGeom prst="ellipse">
            <a:avLst/>
          </a:prstGeom>
          <a:solidFill>
            <a:sysClr val="window" lastClr="FFFFFF"/>
          </a:solidFill>
          <a:ln w="15875" cap="flat" cmpd="sng" algn="ctr">
            <a:solidFill>
              <a:srgbClr val="004E98"/>
            </a:solidFill>
            <a:prstDash val="solid"/>
            <a:miter lim="800000"/>
          </a:ln>
          <a:effectLst>
            <a:outerShdw blurRad="63500" sx="101000" sy="101000" algn="ctr" rotWithShape="0">
              <a:srgbClr val="E20010">
                <a:alpha val="32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219170">
              <a:defRPr/>
            </a:pPr>
            <a:endParaRPr lang="zh-CN" altLang="en-US" kern="0" dirty="0">
              <a:solidFill>
                <a:prstClr val="white"/>
              </a:solidFill>
              <a:latin typeface="OPPOSans R"/>
              <a:ea typeface="OPPOSans R"/>
            </a:endParaRPr>
          </a:p>
        </p:txBody>
      </p:sp>
      <p:sp>
        <p:nvSpPr>
          <p:cNvPr id="67" name="椭圆 66">
            <a:extLst>
              <a:ext uri="{FF2B5EF4-FFF2-40B4-BE49-F238E27FC236}">
                <a16:creationId xmlns:a16="http://schemas.microsoft.com/office/drawing/2014/main" id="{B96A6DFD-15B2-9A49-9156-E6C2FFD007BC}"/>
              </a:ext>
            </a:extLst>
          </p:cNvPr>
          <p:cNvSpPr/>
          <p:nvPr/>
        </p:nvSpPr>
        <p:spPr>
          <a:xfrm flipH="1">
            <a:off x="2275166" y="5579575"/>
            <a:ext cx="240639" cy="236548"/>
          </a:xfrm>
          <a:prstGeom prst="ellipse">
            <a:avLst/>
          </a:prstGeom>
          <a:solidFill>
            <a:sysClr val="window" lastClr="FFFFFF"/>
          </a:solidFill>
          <a:ln w="15875" cap="flat" cmpd="sng" algn="ctr">
            <a:solidFill>
              <a:srgbClr val="004E98"/>
            </a:solidFill>
            <a:prstDash val="solid"/>
            <a:miter lim="800000"/>
          </a:ln>
          <a:effectLst>
            <a:outerShdw blurRad="63500" sx="101000" sy="101000" algn="ctr" rotWithShape="0">
              <a:srgbClr val="E20010">
                <a:alpha val="32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219170">
              <a:defRPr/>
            </a:pPr>
            <a:endParaRPr lang="zh-CN" altLang="en-US" kern="0" dirty="0">
              <a:solidFill>
                <a:prstClr val="white"/>
              </a:solidFill>
              <a:latin typeface="OPPOSans R"/>
              <a:ea typeface="OPPOSans R"/>
            </a:endParaRPr>
          </a:p>
        </p:txBody>
      </p:sp>
      <p:sp>
        <p:nvSpPr>
          <p:cNvPr id="91" name="文本框 90">
            <a:extLst>
              <a:ext uri="{FF2B5EF4-FFF2-40B4-BE49-F238E27FC236}">
                <a16:creationId xmlns:a16="http://schemas.microsoft.com/office/drawing/2014/main" id="{751839A4-A29A-4445-8240-9C502919BFF3}"/>
              </a:ext>
            </a:extLst>
          </p:cNvPr>
          <p:cNvSpPr txBox="1"/>
          <p:nvPr/>
        </p:nvSpPr>
        <p:spPr>
          <a:xfrm>
            <a:off x="444393" y="2845819"/>
            <a:ext cx="1364256" cy="2021002"/>
          </a:xfrm>
          <a:prstGeom prst="rect">
            <a:avLst/>
          </a:prstGeom>
          <a:noFill/>
        </p:spPr>
        <p:txBody>
          <a:bodyPr wrap="square" rtlCol="0">
            <a:spAutoFit/>
          </a:bodyPr>
          <a:lstStyle/>
          <a:p>
            <a:pPr algn="ctr"/>
            <a:r>
              <a:rPr kumimoji="1" lang="en-US" altLang="zh-CN" sz="10666" b="1" dirty="0">
                <a:solidFill>
                  <a:schemeClr val="bg1"/>
                </a:solidFill>
                <a:latin typeface="Didot" panose="02000503000000020003" pitchFamily="2" charset="0"/>
                <a:ea typeface="Source Han Serif CN" panose="02020400000000000000" pitchFamily="18" charset="-128"/>
              </a:rPr>
              <a:t>4</a:t>
            </a:r>
          </a:p>
          <a:p>
            <a:pPr algn="ctr"/>
            <a:r>
              <a:rPr kumimoji="1" lang="zh-CN" altLang="en-US" sz="1867" dirty="0">
                <a:solidFill>
                  <a:schemeClr val="bg1"/>
                </a:solidFill>
                <a:latin typeface="FZZhengHeiS-DB-GB" panose="02000000000000000000" pitchFamily="2" charset="-122"/>
                <a:ea typeface="FZZhengHeiS-DB-GB" panose="02000000000000000000" pitchFamily="2" charset="-122"/>
              </a:rPr>
              <a:t>大部分</a:t>
            </a:r>
          </a:p>
        </p:txBody>
      </p:sp>
      <p:sp>
        <p:nvSpPr>
          <p:cNvPr id="93" name="文本框 92">
            <a:extLst>
              <a:ext uri="{FF2B5EF4-FFF2-40B4-BE49-F238E27FC236}">
                <a16:creationId xmlns:a16="http://schemas.microsoft.com/office/drawing/2014/main" id="{7D0F30DA-5D1C-514D-B8CE-398598C33A38}"/>
              </a:ext>
            </a:extLst>
          </p:cNvPr>
          <p:cNvSpPr txBox="1"/>
          <p:nvPr/>
        </p:nvSpPr>
        <p:spPr>
          <a:xfrm>
            <a:off x="2591603" y="1968512"/>
            <a:ext cx="1006308" cy="420564"/>
          </a:xfrm>
          <a:prstGeom prst="rect">
            <a:avLst/>
          </a:prstGeom>
          <a:noFill/>
        </p:spPr>
        <p:txBody>
          <a:bodyPr wrap="square" rtlCol="0">
            <a:spAutoFit/>
          </a:bodyPr>
          <a:lstStyle/>
          <a:p>
            <a:r>
              <a:rPr kumimoji="1" lang="zh-CN" altLang="en-US" sz="2133" dirty="0">
                <a:solidFill>
                  <a:schemeClr val="tx1">
                    <a:lumMod val="75000"/>
                    <a:lumOff val="25000"/>
                  </a:schemeClr>
                </a:solidFill>
                <a:latin typeface="FZZhengHeiS-DB-GB" panose="02000000000000000000" pitchFamily="2" charset="-122"/>
                <a:ea typeface="FZZhengHeiS-DB-GB" panose="02000000000000000000" pitchFamily="2" charset="-122"/>
              </a:rPr>
              <a:t>项目</a:t>
            </a:r>
            <a:r>
              <a:rPr kumimoji="1" lang="en-US" altLang="zh-CN" sz="2133" dirty="0">
                <a:solidFill>
                  <a:schemeClr val="tx1">
                    <a:lumMod val="75000"/>
                    <a:lumOff val="25000"/>
                  </a:schemeClr>
                </a:solidFill>
                <a:latin typeface="FZZhengHeiS-DB-GB" panose="02000000000000000000" pitchFamily="2" charset="-122"/>
                <a:ea typeface="FZZhengHeiS-DB-GB" panose="02000000000000000000" pitchFamily="2" charset="-122"/>
              </a:rPr>
              <a:t>1</a:t>
            </a:r>
            <a:endParaRPr kumimoji="1" lang="zh-CN" altLang="en-US" sz="2133" dirty="0">
              <a:solidFill>
                <a:schemeClr val="tx1">
                  <a:lumMod val="75000"/>
                  <a:lumOff val="25000"/>
                </a:schemeClr>
              </a:solidFill>
              <a:latin typeface="FZZhengHeiS-DB-GB" panose="02000000000000000000" pitchFamily="2" charset="-122"/>
              <a:ea typeface="FZZhengHeiS-DB-GB" panose="02000000000000000000" pitchFamily="2" charset="-122"/>
            </a:endParaRPr>
          </a:p>
        </p:txBody>
      </p:sp>
      <p:sp>
        <p:nvSpPr>
          <p:cNvPr id="94" name="文本框 93">
            <a:extLst>
              <a:ext uri="{FF2B5EF4-FFF2-40B4-BE49-F238E27FC236}">
                <a16:creationId xmlns:a16="http://schemas.microsoft.com/office/drawing/2014/main" id="{8DDD3AA5-5A96-6348-B49A-897AD5E3286D}"/>
              </a:ext>
            </a:extLst>
          </p:cNvPr>
          <p:cNvSpPr txBox="1"/>
          <p:nvPr/>
        </p:nvSpPr>
        <p:spPr>
          <a:xfrm>
            <a:off x="3183402" y="3151504"/>
            <a:ext cx="1006308" cy="420564"/>
          </a:xfrm>
          <a:prstGeom prst="rect">
            <a:avLst/>
          </a:prstGeom>
          <a:noFill/>
        </p:spPr>
        <p:txBody>
          <a:bodyPr wrap="square" rtlCol="0">
            <a:spAutoFit/>
          </a:bodyPr>
          <a:lstStyle/>
          <a:p>
            <a:r>
              <a:rPr kumimoji="1" lang="zh-CN" altLang="en-US" sz="2133" dirty="0">
                <a:solidFill>
                  <a:schemeClr val="tx1">
                    <a:lumMod val="75000"/>
                    <a:lumOff val="25000"/>
                  </a:schemeClr>
                </a:solidFill>
                <a:latin typeface="FZZhengHeiS-DB-GB" panose="02000000000000000000" pitchFamily="2" charset="-122"/>
                <a:ea typeface="FZZhengHeiS-DB-GB" panose="02000000000000000000" pitchFamily="2" charset="-122"/>
              </a:rPr>
              <a:t>项目</a:t>
            </a:r>
            <a:r>
              <a:rPr kumimoji="1" lang="en-US" altLang="zh-CN" sz="2133" dirty="0">
                <a:solidFill>
                  <a:schemeClr val="tx1">
                    <a:lumMod val="75000"/>
                    <a:lumOff val="25000"/>
                  </a:schemeClr>
                </a:solidFill>
                <a:latin typeface="FZZhengHeiS-DB-GB" panose="02000000000000000000" pitchFamily="2" charset="-122"/>
                <a:ea typeface="FZZhengHeiS-DB-GB" panose="02000000000000000000" pitchFamily="2" charset="-122"/>
              </a:rPr>
              <a:t>2</a:t>
            </a:r>
            <a:endParaRPr kumimoji="1" lang="zh-CN" altLang="en-US" sz="2133" dirty="0">
              <a:solidFill>
                <a:schemeClr val="tx1">
                  <a:lumMod val="75000"/>
                  <a:lumOff val="25000"/>
                </a:schemeClr>
              </a:solidFill>
              <a:latin typeface="FZZhengHeiS-DB-GB" panose="02000000000000000000" pitchFamily="2" charset="-122"/>
              <a:ea typeface="FZZhengHeiS-DB-GB" panose="02000000000000000000" pitchFamily="2" charset="-122"/>
            </a:endParaRPr>
          </a:p>
        </p:txBody>
      </p:sp>
      <p:sp>
        <p:nvSpPr>
          <p:cNvPr id="95" name="文本框 94">
            <a:extLst>
              <a:ext uri="{FF2B5EF4-FFF2-40B4-BE49-F238E27FC236}">
                <a16:creationId xmlns:a16="http://schemas.microsoft.com/office/drawing/2014/main" id="{FCB9204D-87E3-1A47-9FEC-7C1D362ECDCC}"/>
              </a:ext>
            </a:extLst>
          </p:cNvPr>
          <p:cNvSpPr txBox="1"/>
          <p:nvPr/>
        </p:nvSpPr>
        <p:spPr>
          <a:xfrm>
            <a:off x="3171082" y="4462514"/>
            <a:ext cx="1006308" cy="420564"/>
          </a:xfrm>
          <a:prstGeom prst="rect">
            <a:avLst/>
          </a:prstGeom>
          <a:noFill/>
        </p:spPr>
        <p:txBody>
          <a:bodyPr wrap="square" rtlCol="0">
            <a:spAutoFit/>
          </a:bodyPr>
          <a:lstStyle/>
          <a:p>
            <a:r>
              <a:rPr kumimoji="1" lang="zh-CN" altLang="en-US" sz="2133" dirty="0">
                <a:solidFill>
                  <a:schemeClr val="tx1">
                    <a:lumMod val="75000"/>
                    <a:lumOff val="25000"/>
                  </a:schemeClr>
                </a:solidFill>
                <a:latin typeface="FZZhengHeiS-DB-GB" panose="02000000000000000000" pitchFamily="2" charset="-122"/>
                <a:ea typeface="FZZhengHeiS-DB-GB" panose="02000000000000000000" pitchFamily="2" charset="-122"/>
              </a:rPr>
              <a:t>项目</a:t>
            </a:r>
            <a:r>
              <a:rPr kumimoji="1" lang="en-US" altLang="zh-CN" sz="2133" dirty="0">
                <a:solidFill>
                  <a:schemeClr val="tx1">
                    <a:lumMod val="75000"/>
                    <a:lumOff val="25000"/>
                  </a:schemeClr>
                </a:solidFill>
                <a:latin typeface="FZZhengHeiS-DB-GB" panose="02000000000000000000" pitchFamily="2" charset="-122"/>
                <a:ea typeface="FZZhengHeiS-DB-GB" panose="02000000000000000000" pitchFamily="2" charset="-122"/>
              </a:rPr>
              <a:t>3</a:t>
            </a:r>
            <a:endParaRPr kumimoji="1" lang="zh-CN" altLang="en-US" sz="2133" dirty="0">
              <a:solidFill>
                <a:schemeClr val="tx1">
                  <a:lumMod val="75000"/>
                  <a:lumOff val="25000"/>
                </a:schemeClr>
              </a:solidFill>
              <a:latin typeface="FZZhengHeiS-DB-GB" panose="02000000000000000000" pitchFamily="2" charset="-122"/>
              <a:ea typeface="FZZhengHeiS-DB-GB" panose="02000000000000000000" pitchFamily="2" charset="-122"/>
            </a:endParaRPr>
          </a:p>
        </p:txBody>
      </p:sp>
      <p:sp>
        <p:nvSpPr>
          <p:cNvPr id="96" name="文本框 95">
            <a:extLst>
              <a:ext uri="{FF2B5EF4-FFF2-40B4-BE49-F238E27FC236}">
                <a16:creationId xmlns:a16="http://schemas.microsoft.com/office/drawing/2014/main" id="{DA1D7F9F-19B2-BE4C-A257-2AF53604FBEA}"/>
              </a:ext>
            </a:extLst>
          </p:cNvPr>
          <p:cNvSpPr txBox="1"/>
          <p:nvPr/>
        </p:nvSpPr>
        <p:spPr>
          <a:xfrm>
            <a:off x="2642438" y="5558562"/>
            <a:ext cx="1006308" cy="420564"/>
          </a:xfrm>
          <a:prstGeom prst="rect">
            <a:avLst/>
          </a:prstGeom>
          <a:noFill/>
        </p:spPr>
        <p:txBody>
          <a:bodyPr wrap="square" rtlCol="0">
            <a:spAutoFit/>
          </a:bodyPr>
          <a:lstStyle/>
          <a:p>
            <a:r>
              <a:rPr kumimoji="1" lang="zh-CN" altLang="en-US" sz="2133" dirty="0">
                <a:solidFill>
                  <a:schemeClr val="tx1">
                    <a:lumMod val="75000"/>
                    <a:lumOff val="25000"/>
                  </a:schemeClr>
                </a:solidFill>
                <a:latin typeface="FZZhengHeiS-DB-GB" panose="02000000000000000000" pitchFamily="2" charset="-122"/>
                <a:ea typeface="FZZhengHeiS-DB-GB" panose="02000000000000000000" pitchFamily="2" charset="-122"/>
              </a:rPr>
              <a:t>项目</a:t>
            </a:r>
            <a:r>
              <a:rPr kumimoji="1" lang="en-US" altLang="zh-CN" sz="2133" dirty="0">
                <a:solidFill>
                  <a:schemeClr val="tx1">
                    <a:lumMod val="75000"/>
                    <a:lumOff val="25000"/>
                  </a:schemeClr>
                </a:solidFill>
                <a:latin typeface="FZZhengHeiS-DB-GB" panose="02000000000000000000" pitchFamily="2" charset="-122"/>
                <a:ea typeface="FZZhengHeiS-DB-GB" panose="02000000000000000000" pitchFamily="2" charset="-122"/>
              </a:rPr>
              <a:t>4</a:t>
            </a:r>
            <a:endParaRPr kumimoji="1" lang="zh-CN" altLang="en-US" sz="2133" dirty="0">
              <a:solidFill>
                <a:schemeClr val="tx1">
                  <a:lumMod val="75000"/>
                  <a:lumOff val="25000"/>
                </a:schemeClr>
              </a:solidFill>
              <a:latin typeface="FZZhengHeiS-DB-GB" panose="02000000000000000000" pitchFamily="2" charset="-122"/>
              <a:ea typeface="FZZhengHeiS-DB-GB" panose="02000000000000000000" pitchFamily="2" charset="-122"/>
            </a:endParaRPr>
          </a:p>
        </p:txBody>
      </p:sp>
      <p:sp>
        <p:nvSpPr>
          <p:cNvPr id="97" name="矩形 96">
            <a:extLst>
              <a:ext uri="{FF2B5EF4-FFF2-40B4-BE49-F238E27FC236}">
                <a16:creationId xmlns:a16="http://schemas.microsoft.com/office/drawing/2014/main" id="{9948D27B-D90E-AA4D-A56C-175C53AADFCE}"/>
              </a:ext>
            </a:extLst>
          </p:cNvPr>
          <p:cNvSpPr/>
          <p:nvPr/>
        </p:nvSpPr>
        <p:spPr>
          <a:xfrm>
            <a:off x="3648745" y="1617524"/>
            <a:ext cx="7295419" cy="614912"/>
          </a:xfrm>
          <a:prstGeom prst="rect">
            <a:avLst/>
          </a:prstGeom>
        </p:spPr>
        <p:txBody>
          <a:bodyPr wrap="square">
            <a:spAutoFit/>
          </a:bodyPr>
          <a:lstStyle/>
          <a:p>
            <a:pPr>
              <a:lnSpc>
                <a:spcPct val="150000"/>
              </a:lnSpc>
            </a:pPr>
            <a:r>
              <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a:t>
            </a: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a:t>
            </a:r>
            <a:endPar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p:txBody>
      </p:sp>
      <p:sp>
        <p:nvSpPr>
          <p:cNvPr id="98" name="矩形 97">
            <a:extLst>
              <a:ext uri="{FF2B5EF4-FFF2-40B4-BE49-F238E27FC236}">
                <a16:creationId xmlns:a16="http://schemas.microsoft.com/office/drawing/2014/main" id="{10675F43-8D12-CC43-8D74-62D7F2225F11}"/>
              </a:ext>
            </a:extLst>
          </p:cNvPr>
          <p:cNvSpPr/>
          <p:nvPr/>
        </p:nvSpPr>
        <p:spPr>
          <a:xfrm>
            <a:off x="4177389" y="2796196"/>
            <a:ext cx="7295419" cy="614912"/>
          </a:xfrm>
          <a:prstGeom prst="rect">
            <a:avLst/>
          </a:prstGeom>
        </p:spPr>
        <p:txBody>
          <a:bodyPr wrap="square">
            <a:spAutoFit/>
          </a:bodyPr>
          <a:lstStyle/>
          <a:p>
            <a:pPr>
              <a:lnSpc>
                <a:spcPct val="150000"/>
              </a:lnSpc>
            </a:pPr>
            <a:r>
              <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a:t>
            </a: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a:t>
            </a:r>
            <a:endPar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p:txBody>
      </p:sp>
      <p:sp>
        <p:nvSpPr>
          <p:cNvPr id="99" name="矩形 98">
            <a:extLst>
              <a:ext uri="{FF2B5EF4-FFF2-40B4-BE49-F238E27FC236}">
                <a16:creationId xmlns:a16="http://schemas.microsoft.com/office/drawing/2014/main" id="{146586F4-7B84-3F49-A83A-DCB2F829A6BE}"/>
              </a:ext>
            </a:extLst>
          </p:cNvPr>
          <p:cNvSpPr/>
          <p:nvPr/>
        </p:nvSpPr>
        <p:spPr>
          <a:xfrm>
            <a:off x="4237383" y="4236411"/>
            <a:ext cx="7295419" cy="618887"/>
          </a:xfrm>
          <a:prstGeom prst="rect">
            <a:avLst/>
          </a:prstGeom>
        </p:spPr>
        <p:txBody>
          <a:bodyPr wrap="square">
            <a:spAutoFit/>
          </a:bodyPr>
          <a:lstStyle/>
          <a:p>
            <a:pPr>
              <a:lnSpc>
                <a:spcPct val="150000"/>
              </a:lnSpc>
            </a:pPr>
            <a:r>
              <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a:t>
            </a: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a:t>
            </a:r>
            <a:endPar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p:txBody>
      </p:sp>
      <p:sp>
        <p:nvSpPr>
          <p:cNvPr id="100" name="矩形 99">
            <a:extLst>
              <a:ext uri="{FF2B5EF4-FFF2-40B4-BE49-F238E27FC236}">
                <a16:creationId xmlns:a16="http://schemas.microsoft.com/office/drawing/2014/main" id="{F0B5C059-6B09-1545-B7F0-4008D6D7D00B}"/>
              </a:ext>
            </a:extLst>
          </p:cNvPr>
          <p:cNvSpPr/>
          <p:nvPr/>
        </p:nvSpPr>
        <p:spPr>
          <a:xfrm>
            <a:off x="3686555" y="5349636"/>
            <a:ext cx="7295419" cy="618887"/>
          </a:xfrm>
          <a:prstGeom prst="rect">
            <a:avLst/>
          </a:prstGeom>
        </p:spPr>
        <p:txBody>
          <a:bodyPr wrap="square">
            <a:spAutoFit/>
          </a:bodyPr>
          <a:lstStyle/>
          <a:p>
            <a:pPr>
              <a:lnSpc>
                <a:spcPct val="150000"/>
              </a:lnSpc>
            </a:pPr>
            <a:r>
              <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a:t>
            </a: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此处添加正文此处添加正文此处添加正文此处添加正文此处添加正文此处添加正文此处添加正文</a:t>
            </a:r>
            <a:endPar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p:txBody>
      </p:sp>
      <p:sp>
        <p:nvSpPr>
          <p:cNvPr id="101" name="圆角矩形 100">
            <a:extLst>
              <a:ext uri="{FF2B5EF4-FFF2-40B4-BE49-F238E27FC236}">
                <a16:creationId xmlns:a16="http://schemas.microsoft.com/office/drawing/2014/main" id="{AFBDB824-ABE6-C846-B5C7-0AA5BFD4F30A}"/>
              </a:ext>
            </a:extLst>
          </p:cNvPr>
          <p:cNvSpPr/>
          <p:nvPr/>
        </p:nvSpPr>
        <p:spPr>
          <a:xfrm flipH="1" flipV="1">
            <a:off x="4247102" y="4913919"/>
            <a:ext cx="7535023" cy="60959"/>
          </a:xfrm>
          <a:prstGeom prst="roundRect">
            <a:avLst>
              <a:gd name="adj" fmla="val 50000"/>
            </a:avLst>
          </a:prstGeom>
          <a:gradFill flip="none" rotWithShape="1">
            <a:gsLst>
              <a:gs pos="99000">
                <a:srgbClr val="004E97"/>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02" name="圆角矩形 101">
            <a:extLst>
              <a:ext uri="{FF2B5EF4-FFF2-40B4-BE49-F238E27FC236}">
                <a16:creationId xmlns:a16="http://schemas.microsoft.com/office/drawing/2014/main" id="{224CCCC5-A32C-E746-877B-237979755B14}"/>
              </a:ext>
            </a:extLst>
          </p:cNvPr>
          <p:cNvSpPr/>
          <p:nvPr/>
        </p:nvSpPr>
        <p:spPr>
          <a:xfrm flipH="1" flipV="1">
            <a:off x="3686555" y="6004849"/>
            <a:ext cx="7535023" cy="60959"/>
          </a:xfrm>
          <a:prstGeom prst="roundRect">
            <a:avLst>
              <a:gd name="adj" fmla="val 50000"/>
            </a:avLst>
          </a:prstGeom>
          <a:gradFill flip="none" rotWithShape="1">
            <a:gsLst>
              <a:gs pos="99000">
                <a:srgbClr val="004E97"/>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03" name="圆角矩形 102">
            <a:extLst>
              <a:ext uri="{FF2B5EF4-FFF2-40B4-BE49-F238E27FC236}">
                <a16:creationId xmlns:a16="http://schemas.microsoft.com/office/drawing/2014/main" id="{1609E6FA-F416-A145-8093-ED8DEDE08AEC}"/>
              </a:ext>
            </a:extLst>
          </p:cNvPr>
          <p:cNvSpPr/>
          <p:nvPr/>
        </p:nvSpPr>
        <p:spPr>
          <a:xfrm flipH="1" flipV="1">
            <a:off x="3686555" y="2304830"/>
            <a:ext cx="7535023" cy="60959"/>
          </a:xfrm>
          <a:prstGeom prst="roundRect">
            <a:avLst>
              <a:gd name="adj" fmla="val 50000"/>
            </a:avLst>
          </a:prstGeom>
          <a:gradFill flip="none" rotWithShape="1">
            <a:gsLst>
              <a:gs pos="99000">
                <a:srgbClr val="004E97"/>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dirty="0"/>
          </a:p>
        </p:txBody>
      </p:sp>
      <p:sp>
        <p:nvSpPr>
          <p:cNvPr id="104" name="圆角矩形 103">
            <a:extLst>
              <a:ext uri="{FF2B5EF4-FFF2-40B4-BE49-F238E27FC236}">
                <a16:creationId xmlns:a16="http://schemas.microsoft.com/office/drawing/2014/main" id="{22C2ABB7-75F6-7644-BEAE-2F0B74334A68}"/>
              </a:ext>
            </a:extLst>
          </p:cNvPr>
          <p:cNvSpPr/>
          <p:nvPr/>
        </p:nvSpPr>
        <p:spPr>
          <a:xfrm flipH="1" flipV="1">
            <a:off x="4247101" y="3525461"/>
            <a:ext cx="7535023" cy="60959"/>
          </a:xfrm>
          <a:prstGeom prst="roundRect">
            <a:avLst>
              <a:gd name="adj" fmla="val 50000"/>
            </a:avLst>
          </a:prstGeom>
          <a:gradFill flip="none" rotWithShape="1">
            <a:gsLst>
              <a:gs pos="99000">
                <a:srgbClr val="004E97"/>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26" name="组合 25">
            <a:extLst>
              <a:ext uri="{FF2B5EF4-FFF2-40B4-BE49-F238E27FC236}">
                <a16:creationId xmlns:a16="http://schemas.microsoft.com/office/drawing/2014/main" id="{19E0958A-8BCC-4E44-B0A4-EC745714753A}"/>
              </a:ext>
            </a:extLst>
          </p:cNvPr>
          <p:cNvGrpSpPr/>
          <p:nvPr/>
        </p:nvGrpSpPr>
        <p:grpSpPr>
          <a:xfrm>
            <a:off x="-830385" y="475046"/>
            <a:ext cx="1660770" cy="167665"/>
            <a:chOff x="6429877" y="2075668"/>
            <a:chExt cx="1982046" cy="109699"/>
          </a:xfrm>
          <a:solidFill>
            <a:srgbClr val="004E98"/>
          </a:solidFill>
        </p:grpSpPr>
        <p:sp>
          <p:nvSpPr>
            <p:cNvPr id="27" name="矩形: 圆角 26">
              <a:extLst>
                <a:ext uri="{FF2B5EF4-FFF2-40B4-BE49-F238E27FC236}">
                  <a16:creationId xmlns:a16="http://schemas.microsoft.com/office/drawing/2014/main" id="{CA545B98-AE91-AE47-BD4F-F6559CEEDB79}"/>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28" name="矩形: 圆角 41">
              <a:extLst>
                <a:ext uri="{FF2B5EF4-FFF2-40B4-BE49-F238E27FC236}">
                  <a16:creationId xmlns:a16="http://schemas.microsoft.com/office/drawing/2014/main" id="{EC342BC3-5A57-FF47-A666-FEC88CCCC86F}"/>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29" name="矩形: 圆角 42">
              <a:extLst>
                <a:ext uri="{FF2B5EF4-FFF2-40B4-BE49-F238E27FC236}">
                  <a16:creationId xmlns:a16="http://schemas.microsoft.com/office/drawing/2014/main" id="{BEDC43CB-B1F1-2B46-AD4C-2AFFBAFA8C4B}"/>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30" name="文本框 29">
            <a:extLst>
              <a:ext uri="{FF2B5EF4-FFF2-40B4-BE49-F238E27FC236}">
                <a16:creationId xmlns:a16="http://schemas.microsoft.com/office/drawing/2014/main" id="{6945D9B5-4540-FF47-8ED7-6103AB06061D}"/>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31" name="图片 30">
            <a:extLst>
              <a:ext uri="{FF2B5EF4-FFF2-40B4-BE49-F238E27FC236}">
                <a16:creationId xmlns:a16="http://schemas.microsoft.com/office/drawing/2014/main" id="{4A075AA8-3663-BB49-9FFD-F22A5482929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32" name="直线连接符 31">
            <a:extLst>
              <a:ext uri="{FF2B5EF4-FFF2-40B4-BE49-F238E27FC236}">
                <a16:creationId xmlns:a16="http://schemas.microsoft.com/office/drawing/2014/main" id="{CC5C2211-3AF1-344B-BD97-F760628A8582}"/>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0C2C0641-42C9-014B-BD62-A1ED8EA8EE9B}"/>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4" name="文本框 33">
            <a:extLst>
              <a:ext uri="{FF2B5EF4-FFF2-40B4-BE49-F238E27FC236}">
                <a16:creationId xmlns:a16="http://schemas.microsoft.com/office/drawing/2014/main" id="{C044E84B-7002-E949-932D-3D1F0EEDE5AA}"/>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2326425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a:extLst>
              <a:ext uri="{FF2B5EF4-FFF2-40B4-BE49-F238E27FC236}">
                <a16:creationId xmlns:a16="http://schemas.microsoft.com/office/drawing/2014/main" id="{C65CE7DA-CED2-6E4F-AF3C-C2887870A22E}"/>
              </a:ext>
            </a:extLst>
          </p:cNvPr>
          <p:cNvSpPr/>
          <p:nvPr/>
        </p:nvSpPr>
        <p:spPr>
          <a:xfrm>
            <a:off x="7654925" y="1387357"/>
            <a:ext cx="3933952" cy="4340352"/>
          </a:xfrm>
          <a:prstGeom prst="roundRect">
            <a:avLst>
              <a:gd name="adj" fmla="val 2204"/>
            </a:avLst>
          </a:prstGeom>
          <a:solidFill>
            <a:srgbClr val="004E98">
              <a:alpha val="15000"/>
            </a:srgbClr>
          </a:solidFill>
          <a:ln w="12700" cap="flat" cmpd="sng" algn="ctr">
            <a:solidFill>
              <a:srgbClr val="004E98">
                <a:alpha val="20000"/>
              </a:srgbClr>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endParaRPr lang="zh-CN" altLang="en-US" sz="2400" kern="0">
              <a:solidFill>
                <a:prstClr val="white"/>
              </a:solidFill>
              <a:latin typeface="OPPOSans R"/>
              <a:ea typeface="OPPOSans R"/>
            </a:endParaRPr>
          </a:p>
        </p:txBody>
      </p:sp>
      <p:grpSp>
        <p:nvGrpSpPr>
          <p:cNvPr id="2" name="íṣlîďe">
            <a:extLst>
              <a:ext uri="{FF2B5EF4-FFF2-40B4-BE49-F238E27FC236}">
                <a16:creationId xmlns:a16="http://schemas.microsoft.com/office/drawing/2014/main" id="{8DA19DEC-E146-DB42-8F5E-103EFE327D1C}"/>
              </a:ext>
            </a:extLst>
          </p:cNvPr>
          <p:cNvGrpSpPr/>
          <p:nvPr/>
        </p:nvGrpSpPr>
        <p:grpSpPr>
          <a:xfrm>
            <a:off x="695325" y="3038863"/>
            <a:ext cx="6959600" cy="673103"/>
            <a:chOff x="673100" y="3244849"/>
            <a:chExt cx="6959600" cy="673102"/>
          </a:xfrm>
        </p:grpSpPr>
        <p:cxnSp>
          <p:nvCxnSpPr>
            <p:cNvPr id="3" name="直接连接符 23">
              <a:extLst>
                <a:ext uri="{FF2B5EF4-FFF2-40B4-BE49-F238E27FC236}">
                  <a16:creationId xmlns:a16="http://schemas.microsoft.com/office/drawing/2014/main" id="{57DFF92B-D7DF-4643-B8C9-403EA9364DDD}"/>
                </a:ext>
              </a:extLst>
            </p:cNvPr>
            <p:cNvCxnSpPr/>
            <p:nvPr/>
          </p:nvCxnSpPr>
          <p:spPr>
            <a:xfrm>
              <a:off x="673100" y="3581400"/>
              <a:ext cx="69596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 name="iṡľîḋè">
              <a:extLst>
                <a:ext uri="{FF2B5EF4-FFF2-40B4-BE49-F238E27FC236}">
                  <a16:creationId xmlns:a16="http://schemas.microsoft.com/office/drawing/2014/main" id="{456FFBF7-6859-904E-B3E9-46A249327D50}"/>
                </a:ext>
              </a:extLst>
            </p:cNvPr>
            <p:cNvSpPr/>
            <p:nvPr/>
          </p:nvSpPr>
          <p:spPr>
            <a:xfrm>
              <a:off x="919161" y="3244849"/>
              <a:ext cx="673102" cy="673102"/>
            </a:xfrm>
            <a:prstGeom prst="ellipse">
              <a:avLst/>
            </a:prstGeom>
            <a:solidFill>
              <a:srgbClr val="004E97"/>
            </a:solidFill>
            <a:ln w="38100">
              <a:solidFill>
                <a:schemeClr val="bg1">
                  <a:lumMod val="9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32"/>
              <a:r>
                <a:rPr lang="en-US" altLang="zh-CN" sz="2000" b="1" dirty="0">
                  <a:solidFill>
                    <a:schemeClr val="bg1"/>
                  </a:solidFill>
                  <a:latin typeface="Didot" panose="02000503000000020003" pitchFamily="2" charset="0"/>
                </a:rPr>
                <a:t>0</a:t>
              </a:r>
              <a:r>
                <a:rPr lang="en-US" altLang="zh-CN" sz="133" b="1" dirty="0">
                  <a:solidFill>
                    <a:schemeClr val="bg1"/>
                  </a:solidFill>
                  <a:latin typeface="Didot" panose="02000503000000020003" pitchFamily="2" charset="0"/>
                </a:rPr>
                <a:t> </a:t>
              </a:r>
              <a:r>
                <a:rPr lang="en-US" altLang="zh-CN" sz="2000" b="1" dirty="0">
                  <a:solidFill>
                    <a:schemeClr val="bg1"/>
                  </a:solidFill>
                  <a:latin typeface="Didot" panose="02000503000000020003" pitchFamily="2" charset="0"/>
                </a:rPr>
                <a:t>1</a:t>
              </a:r>
              <a:endParaRPr lang="zh-CN" altLang="en-US" sz="2000" b="1" dirty="0">
                <a:solidFill>
                  <a:schemeClr val="bg1"/>
                </a:solidFill>
                <a:latin typeface="Didot" panose="02000503000000020003" pitchFamily="2" charset="0"/>
              </a:endParaRPr>
            </a:p>
          </p:txBody>
        </p:sp>
        <p:sp>
          <p:nvSpPr>
            <p:cNvPr id="5" name="ï$ļïḋe">
              <a:extLst>
                <a:ext uri="{FF2B5EF4-FFF2-40B4-BE49-F238E27FC236}">
                  <a16:creationId xmlns:a16="http://schemas.microsoft.com/office/drawing/2014/main" id="{3FC6EFBC-6B4B-F647-980C-57CEFD287CE1}"/>
                </a:ext>
              </a:extLst>
            </p:cNvPr>
            <p:cNvSpPr/>
            <p:nvPr/>
          </p:nvSpPr>
          <p:spPr>
            <a:xfrm>
              <a:off x="3213098" y="3244849"/>
              <a:ext cx="673102" cy="673102"/>
            </a:xfrm>
            <a:prstGeom prst="ellipse">
              <a:avLst/>
            </a:prstGeom>
            <a:solidFill>
              <a:srgbClr val="004E97"/>
            </a:solidFill>
            <a:ln w="38100">
              <a:solidFill>
                <a:schemeClr val="bg1">
                  <a:lumMod val="9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32"/>
              <a:r>
                <a:rPr lang="en-US" altLang="zh-CN" sz="2000" b="1" dirty="0">
                  <a:solidFill>
                    <a:schemeClr val="bg1"/>
                  </a:solidFill>
                  <a:latin typeface="Didot" panose="02000503000000020003" pitchFamily="2" charset="0"/>
                </a:rPr>
                <a:t>0</a:t>
              </a:r>
              <a:r>
                <a:rPr lang="en-US" altLang="zh-CN" sz="133" b="1" dirty="0">
                  <a:solidFill>
                    <a:schemeClr val="bg1"/>
                  </a:solidFill>
                  <a:latin typeface="Didot" panose="02000503000000020003" pitchFamily="2" charset="0"/>
                </a:rPr>
                <a:t> </a:t>
              </a:r>
              <a:r>
                <a:rPr lang="en-US" altLang="zh-CN" sz="2000" b="1" dirty="0">
                  <a:solidFill>
                    <a:schemeClr val="bg1"/>
                  </a:solidFill>
                  <a:latin typeface="Didot" panose="02000503000000020003" pitchFamily="2" charset="0"/>
                </a:rPr>
                <a:t>2</a:t>
              </a:r>
              <a:endParaRPr lang="zh-CN" altLang="en-US" sz="2000" b="1" dirty="0">
                <a:solidFill>
                  <a:schemeClr val="bg1"/>
                </a:solidFill>
                <a:latin typeface="Didot" panose="02000503000000020003" pitchFamily="2" charset="0"/>
              </a:endParaRPr>
            </a:p>
          </p:txBody>
        </p:sp>
        <p:sp>
          <p:nvSpPr>
            <p:cNvPr id="6" name="í$ļïḋe">
              <a:extLst>
                <a:ext uri="{FF2B5EF4-FFF2-40B4-BE49-F238E27FC236}">
                  <a16:creationId xmlns:a16="http://schemas.microsoft.com/office/drawing/2014/main" id="{41288697-9523-E643-8001-E87A128A726B}"/>
                </a:ext>
              </a:extLst>
            </p:cNvPr>
            <p:cNvSpPr/>
            <p:nvPr/>
          </p:nvSpPr>
          <p:spPr>
            <a:xfrm>
              <a:off x="5507035" y="3244849"/>
              <a:ext cx="673102" cy="673102"/>
            </a:xfrm>
            <a:prstGeom prst="ellipse">
              <a:avLst/>
            </a:prstGeom>
            <a:solidFill>
              <a:srgbClr val="004E97"/>
            </a:solidFill>
            <a:ln w="38100">
              <a:solidFill>
                <a:schemeClr val="bg1">
                  <a:lumMod val="9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32"/>
              <a:r>
                <a:rPr lang="en-US" altLang="zh-CN" sz="2000" b="1" dirty="0">
                  <a:solidFill>
                    <a:schemeClr val="bg1"/>
                  </a:solidFill>
                  <a:latin typeface="Didot" panose="02000503000000020003" pitchFamily="2" charset="0"/>
                </a:rPr>
                <a:t>0</a:t>
              </a:r>
              <a:r>
                <a:rPr lang="en-US" altLang="zh-CN" sz="133" b="1" dirty="0">
                  <a:solidFill>
                    <a:schemeClr val="bg1"/>
                  </a:solidFill>
                  <a:latin typeface="Didot" panose="02000503000000020003" pitchFamily="2" charset="0"/>
                </a:rPr>
                <a:t> </a:t>
              </a:r>
              <a:r>
                <a:rPr lang="en-US" altLang="zh-CN" sz="2000" b="1" dirty="0">
                  <a:solidFill>
                    <a:schemeClr val="bg1"/>
                  </a:solidFill>
                  <a:latin typeface="Didot" panose="02000503000000020003" pitchFamily="2" charset="0"/>
                </a:rPr>
                <a:t>3</a:t>
              </a:r>
              <a:endParaRPr lang="zh-CN" altLang="en-US" sz="2000" b="1" dirty="0">
                <a:solidFill>
                  <a:schemeClr val="bg1"/>
                </a:solidFill>
                <a:latin typeface="Didot" panose="02000503000000020003" pitchFamily="2" charset="0"/>
              </a:endParaRPr>
            </a:p>
          </p:txBody>
        </p:sp>
      </p:grpSp>
      <p:sp>
        <p:nvSpPr>
          <p:cNvPr id="14" name="矩形 13">
            <a:extLst>
              <a:ext uri="{FF2B5EF4-FFF2-40B4-BE49-F238E27FC236}">
                <a16:creationId xmlns:a16="http://schemas.microsoft.com/office/drawing/2014/main" id="{476AB0C1-9A11-DA43-A0A4-7551B1527C49}"/>
              </a:ext>
            </a:extLst>
          </p:cNvPr>
          <p:cNvSpPr/>
          <p:nvPr/>
        </p:nvSpPr>
        <p:spPr>
          <a:xfrm>
            <a:off x="941388" y="1572791"/>
            <a:ext cx="5860145" cy="614912"/>
          </a:xfrm>
          <a:prstGeom prst="rect">
            <a:avLst/>
          </a:prstGeom>
        </p:spPr>
        <p:txBody>
          <a:bodyPr wrap="square">
            <a:spAutoFit/>
          </a:bodyPr>
          <a:lstStyle/>
          <a:p>
            <a:pPr>
              <a:lnSpc>
                <a:spcPct val="150000"/>
              </a:lnSpc>
            </a:pPr>
            <a:r>
              <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15" name="文本框 14">
            <a:extLst>
              <a:ext uri="{FF2B5EF4-FFF2-40B4-BE49-F238E27FC236}">
                <a16:creationId xmlns:a16="http://schemas.microsoft.com/office/drawing/2014/main" id="{117D6AA1-43DE-424D-8433-CBDAFF78E1E7}"/>
              </a:ext>
            </a:extLst>
          </p:cNvPr>
          <p:cNvSpPr txBox="1"/>
          <p:nvPr/>
        </p:nvSpPr>
        <p:spPr>
          <a:xfrm>
            <a:off x="908876" y="3962176"/>
            <a:ext cx="2492049" cy="338554"/>
          </a:xfrm>
          <a:prstGeom prst="rect">
            <a:avLst/>
          </a:prstGeom>
          <a:noFill/>
        </p:spPr>
        <p:txBody>
          <a:bodyPr wrap="square" rtlCol="0">
            <a:spAutoFit/>
          </a:bodyPr>
          <a:lstStyle/>
          <a:p>
            <a:r>
              <a:rPr kumimoji="1" lang="zh-CN" altLang="en-US" sz="16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16" name="矩形 15">
            <a:extLst>
              <a:ext uri="{FF2B5EF4-FFF2-40B4-BE49-F238E27FC236}">
                <a16:creationId xmlns:a16="http://schemas.microsoft.com/office/drawing/2014/main" id="{16793E8A-6518-6140-A2BB-BB1D5660D4CA}"/>
              </a:ext>
            </a:extLst>
          </p:cNvPr>
          <p:cNvSpPr/>
          <p:nvPr/>
        </p:nvSpPr>
        <p:spPr>
          <a:xfrm>
            <a:off x="908875" y="4353050"/>
            <a:ext cx="1952181" cy="1722908"/>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17" name="文本框 16">
            <a:extLst>
              <a:ext uri="{FF2B5EF4-FFF2-40B4-BE49-F238E27FC236}">
                <a16:creationId xmlns:a16="http://schemas.microsoft.com/office/drawing/2014/main" id="{F991F1D5-4365-BF49-AC41-7842ACA3A7F0}"/>
              </a:ext>
            </a:extLst>
          </p:cNvPr>
          <p:cNvSpPr txBox="1"/>
          <p:nvPr/>
        </p:nvSpPr>
        <p:spPr>
          <a:xfrm>
            <a:off x="3150758" y="3916008"/>
            <a:ext cx="2492049" cy="338554"/>
          </a:xfrm>
          <a:prstGeom prst="rect">
            <a:avLst/>
          </a:prstGeom>
          <a:noFill/>
        </p:spPr>
        <p:txBody>
          <a:bodyPr wrap="square" rtlCol="0">
            <a:spAutoFit/>
          </a:bodyPr>
          <a:lstStyle/>
          <a:p>
            <a:r>
              <a:rPr kumimoji="1" lang="zh-CN" altLang="en-US" sz="16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19" name="文本框 18">
            <a:extLst>
              <a:ext uri="{FF2B5EF4-FFF2-40B4-BE49-F238E27FC236}">
                <a16:creationId xmlns:a16="http://schemas.microsoft.com/office/drawing/2014/main" id="{A9F25AAA-2923-B34C-9CF1-0541322C37F7}"/>
              </a:ext>
            </a:extLst>
          </p:cNvPr>
          <p:cNvSpPr txBox="1"/>
          <p:nvPr/>
        </p:nvSpPr>
        <p:spPr>
          <a:xfrm>
            <a:off x="5392641" y="3906760"/>
            <a:ext cx="2492049" cy="338554"/>
          </a:xfrm>
          <a:prstGeom prst="rect">
            <a:avLst/>
          </a:prstGeom>
          <a:noFill/>
        </p:spPr>
        <p:txBody>
          <a:bodyPr wrap="square" rtlCol="0">
            <a:spAutoFit/>
          </a:bodyPr>
          <a:lstStyle/>
          <a:p>
            <a:r>
              <a:rPr kumimoji="1" lang="zh-CN" altLang="en-US" sz="16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grpSp>
        <p:nvGrpSpPr>
          <p:cNvPr id="21" name="组合 20">
            <a:extLst>
              <a:ext uri="{FF2B5EF4-FFF2-40B4-BE49-F238E27FC236}">
                <a16:creationId xmlns:a16="http://schemas.microsoft.com/office/drawing/2014/main" id="{0611C8F0-E342-D44C-AA52-026CA31D9D9F}"/>
              </a:ext>
            </a:extLst>
          </p:cNvPr>
          <p:cNvGrpSpPr/>
          <p:nvPr/>
        </p:nvGrpSpPr>
        <p:grpSpPr>
          <a:xfrm>
            <a:off x="-830385" y="475046"/>
            <a:ext cx="1660770" cy="167665"/>
            <a:chOff x="6429877" y="2075668"/>
            <a:chExt cx="1982046" cy="109699"/>
          </a:xfrm>
          <a:solidFill>
            <a:srgbClr val="004E98"/>
          </a:solidFill>
        </p:grpSpPr>
        <p:sp>
          <p:nvSpPr>
            <p:cNvPr id="22" name="矩形: 圆角 26">
              <a:extLst>
                <a:ext uri="{FF2B5EF4-FFF2-40B4-BE49-F238E27FC236}">
                  <a16:creationId xmlns:a16="http://schemas.microsoft.com/office/drawing/2014/main" id="{4EFD599E-5A07-6042-97B0-4C6DFD124FEA}"/>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23" name="矩形: 圆角 41">
              <a:extLst>
                <a:ext uri="{FF2B5EF4-FFF2-40B4-BE49-F238E27FC236}">
                  <a16:creationId xmlns:a16="http://schemas.microsoft.com/office/drawing/2014/main" id="{3476E405-8FD1-914C-8264-309AEC201BD1}"/>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24" name="矩形: 圆角 42">
              <a:extLst>
                <a:ext uri="{FF2B5EF4-FFF2-40B4-BE49-F238E27FC236}">
                  <a16:creationId xmlns:a16="http://schemas.microsoft.com/office/drawing/2014/main" id="{1E028986-3551-284A-A542-584D19564F23}"/>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25" name="文本框 24">
            <a:extLst>
              <a:ext uri="{FF2B5EF4-FFF2-40B4-BE49-F238E27FC236}">
                <a16:creationId xmlns:a16="http://schemas.microsoft.com/office/drawing/2014/main" id="{C288536E-125E-784F-B3DC-CE03177D53F4}"/>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26" name="图片 25">
            <a:extLst>
              <a:ext uri="{FF2B5EF4-FFF2-40B4-BE49-F238E27FC236}">
                <a16:creationId xmlns:a16="http://schemas.microsoft.com/office/drawing/2014/main" id="{6F8B22ED-A728-394D-A4F1-15B23C23C43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27" name="直线连接符 26">
            <a:extLst>
              <a:ext uri="{FF2B5EF4-FFF2-40B4-BE49-F238E27FC236}">
                <a16:creationId xmlns:a16="http://schemas.microsoft.com/office/drawing/2014/main" id="{191DC105-EFA9-0343-8112-89BA1F78C1EE}"/>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52EFB40F-E435-FF49-AD43-B216BD7247FB}"/>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文本框 28">
            <a:extLst>
              <a:ext uri="{FF2B5EF4-FFF2-40B4-BE49-F238E27FC236}">
                <a16:creationId xmlns:a16="http://schemas.microsoft.com/office/drawing/2014/main" id="{4DD452F4-A686-B94B-B9F8-6129F6A990B8}"/>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pic>
        <p:nvPicPr>
          <p:cNvPr id="31" name="图片 30">
            <a:extLst>
              <a:ext uri="{FF2B5EF4-FFF2-40B4-BE49-F238E27FC236}">
                <a16:creationId xmlns:a16="http://schemas.microsoft.com/office/drawing/2014/main" id="{C7719828-A98F-7443-A7F7-F5291F56335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387808" y="1574957"/>
            <a:ext cx="4002998" cy="4682102"/>
          </a:xfrm>
          <a:prstGeom prst="roundRect">
            <a:avLst>
              <a:gd name="adj" fmla="val 6589"/>
            </a:avLst>
          </a:prstGeom>
        </p:spPr>
      </p:pic>
      <p:sp>
        <p:nvSpPr>
          <p:cNvPr id="30" name="矩形 29">
            <a:extLst>
              <a:ext uri="{FF2B5EF4-FFF2-40B4-BE49-F238E27FC236}">
                <a16:creationId xmlns:a16="http://schemas.microsoft.com/office/drawing/2014/main" id="{DFAC0750-B70A-4645-BDAA-3E11371F608C}"/>
              </a:ext>
            </a:extLst>
          </p:cNvPr>
          <p:cNvSpPr/>
          <p:nvPr/>
        </p:nvSpPr>
        <p:spPr>
          <a:xfrm>
            <a:off x="3128173" y="4353050"/>
            <a:ext cx="1952181" cy="1722908"/>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32" name="矩形 31">
            <a:extLst>
              <a:ext uri="{FF2B5EF4-FFF2-40B4-BE49-F238E27FC236}">
                <a16:creationId xmlns:a16="http://schemas.microsoft.com/office/drawing/2014/main" id="{64D3734F-8685-4D88-9FED-4601B91711B9}"/>
              </a:ext>
            </a:extLst>
          </p:cNvPr>
          <p:cNvSpPr/>
          <p:nvPr/>
        </p:nvSpPr>
        <p:spPr>
          <a:xfrm>
            <a:off x="5397245" y="4353050"/>
            <a:ext cx="1952181" cy="1722908"/>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Tree>
    <p:extLst>
      <p:ext uri="{BB962C8B-B14F-4D97-AF65-F5344CB8AC3E}">
        <p14:creationId xmlns:p14="http://schemas.microsoft.com/office/powerpoint/2010/main" val="1798774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a:extLst>
              <a:ext uri="{FF2B5EF4-FFF2-40B4-BE49-F238E27FC236}">
                <a16:creationId xmlns:a16="http://schemas.microsoft.com/office/drawing/2014/main" id="{05AF55E9-ACD0-034B-8547-0F4287688561}"/>
              </a:ext>
            </a:extLst>
          </p:cNvPr>
          <p:cNvSpPr/>
          <p:nvPr/>
        </p:nvSpPr>
        <p:spPr>
          <a:xfrm>
            <a:off x="754800" y="1723136"/>
            <a:ext cx="3130385" cy="3608832"/>
          </a:xfrm>
          <a:prstGeom prst="roundRect">
            <a:avLst>
              <a:gd name="adj" fmla="val 8878"/>
            </a:avLst>
          </a:prstGeom>
          <a:noFill/>
          <a:ln>
            <a:solidFill>
              <a:srgbClr val="004E98"/>
            </a:solidFill>
          </a:ln>
          <a:effectLst>
            <a:outerShdw blurRad="50800" dist="38100" dir="16200000" rotWithShape="0">
              <a:srgbClr val="004E9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9" name="圆角矩形 8">
            <a:extLst>
              <a:ext uri="{FF2B5EF4-FFF2-40B4-BE49-F238E27FC236}">
                <a16:creationId xmlns:a16="http://schemas.microsoft.com/office/drawing/2014/main" id="{9E1E7374-C733-1547-806B-593ACB41BAA8}"/>
              </a:ext>
            </a:extLst>
          </p:cNvPr>
          <p:cNvSpPr/>
          <p:nvPr/>
        </p:nvSpPr>
        <p:spPr>
          <a:xfrm flipH="1" flipV="1">
            <a:off x="844576" y="1820874"/>
            <a:ext cx="2950829" cy="495396"/>
          </a:xfrm>
          <a:prstGeom prst="roundRect">
            <a:avLst>
              <a:gd name="adj" fmla="val 50000"/>
            </a:avLst>
          </a:prstGeom>
          <a:gradFill flip="none" rotWithShape="1">
            <a:gsLst>
              <a:gs pos="99000">
                <a:srgbClr val="004E97"/>
              </a:gs>
              <a:gs pos="0">
                <a:srgbClr val="004E9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0" name="矩形 9">
            <a:extLst>
              <a:ext uri="{FF2B5EF4-FFF2-40B4-BE49-F238E27FC236}">
                <a16:creationId xmlns:a16="http://schemas.microsoft.com/office/drawing/2014/main" id="{2BE714A4-4AE5-5E48-A280-A61B0239401A}"/>
              </a:ext>
            </a:extLst>
          </p:cNvPr>
          <p:cNvSpPr/>
          <p:nvPr/>
        </p:nvSpPr>
        <p:spPr>
          <a:xfrm>
            <a:off x="847029" y="2482803"/>
            <a:ext cx="2889923" cy="1168910"/>
          </a:xfrm>
          <a:prstGeom prst="rect">
            <a:avLst/>
          </a:prstGeom>
        </p:spPr>
        <p:txBody>
          <a:bodyPr wrap="square">
            <a:spAutoFit/>
          </a:bodyPr>
          <a:lstStyle/>
          <a:p>
            <a:pPr marL="228594" indent="-228594">
              <a:lnSpc>
                <a:spcPct val="150000"/>
              </a:lnSpc>
              <a:buClr>
                <a:srgbClr val="004E98"/>
              </a:buClr>
              <a:buFont typeface="Wingdings" pitchFamily="2" charset="2"/>
              <a:buChar char="l"/>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11" name="矩形 10">
            <a:extLst>
              <a:ext uri="{FF2B5EF4-FFF2-40B4-BE49-F238E27FC236}">
                <a16:creationId xmlns:a16="http://schemas.microsoft.com/office/drawing/2014/main" id="{FBF0E68B-3545-FD43-AF67-8E8E31D08727}"/>
              </a:ext>
            </a:extLst>
          </p:cNvPr>
          <p:cNvSpPr/>
          <p:nvPr/>
        </p:nvSpPr>
        <p:spPr>
          <a:xfrm>
            <a:off x="833374" y="3957276"/>
            <a:ext cx="2889923" cy="1168910"/>
          </a:xfrm>
          <a:prstGeom prst="rect">
            <a:avLst/>
          </a:prstGeom>
        </p:spPr>
        <p:txBody>
          <a:bodyPr wrap="square">
            <a:spAutoFit/>
          </a:bodyPr>
          <a:lstStyle/>
          <a:p>
            <a:pPr marL="228594" indent="-228594">
              <a:lnSpc>
                <a:spcPct val="150000"/>
              </a:lnSpc>
              <a:buClr>
                <a:srgbClr val="004E98"/>
              </a:buClr>
              <a:buFont typeface="Wingdings" pitchFamily="2" charset="2"/>
              <a:buChar char="l"/>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14" name="任意形状 13">
            <a:extLst>
              <a:ext uri="{FF2B5EF4-FFF2-40B4-BE49-F238E27FC236}">
                <a16:creationId xmlns:a16="http://schemas.microsoft.com/office/drawing/2014/main" id="{0DFE0EEC-E60A-AE43-A4A0-5D82F1BEE3E7}"/>
              </a:ext>
            </a:extLst>
          </p:cNvPr>
          <p:cNvSpPr/>
          <p:nvPr/>
        </p:nvSpPr>
        <p:spPr>
          <a:xfrm>
            <a:off x="4920702" y="2145791"/>
            <a:ext cx="2350596" cy="195071"/>
          </a:xfrm>
          <a:custGeom>
            <a:avLst/>
            <a:gdLst>
              <a:gd name="connsiteX0" fmla="*/ 1307073 w 1762947"/>
              <a:gd name="connsiteY0" fmla="*/ 0 h 236418"/>
              <a:gd name="connsiteX1" fmla="*/ 1762947 w 1762947"/>
              <a:gd name="connsiteY1" fmla="*/ 236418 h 236418"/>
              <a:gd name="connsiteX2" fmla="*/ 0 w 1762947"/>
              <a:gd name="connsiteY2" fmla="*/ 236418 h 236418"/>
              <a:gd name="connsiteX3" fmla="*/ 0 w 1762947"/>
              <a:gd name="connsiteY3" fmla="*/ 118209 h 236418"/>
              <a:gd name="connsiteX4" fmla="*/ 1307073 w 1762947"/>
              <a:gd name="connsiteY4" fmla="*/ 118209 h 236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2947" h="236418">
                <a:moveTo>
                  <a:pt x="1307073" y="0"/>
                </a:moveTo>
                <a:lnTo>
                  <a:pt x="1762947" y="236418"/>
                </a:lnTo>
                <a:lnTo>
                  <a:pt x="0" y="236418"/>
                </a:lnTo>
                <a:lnTo>
                  <a:pt x="0" y="118209"/>
                </a:lnTo>
                <a:lnTo>
                  <a:pt x="1307073" y="118209"/>
                </a:lnTo>
                <a:close/>
              </a:path>
            </a:pathLst>
          </a:custGeom>
          <a:gradFill>
            <a:gsLst>
              <a:gs pos="99000">
                <a:srgbClr val="004E97"/>
              </a:gs>
              <a:gs pos="0">
                <a:srgbClr val="CB0B0A">
                  <a:alpha val="6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任意形状 14">
            <a:extLst>
              <a:ext uri="{FF2B5EF4-FFF2-40B4-BE49-F238E27FC236}">
                <a16:creationId xmlns:a16="http://schemas.microsoft.com/office/drawing/2014/main" id="{F4388D64-E99E-5C42-8CC4-DBA5F9681CAD}"/>
              </a:ext>
            </a:extLst>
          </p:cNvPr>
          <p:cNvSpPr/>
          <p:nvPr/>
        </p:nvSpPr>
        <p:spPr>
          <a:xfrm flipH="1" flipV="1">
            <a:off x="4920702" y="4193033"/>
            <a:ext cx="2350596" cy="195071"/>
          </a:xfrm>
          <a:custGeom>
            <a:avLst/>
            <a:gdLst>
              <a:gd name="connsiteX0" fmla="*/ 1307073 w 1762947"/>
              <a:gd name="connsiteY0" fmla="*/ 0 h 236418"/>
              <a:gd name="connsiteX1" fmla="*/ 1762947 w 1762947"/>
              <a:gd name="connsiteY1" fmla="*/ 236418 h 236418"/>
              <a:gd name="connsiteX2" fmla="*/ 0 w 1762947"/>
              <a:gd name="connsiteY2" fmla="*/ 236418 h 236418"/>
              <a:gd name="connsiteX3" fmla="*/ 0 w 1762947"/>
              <a:gd name="connsiteY3" fmla="*/ 118209 h 236418"/>
              <a:gd name="connsiteX4" fmla="*/ 1307073 w 1762947"/>
              <a:gd name="connsiteY4" fmla="*/ 118209 h 236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2947" h="236418">
                <a:moveTo>
                  <a:pt x="1307073" y="0"/>
                </a:moveTo>
                <a:lnTo>
                  <a:pt x="1762947" y="236418"/>
                </a:lnTo>
                <a:lnTo>
                  <a:pt x="0" y="236418"/>
                </a:lnTo>
                <a:lnTo>
                  <a:pt x="0" y="118209"/>
                </a:lnTo>
                <a:lnTo>
                  <a:pt x="1307073" y="118209"/>
                </a:lnTo>
                <a:close/>
              </a:path>
            </a:pathLst>
          </a:custGeom>
          <a:gradFill>
            <a:gsLst>
              <a:gs pos="99000">
                <a:srgbClr val="004E97"/>
              </a:gs>
              <a:gs pos="0">
                <a:srgbClr val="CB0B0A">
                  <a:alpha val="6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6" name="文本框 15">
            <a:extLst>
              <a:ext uri="{FF2B5EF4-FFF2-40B4-BE49-F238E27FC236}">
                <a16:creationId xmlns:a16="http://schemas.microsoft.com/office/drawing/2014/main" id="{924C849F-0CA0-3A43-A6BE-D766D8769009}"/>
              </a:ext>
            </a:extLst>
          </p:cNvPr>
          <p:cNvSpPr txBox="1"/>
          <p:nvPr/>
        </p:nvSpPr>
        <p:spPr>
          <a:xfrm>
            <a:off x="1047154" y="1886716"/>
            <a:ext cx="2492049" cy="379656"/>
          </a:xfrm>
          <a:prstGeom prst="rect">
            <a:avLst/>
          </a:prstGeom>
          <a:noFill/>
        </p:spPr>
        <p:txBody>
          <a:bodyPr wrap="square" rtlCol="0">
            <a:spAutoFit/>
          </a:bodyPr>
          <a:lstStyle/>
          <a:p>
            <a:pPr algn="ctr"/>
            <a:r>
              <a:rPr kumimoji="1" lang="zh-CN" altLang="en-US" sz="1867" b="1" dirty="0">
                <a:solidFill>
                  <a:schemeClr val="bg1"/>
                </a:solidFill>
                <a:latin typeface="FZZhengHeiS-DB-GB" panose="02000000000000000000" pitchFamily="2" charset="-122"/>
                <a:ea typeface="FZZhengHeiS-DB-GB" panose="02000000000000000000" pitchFamily="2" charset="-122"/>
              </a:rPr>
              <a:t>添加标题文字</a:t>
            </a:r>
          </a:p>
        </p:txBody>
      </p:sp>
      <p:sp>
        <p:nvSpPr>
          <p:cNvPr id="17" name="圆角矩形 16">
            <a:extLst>
              <a:ext uri="{FF2B5EF4-FFF2-40B4-BE49-F238E27FC236}">
                <a16:creationId xmlns:a16="http://schemas.microsoft.com/office/drawing/2014/main" id="{BD3269B3-2903-A146-B11C-221BAE9E14EB}"/>
              </a:ext>
            </a:extLst>
          </p:cNvPr>
          <p:cNvSpPr/>
          <p:nvPr/>
        </p:nvSpPr>
        <p:spPr>
          <a:xfrm>
            <a:off x="8213398" y="1723136"/>
            <a:ext cx="3130385" cy="3608832"/>
          </a:xfrm>
          <a:prstGeom prst="roundRect">
            <a:avLst>
              <a:gd name="adj" fmla="val 8878"/>
            </a:avLst>
          </a:prstGeom>
          <a:noFill/>
          <a:ln>
            <a:solidFill>
              <a:srgbClr val="004E98"/>
            </a:solidFill>
          </a:ln>
          <a:effectLst>
            <a:outerShdw blurRad="50800" dist="38100" dir="16200000" rotWithShape="0">
              <a:srgbClr val="004E97">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8" name="圆角矩形 17">
            <a:extLst>
              <a:ext uri="{FF2B5EF4-FFF2-40B4-BE49-F238E27FC236}">
                <a16:creationId xmlns:a16="http://schemas.microsoft.com/office/drawing/2014/main" id="{811B9773-0214-BA43-8BE8-D65B85EDF9A1}"/>
              </a:ext>
            </a:extLst>
          </p:cNvPr>
          <p:cNvSpPr/>
          <p:nvPr/>
        </p:nvSpPr>
        <p:spPr>
          <a:xfrm flipH="1" flipV="1">
            <a:off x="8303175" y="1820874"/>
            <a:ext cx="2950829" cy="495396"/>
          </a:xfrm>
          <a:prstGeom prst="roundRect">
            <a:avLst>
              <a:gd name="adj" fmla="val 50000"/>
            </a:avLst>
          </a:prstGeom>
          <a:gradFill flip="none" rotWithShape="1">
            <a:gsLst>
              <a:gs pos="99000">
                <a:srgbClr val="004E97"/>
              </a:gs>
              <a:gs pos="0">
                <a:srgbClr val="004E9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1" name="文本框 20">
            <a:extLst>
              <a:ext uri="{FF2B5EF4-FFF2-40B4-BE49-F238E27FC236}">
                <a16:creationId xmlns:a16="http://schemas.microsoft.com/office/drawing/2014/main" id="{E5E9F9E6-6C1B-354E-BDC2-238C3F6BA7BC}"/>
              </a:ext>
            </a:extLst>
          </p:cNvPr>
          <p:cNvSpPr txBox="1"/>
          <p:nvPr/>
        </p:nvSpPr>
        <p:spPr>
          <a:xfrm>
            <a:off x="8505753" y="1886716"/>
            <a:ext cx="2492049" cy="379656"/>
          </a:xfrm>
          <a:prstGeom prst="rect">
            <a:avLst/>
          </a:prstGeom>
          <a:noFill/>
        </p:spPr>
        <p:txBody>
          <a:bodyPr wrap="square" rtlCol="0">
            <a:spAutoFit/>
          </a:bodyPr>
          <a:lstStyle/>
          <a:p>
            <a:pPr algn="ctr"/>
            <a:r>
              <a:rPr kumimoji="1" lang="zh-CN" altLang="en-US" sz="1867" b="1" dirty="0">
                <a:solidFill>
                  <a:schemeClr val="bg1"/>
                </a:solidFill>
                <a:latin typeface="FZZhengHeiS-DB-GB" panose="02000000000000000000" pitchFamily="2" charset="-122"/>
                <a:ea typeface="FZZhengHeiS-DB-GB" panose="02000000000000000000" pitchFamily="2" charset="-122"/>
              </a:rPr>
              <a:t>添加标题文字</a:t>
            </a:r>
          </a:p>
        </p:txBody>
      </p:sp>
      <p:sp>
        <p:nvSpPr>
          <p:cNvPr id="22" name="文本框 21">
            <a:extLst>
              <a:ext uri="{FF2B5EF4-FFF2-40B4-BE49-F238E27FC236}">
                <a16:creationId xmlns:a16="http://schemas.microsoft.com/office/drawing/2014/main" id="{6FA6C415-90F6-3B42-89E2-7CDB79A1558C}"/>
              </a:ext>
            </a:extLst>
          </p:cNvPr>
          <p:cNvSpPr txBox="1"/>
          <p:nvPr/>
        </p:nvSpPr>
        <p:spPr>
          <a:xfrm>
            <a:off x="5292933" y="1904424"/>
            <a:ext cx="1274492" cy="297454"/>
          </a:xfrm>
          <a:prstGeom prst="rect">
            <a:avLst/>
          </a:prstGeom>
          <a:noFill/>
        </p:spPr>
        <p:txBody>
          <a:bodyPr wrap="square" rtlCol="0">
            <a:spAutoFit/>
          </a:bodyPr>
          <a:lstStyle/>
          <a:p>
            <a:pPr algn="ctr"/>
            <a:r>
              <a:rPr kumimoji="1" lang="zh-CN" altLang="en-US" sz="1333" dirty="0">
                <a:solidFill>
                  <a:schemeClr val="tx1">
                    <a:lumMod val="75000"/>
                    <a:lumOff val="25000"/>
                  </a:schemeClr>
                </a:solidFill>
                <a:latin typeface="Microsoft YaHei Light" panose="020B0503020204020204" pitchFamily="34" charset="-122"/>
                <a:ea typeface="Microsoft YaHei Light" panose="020B0503020204020204" pitchFamily="34" charset="-122"/>
              </a:rPr>
              <a:t>添加说明文字</a:t>
            </a:r>
          </a:p>
        </p:txBody>
      </p:sp>
      <p:sp>
        <p:nvSpPr>
          <p:cNvPr id="23" name="文本框 22">
            <a:extLst>
              <a:ext uri="{FF2B5EF4-FFF2-40B4-BE49-F238E27FC236}">
                <a16:creationId xmlns:a16="http://schemas.microsoft.com/office/drawing/2014/main" id="{34340846-5C6A-F947-9EF2-AB8496E11DB1}"/>
              </a:ext>
            </a:extLst>
          </p:cNvPr>
          <p:cNvSpPr txBox="1"/>
          <p:nvPr/>
        </p:nvSpPr>
        <p:spPr>
          <a:xfrm>
            <a:off x="5531158" y="4277360"/>
            <a:ext cx="1274492" cy="297454"/>
          </a:xfrm>
          <a:prstGeom prst="rect">
            <a:avLst/>
          </a:prstGeom>
          <a:noFill/>
        </p:spPr>
        <p:txBody>
          <a:bodyPr wrap="square" rtlCol="0">
            <a:spAutoFit/>
          </a:bodyPr>
          <a:lstStyle/>
          <a:p>
            <a:pPr algn="ctr"/>
            <a:r>
              <a:rPr kumimoji="1" lang="zh-CN" altLang="en-US" sz="1333" dirty="0">
                <a:solidFill>
                  <a:schemeClr val="tx1">
                    <a:lumMod val="75000"/>
                    <a:lumOff val="25000"/>
                  </a:schemeClr>
                </a:solidFill>
                <a:latin typeface="Microsoft YaHei Light" panose="020B0503020204020204" pitchFamily="34" charset="-122"/>
                <a:ea typeface="Microsoft YaHei Light" panose="020B0503020204020204" pitchFamily="34" charset="-122"/>
              </a:rPr>
              <a:t>添加说明文字</a:t>
            </a:r>
          </a:p>
        </p:txBody>
      </p:sp>
      <p:sp>
        <p:nvSpPr>
          <p:cNvPr id="24" name="文本框 23">
            <a:extLst>
              <a:ext uri="{FF2B5EF4-FFF2-40B4-BE49-F238E27FC236}">
                <a16:creationId xmlns:a16="http://schemas.microsoft.com/office/drawing/2014/main" id="{D593D7F6-5842-1A41-A6C1-AF720DBFBE0E}"/>
              </a:ext>
            </a:extLst>
          </p:cNvPr>
          <p:cNvSpPr txBox="1"/>
          <p:nvPr/>
        </p:nvSpPr>
        <p:spPr>
          <a:xfrm>
            <a:off x="5242185" y="2631326"/>
            <a:ext cx="1740140" cy="1405641"/>
          </a:xfrm>
          <a:prstGeom prst="rect">
            <a:avLst/>
          </a:prstGeom>
          <a:noFill/>
        </p:spPr>
        <p:txBody>
          <a:bodyPr wrap="square" rtlCol="0">
            <a:spAutoFit/>
          </a:bodyPr>
          <a:lstStyle/>
          <a:p>
            <a:pPr algn="ctr"/>
            <a:r>
              <a:rPr kumimoji="1" lang="zh-CN" altLang="en-US" sz="4267" b="1" dirty="0">
                <a:solidFill>
                  <a:schemeClr val="tx1">
                    <a:lumMod val="75000"/>
                    <a:lumOff val="25000"/>
                  </a:schemeClr>
                </a:solidFill>
                <a:latin typeface="Source Han Serif CN" panose="02020400000000000000" pitchFamily="18" charset="-128"/>
                <a:ea typeface="Source Han Serif CN" panose="02020400000000000000" pitchFamily="18" charset="-128"/>
              </a:rPr>
              <a:t>输入标题</a:t>
            </a:r>
          </a:p>
        </p:txBody>
      </p:sp>
      <p:sp>
        <p:nvSpPr>
          <p:cNvPr id="25" name="矩形 24">
            <a:extLst>
              <a:ext uri="{FF2B5EF4-FFF2-40B4-BE49-F238E27FC236}">
                <a16:creationId xmlns:a16="http://schemas.microsoft.com/office/drawing/2014/main" id="{7C4C5878-A27A-8B4C-99D0-BE8A2F14A503}"/>
              </a:ext>
            </a:extLst>
          </p:cNvPr>
          <p:cNvSpPr/>
          <p:nvPr/>
        </p:nvSpPr>
        <p:spPr>
          <a:xfrm>
            <a:off x="1859135" y="5559579"/>
            <a:ext cx="8506240" cy="618887"/>
          </a:xfrm>
          <a:prstGeom prst="rect">
            <a:avLst/>
          </a:prstGeom>
        </p:spPr>
        <p:txBody>
          <a:bodyPr wrap="square">
            <a:spAutoFit/>
          </a:bodyPr>
          <a:lstStyle/>
          <a:p>
            <a:pPr algn="ctr">
              <a:lnSpc>
                <a:spcPct val="150000"/>
              </a:lnSpc>
            </a:pPr>
            <a:r>
              <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grpSp>
        <p:nvGrpSpPr>
          <p:cNvPr id="26" name="组合 25">
            <a:extLst>
              <a:ext uri="{FF2B5EF4-FFF2-40B4-BE49-F238E27FC236}">
                <a16:creationId xmlns:a16="http://schemas.microsoft.com/office/drawing/2014/main" id="{67582235-7E4F-E149-98A3-20B038EFF6EF}"/>
              </a:ext>
            </a:extLst>
          </p:cNvPr>
          <p:cNvGrpSpPr/>
          <p:nvPr/>
        </p:nvGrpSpPr>
        <p:grpSpPr>
          <a:xfrm>
            <a:off x="-830385" y="475046"/>
            <a:ext cx="1660770" cy="167665"/>
            <a:chOff x="6429877" y="2075668"/>
            <a:chExt cx="1982046" cy="109699"/>
          </a:xfrm>
          <a:solidFill>
            <a:srgbClr val="004E98"/>
          </a:solidFill>
        </p:grpSpPr>
        <p:sp>
          <p:nvSpPr>
            <p:cNvPr id="27" name="矩形: 圆角 26">
              <a:extLst>
                <a:ext uri="{FF2B5EF4-FFF2-40B4-BE49-F238E27FC236}">
                  <a16:creationId xmlns:a16="http://schemas.microsoft.com/office/drawing/2014/main" id="{ABF400CC-94ED-5942-9CEA-B7AB826C75FD}"/>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28" name="矩形: 圆角 41">
              <a:extLst>
                <a:ext uri="{FF2B5EF4-FFF2-40B4-BE49-F238E27FC236}">
                  <a16:creationId xmlns:a16="http://schemas.microsoft.com/office/drawing/2014/main" id="{6D4B35FC-0C30-F649-88D8-E8C9CDF5E420}"/>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29" name="矩形: 圆角 42">
              <a:extLst>
                <a:ext uri="{FF2B5EF4-FFF2-40B4-BE49-F238E27FC236}">
                  <a16:creationId xmlns:a16="http://schemas.microsoft.com/office/drawing/2014/main" id="{54969482-F55E-BE48-898D-37B84EA073A3}"/>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30" name="文本框 29">
            <a:extLst>
              <a:ext uri="{FF2B5EF4-FFF2-40B4-BE49-F238E27FC236}">
                <a16:creationId xmlns:a16="http://schemas.microsoft.com/office/drawing/2014/main" id="{EF595F43-1C01-1F42-8A28-4F1A3F2FA04A}"/>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31" name="图片 30">
            <a:extLst>
              <a:ext uri="{FF2B5EF4-FFF2-40B4-BE49-F238E27FC236}">
                <a16:creationId xmlns:a16="http://schemas.microsoft.com/office/drawing/2014/main" id="{E3CCD7FF-74EF-4B46-A585-05A4A281009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32" name="直线连接符 31">
            <a:extLst>
              <a:ext uri="{FF2B5EF4-FFF2-40B4-BE49-F238E27FC236}">
                <a16:creationId xmlns:a16="http://schemas.microsoft.com/office/drawing/2014/main" id="{2B8DB28A-C4FF-F849-ACA2-1E0D0C702515}"/>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B725F98A-C72F-9144-85E9-B49343DD5E4F}"/>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4" name="文本框 33">
            <a:extLst>
              <a:ext uri="{FF2B5EF4-FFF2-40B4-BE49-F238E27FC236}">
                <a16:creationId xmlns:a16="http://schemas.microsoft.com/office/drawing/2014/main" id="{10B673F6-3669-E041-8D3A-CAFC0E0B316B}"/>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
        <p:nvSpPr>
          <p:cNvPr id="35" name="矩形 34">
            <a:extLst>
              <a:ext uri="{FF2B5EF4-FFF2-40B4-BE49-F238E27FC236}">
                <a16:creationId xmlns:a16="http://schemas.microsoft.com/office/drawing/2014/main" id="{39307431-2B46-6A43-868F-F18DC4ACE7F8}"/>
              </a:ext>
            </a:extLst>
          </p:cNvPr>
          <p:cNvSpPr/>
          <p:nvPr/>
        </p:nvSpPr>
        <p:spPr>
          <a:xfrm>
            <a:off x="8312001" y="2454239"/>
            <a:ext cx="2889923" cy="1168910"/>
          </a:xfrm>
          <a:prstGeom prst="rect">
            <a:avLst/>
          </a:prstGeom>
        </p:spPr>
        <p:txBody>
          <a:bodyPr wrap="square">
            <a:spAutoFit/>
          </a:bodyPr>
          <a:lstStyle/>
          <a:p>
            <a:pPr marL="228594" indent="-228594">
              <a:lnSpc>
                <a:spcPct val="150000"/>
              </a:lnSpc>
              <a:buClr>
                <a:srgbClr val="004E98"/>
              </a:buClr>
              <a:buFont typeface="Wingdings" pitchFamily="2" charset="2"/>
              <a:buChar char="l"/>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36" name="矩形 35">
            <a:extLst>
              <a:ext uri="{FF2B5EF4-FFF2-40B4-BE49-F238E27FC236}">
                <a16:creationId xmlns:a16="http://schemas.microsoft.com/office/drawing/2014/main" id="{CA1980BC-8036-FE43-88F3-55AF5F855AC5}"/>
              </a:ext>
            </a:extLst>
          </p:cNvPr>
          <p:cNvSpPr/>
          <p:nvPr/>
        </p:nvSpPr>
        <p:spPr>
          <a:xfrm>
            <a:off x="8298346" y="3928712"/>
            <a:ext cx="2889923" cy="1168910"/>
          </a:xfrm>
          <a:prstGeom prst="rect">
            <a:avLst/>
          </a:prstGeom>
        </p:spPr>
        <p:txBody>
          <a:bodyPr wrap="square">
            <a:spAutoFit/>
          </a:bodyPr>
          <a:lstStyle/>
          <a:p>
            <a:pPr marL="228594" indent="-228594">
              <a:lnSpc>
                <a:spcPct val="150000"/>
              </a:lnSpc>
              <a:buClr>
                <a:srgbClr val="004E98"/>
              </a:buClr>
              <a:buFont typeface="Wingdings" pitchFamily="2" charset="2"/>
              <a:buChar char="l"/>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Tree>
    <p:extLst>
      <p:ext uri="{BB962C8B-B14F-4D97-AF65-F5344CB8AC3E}">
        <p14:creationId xmlns:p14="http://schemas.microsoft.com/office/powerpoint/2010/main" val="2399847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a:extLst>
              <a:ext uri="{FF2B5EF4-FFF2-40B4-BE49-F238E27FC236}">
                <a16:creationId xmlns:a16="http://schemas.microsoft.com/office/drawing/2014/main" id="{3FD08D2E-B06A-FB48-B323-C01FF6D688B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313275" y="1699611"/>
            <a:ext cx="3268800" cy="2451600"/>
          </a:xfrm>
          <a:prstGeom prst="roundRect">
            <a:avLst>
              <a:gd name="adj" fmla="val 5135"/>
            </a:avLst>
          </a:prstGeom>
        </p:spPr>
      </p:pic>
      <p:pic>
        <p:nvPicPr>
          <p:cNvPr id="34" name="图片 33">
            <a:extLst>
              <a:ext uri="{FF2B5EF4-FFF2-40B4-BE49-F238E27FC236}">
                <a16:creationId xmlns:a16="http://schemas.microsoft.com/office/drawing/2014/main" id="{78B6626D-3BD7-6844-9730-655848A73DF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664803" y="1712057"/>
            <a:ext cx="3268800" cy="2451600"/>
          </a:xfrm>
          <a:prstGeom prst="roundRect">
            <a:avLst>
              <a:gd name="adj" fmla="val 4563"/>
            </a:avLst>
          </a:prstGeom>
        </p:spPr>
      </p:pic>
      <p:pic>
        <p:nvPicPr>
          <p:cNvPr id="8" name="图片 7">
            <a:extLst>
              <a:ext uri="{FF2B5EF4-FFF2-40B4-BE49-F238E27FC236}">
                <a16:creationId xmlns:a16="http://schemas.microsoft.com/office/drawing/2014/main" id="{489BBEC9-E72A-C24F-ABAE-9654E7D77A5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91616" y="1699611"/>
            <a:ext cx="3267456" cy="2450592"/>
          </a:xfrm>
          <a:prstGeom prst="roundRect">
            <a:avLst>
              <a:gd name="adj" fmla="val 1610"/>
            </a:avLst>
          </a:prstGeom>
        </p:spPr>
      </p:pic>
      <p:sp>
        <p:nvSpPr>
          <p:cNvPr id="16" name="同侧圆角矩形 15">
            <a:extLst>
              <a:ext uri="{FF2B5EF4-FFF2-40B4-BE49-F238E27FC236}">
                <a16:creationId xmlns:a16="http://schemas.microsoft.com/office/drawing/2014/main" id="{394C91A1-5343-294C-9B57-293205648AE5}"/>
              </a:ext>
            </a:extLst>
          </p:cNvPr>
          <p:cNvSpPr/>
          <p:nvPr/>
        </p:nvSpPr>
        <p:spPr>
          <a:xfrm flipV="1">
            <a:off x="991616" y="4112768"/>
            <a:ext cx="3267456" cy="2025904"/>
          </a:xfrm>
          <a:prstGeom prst="round2SameRect">
            <a:avLst>
              <a:gd name="adj1" fmla="val 5129"/>
              <a:gd name="adj2" fmla="val 0"/>
            </a:avLst>
          </a:prstGeom>
          <a:noFill/>
          <a:ln w="12700" cap="flat" cmpd="sng" algn="ctr">
            <a:solidFill>
              <a:srgbClr val="004E98">
                <a:alpha val="20000"/>
              </a:srgbClr>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endParaRPr lang="zh-CN" altLang="en-US" sz="2400" kern="0">
              <a:solidFill>
                <a:prstClr val="white"/>
              </a:solidFill>
              <a:latin typeface="OPPOSans R"/>
              <a:ea typeface="OPPOSans R"/>
            </a:endParaRPr>
          </a:p>
        </p:txBody>
      </p:sp>
      <p:sp>
        <p:nvSpPr>
          <p:cNvPr id="10" name="圆角矩形 9">
            <a:extLst>
              <a:ext uri="{FF2B5EF4-FFF2-40B4-BE49-F238E27FC236}">
                <a16:creationId xmlns:a16="http://schemas.microsoft.com/office/drawing/2014/main" id="{56E42BD2-79FD-7F45-AF78-BF194569E4BD}"/>
              </a:ext>
            </a:extLst>
          </p:cNvPr>
          <p:cNvSpPr/>
          <p:nvPr/>
        </p:nvSpPr>
        <p:spPr>
          <a:xfrm flipH="1" flipV="1">
            <a:off x="991616" y="1758161"/>
            <a:ext cx="3202432" cy="495396"/>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圆角矩形 11">
            <a:extLst>
              <a:ext uri="{FF2B5EF4-FFF2-40B4-BE49-F238E27FC236}">
                <a16:creationId xmlns:a16="http://schemas.microsoft.com/office/drawing/2014/main" id="{5C9A3631-8950-D640-9435-1EA4AF8A4326}"/>
              </a:ext>
            </a:extLst>
          </p:cNvPr>
          <p:cNvSpPr/>
          <p:nvPr/>
        </p:nvSpPr>
        <p:spPr>
          <a:xfrm flipH="1" flipV="1">
            <a:off x="4665475" y="1758161"/>
            <a:ext cx="3072387" cy="495396"/>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4" name="圆角矩形 13">
            <a:extLst>
              <a:ext uri="{FF2B5EF4-FFF2-40B4-BE49-F238E27FC236}">
                <a16:creationId xmlns:a16="http://schemas.microsoft.com/office/drawing/2014/main" id="{EAFCD891-B760-EB40-A312-EA11E2565596}"/>
              </a:ext>
            </a:extLst>
          </p:cNvPr>
          <p:cNvSpPr/>
          <p:nvPr/>
        </p:nvSpPr>
        <p:spPr>
          <a:xfrm flipH="1" flipV="1">
            <a:off x="8339333" y="1758161"/>
            <a:ext cx="3202432" cy="495396"/>
          </a:xfrm>
          <a:prstGeom prst="roundRect">
            <a:avLst>
              <a:gd name="adj" fmla="val 50000"/>
            </a:avLst>
          </a:prstGeom>
          <a:gradFill flip="none" rotWithShape="1">
            <a:gsLst>
              <a:gs pos="99000">
                <a:srgbClr val="004E98"/>
              </a:gs>
              <a:gs pos="0">
                <a:srgbClr val="CB0B0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矩形 14">
            <a:extLst>
              <a:ext uri="{FF2B5EF4-FFF2-40B4-BE49-F238E27FC236}">
                <a16:creationId xmlns:a16="http://schemas.microsoft.com/office/drawing/2014/main" id="{9464BCF5-7F14-AB47-9697-5F17FEC670E0}"/>
              </a:ext>
            </a:extLst>
          </p:cNvPr>
          <p:cNvSpPr/>
          <p:nvPr/>
        </p:nvSpPr>
        <p:spPr>
          <a:xfrm>
            <a:off x="1056642" y="4395222"/>
            <a:ext cx="3137407" cy="1168910"/>
          </a:xfrm>
          <a:prstGeom prst="rect">
            <a:avLst/>
          </a:prstGeom>
        </p:spPr>
        <p:txBody>
          <a:bodyPr wrap="square">
            <a:spAutoFit/>
          </a:bodyPr>
          <a:lstStyle/>
          <a:p>
            <a:pPr>
              <a:lnSpc>
                <a:spcPct val="150000"/>
              </a:lnSpc>
            </a:pPr>
            <a:r>
              <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17" name="同侧圆角矩形 16">
            <a:extLst>
              <a:ext uri="{FF2B5EF4-FFF2-40B4-BE49-F238E27FC236}">
                <a16:creationId xmlns:a16="http://schemas.microsoft.com/office/drawing/2014/main" id="{188FF372-D6B1-A14A-B6E3-EDD305ED8B09}"/>
              </a:ext>
            </a:extLst>
          </p:cNvPr>
          <p:cNvSpPr/>
          <p:nvPr/>
        </p:nvSpPr>
        <p:spPr>
          <a:xfrm flipV="1">
            <a:off x="4665475" y="4112768"/>
            <a:ext cx="3267456" cy="2025904"/>
          </a:xfrm>
          <a:prstGeom prst="round2SameRect">
            <a:avLst>
              <a:gd name="adj1" fmla="val 5129"/>
              <a:gd name="adj2" fmla="val 0"/>
            </a:avLst>
          </a:prstGeom>
          <a:noFill/>
          <a:ln w="12700" cap="flat" cmpd="sng" algn="ctr">
            <a:solidFill>
              <a:srgbClr val="004E98">
                <a:alpha val="20000"/>
              </a:srgbClr>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endParaRPr lang="zh-CN" altLang="en-US" sz="2400" kern="0">
              <a:solidFill>
                <a:prstClr val="white"/>
              </a:solidFill>
              <a:latin typeface="OPPOSans R"/>
              <a:ea typeface="OPPOSans R"/>
            </a:endParaRPr>
          </a:p>
        </p:txBody>
      </p:sp>
      <p:sp>
        <p:nvSpPr>
          <p:cNvPr id="19" name="同侧圆角矩形 18">
            <a:extLst>
              <a:ext uri="{FF2B5EF4-FFF2-40B4-BE49-F238E27FC236}">
                <a16:creationId xmlns:a16="http://schemas.microsoft.com/office/drawing/2014/main" id="{25DE217C-4646-894A-B050-B186B5940E8C}"/>
              </a:ext>
            </a:extLst>
          </p:cNvPr>
          <p:cNvSpPr/>
          <p:nvPr/>
        </p:nvSpPr>
        <p:spPr>
          <a:xfrm flipV="1">
            <a:off x="8339333" y="4112768"/>
            <a:ext cx="3267456" cy="2025904"/>
          </a:xfrm>
          <a:prstGeom prst="round2SameRect">
            <a:avLst>
              <a:gd name="adj1" fmla="val 5129"/>
              <a:gd name="adj2" fmla="val 0"/>
            </a:avLst>
          </a:prstGeom>
          <a:noFill/>
          <a:ln w="12700" cap="flat" cmpd="sng" algn="ctr">
            <a:solidFill>
              <a:srgbClr val="004E98">
                <a:alpha val="20000"/>
              </a:srgbClr>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endParaRPr lang="zh-CN" altLang="en-US" sz="2400" kern="0">
              <a:solidFill>
                <a:prstClr val="white"/>
              </a:solidFill>
              <a:latin typeface="OPPOSans R"/>
              <a:ea typeface="OPPOSans R"/>
            </a:endParaRPr>
          </a:p>
        </p:txBody>
      </p:sp>
      <p:sp>
        <p:nvSpPr>
          <p:cNvPr id="21" name="文本框 20">
            <a:extLst>
              <a:ext uri="{FF2B5EF4-FFF2-40B4-BE49-F238E27FC236}">
                <a16:creationId xmlns:a16="http://schemas.microsoft.com/office/drawing/2014/main" id="{2A354A78-B434-FD47-928B-9FCB47CB80F4}"/>
              </a:ext>
            </a:extLst>
          </p:cNvPr>
          <p:cNvSpPr txBox="1"/>
          <p:nvPr/>
        </p:nvSpPr>
        <p:spPr>
          <a:xfrm>
            <a:off x="1165552" y="1800673"/>
            <a:ext cx="2492049" cy="379656"/>
          </a:xfrm>
          <a:prstGeom prst="rect">
            <a:avLst/>
          </a:prstGeom>
          <a:noFill/>
        </p:spPr>
        <p:txBody>
          <a:bodyPr wrap="square" rtlCol="0">
            <a:spAutoFit/>
          </a:bodyPr>
          <a:lstStyle/>
          <a:p>
            <a:r>
              <a:rPr kumimoji="1" lang="zh-CN" altLang="en-US" sz="1867" b="1" dirty="0">
                <a:solidFill>
                  <a:schemeClr val="bg1"/>
                </a:solidFill>
                <a:latin typeface="Source Han Serif CN" panose="02020400000000000000" pitchFamily="18" charset="-128"/>
                <a:ea typeface="Source Han Serif CN" panose="02020400000000000000" pitchFamily="18" charset="-128"/>
              </a:rPr>
              <a:t>添加标题文字</a:t>
            </a:r>
          </a:p>
        </p:txBody>
      </p:sp>
      <p:sp>
        <p:nvSpPr>
          <p:cNvPr id="22" name="文本框 21">
            <a:extLst>
              <a:ext uri="{FF2B5EF4-FFF2-40B4-BE49-F238E27FC236}">
                <a16:creationId xmlns:a16="http://schemas.microsoft.com/office/drawing/2014/main" id="{0125D4DE-DD9D-5A45-BF38-51447ABAE3B5}"/>
              </a:ext>
            </a:extLst>
          </p:cNvPr>
          <p:cNvSpPr txBox="1"/>
          <p:nvPr/>
        </p:nvSpPr>
        <p:spPr>
          <a:xfrm>
            <a:off x="4849976" y="1800673"/>
            <a:ext cx="2492049" cy="379656"/>
          </a:xfrm>
          <a:prstGeom prst="rect">
            <a:avLst/>
          </a:prstGeom>
          <a:noFill/>
        </p:spPr>
        <p:txBody>
          <a:bodyPr wrap="square" rtlCol="0">
            <a:spAutoFit/>
          </a:bodyPr>
          <a:lstStyle/>
          <a:p>
            <a:r>
              <a:rPr kumimoji="1" lang="zh-CN" altLang="en-US" sz="1867" b="1" dirty="0">
                <a:solidFill>
                  <a:schemeClr val="bg1"/>
                </a:solidFill>
                <a:latin typeface="Source Han Serif CN" panose="02020400000000000000" pitchFamily="18" charset="-128"/>
                <a:ea typeface="Source Han Serif CN" panose="02020400000000000000" pitchFamily="18" charset="-128"/>
              </a:rPr>
              <a:t>添加标题文字</a:t>
            </a:r>
          </a:p>
        </p:txBody>
      </p:sp>
      <p:sp>
        <p:nvSpPr>
          <p:cNvPr id="23" name="文本框 22">
            <a:extLst>
              <a:ext uri="{FF2B5EF4-FFF2-40B4-BE49-F238E27FC236}">
                <a16:creationId xmlns:a16="http://schemas.microsoft.com/office/drawing/2014/main" id="{35A52CF9-EF8E-F544-B69C-2A0ACCCC5C0D}"/>
              </a:ext>
            </a:extLst>
          </p:cNvPr>
          <p:cNvSpPr txBox="1"/>
          <p:nvPr/>
        </p:nvSpPr>
        <p:spPr>
          <a:xfrm>
            <a:off x="8534401" y="1805059"/>
            <a:ext cx="2492049" cy="379656"/>
          </a:xfrm>
          <a:prstGeom prst="rect">
            <a:avLst/>
          </a:prstGeom>
          <a:noFill/>
        </p:spPr>
        <p:txBody>
          <a:bodyPr wrap="square" rtlCol="0">
            <a:spAutoFit/>
          </a:bodyPr>
          <a:lstStyle/>
          <a:p>
            <a:r>
              <a:rPr kumimoji="1" lang="zh-CN" altLang="en-US" sz="1867" b="1" dirty="0">
                <a:solidFill>
                  <a:schemeClr val="bg1"/>
                </a:solidFill>
                <a:latin typeface="Source Han Serif CN" panose="02020400000000000000" pitchFamily="18" charset="-128"/>
                <a:ea typeface="Source Han Serif CN" panose="02020400000000000000" pitchFamily="18" charset="-128"/>
              </a:rPr>
              <a:t>添加标题文字</a:t>
            </a:r>
          </a:p>
        </p:txBody>
      </p:sp>
      <p:grpSp>
        <p:nvGrpSpPr>
          <p:cNvPr id="24" name="组合 23">
            <a:extLst>
              <a:ext uri="{FF2B5EF4-FFF2-40B4-BE49-F238E27FC236}">
                <a16:creationId xmlns:a16="http://schemas.microsoft.com/office/drawing/2014/main" id="{E72532F4-CB6C-3447-A8F1-A2F4BEBB7196}"/>
              </a:ext>
            </a:extLst>
          </p:cNvPr>
          <p:cNvGrpSpPr/>
          <p:nvPr/>
        </p:nvGrpSpPr>
        <p:grpSpPr>
          <a:xfrm>
            <a:off x="-830385" y="475046"/>
            <a:ext cx="1660770" cy="167665"/>
            <a:chOff x="6429877" y="2075668"/>
            <a:chExt cx="1982046" cy="109699"/>
          </a:xfrm>
          <a:solidFill>
            <a:srgbClr val="004E98"/>
          </a:solidFill>
        </p:grpSpPr>
        <p:sp>
          <p:nvSpPr>
            <p:cNvPr id="25" name="矩形: 圆角 26">
              <a:extLst>
                <a:ext uri="{FF2B5EF4-FFF2-40B4-BE49-F238E27FC236}">
                  <a16:creationId xmlns:a16="http://schemas.microsoft.com/office/drawing/2014/main" id="{3344F531-9E71-D84D-BA02-15347B2DA77D}"/>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26" name="矩形: 圆角 41">
              <a:extLst>
                <a:ext uri="{FF2B5EF4-FFF2-40B4-BE49-F238E27FC236}">
                  <a16:creationId xmlns:a16="http://schemas.microsoft.com/office/drawing/2014/main" id="{391E26F9-388A-AD41-BFF8-6B41A93AB1CF}"/>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27" name="矩形: 圆角 42">
              <a:extLst>
                <a:ext uri="{FF2B5EF4-FFF2-40B4-BE49-F238E27FC236}">
                  <a16:creationId xmlns:a16="http://schemas.microsoft.com/office/drawing/2014/main" id="{94284469-6608-B344-9FC2-F8A3DA26902E}"/>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28" name="文本框 27">
            <a:extLst>
              <a:ext uri="{FF2B5EF4-FFF2-40B4-BE49-F238E27FC236}">
                <a16:creationId xmlns:a16="http://schemas.microsoft.com/office/drawing/2014/main" id="{E5481C1C-8C6D-144A-83BE-905767D64C4A}"/>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29" name="图片 28">
            <a:extLst>
              <a:ext uri="{FF2B5EF4-FFF2-40B4-BE49-F238E27FC236}">
                <a16:creationId xmlns:a16="http://schemas.microsoft.com/office/drawing/2014/main" id="{DDFF1DBC-5473-7644-A119-19E37DD48D2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30" name="直线连接符 29">
            <a:extLst>
              <a:ext uri="{FF2B5EF4-FFF2-40B4-BE49-F238E27FC236}">
                <a16:creationId xmlns:a16="http://schemas.microsoft.com/office/drawing/2014/main" id="{DF512778-038F-C043-8574-9A20F2124E40}"/>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D61308B6-7B31-CC4E-AB3F-895D70620B1B}"/>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2" name="文本框 31">
            <a:extLst>
              <a:ext uri="{FF2B5EF4-FFF2-40B4-BE49-F238E27FC236}">
                <a16:creationId xmlns:a16="http://schemas.microsoft.com/office/drawing/2014/main" id="{185F1ED3-13E1-A648-986A-A519B0184353}"/>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
        <p:nvSpPr>
          <p:cNvPr id="33" name="矩形 32">
            <a:extLst>
              <a:ext uri="{FF2B5EF4-FFF2-40B4-BE49-F238E27FC236}">
                <a16:creationId xmlns:a16="http://schemas.microsoft.com/office/drawing/2014/main" id="{0DCA8C6D-62FE-4F29-A4BB-B89015116877}"/>
              </a:ext>
            </a:extLst>
          </p:cNvPr>
          <p:cNvSpPr/>
          <p:nvPr/>
        </p:nvSpPr>
        <p:spPr>
          <a:xfrm>
            <a:off x="4730499" y="4395222"/>
            <a:ext cx="3137407" cy="1168910"/>
          </a:xfrm>
          <a:prstGeom prst="rect">
            <a:avLst/>
          </a:prstGeom>
        </p:spPr>
        <p:txBody>
          <a:bodyPr wrap="square">
            <a:spAutoFit/>
          </a:bodyPr>
          <a:lstStyle/>
          <a:p>
            <a:pPr>
              <a:lnSpc>
                <a:spcPct val="150000"/>
              </a:lnSpc>
            </a:pPr>
            <a:r>
              <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
        <p:nvSpPr>
          <p:cNvPr id="35" name="矩形 34">
            <a:extLst>
              <a:ext uri="{FF2B5EF4-FFF2-40B4-BE49-F238E27FC236}">
                <a16:creationId xmlns:a16="http://schemas.microsoft.com/office/drawing/2014/main" id="{73BC6DCA-BB90-43FA-873F-3209967D2467}"/>
              </a:ext>
            </a:extLst>
          </p:cNvPr>
          <p:cNvSpPr/>
          <p:nvPr/>
        </p:nvSpPr>
        <p:spPr>
          <a:xfrm>
            <a:off x="8404356" y="4395222"/>
            <a:ext cx="3137407" cy="1168910"/>
          </a:xfrm>
          <a:prstGeom prst="rect">
            <a:avLst/>
          </a:prstGeom>
        </p:spPr>
        <p:txBody>
          <a:bodyPr wrap="square">
            <a:spAutoFit/>
          </a:bodyPr>
          <a:lstStyle/>
          <a:p>
            <a:pPr>
              <a:lnSpc>
                <a:spcPct val="150000"/>
              </a:lnSpc>
            </a:pPr>
            <a:r>
              <a:rPr lang="zh-CN" altLang="en-US" sz="1200" dirty="0">
                <a:solidFill>
                  <a:schemeClr val="tx1">
                    <a:lumMod val="75000"/>
                    <a:lumOff val="2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spTree>
    <p:extLst>
      <p:ext uri="{BB962C8B-B14F-4D97-AF65-F5344CB8AC3E}">
        <p14:creationId xmlns:p14="http://schemas.microsoft.com/office/powerpoint/2010/main" val="2073048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8B3A8A2-68BE-754B-A686-2559B2F7CF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文本框 3">
            <a:extLst>
              <a:ext uri="{FF2B5EF4-FFF2-40B4-BE49-F238E27FC236}">
                <a16:creationId xmlns:a16="http://schemas.microsoft.com/office/drawing/2014/main" id="{C13C66E8-A52D-D642-AE61-BCC03443B7C9}"/>
              </a:ext>
            </a:extLst>
          </p:cNvPr>
          <p:cNvSpPr txBox="1"/>
          <p:nvPr/>
        </p:nvSpPr>
        <p:spPr>
          <a:xfrm>
            <a:off x="988540" y="1482811"/>
            <a:ext cx="6956854" cy="1446550"/>
          </a:xfrm>
          <a:prstGeom prst="rect">
            <a:avLst/>
          </a:prstGeom>
          <a:noFill/>
        </p:spPr>
        <p:txBody>
          <a:bodyPr wrap="square" rtlCol="0">
            <a:spAutoFit/>
          </a:bodyPr>
          <a:lstStyle/>
          <a:p>
            <a:r>
              <a:rPr kumimoji="1" lang="zh-CN" altLang="en-US" sz="8800" dirty="0">
                <a:solidFill>
                  <a:srgbClr val="004E98"/>
                </a:solidFill>
                <a:latin typeface="FZZhengHeiS-DB-GB" panose="02000000000000000000" pitchFamily="2" charset="-122"/>
                <a:ea typeface="FZZhengHeiS-DB-GB" panose="02000000000000000000" pitchFamily="2" charset="-122"/>
              </a:rPr>
              <a:t>章节标题 </a:t>
            </a:r>
            <a:r>
              <a:rPr kumimoji="1" lang="en-US" altLang="zh-CN" sz="8800" dirty="0">
                <a:solidFill>
                  <a:srgbClr val="004E98"/>
                </a:solidFill>
                <a:latin typeface="FZZhengHeiS-DB-GB" panose="02000000000000000000" pitchFamily="2" charset="-122"/>
                <a:ea typeface="FZZhengHeiS-DB-GB" panose="02000000000000000000" pitchFamily="2" charset="-122"/>
              </a:rPr>
              <a:t>05</a:t>
            </a:r>
            <a:endParaRPr kumimoji="1" lang="zh-CN" altLang="en-US" sz="8800" dirty="0">
              <a:solidFill>
                <a:srgbClr val="004E98"/>
              </a:solidFill>
              <a:latin typeface="FZZhengHeiS-DB-GB" panose="02000000000000000000" pitchFamily="2" charset="-122"/>
              <a:ea typeface="FZZhengHeiS-DB-GB" panose="02000000000000000000" pitchFamily="2" charset="-122"/>
            </a:endParaRPr>
          </a:p>
        </p:txBody>
      </p:sp>
      <p:pic>
        <p:nvPicPr>
          <p:cNvPr id="5" name="图片 4">
            <a:extLst>
              <a:ext uri="{FF2B5EF4-FFF2-40B4-BE49-F238E27FC236}">
                <a16:creationId xmlns:a16="http://schemas.microsoft.com/office/drawing/2014/main" id="{97554C49-5BDD-AA49-8D41-2686FF36837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90878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948E9DE6-5063-6044-BCC4-C1527E1800AB}"/>
              </a:ext>
            </a:extLst>
          </p:cNvPr>
          <p:cNvSpPr/>
          <p:nvPr/>
        </p:nvSpPr>
        <p:spPr>
          <a:xfrm>
            <a:off x="673095" y="4324096"/>
            <a:ext cx="10858507" cy="20157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8" name="表格 7">
            <a:extLst>
              <a:ext uri="{FF2B5EF4-FFF2-40B4-BE49-F238E27FC236}">
                <a16:creationId xmlns:a16="http://schemas.microsoft.com/office/drawing/2014/main" id="{2464DAF0-E260-AB41-9E45-BF0D026FE879}"/>
              </a:ext>
            </a:extLst>
          </p:cNvPr>
          <p:cNvGraphicFramePr>
            <a:graphicFrameLocks noGrp="1"/>
          </p:cNvGraphicFramePr>
          <p:nvPr>
            <p:extLst>
              <p:ext uri="{D42A27DB-BD31-4B8C-83A1-F6EECF244321}">
                <p14:modId xmlns:p14="http://schemas.microsoft.com/office/powerpoint/2010/main" val="4262112794"/>
              </p:ext>
            </p:extLst>
          </p:nvPr>
        </p:nvGraphicFramePr>
        <p:xfrm>
          <a:off x="668319" y="1721330"/>
          <a:ext cx="10858504" cy="2393060"/>
        </p:xfrm>
        <a:graphic>
          <a:graphicData uri="http://schemas.openxmlformats.org/drawingml/2006/table">
            <a:tbl>
              <a:tblPr firstRow="1" bandRow="1">
                <a:tableStyleId>{5C22544A-7EE6-4342-B048-85BDC9FD1C3A}</a:tableStyleId>
              </a:tblPr>
              <a:tblGrid>
                <a:gridCol w="1357313">
                  <a:extLst>
                    <a:ext uri="{9D8B030D-6E8A-4147-A177-3AD203B41FA5}">
                      <a16:colId xmlns:a16="http://schemas.microsoft.com/office/drawing/2014/main" val="358278233"/>
                    </a:ext>
                  </a:extLst>
                </a:gridCol>
                <a:gridCol w="1357313">
                  <a:extLst>
                    <a:ext uri="{9D8B030D-6E8A-4147-A177-3AD203B41FA5}">
                      <a16:colId xmlns:a16="http://schemas.microsoft.com/office/drawing/2014/main" val="4015787178"/>
                    </a:ext>
                  </a:extLst>
                </a:gridCol>
                <a:gridCol w="1357313">
                  <a:extLst>
                    <a:ext uri="{9D8B030D-6E8A-4147-A177-3AD203B41FA5}">
                      <a16:colId xmlns:a16="http://schemas.microsoft.com/office/drawing/2014/main" val="3241970594"/>
                    </a:ext>
                  </a:extLst>
                </a:gridCol>
                <a:gridCol w="1357313">
                  <a:extLst>
                    <a:ext uri="{9D8B030D-6E8A-4147-A177-3AD203B41FA5}">
                      <a16:colId xmlns:a16="http://schemas.microsoft.com/office/drawing/2014/main" val="3369031368"/>
                    </a:ext>
                  </a:extLst>
                </a:gridCol>
                <a:gridCol w="1357313">
                  <a:extLst>
                    <a:ext uri="{9D8B030D-6E8A-4147-A177-3AD203B41FA5}">
                      <a16:colId xmlns:a16="http://schemas.microsoft.com/office/drawing/2014/main" val="1874738071"/>
                    </a:ext>
                  </a:extLst>
                </a:gridCol>
                <a:gridCol w="1357313">
                  <a:extLst>
                    <a:ext uri="{9D8B030D-6E8A-4147-A177-3AD203B41FA5}">
                      <a16:colId xmlns:a16="http://schemas.microsoft.com/office/drawing/2014/main" val="408153548"/>
                    </a:ext>
                  </a:extLst>
                </a:gridCol>
                <a:gridCol w="1357313">
                  <a:extLst>
                    <a:ext uri="{9D8B030D-6E8A-4147-A177-3AD203B41FA5}">
                      <a16:colId xmlns:a16="http://schemas.microsoft.com/office/drawing/2014/main" val="1772991360"/>
                    </a:ext>
                  </a:extLst>
                </a:gridCol>
                <a:gridCol w="1357313">
                  <a:extLst>
                    <a:ext uri="{9D8B030D-6E8A-4147-A177-3AD203B41FA5}">
                      <a16:colId xmlns:a16="http://schemas.microsoft.com/office/drawing/2014/main" val="23122145"/>
                    </a:ext>
                  </a:extLst>
                </a:gridCol>
              </a:tblGrid>
              <a:tr h="478612">
                <a:tc>
                  <a:txBody>
                    <a:bodyPr/>
                    <a:lstStyle/>
                    <a:p>
                      <a:pPr algn="ctr"/>
                      <a:endParaRPr lang="zh-CN" altLang="en-US" sz="13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r>
                        <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rPr>
                        <a:t>项目</a:t>
                      </a:r>
                      <a:r>
                        <a:rPr lang="en-US" altLang="zh-CN" sz="1300" b="0" i="0" dirty="0">
                          <a:solidFill>
                            <a:srgbClr val="004E98"/>
                          </a:solidFill>
                          <a:latin typeface="Microsoft YaHei" panose="020B0503020204020204" pitchFamily="34" charset="-122"/>
                          <a:ea typeface="Microsoft YaHei" panose="020B0503020204020204" pitchFamily="34" charset="-122"/>
                          <a:cs typeface="+mn-ea"/>
                          <a:sym typeface="+mn-lt"/>
                        </a:rPr>
                        <a:t>01</a:t>
                      </a:r>
                      <a:endPar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r>
                        <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rPr>
                        <a:t>项目</a:t>
                      </a:r>
                      <a:r>
                        <a:rPr lang="en-US" altLang="zh-CN" sz="1300" b="0" i="0" dirty="0">
                          <a:solidFill>
                            <a:srgbClr val="004E98"/>
                          </a:solidFill>
                          <a:latin typeface="Microsoft YaHei" panose="020B0503020204020204" pitchFamily="34" charset="-122"/>
                          <a:ea typeface="Microsoft YaHei" panose="020B0503020204020204" pitchFamily="34" charset="-122"/>
                          <a:cs typeface="+mn-ea"/>
                          <a:sym typeface="+mn-lt"/>
                        </a:rPr>
                        <a:t>02</a:t>
                      </a:r>
                      <a:endPar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r>
                        <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rPr>
                        <a:t>项目</a:t>
                      </a:r>
                      <a:r>
                        <a:rPr lang="en-US" altLang="zh-CN" sz="1300" b="0" i="0" dirty="0">
                          <a:solidFill>
                            <a:srgbClr val="004E98"/>
                          </a:solidFill>
                          <a:latin typeface="Microsoft YaHei" panose="020B0503020204020204" pitchFamily="34" charset="-122"/>
                          <a:ea typeface="Microsoft YaHei" panose="020B0503020204020204" pitchFamily="34" charset="-122"/>
                          <a:cs typeface="+mn-ea"/>
                          <a:sym typeface="+mn-lt"/>
                        </a:rPr>
                        <a:t>03</a:t>
                      </a:r>
                      <a:endPar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r>
                        <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rPr>
                        <a:t>项目</a:t>
                      </a:r>
                      <a:r>
                        <a:rPr lang="en-US" altLang="zh-CN" sz="1300" b="0" i="0" dirty="0">
                          <a:solidFill>
                            <a:srgbClr val="004E98"/>
                          </a:solidFill>
                          <a:latin typeface="Microsoft YaHei" panose="020B0503020204020204" pitchFamily="34" charset="-122"/>
                          <a:ea typeface="Microsoft YaHei" panose="020B0503020204020204" pitchFamily="34" charset="-122"/>
                          <a:cs typeface="+mn-ea"/>
                          <a:sym typeface="+mn-lt"/>
                        </a:rPr>
                        <a:t>04</a:t>
                      </a:r>
                      <a:endPar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r>
                        <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rPr>
                        <a:t>项目</a:t>
                      </a:r>
                      <a:r>
                        <a:rPr lang="en-US" altLang="zh-CN" sz="1300" b="0" i="0" dirty="0">
                          <a:solidFill>
                            <a:srgbClr val="004E98"/>
                          </a:solidFill>
                          <a:latin typeface="Microsoft YaHei" panose="020B0503020204020204" pitchFamily="34" charset="-122"/>
                          <a:ea typeface="Microsoft YaHei" panose="020B0503020204020204" pitchFamily="34" charset="-122"/>
                          <a:cs typeface="+mn-ea"/>
                          <a:sym typeface="+mn-lt"/>
                        </a:rPr>
                        <a:t>05</a:t>
                      </a:r>
                      <a:endPar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r>
                        <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rPr>
                        <a:t>项目</a:t>
                      </a:r>
                      <a:r>
                        <a:rPr lang="en-US" altLang="zh-CN" sz="1300" b="0" i="0" dirty="0">
                          <a:solidFill>
                            <a:srgbClr val="004E98"/>
                          </a:solidFill>
                          <a:latin typeface="Microsoft YaHei" panose="020B0503020204020204" pitchFamily="34" charset="-122"/>
                          <a:ea typeface="Microsoft YaHei" panose="020B0503020204020204" pitchFamily="34" charset="-122"/>
                          <a:cs typeface="+mn-ea"/>
                          <a:sym typeface="+mn-lt"/>
                        </a:rPr>
                        <a:t>06</a:t>
                      </a:r>
                      <a:endPar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r>
                        <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rPr>
                        <a:t>小计</a:t>
                      </a:r>
                    </a:p>
                  </a:txBody>
                  <a:tcPr anchor="ctr">
                    <a:lnL w="6350" cap="flat" cmpd="sng" algn="ctr">
                      <a:solidFill>
                        <a:schemeClr val="bg2"/>
                      </a:solidFill>
                      <a:prstDash val="solid"/>
                      <a:round/>
                      <a:headEnd type="none" w="med" len="med"/>
                      <a:tailEnd type="none" w="med" len="med"/>
                    </a:lnL>
                    <a:lnT w="12700" cap="flat" cmpd="sng" algn="ctr">
                      <a:solidFill>
                        <a:srgbClr val="004E98"/>
                      </a:solidFill>
                      <a:prstDash val="solid"/>
                      <a:round/>
                      <a:headEnd type="none" w="med" len="med"/>
                      <a:tailEnd type="none" w="med" len="med"/>
                    </a:lnT>
                    <a:lnB w="12700" cap="flat" cmpd="sng" algn="ctr">
                      <a:solidFill>
                        <a:srgbClr val="004E98"/>
                      </a:solidFill>
                      <a:prstDash val="solid"/>
                      <a:round/>
                      <a:headEnd type="none" w="med" len="med"/>
                      <a:tailEnd type="none" w="med" len="med"/>
                    </a:lnB>
                    <a:solidFill>
                      <a:schemeClr val="bg1">
                        <a:alpha val="40000"/>
                      </a:schemeClr>
                    </a:solidFill>
                  </a:tcPr>
                </a:tc>
                <a:extLst>
                  <a:ext uri="{0D108BD9-81ED-4DB2-BD59-A6C34878D82A}">
                    <a16:rowId xmlns:a16="http://schemas.microsoft.com/office/drawing/2014/main" val="1590098747"/>
                  </a:ext>
                </a:extLst>
              </a:tr>
              <a:tr h="478612">
                <a:tc>
                  <a:txBody>
                    <a:bodyPr/>
                    <a:lstStyle/>
                    <a:p>
                      <a:pPr algn="ctr"/>
                      <a:r>
                        <a:rPr lang="zh-CN" altLang="en-US" sz="1600" b="0" i="0" dirty="0">
                          <a:solidFill>
                            <a:srgbClr val="004E98"/>
                          </a:solidFill>
                          <a:latin typeface="Microsoft YaHei" panose="020B0503020204020204" pitchFamily="34" charset="-122"/>
                          <a:ea typeface="Microsoft YaHei" panose="020B0503020204020204" pitchFamily="34" charset="-122"/>
                          <a:cs typeface="+mn-ea"/>
                          <a:sym typeface="+mn-lt"/>
                        </a:rPr>
                        <a:t>类别</a:t>
                      </a:r>
                      <a:r>
                        <a:rPr lang="en-US" altLang="zh-CN" sz="1600" b="0" i="0" dirty="0">
                          <a:solidFill>
                            <a:srgbClr val="004E98"/>
                          </a:solidFill>
                          <a:latin typeface="Microsoft YaHei" panose="020B0503020204020204" pitchFamily="34" charset="-122"/>
                          <a:ea typeface="Microsoft YaHei" panose="020B0503020204020204" pitchFamily="34" charset="-122"/>
                          <a:cs typeface="+mn-ea"/>
                          <a:sym typeface="+mn-lt"/>
                        </a:rPr>
                        <a:t>01</a:t>
                      </a:r>
                      <a:endParaRPr lang="zh-CN" altLang="en-US" sz="1600" b="0" i="0" dirty="0">
                        <a:solidFill>
                          <a:srgbClr val="004E98"/>
                        </a:solidFill>
                        <a:latin typeface="Microsoft YaHei" panose="020B0503020204020204" pitchFamily="34" charset="-122"/>
                        <a:ea typeface="Microsoft YaHei" panose="020B0503020204020204" pitchFamily="34" charset="-122"/>
                        <a:cs typeface="+mn-ea"/>
                        <a:sym typeface="+mn-lt"/>
                      </a:endParaRPr>
                    </a:p>
                  </a:txBody>
                  <a:tcPr anchor="ctr">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23</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68</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55</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88</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46</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79</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12700" cap="flat" cmpd="sng" algn="ctr">
                      <a:solidFill>
                        <a:srgbClr val="004E98"/>
                      </a:solidFill>
                      <a:prstDash val="solid"/>
                      <a:round/>
                      <a:headEnd type="none" w="med" len="med"/>
                      <a:tailEnd type="none" w="med" len="med"/>
                    </a:lnT>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54337</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T w="12700" cap="flat" cmpd="sng" algn="ctr">
                      <a:solidFill>
                        <a:srgbClr val="004E98"/>
                      </a:solidFill>
                      <a:prstDash val="solid"/>
                      <a:round/>
                      <a:headEnd type="none" w="med" len="med"/>
                      <a:tailEnd type="none" w="med" len="med"/>
                    </a:lnT>
                    <a:solidFill>
                      <a:schemeClr val="bg1">
                        <a:alpha val="40000"/>
                      </a:schemeClr>
                    </a:solidFill>
                  </a:tcPr>
                </a:tc>
                <a:extLst>
                  <a:ext uri="{0D108BD9-81ED-4DB2-BD59-A6C34878D82A}">
                    <a16:rowId xmlns:a16="http://schemas.microsoft.com/office/drawing/2014/main" val="2817321916"/>
                  </a:ext>
                </a:extLst>
              </a:tr>
              <a:tr h="478612">
                <a:tc>
                  <a:txBody>
                    <a:bodyPr/>
                    <a:lstStyle/>
                    <a:p>
                      <a:pPr algn="ctr"/>
                      <a:r>
                        <a:rPr lang="zh-CN" altLang="en-US" sz="1600" b="0" i="0" dirty="0">
                          <a:solidFill>
                            <a:srgbClr val="004E98"/>
                          </a:solidFill>
                          <a:latin typeface="Microsoft YaHei" panose="020B0503020204020204" pitchFamily="34" charset="-122"/>
                          <a:ea typeface="Microsoft YaHei" panose="020B0503020204020204" pitchFamily="34" charset="-122"/>
                          <a:cs typeface="+mn-ea"/>
                          <a:sym typeface="+mn-lt"/>
                        </a:rPr>
                        <a:t>类别</a:t>
                      </a:r>
                      <a:r>
                        <a:rPr lang="en-US" altLang="zh-CN" sz="1600" b="0" i="0" dirty="0">
                          <a:solidFill>
                            <a:srgbClr val="004E98"/>
                          </a:solidFill>
                          <a:latin typeface="Microsoft YaHei" panose="020B0503020204020204" pitchFamily="34" charset="-122"/>
                          <a:ea typeface="Microsoft YaHei" panose="020B0503020204020204" pitchFamily="34" charset="-122"/>
                          <a:cs typeface="+mn-ea"/>
                          <a:sym typeface="+mn-lt"/>
                        </a:rPr>
                        <a:t>02</a:t>
                      </a:r>
                      <a:endParaRPr lang="zh-CN" altLang="en-US" sz="1600" b="0" i="0" dirty="0">
                        <a:solidFill>
                          <a:srgbClr val="004E98"/>
                        </a:solidFill>
                        <a:latin typeface="Microsoft YaHei" panose="020B0503020204020204" pitchFamily="34" charset="-122"/>
                        <a:ea typeface="Microsoft YaHei" panose="020B0503020204020204" pitchFamily="34" charset="-122"/>
                        <a:cs typeface="+mn-ea"/>
                        <a:sym typeface="+mn-lt"/>
                      </a:endParaRPr>
                    </a:p>
                  </a:txBody>
                  <a:tcPr anchor="ctr">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26</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57</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59</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444</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895</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54</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4223</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solidFill>
                      <a:schemeClr val="bg1">
                        <a:alpha val="40000"/>
                      </a:schemeClr>
                    </a:solidFill>
                  </a:tcPr>
                </a:tc>
                <a:extLst>
                  <a:ext uri="{0D108BD9-81ED-4DB2-BD59-A6C34878D82A}">
                    <a16:rowId xmlns:a16="http://schemas.microsoft.com/office/drawing/2014/main" val="879660222"/>
                  </a:ext>
                </a:extLst>
              </a:tr>
              <a:tr h="478612">
                <a:tc>
                  <a:txBody>
                    <a:bodyPr/>
                    <a:lstStyle/>
                    <a:p>
                      <a:pPr algn="ctr"/>
                      <a:r>
                        <a:rPr lang="zh-CN" altLang="en-US" sz="1600" b="0" i="0" dirty="0">
                          <a:solidFill>
                            <a:srgbClr val="004E98"/>
                          </a:solidFill>
                          <a:latin typeface="Microsoft YaHei" panose="020B0503020204020204" pitchFamily="34" charset="-122"/>
                          <a:ea typeface="Microsoft YaHei" panose="020B0503020204020204" pitchFamily="34" charset="-122"/>
                          <a:cs typeface="+mn-ea"/>
                          <a:sym typeface="+mn-lt"/>
                        </a:rPr>
                        <a:t>类别</a:t>
                      </a:r>
                      <a:r>
                        <a:rPr lang="en-US" altLang="zh-CN" sz="1600" b="0" i="0" dirty="0">
                          <a:solidFill>
                            <a:srgbClr val="004E98"/>
                          </a:solidFill>
                          <a:latin typeface="Microsoft YaHei" panose="020B0503020204020204" pitchFamily="34" charset="-122"/>
                          <a:ea typeface="Microsoft YaHei" panose="020B0503020204020204" pitchFamily="34" charset="-122"/>
                          <a:cs typeface="+mn-ea"/>
                          <a:sym typeface="+mn-lt"/>
                        </a:rPr>
                        <a:t>03</a:t>
                      </a:r>
                      <a:endParaRPr lang="zh-CN" altLang="en-US" sz="1600" b="0" i="0" dirty="0">
                        <a:solidFill>
                          <a:srgbClr val="004E98"/>
                        </a:solidFill>
                        <a:latin typeface="Microsoft YaHei" panose="020B0503020204020204" pitchFamily="34" charset="-122"/>
                        <a:ea typeface="Microsoft YaHei" panose="020B0503020204020204" pitchFamily="34" charset="-122"/>
                        <a:cs typeface="+mn-ea"/>
                        <a:sym typeface="+mn-lt"/>
                      </a:endParaRPr>
                    </a:p>
                  </a:txBody>
                  <a:tcPr anchor="ctr">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37</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88</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95</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101</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20</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solidFill>
                      <a:schemeClr val="bg1">
                        <a:alpha val="40000"/>
                      </a:schemeClr>
                    </a:solidFill>
                  </a:tcPr>
                </a:tc>
                <a:tc>
                  <a:txBody>
                    <a:bodyPr/>
                    <a:lstStyle/>
                    <a:p>
                      <a:pPr algn="ctr"/>
                      <a:r>
                        <a:rPr lang="en-US" altLang="zh-CN" sz="1600" b="0" i="0" dirty="0">
                          <a:solidFill>
                            <a:srgbClr val="004E98"/>
                          </a:solidFill>
                          <a:latin typeface="Source Han Sans CN Light" panose="020B0300000000000000" pitchFamily="34" charset="-128"/>
                          <a:ea typeface="Source Han Sans CN Light" panose="020B0300000000000000" pitchFamily="34" charset="-128"/>
                          <a:cs typeface="+mn-ea"/>
                          <a:sym typeface="+mn-lt"/>
                        </a:rPr>
                        <a:t>2094</a:t>
                      </a:r>
                      <a:endParaRPr lang="zh-CN" altLang="en-US" sz="16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solidFill>
                      <a:schemeClr val="bg1">
                        <a:alpha val="40000"/>
                      </a:schemeClr>
                    </a:solidFill>
                  </a:tcPr>
                </a:tc>
                <a:extLst>
                  <a:ext uri="{0D108BD9-81ED-4DB2-BD59-A6C34878D82A}">
                    <a16:rowId xmlns:a16="http://schemas.microsoft.com/office/drawing/2014/main" val="1782978414"/>
                  </a:ext>
                </a:extLst>
              </a:tr>
              <a:tr h="478612">
                <a:tc>
                  <a:txBody>
                    <a:bodyPr/>
                    <a:lstStyle/>
                    <a:p>
                      <a:pPr algn="ctr"/>
                      <a:r>
                        <a:rPr lang="zh-CN" altLang="en-US" sz="1300" b="0" i="0" dirty="0">
                          <a:solidFill>
                            <a:srgbClr val="004E98"/>
                          </a:solidFill>
                          <a:latin typeface="Microsoft YaHei" panose="020B0503020204020204" pitchFamily="34" charset="-122"/>
                          <a:ea typeface="Microsoft YaHei" panose="020B0503020204020204" pitchFamily="34" charset="-122"/>
                          <a:cs typeface="+mn-ea"/>
                          <a:sym typeface="+mn-lt"/>
                        </a:rPr>
                        <a:t>合计</a:t>
                      </a:r>
                    </a:p>
                  </a:txBody>
                  <a:tcPr anchor="ctr">
                    <a:lnR w="6350" cap="flat" cmpd="sng" algn="ctr">
                      <a:solidFill>
                        <a:schemeClr val="bg2"/>
                      </a:solidFill>
                      <a:prstDash val="solid"/>
                      <a:round/>
                      <a:headEnd type="none" w="med" len="med"/>
                      <a:tailEnd type="none" w="med" len="med"/>
                    </a:lnR>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endParaRPr lang="zh-CN" altLang="en-US" sz="13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endParaRPr lang="zh-CN" altLang="en-US" sz="13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endParaRPr lang="zh-CN" altLang="en-US" sz="13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endParaRPr lang="zh-CN" altLang="en-US" sz="13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endParaRPr lang="zh-CN" altLang="en-US" sz="13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endParaRPr lang="zh-CN" altLang="en-US" sz="13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B w="12700" cap="flat" cmpd="sng" algn="ctr">
                      <a:solidFill>
                        <a:srgbClr val="004E98"/>
                      </a:solidFill>
                      <a:prstDash val="solid"/>
                      <a:round/>
                      <a:headEnd type="none" w="med" len="med"/>
                      <a:tailEnd type="none" w="med" len="med"/>
                    </a:lnB>
                    <a:solidFill>
                      <a:schemeClr val="bg1">
                        <a:alpha val="40000"/>
                      </a:schemeClr>
                    </a:solidFill>
                  </a:tcPr>
                </a:tc>
                <a:tc>
                  <a:txBody>
                    <a:bodyPr/>
                    <a:lstStyle/>
                    <a:p>
                      <a:pPr algn="ctr"/>
                      <a:endParaRPr lang="zh-CN" altLang="en-US" sz="1300" b="0" i="0" dirty="0">
                        <a:solidFill>
                          <a:srgbClr val="004E98"/>
                        </a:solidFill>
                        <a:latin typeface="Source Han Sans CN Light" panose="020B0300000000000000" pitchFamily="34" charset="-128"/>
                        <a:ea typeface="Source Han Sans CN Light" panose="020B0300000000000000" pitchFamily="34" charset="-128"/>
                        <a:cs typeface="+mn-ea"/>
                        <a:sym typeface="+mn-lt"/>
                      </a:endParaRPr>
                    </a:p>
                  </a:txBody>
                  <a:tcPr anchor="ctr">
                    <a:lnL w="6350" cap="flat" cmpd="sng" algn="ctr">
                      <a:solidFill>
                        <a:schemeClr val="bg2"/>
                      </a:solidFill>
                      <a:prstDash val="solid"/>
                      <a:round/>
                      <a:headEnd type="none" w="med" len="med"/>
                      <a:tailEnd type="none" w="med" len="med"/>
                    </a:lnL>
                    <a:lnB w="12700" cap="flat" cmpd="sng" algn="ctr">
                      <a:solidFill>
                        <a:srgbClr val="004E98"/>
                      </a:solidFill>
                      <a:prstDash val="solid"/>
                      <a:round/>
                      <a:headEnd type="none" w="med" len="med"/>
                      <a:tailEnd type="none" w="med" len="med"/>
                    </a:lnB>
                    <a:solidFill>
                      <a:schemeClr val="bg1">
                        <a:alpha val="40000"/>
                      </a:schemeClr>
                    </a:solidFill>
                  </a:tcPr>
                </a:tc>
                <a:extLst>
                  <a:ext uri="{0D108BD9-81ED-4DB2-BD59-A6C34878D82A}">
                    <a16:rowId xmlns:a16="http://schemas.microsoft.com/office/drawing/2014/main" val="197881255"/>
                  </a:ext>
                </a:extLst>
              </a:tr>
            </a:tbl>
          </a:graphicData>
        </a:graphic>
      </p:graphicFrame>
      <p:sp>
        <p:nvSpPr>
          <p:cNvPr id="9" name="文本框 8">
            <a:extLst>
              <a:ext uri="{FF2B5EF4-FFF2-40B4-BE49-F238E27FC236}">
                <a16:creationId xmlns:a16="http://schemas.microsoft.com/office/drawing/2014/main" id="{72B53811-4B3B-3048-90FC-C74BED4E45C0}"/>
              </a:ext>
            </a:extLst>
          </p:cNvPr>
          <p:cNvSpPr txBox="1"/>
          <p:nvPr/>
        </p:nvSpPr>
        <p:spPr>
          <a:xfrm>
            <a:off x="660401" y="1194312"/>
            <a:ext cx="10858505" cy="347799"/>
          </a:xfrm>
          <a:prstGeom prst="rect">
            <a:avLst/>
          </a:prstGeom>
          <a:noFill/>
        </p:spPr>
        <p:txBody>
          <a:bodyPr wrap="square" lIns="0" tIns="0" rIns="0" bIns="0" rtlCol="0">
            <a:normAutofit/>
          </a:bodyPr>
          <a:lstStyle/>
          <a:p>
            <a:pPr algn="ctr">
              <a:lnSpc>
                <a:spcPct val="150000"/>
              </a:lnSpc>
            </a:pPr>
            <a:r>
              <a:rPr lang="zh-CN" altLang="en-US" sz="1600" spc="100" dirty="0">
                <a:solidFill>
                  <a:schemeClr val="tx1">
                    <a:lumMod val="75000"/>
                  </a:schemeClr>
                </a:solidFill>
                <a:latin typeface="FZZhengHeiS-DB-GB" panose="02000000000000000000" pitchFamily="2" charset="-122"/>
                <a:ea typeface="FZZhengHeiS-DB-GB" panose="02000000000000000000" pitchFamily="2" charset="-122"/>
                <a:cs typeface="+mn-ea"/>
                <a:sym typeface="+mn-lt"/>
              </a:rPr>
              <a:t>在这里添加图表的标题文字</a:t>
            </a:r>
          </a:p>
        </p:txBody>
      </p:sp>
      <p:sp>
        <p:nvSpPr>
          <p:cNvPr id="10" name="文本框 9">
            <a:extLst>
              <a:ext uri="{FF2B5EF4-FFF2-40B4-BE49-F238E27FC236}">
                <a16:creationId xmlns:a16="http://schemas.microsoft.com/office/drawing/2014/main" id="{05123F51-3E62-6242-9AA1-D8DDDCD386E0}"/>
              </a:ext>
            </a:extLst>
          </p:cNvPr>
          <p:cNvSpPr txBox="1"/>
          <p:nvPr/>
        </p:nvSpPr>
        <p:spPr>
          <a:xfrm>
            <a:off x="787312" y="4502293"/>
            <a:ext cx="2492049" cy="379656"/>
          </a:xfrm>
          <a:prstGeom prst="rect">
            <a:avLst/>
          </a:prstGeom>
          <a:noFill/>
        </p:spPr>
        <p:txBody>
          <a:bodyPr wrap="square" rtlCol="0">
            <a:spAutoFit/>
          </a:bodyPr>
          <a:lstStyle/>
          <a:p>
            <a:r>
              <a:rPr kumimoji="1" lang="zh-CN" altLang="en-US" sz="1867"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a:t>
            </a:r>
          </a:p>
        </p:txBody>
      </p:sp>
      <p:sp>
        <p:nvSpPr>
          <p:cNvPr id="11" name="矩形 10">
            <a:extLst>
              <a:ext uri="{FF2B5EF4-FFF2-40B4-BE49-F238E27FC236}">
                <a16:creationId xmlns:a16="http://schemas.microsoft.com/office/drawing/2014/main" id="{D77F09A2-42BC-1649-B1DC-26A163A60CB4}"/>
              </a:ext>
            </a:extLst>
          </p:cNvPr>
          <p:cNvSpPr/>
          <p:nvPr/>
        </p:nvSpPr>
        <p:spPr>
          <a:xfrm>
            <a:off x="787311" y="4958191"/>
            <a:ext cx="10731595" cy="891911"/>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点击输入简要文字内容，文字内容需概括精炼，不用多余的文字修饰。点击输入简要文字内容，文字内容需概括精炼，不用多余的文字修饰。</a:t>
            </a:r>
          </a:p>
          <a:p>
            <a:pPr>
              <a:lnSpc>
                <a:spcPct val="150000"/>
              </a:lnSpc>
            </a:pPr>
            <a:endPar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endParaRPr>
          </a:p>
        </p:txBody>
      </p:sp>
      <p:grpSp>
        <p:nvGrpSpPr>
          <p:cNvPr id="13" name="组合 12">
            <a:extLst>
              <a:ext uri="{FF2B5EF4-FFF2-40B4-BE49-F238E27FC236}">
                <a16:creationId xmlns:a16="http://schemas.microsoft.com/office/drawing/2014/main" id="{D835AC66-A558-AD4E-90F8-ACC780278F22}"/>
              </a:ext>
            </a:extLst>
          </p:cNvPr>
          <p:cNvGrpSpPr/>
          <p:nvPr/>
        </p:nvGrpSpPr>
        <p:grpSpPr>
          <a:xfrm>
            <a:off x="-830385" y="475046"/>
            <a:ext cx="1660770" cy="167665"/>
            <a:chOff x="6429877" y="2075668"/>
            <a:chExt cx="1982046" cy="109699"/>
          </a:xfrm>
          <a:solidFill>
            <a:srgbClr val="004E98"/>
          </a:solidFill>
        </p:grpSpPr>
        <p:sp>
          <p:nvSpPr>
            <p:cNvPr id="14" name="矩形: 圆角 26">
              <a:extLst>
                <a:ext uri="{FF2B5EF4-FFF2-40B4-BE49-F238E27FC236}">
                  <a16:creationId xmlns:a16="http://schemas.microsoft.com/office/drawing/2014/main" id="{14D819A0-5465-CC4A-BAB3-7E338D3D511E}"/>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15" name="矩形: 圆角 41">
              <a:extLst>
                <a:ext uri="{FF2B5EF4-FFF2-40B4-BE49-F238E27FC236}">
                  <a16:creationId xmlns:a16="http://schemas.microsoft.com/office/drawing/2014/main" id="{F0D37879-66DB-9542-A26C-E35C6719B806}"/>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16" name="矩形: 圆角 42">
              <a:extLst>
                <a:ext uri="{FF2B5EF4-FFF2-40B4-BE49-F238E27FC236}">
                  <a16:creationId xmlns:a16="http://schemas.microsoft.com/office/drawing/2014/main" id="{1C7AA13A-5A03-5C4A-8B17-1172A157DAC0}"/>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17" name="文本框 16">
            <a:extLst>
              <a:ext uri="{FF2B5EF4-FFF2-40B4-BE49-F238E27FC236}">
                <a16:creationId xmlns:a16="http://schemas.microsoft.com/office/drawing/2014/main" id="{71EAFEB1-F980-1948-97C5-AD64EEC6A754}"/>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18" name="图片 17">
            <a:extLst>
              <a:ext uri="{FF2B5EF4-FFF2-40B4-BE49-F238E27FC236}">
                <a16:creationId xmlns:a16="http://schemas.microsoft.com/office/drawing/2014/main" id="{86BABD31-D521-A048-95CE-ADD5E598A2E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19" name="直线连接符 18">
            <a:extLst>
              <a:ext uri="{FF2B5EF4-FFF2-40B4-BE49-F238E27FC236}">
                <a16:creationId xmlns:a16="http://schemas.microsoft.com/office/drawing/2014/main" id="{349B1923-FCD7-F44B-BF82-3EFC6F2E788F}"/>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68F0B5F-E8EB-0448-ADE5-BA59F6EF3697}"/>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文本框 20">
            <a:extLst>
              <a:ext uri="{FF2B5EF4-FFF2-40B4-BE49-F238E27FC236}">
                <a16:creationId xmlns:a16="http://schemas.microsoft.com/office/drawing/2014/main" id="{C784A8F0-5052-574C-B57D-262B0B03BCE2}"/>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295414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公众号：叶宏泽演示研究所-3">
            <a:extLst>
              <a:ext uri="{FF2B5EF4-FFF2-40B4-BE49-F238E27FC236}">
                <a16:creationId xmlns:a16="http://schemas.microsoft.com/office/drawing/2014/main" id="{85EB5088-C8B4-8447-83C4-3D0CA37CB915}"/>
              </a:ext>
            </a:extLst>
          </p:cNvPr>
          <p:cNvSpPr>
            <a:spLocks noChangeArrowheads="1"/>
          </p:cNvSpPr>
          <p:nvPr/>
        </p:nvSpPr>
        <p:spPr bwMode="auto">
          <a:xfrm>
            <a:off x="5840576" y="2476508"/>
            <a:ext cx="4841464" cy="80040"/>
          </a:xfrm>
          <a:prstGeom prst="roundRect">
            <a:avLst>
              <a:gd name="adj" fmla="val 50000"/>
            </a:avLst>
          </a:prstGeom>
          <a:solidFill>
            <a:schemeClr val="bg1">
              <a:lumMod val="95000"/>
            </a:schemeClr>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9" name="公众号：叶宏泽演示研究所-4">
            <a:extLst>
              <a:ext uri="{FF2B5EF4-FFF2-40B4-BE49-F238E27FC236}">
                <a16:creationId xmlns:a16="http://schemas.microsoft.com/office/drawing/2014/main" id="{066363E6-F91C-164D-AC26-BC2659A8E4DF}"/>
              </a:ext>
            </a:extLst>
          </p:cNvPr>
          <p:cNvSpPr>
            <a:spLocks noChangeArrowheads="1"/>
          </p:cNvSpPr>
          <p:nvPr/>
        </p:nvSpPr>
        <p:spPr bwMode="auto">
          <a:xfrm>
            <a:off x="5840578" y="2476508"/>
            <a:ext cx="2696421" cy="80040"/>
          </a:xfrm>
          <a:prstGeom prst="roundRect">
            <a:avLst>
              <a:gd name="adj" fmla="val 50000"/>
            </a:avLst>
          </a:prstGeom>
          <a:solidFill>
            <a:srgbClr val="004E98"/>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10" name="公众号：叶宏泽演示研究所-5">
            <a:extLst>
              <a:ext uri="{FF2B5EF4-FFF2-40B4-BE49-F238E27FC236}">
                <a16:creationId xmlns:a16="http://schemas.microsoft.com/office/drawing/2014/main" id="{1B850CD4-5E48-D94D-8B3C-DC9B49CF5855}"/>
              </a:ext>
            </a:extLst>
          </p:cNvPr>
          <p:cNvSpPr>
            <a:spLocks noChangeAspect="1" noChangeArrowheads="1"/>
          </p:cNvSpPr>
          <p:nvPr/>
        </p:nvSpPr>
        <p:spPr bwMode="auto">
          <a:xfrm>
            <a:off x="8412492" y="2396469"/>
            <a:ext cx="241896" cy="241896"/>
          </a:xfrm>
          <a:prstGeom prst="ellipse">
            <a:avLst/>
          </a:prstGeom>
          <a:solidFill>
            <a:srgbClr val="004E98"/>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11" name="公众号：叶宏泽演示研究所-6">
            <a:extLst>
              <a:ext uri="{FF2B5EF4-FFF2-40B4-BE49-F238E27FC236}">
                <a16:creationId xmlns:a16="http://schemas.microsoft.com/office/drawing/2014/main" id="{C312EB1F-7C65-AD4D-801A-FF48BA66BB56}"/>
              </a:ext>
            </a:extLst>
          </p:cNvPr>
          <p:cNvSpPr>
            <a:spLocks noChangeArrowheads="1"/>
          </p:cNvSpPr>
          <p:nvPr/>
        </p:nvSpPr>
        <p:spPr bwMode="auto">
          <a:xfrm>
            <a:off x="5840576" y="3139943"/>
            <a:ext cx="4841464" cy="80039"/>
          </a:xfrm>
          <a:prstGeom prst="roundRect">
            <a:avLst>
              <a:gd name="adj" fmla="val 50000"/>
            </a:avLst>
          </a:prstGeom>
          <a:solidFill>
            <a:schemeClr val="bg1">
              <a:lumMod val="95000"/>
            </a:schemeClr>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12" name="公众号：叶宏泽演示研究所-7">
            <a:extLst>
              <a:ext uri="{FF2B5EF4-FFF2-40B4-BE49-F238E27FC236}">
                <a16:creationId xmlns:a16="http://schemas.microsoft.com/office/drawing/2014/main" id="{0BAB7051-02AB-5147-BF47-D33AF6878140}"/>
              </a:ext>
            </a:extLst>
          </p:cNvPr>
          <p:cNvSpPr>
            <a:spLocks noChangeArrowheads="1"/>
          </p:cNvSpPr>
          <p:nvPr/>
        </p:nvSpPr>
        <p:spPr bwMode="auto">
          <a:xfrm>
            <a:off x="5840576" y="3139943"/>
            <a:ext cx="3867657" cy="80039"/>
          </a:xfrm>
          <a:prstGeom prst="roundRect">
            <a:avLst>
              <a:gd name="adj" fmla="val 50000"/>
            </a:avLst>
          </a:prstGeom>
          <a:solidFill>
            <a:srgbClr val="004E98"/>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dirty="0">
              <a:solidFill>
                <a:srgbClr val="FFFFFF"/>
              </a:solidFill>
            </a:endParaRPr>
          </a:p>
        </p:txBody>
      </p:sp>
      <p:sp>
        <p:nvSpPr>
          <p:cNvPr id="13" name="公众号：叶宏泽演示研究所-8">
            <a:extLst>
              <a:ext uri="{FF2B5EF4-FFF2-40B4-BE49-F238E27FC236}">
                <a16:creationId xmlns:a16="http://schemas.microsoft.com/office/drawing/2014/main" id="{4B4D82B4-BA94-CC4D-A72D-66E0540F9BDD}"/>
              </a:ext>
            </a:extLst>
          </p:cNvPr>
          <p:cNvSpPr>
            <a:spLocks noChangeAspect="1" noChangeArrowheads="1"/>
          </p:cNvSpPr>
          <p:nvPr/>
        </p:nvSpPr>
        <p:spPr bwMode="auto">
          <a:xfrm>
            <a:off x="9575724" y="3051011"/>
            <a:ext cx="241896" cy="241896"/>
          </a:xfrm>
          <a:prstGeom prst="ellipse">
            <a:avLst/>
          </a:prstGeom>
          <a:solidFill>
            <a:srgbClr val="004E98"/>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14" name="公众号：叶宏泽演示研究所-9">
            <a:extLst>
              <a:ext uri="{FF2B5EF4-FFF2-40B4-BE49-F238E27FC236}">
                <a16:creationId xmlns:a16="http://schemas.microsoft.com/office/drawing/2014/main" id="{33052436-59D3-BE40-96F3-5E24C652F6F5}"/>
              </a:ext>
            </a:extLst>
          </p:cNvPr>
          <p:cNvSpPr>
            <a:spLocks noChangeArrowheads="1"/>
          </p:cNvSpPr>
          <p:nvPr/>
        </p:nvSpPr>
        <p:spPr bwMode="auto">
          <a:xfrm>
            <a:off x="5840576" y="3801598"/>
            <a:ext cx="4841464" cy="80039"/>
          </a:xfrm>
          <a:prstGeom prst="roundRect">
            <a:avLst>
              <a:gd name="adj" fmla="val 50000"/>
            </a:avLst>
          </a:prstGeom>
          <a:solidFill>
            <a:schemeClr val="bg1">
              <a:lumMod val="95000"/>
            </a:schemeClr>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15" name="公众号：叶宏泽演示研究所-10">
            <a:extLst>
              <a:ext uri="{FF2B5EF4-FFF2-40B4-BE49-F238E27FC236}">
                <a16:creationId xmlns:a16="http://schemas.microsoft.com/office/drawing/2014/main" id="{9D7313CD-21D9-DE43-B269-68C0307A91A1}"/>
              </a:ext>
            </a:extLst>
          </p:cNvPr>
          <p:cNvSpPr>
            <a:spLocks noChangeArrowheads="1"/>
          </p:cNvSpPr>
          <p:nvPr/>
        </p:nvSpPr>
        <p:spPr bwMode="auto">
          <a:xfrm>
            <a:off x="5840576" y="3801598"/>
            <a:ext cx="2420733" cy="80039"/>
          </a:xfrm>
          <a:prstGeom prst="roundRect">
            <a:avLst>
              <a:gd name="adj" fmla="val 50000"/>
            </a:avLst>
          </a:prstGeom>
          <a:solidFill>
            <a:srgbClr val="004E98"/>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16" name="公众号：叶宏泽演示研究所-11">
            <a:extLst>
              <a:ext uri="{FF2B5EF4-FFF2-40B4-BE49-F238E27FC236}">
                <a16:creationId xmlns:a16="http://schemas.microsoft.com/office/drawing/2014/main" id="{4DEED946-4BEA-3746-8AAD-25BFA4B92091}"/>
              </a:ext>
            </a:extLst>
          </p:cNvPr>
          <p:cNvSpPr>
            <a:spLocks noChangeAspect="1" noChangeArrowheads="1"/>
          </p:cNvSpPr>
          <p:nvPr/>
        </p:nvSpPr>
        <p:spPr bwMode="auto">
          <a:xfrm>
            <a:off x="8140361" y="3721557"/>
            <a:ext cx="241896" cy="241896"/>
          </a:xfrm>
          <a:prstGeom prst="ellipse">
            <a:avLst/>
          </a:prstGeom>
          <a:solidFill>
            <a:srgbClr val="004E98"/>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17" name="公众号：叶宏泽演示研究所-12">
            <a:extLst>
              <a:ext uri="{FF2B5EF4-FFF2-40B4-BE49-F238E27FC236}">
                <a16:creationId xmlns:a16="http://schemas.microsoft.com/office/drawing/2014/main" id="{981D71A6-24E8-1348-9573-9AFBCB22FFD8}"/>
              </a:ext>
            </a:extLst>
          </p:cNvPr>
          <p:cNvSpPr>
            <a:spLocks noChangeArrowheads="1"/>
          </p:cNvSpPr>
          <p:nvPr/>
        </p:nvSpPr>
        <p:spPr bwMode="auto">
          <a:xfrm>
            <a:off x="5840576" y="4463253"/>
            <a:ext cx="4841464" cy="81817"/>
          </a:xfrm>
          <a:prstGeom prst="roundRect">
            <a:avLst>
              <a:gd name="adj" fmla="val 50000"/>
            </a:avLst>
          </a:prstGeom>
          <a:solidFill>
            <a:schemeClr val="bg1">
              <a:lumMod val="95000"/>
            </a:schemeClr>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18" name="公众号：叶宏泽演示研究所-13">
            <a:extLst>
              <a:ext uri="{FF2B5EF4-FFF2-40B4-BE49-F238E27FC236}">
                <a16:creationId xmlns:a16="http://schemas.microsoft.com/office/drawing/2014/main" id="{3D1413D6-418D-C54C-89AA-E6C8972665C0}"/>
              </a:ext>
            </a:extLst>
          </p:cNvPr>
          <p:cNvSpPr>
            <a:spLocks noChangeArrowheads="1"/>
          </p:cNvSpPr>
          <p:nvPr/>
        </p:nvSpPr>
        <p:spPr bwMode="auto">
          <a:xfrm>
            <a:off x="5840576" y="4463253"/>
            <a:ext cx="4033960" cy="81817"/>
          </a:xfrm>
          <a:prstGeom prst="roundRect">
            <a:avLst>
              <a:gd name="adj" fmla="val 50000"/>
            </a:avLst>
          </a:prstGeom>
          <a:solidFill>
            <a:srgbClr val="004E98"/>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19" name="公众号：叶宏泽演示研究所-14">
            <a:extLst>
              <a:ext uri="{FF2B5EF4-FFF2-40B4-BE49-F238E27FC236}">
                <a16:creationId xmlns:a16="http://schemas.microsoft.com/office/drawing/2014/main" id="{F57FB6D9-B28A-584E-8669-B1E01717EB34}"/>
              </a:ext>
            </a:extLst>
          </p:cNvPr>
          <p:cNvSpPr>
            <a:spLocks noChangeAspect="1" noChangeArrowheads="1"/>
          </p:cNvSpPr>
          <p:nvPr/>
        </p:nvSpPr>
        <p:spPr bwMode="auto">
          <a:xfrm>
            <a:off x="9753589" y="4383213"/>
            <a:ext cx="241896" cy="241896"/>
          </a:xfrm>
          <a:prstGeom prst="ellipse">
            <a:avLst/>
          </a:prstGeom>
          <a:solidFill>
            <a:srgbClr val="004E98"/>
          </a:solidFill>
          <a:ln>
            <a:noFill/>
          </a:ln>
        </p:spPr>
        <p:txBody>
          <a:bodyPr anchor="ct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defTabSz="1219170" eaLnBrk="1" fontAlgn="base" hangingPunct="1">
              <a:spcBef>
                <a:spcPct val="0"/>
              </a:spcBef>
              <a:spcAft>
                <a:spcPct val="0"/>
              </a:spcAft>
              <a:defRPr/>
            </a:pPr>
            <a:endParaRPr lang="zh-CN" altLang="en-US" sz="2400" kern="0">
              <a:solidFill>
                <a:srgbClr val="FFFFFF"/>
              </a:solidFill>
            </a:endParaRPr>
          </a:p>
        </p:txBody>
      </p:sp>
      <p:sp>
        <p:nvSpPr>
          <p:cNvPr id="24" name="公众号：叶宏泽演示研究所-19">
            <a:extLst>
              <a:ext uri="{FF2B5EF4-FFF2-40B4-BE49-F238E27FC236}">
                <a16:creationId xmlns:a16="http://schemas.microsoft.com/office/drawing/2014/main" id="{1EF38281-3696-B949-9D2A-EB6B3050301D}"/>
              </a:ext>
            </a:extLst>
          </p:cNvPr>
          <p:cNvSpPr txBox="1">
            <a:spLocks noChangeArrowheads="1"/>
          </p:cNvSpPr>
          <p:nvPr/>
        </p:nvSpPr>
        <p:spPr bwMode="auto">
          <a:xfrm>
            <a:off x="10795874" y="2305759"/>
            <a:ext cx="702436" cy="476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defTabSz="1219170" eaLnBrk="1" fontAlgn="base" hangingPunct="1">
              <a:lnSpc>
                <a:spcPct val="125000"/>
              </a:lnSpc>
              <a:spcBef>
                <a:spcPct val="0"/>
              </a:spcBef>
              <a:spcAft>
                <a:spcPts val="1067"/>
              </a:spcAft>
              <a:defRPr/>
            </a:pPr>
            <a:r>
              <a:rPr lang="en-US" altLang="zh-CN" sz="2133" b="1" kern="0" dirty="0">
                <a:solidFill>
                  <a:srgbClr val="004E98"/>
                </a:solidFill>
                <a:latin typeface="Didot" panose="02000503000000020003" pitchFamily="2" charset="0"/>
                <a:ea typeface="思源宋体 Heavy" panose="02020900000000000000" pitchFamily="18" charset="-122"/>
              </a:rPr>
              <a:t>60%</a:t>
            </a:r>
            <a:endParaRPr lang="zh-CN" altLang="en-US" sz="2133" b="1" kern="0" dirty="0">
              <a:solidFill>
                <a:srgbClr val="004E98"/>
              </a:solidFill>
              <a:latin typeface="Didot" panose="02000503000000020003" pitchFamily="2" charset="0"/>
              <a:ea typeface="思源宋体 Heavy" panose="02020900000000000000" pitchFamily="18" charset="-122"/>
            </a:endParaRPr>
          </a:p>
        </p:txBody>
      </p:sp>
      <p:sp>
        <p:nvSpPr>
          <p:cNvPr id="25" name="公众号：叶宏泽演示研究所-20">
            <a:extLst>
              <a:ext uri="{FF2B5EF4-FFF2-40B4-BE49-F238E27FC236}">
                <a16:creationId xmlns:a16="http://schemas.microsoft.com/office/drawing/2014/main" id="{891FA3E5-5D51-8140-B5AF-71941F2172FD}"/>
              </a:ext>
            </a:extLst>
          </p:cNvPr>
          <p:cNvSpPr txBox="1">
            <a:spLocks noChangeArrowheads="1"/>
          </p:cNvSpPr>
          <p:nvPr/>
        </p:nvSpPr>
        <p:spPr bwMode="auto">
          <a:xfrm>
            <a:off x="10795874" y="2969194"/>
            <a:ext cx="702436" cy="476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defTabSz="1219170" eaLnBrk="1" fontAlgn="base" hangingPunct="1">
              <a:lnSpc>
                <a:spcPct val="125000"/>
              </a:lnSpc>
              <a:spcBef>
                <a:spcPct val="0"/>
              </a:spcBef>
              <a:spcAft>
                <a:spcPts val="1067"/>
              </a:spcAft>
              <a:defRPr/>
            </a:pPr>
            <a:r>
              <a:rPr lang="en-US" altLang="zh-CN" sz="2133" b="1" kern="0" dirty="0">
                <a:solidFill>
                  <a:srgbClr val="004E98"/>
                </a:solidFill>
                <a:latin typeface="Didot" panose="02000503000000020003" pitchFamily="2" charset="0"/>
                <a:ea typeface="思源宋体 Heavy" panose="02020900000000000000" pitchFamily="18" charset="-122"/>
              </a:rPr>
              <a:t>80%</a:t>
            </a:r>
            <a:endParaRPr lang="zh-CN" altLang="en-US" sz="2133" b="1" kern="0" dirty="0">
              <a:solidFill>
                <a:srgbClr val="004E98"/>
              </a:solidFill>
              <a:latin typeface="Didot" panose="02000503000000020003" pitchFamily="2" charset="0"/>
              <a:ea typeface="思源宋体 Heavy" panose="02020900000000000000" pitchFamily="18" charset="-122"/>
            </a:endParaRPr>
          </a:p>
        </p:txBody>
      </p:sp>
      <p:sp>
        <p:nvSpPr>
          <p:cNvPr id="26" name="公众号：叶宏泽演示研究所-21">
            <a:extLst>
              <a:ext uri="{FF2B5EF4-FFF2-40B4-BE49-F238E27FC236}">
                <a16:creationId xmlns:a16="http://schemas.microsoft.com/office/drawing/2014/main" id="{0463E008-CC15-8E41-8E80-964DC7FF1F07}"/>
              </a:ext>
            </a:extLst>
          </p:cNvPr>
          <p:cNvSpPr txBox="1">
            <a:spLocks noChangeArrowheads="1"/>
          </p:cNvSpPr>
          <p:nvPr/>
        </p:nvSpPr>
        <p:spPr bwMode="auto">
          <a:xfrm>
            <a:off x="10795874" y="3634406"/>
            <a:ext cx="702436" cy="476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defTabSz="1219170" eaLnBrk="1" fontAlgn="base" hangingPunct="1">
              <a:lnSpc>
                <a:spcPct val="125000"/>
              </a:lnSpc>
              <a:spcBef>
                <a:spcPct val="0"/>
              </a:spcBef>
              <a:spcAft>
                <a:spcPts val="1067"/>
              </a:spcAft>
              <a:defRPr/>
            </a:pPr>
            <a:r>
              <a:rPr lang="en-US" altLang="zh-CN" sz="2133" b="1" kern="0">
                <a:solidFill>
                  <a:srgbClr val="004E98"/>
                </a:solidFill>
                <a:latin typeface="Didot" panose="02000503000000020003" pitchFamily="2" charset="0"/>
                <a:ea typeface="思源宋体 Heavy" panose="02020900000000000000" pitchFamily="18" charset="-122"/>
              </a:rPr>
              <a:t>50%</a:t>
            </a:r>
            <a:endParaRPr lang="zh-CN" altLang="en-US" sz="2133" b="1" kern="0">
              <a:solidFill>
                <a:srgbClr val="004E98"/>
              </a:solidFill>
              <a:latin typeface="Didot" panose="02000503000000020003" pitchFamily="2" charset="0"/>
              <a:ea typeface="思源宋体 Heavy" panose="02020900000000000000" pitchFamily="18" charset="-122"/>
            </a:endParaRPr>
          </a:p>
        </p:txBody>
      </p:sp>
      <p:sp>
        <p:nvSpPr>
          <p:cNvPr id="27" name="公众号：叶宏泽演示研究所-22">
            <a:extLst>
              <a:ext uri="{FF2B5EF4-FFF2-40B4-BE49-F238E27FC236}">
                <a16:creationId xmlns:a16="http://schemas.microsoft.com/office/drawing/2014/main" id="{5EDA5694-E5ED-FC4E-831F-BECEDF541010}"/>
              </a:ext>
            </a:extLst>
          </p:cNvPr>
          <p:cNvSpPr txBox="1">
            <a:spLocks noChangeArrowheads="1"/>
          </p:cNvSpPr>
          <p:nvPr/>
        </p:nvSpPr>
        <p:spPr bwMode="auto">
          <a:xfrm>
            <a:off x="10795874" y="4297839"/>
            <a:ext cx="702436" cy="476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Segoe UI" panose="020B0502040204020203" pitchFamily="34" charset="0"/>
                <a:ea typeface="微软雅黑" panose="020B0503020204020204" pitchFamily="34" charset="-122"/>
              </a:defRPr>
            </a:lvl1pPr>
            <a:lvl2pPr eaLnBrk="0" hangingPunct="0">
              <a:defRPr>
                <a:solidFill>
                  <a:schemeClr val="tx1"/>
                </a:solidFill>
                <a:latin typeface="Segoe UI" panose="020B0502040204020203" pitchFamily="34" charset="0"/>
                <a:ea typeface="微软雅黑" panose="020B0503020204020204" pitchFamily="34" charset="-122"/>
              </a:defRPr>
            </a:lvl2pPr>
            <a:lvl3pPr eaLnBrk="0" hangingPunct="0">
              <a:defRPr>
                <a:solidFill>
                  <a:schemeClr val="tx1"/>
                </a:solidFill>
                <a:latin typeface="Segoe UI" panose="020B0502040204020203" pitchFamily="34" charset="0"/>
                <a:ea typeface="微软雅黑" panose="020B0503020204020204" pitchFamily="34" charset="-122"/>
              </a:defRPr>
            </a:lvl3pPr>
            <a:lvl4pPr eaLnBrk="0" hangingPunct="0">
              <a:defRPr>
                <a:solidFill>
                  <a:schemeClr val="tx1"/>
                </a:solidFill>
                <a:latin typeface="Segoe UI" panose="020B0502040204020203" pitchFamily="34" charset="0"/>
                <a:ea typeface="微软雅黑" panose="020B0503020204020204" pitchFamily="34" charset="-122"/>
              </a:defRPr>
            </a:lvl4pPr>
            <a:lvl5pPr eaLnBrk="0" hangingPunct="0">
              <a:defRPr>
                <a:solidFill>
                  <a:schemeClr val="tx1"/>
                </a:solidFill>
                <a:latin typeface="Segoe UI" panose="020B0502040204020203" pitchFamily="34" charset="0"/>
                <a:ea typeface="微软雅黑" panose="020B0503020204020204" pitchFamily="34" charset="-122"/>
              </a:defRPr>
            </a:lvl5pPr>
            <a:lvl6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defTabSz="1219170" eaLnBrk="1" fontAlgn="base" hangingPunct="1">
              <a:lnSpc>
                <a:spcPct val="125000"/>
              </a:lnSpc>
              <a:spcBef>
                <a:spcPct val="0"/>
              </a:spcBef>
              <a:spcAft>
                <a:spcPts val="1067"/>
              </a:spcAft>
              <a:defRPr/>
            </a:pPr>
            <a:r>
              <a:rPr lang="en-US" altLang="zh-CN" sz="2133" b="1" kern="0">
                <a:solidFill>
                  <a:srgbClr val="004E98"/>
                </a:solidFill>
                <a:latin typeface="Didot" panose="02000503000000020003" pitchFamily="2" charset="0"/>
                <a:ea typeface="思源宋体 Heavy" panose="02020900000000000000" pitchFamily="18" charset="-122"/>
              </a:rPr>
              <a:t>85%</a:t>
            </a:r>
            <a:endParaRPr lang="zh-CN" altLang="en-US" sz="2133" b="1" kern="0">
              <a:solidFill>
                <a:srgbClr val="004E98"/>
              </a:solidFill>
              <a:latin typeface="Didot" panose="02000503000000020003" pitchFamily="2" charset="0"/>
              <a:ea typeface="思源宋体 Heavy" panose="02020900000000000000" pitchFamily="18" charset="-122"/>
            </a:endParaRPr>
          </a:p>
        </p:txBody>
      </p:sp>
      <p:sp>
        <p:nvSpPr>
          <p:cNvPr id="29" name="文本框 28">
            <a:extLst>
              <a:ext uri="{FF2B5EF4-FFF2-40B4-BE49-F238E27FC236}">
                <a16:creationId xmlns:a16="http://schemas.microsoft.com/office/drawing/2014/main" id="{857A5D62-2B0D-1146-8481-4C008514D07A}"/>
              </a:ext>
            </a:extLst>
          </p:cNvPr>
          <p:cNvSpPr txBox="1"/>
          <p:nvPr/>
        </p:nvSpPr>
        <p:spPr>
          <a:xfrm>
            <a:off x="5840576" y="2095222"/>
            <a:ext cx="1734721" cy="297454"/>
          </a:xfrm>
          <a:prstGeom prst="rect">
            <a:avLst/>
          </a:prstGeom>
          <a:noFill/>
        </p:spPr>
        <p:txBody>
          <a:bodyPr wrap="square" rtlCol="0">
            <a:spAutoFit/>
          </a:bodyPr>
          <a:lstStyle/>
          <a:p>
            <a:r>
              <a:rPr kumimoji="1" lang="zh-CN" altLang="en-US" sz="1333" dirty="0">
                <a:solidFill>
                  <a:schemeClr val="tx1">
                    <a:lumMod val="75000"/>
                    <a:lumOff val="25000"/>
                  </a:schemeClr>
                </a:solidFill>
                <a:latin typeface="Microsoft YaHei Light" panose="020B0503020204020204" pitchFamily="34" charset="-122"/>
                <a:ea typeface="Microsoft YaHei Light" panose="020B0503020204020204" pitchFamily="34" charset="-122"/>
              </a:rPr>
              <a:t>添加说明文字</a:t>
            </a:r>
          </a:p>
        </p:txBody>
      </p:sp>
      <p:sp>
        <p:nvSpPr>
          <p:cNvPr id="30" name="文本框 29">
            <a:extLst>
              <a:ext uri="{FF2B5EF4-FFF2-40B4-BE49-F238E27FC236}">
                <a16:creationId xmlns:a16="http://schemas.microsoft.com/office/drawing/2014/main" id="{C5EFAEAE-AA3D-5944-87D0-8A36CA96CCA7}"/>
              </a:ext>
            </a:extLst>
          </p:cNvPr>
          <p:cNvSpPr txBox="1"/>
          <p:nvPr/>
        </p:nvSpPr>
        <p:spPr>
          <a:xfrm>
            <a:off x="5840576" y="2756066"/>
            <a:ext cx="1734721" cy="297454"/>
          </a:xfrm>
          <a:prstGeom prst="rect">
            <a:avLst/>
          </a:prstGeom>
          <a:noFill/>
        </p:spPr>
        <p:txBody>
          <a:bodyPr wrap="square" rtlCol="0">
            <a:spAutoFit/>
          </a:bodyPr>
          <a:lstStyle/>
          <a:p>
            <a:r>
              <a:rPr kumimoji="1" lang="zh-CN" altLang="en-US" sz="1333" dirty="0">
                <a:solidFill>
                  <a:schemeClr val="tx1">
                    <a:lumMod val="75000"/>
                    <a:lumOff val="25000"/>
                  </a:schemeClr>
                </a:solidFill>
                <a:latin typeface="Microsoft YaHei Light" panose="020B0503020204020204" pitchFamily="34" charset="-122"/>
                <a:ea typeface="Microsoft YaHei Light" panose="020B0503020204020204" pitchFamily="34" charset="-122"/>
              </a:rPr>
              <a:t>添加说明文字</a:t>
            </a:r>
          </a:p>
        </p:txBody>
      </p:sp>
      <p:sp>
        <p:nvSpPr>
          <p:cNvPr id="31" name="文本框 30">
            <a:extLst>
              <a:ext uri="{FF2B5EF4-FFF2-40B4-BE49-F238E27FC236}">
                <a16:creationId xmlns:a16="http://schemas.microsoft.com/office/drawing/2014/main" id="{B8B6F72A-DAF2-864D-BC1E-912C4CC93B77}"/>
              </a:ext>
            </a:extLst>
          </p:cNvPr>
          <p:cNvSpPr txBox="1"/>
          <p:nvPr/>
        </p:nvSpPr>
        <p:spPr>
          <a:xfrm>
            <a:off x="5840576" y="3447816"/>
            <a:ext cx="1734721" cy="297454"/>
          </a:xfrm>
          <a:prstGeom prst="rect">
            <a:avLst/>
          </a:prstGeom>
          <a:noFill/>
        </p:spPr>
        <p:txBody>
          <a:bodyPr wrap="square" rtlCol="0">
            <a:spAutoFit/>
          </a:bodyPr>
          <a:lstStyle/>
          <a:p>
            <a:r>
              <a:rPr kumimoji="1" lang="zh-CN" altLang="en-US" sz="1333" dirty="0">
                <a:solidFill>
                  <a:schemeClr val="tx1">
                    <a:lumMod val="75000"/>
                    <a:lumOff val="25000"/>
                  </a:schemeClr>
                </a:solidFill>
                <a:latin typeface="Microsoft YaHei Light" panose="020B0503020204020204" pitchFamily="34" charset="-122"/>
                <a:ea typeface="Microsoft YaHei Light" panose="020B0503020204020204" pitchFamily="34" charset="-122"/>
              </a:rPr>
              <a:t>添加说明文字</a:t>
            </a:r>
          </a:p>
        </p:txBody>
      </p:sp>
      <p:sp>
        <p:nvSpPr>
          <p:cNvPr id="32" name="文本框 31">
            <a:extLst>
              <a:ext uri="{FF2B5EF4-FFF2-40B4-BE49-F238E27FC236}">
                <a16:creationId xmlns:a16="http://schemas.microsoft.com/office/drawing/2014/main" id="{0A1C89FA-5D64-6845-BEFF-ED558AC2042B}"/>
              </a:ext>
            </a:extLst>
          </p:cNvPr>
          <p:cNvSpPr txBox="1"/>
          <p:nvPr/>
        </p:nvSpPr>
        <p:spPr>
          <a:xfrm>
            <a:off x="5844212" y="4113172"/>
            <a:ext cx="1734721" cy="297454"/>
          </a:xfrm>
          <a:prstGeom prst="rect">
            <a:avLst/>
          </a:prstGeom>
          <a:noFill/>
        </p:spPr>
        <p:txBody>
          <a:bodyPr wrap="square" rtlCol="0">
            <a:spAutoFit/>
          </a:bodyPr>
          <a:lstStyle/>
          <a:p>
            <a:r>
              <a:rPr kumimoji="1" lang="zh-CN" altLang="en-US" sz="1333" dirty="0">
                <a:solidFill>
                  <a:schemeClr val="tx1">
                    <a:lumMod val="75000"/>
                    <a:lumOff val="25000"/>
                  </a:schemeClr>
                </a:solidFill>
                <a:latin typeface="Microsoft YaHei Light" panose="020B0503020204020204" pitchFamily="34" charset="-122"/>
                <a:ea typeface="Microsoft YaHei Light" panose="020B0503020204020204" pitchFamily="34" charset="-122"/>
              </a:rPr>
              <a:t>添加说明文字</a:t>
            </a:r>
          </a:p>
        </p:txBody>
      </p:sp>
      <p:sp>
        <p:nvSpPr>
          <p:cNvPr id="33" name="圆角矩形 32">
            <a:extLst>
              <a:ext uri="{FF2B5EF4-FFF2-40B4-BE49-F238E27FC236}">
                <a16:creationId xmlns:a16="http://schemas.microsoft.com/office/drawing/2014/main" id="{832E1BCD-DA19-634B-AE7B-086B489683FF}"/>
              </a:ext>
            </a:extLst>
          </p:cNvPr>
          <p:cNvSpPr/>
          <p:nvPr/>
        </p:nvSpPr>
        <p:spPr>
          <a:xfrm>
            <a:off x="891117" y="1504869"/>
            <a:ext cx="4317572" cy="4259072"/>
          </a:xfrm>
          <a:prstGeom prst="roundRect">
            <a:avLst>
              <a:gd name="adj" fmla="val 407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4" name="文本框 33">
            <a:extLst>
              <a:ext uri="{FF2B5EF4-FFF2-40B4-BE49-F238E27FC236}">
                <a16:creationId xmlns:a16="http://schemas.microsoft.com/office/drawing/2014/main" id="{564D0504-DB07-C549-820B-7BE7EA24A83E}"/>
              </a:ext>
            </a:extLst>
          </p:cNvPr>
          <p:cNvSpPr txBox="1"/>
          <p:nvPr/>
        </p:nvSpPr>
        <p:spPr>
          <a:xfrm>
            <a:off x="1308728" y="1817742"/>
            <a:ext cx="2492049" cy="1323439"/>
          </a:xfrm>
          <a:prstGeom prst="rect">
            <a:avLst/>
          </a:prstGeom>
          <a:noFill/>
        </p:spPr>
        <p:txBody>
          <a:bodyPr wrap="square" rtlCol="0">
            <a:spAutoFit/>
          </a:bodyPr>
          <a:lstStyle/>
          <a:p>
            <a:r>
              <a:rPr kumimoji="1" lang="en-US" altLang="zh-CN" sz="8000" b="1" dirty="0">
                <a:solidFill>
                  <a:srgbClr val="004E98"/>
                </a:solidFill>
                <a:latin typeface="Source Han Serif CN" panose="02020400000000000000" pitchFamily="18" charset="-128"/>
                <a:ea typeface="Source Han Serif CN" panose="02020400000000000000" pitchFamily="18" charset="-128"/>
              </a:rPr>
              <a:t>80</a:t>
            </a:r>
            <a:r>
              <a:rPr kumimoji="1" lang="en-US" altLang="zh-CN" sz="2133" b="1" dirty="0">
                <a:solidFill>
                  <a:srgbClr val="004E98"/>
                </a:solidFill>
                <a:latin typeface="Source Han Serif CN" panose="02020400000000000000" pitchFamily="18" charset="-128"/>
                <a:ea typeface="Source Han Serif CN" panose="02020400000000000000" pitchFamily="18" charset="-128"/>
              </a:rPr>
              <a:t>%</a:t>
            </a:r>
            <a:endParaRPr kumimoji="1" lang="zh-CN" altLang="en-US" sz="2133" b="1" dirty="0">
              <a:solidFill>
                <a:srgbClr val="004E98"/>
              </a:solidFill>
              <a:latin typeface="Source Han Serif CN" panose="02020400000000000000" pitchFamily="18" charset="-128"/>
              <a:ea typeface="Source Han Serif CN" panose="02020400000000000000" pitchFamily="18" charset="-128"/>
            </a:endParaRPr>
          </a:p>
        </p:txBody>
      </p:sp>
      <p:sp>
        <p:nvSpPr>
          <p:cNvPr id="35" name="矩形 34">
            <a:extLst>
              <a:ext uri="{FF2B5EF4-FFF2-40B4-BE49-F238E27FC236}">
                <a16:creationId xmlns:a16="http://schemas.microsoft.com/office/drawing/2014/main" id="{40FA08E7-A08B-A445-BB4E-C583823D7F8D}"/>
              </a:ext>
            </a:extLst>
          </p:cNvPr>
          <p:cNvSpPr/>
          <p:nvPr/>
        </p:nvSpPr>
        <p:spPr>
          <a:xfrm>
            <a:off x="1317683" y="3546819"/>
            <a:ext cx="3373000" cy="891911"/>
          </a:xfrm>
          <a:prstGeom prst="rect">
            <a:avLst/>
          </a:prstGeom>
        </p:spPr>
        <p:txBody>
          <a:bodyPr wrap="square">
            <a:spAutoFit/>
          </a:bodyPr>
          <a:lstStyle/>
          <a:p>
            <a:pPr>
              <a:lnSpc>
                <a:spcPct val="150000"/>
              </a:lnSpc>
            </a:pPr>
            <a:r>
              <a:rPr lang="zh-CN" altLang="en-US" sz="1200" dirty="0">
                <a:solidFill>
                  <a:schemeClr val="tx1">
                    <a:lumMod val="65000"/>
                    <a:lumOff val="35000"/>
                  </a:schemeClr>
                </a:solidFill>
                <a:latin typeface="Microsoft YaHei Light" panose="020B0503020204020204" pitchFamily="34" charset="-122"/>
                <a:ea typeface="Microsoft YaHei Light" panose="020B0503020204020204" pitchFamily="34" charset="-122"/>
              </a:rPr>
              <a:t>点击输入简要文字内容，文字内容需概括精炼，不用多余的文字修饰。点击输入简要文字内容，文字内容需概括精炼，不用多余的文字修饰。</a:t>
            </a:r>
          </a:p>
        </p:txBody>
      </p:sp>
      <p:grpSp>
        <p:nvGrpSpPr>
          <p:cNvPr id="36" name="组合 35">
            <a:extLst>
              <a:ext uri="{FF2B5EF4-FFF2-40B4-BE49-F238E27FC236}">
                <a16:creationId xmlns:a16="http://schemas.microsoft.com/office/drawing/2014/main" id="{CAE1B6D2-884A-2A4B-8CF4-B99C0B275741}"/>
              </a:ext>
            </a:extLst>
          </p:cNvPr>
          <p:cNvGrpSpPr/>
          <p:nvPr/>
        </p:nvGrpSpPr>
        <p:grpSpPr>
          <a:xfrm>
            <a:off x="-830385" y="475046"/>
            <a:ext cx="1660770" cy="167665"/>
            <a:chOff x="6429877" y="2075668"/>
            <a:chExt cx="1982046" cy="109699"/>
          </a:xfrm>
          <a:solidFill>
            <a:srgbClr val="004E98"/>
          </a:solidFill>
        </p:grpSpPr>
        <p:sp>
          <p:nvSpPr>
            <p:cNvPr id="37" name="矩形: 圆角 26">
              <a:extLst>
                <a:ext uri="{FF2B5EF4-FFF2-40B4-BE49-F238E27FC236}">
                  <a16:creationId xmlns:a16="http://schemas.microsoft.com/office/drawing/2014/main" id="{B81EEA3B-3F63-024A-AD2B-1E9C7CF5E576}"/>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38" name="矩形: 圆角 41">
              <a:extLst>
                <a:ext uri="{FF2B5EF4-FFF2-40B4-BE49-F238E27FC236}">
                  <a16:creationId xmlns:a16="http://schemas.microsoft.com/office/drawing/2014/main" id="{FCDB7878-F9E3-C345-90D5-215422E4D694}"/>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39" name="矩形: 圆角 42">
              <a:extLst>
                <a:ext uri="{FF2B5EF4-FFF2-40B4-BE49-F238E27FC236}">
                  <a16:creationId xmlns:a16="http://schemas.microsoft.com/office/drawing/2014/main" id="{9DF641AF-0B89-9A4E-89D8-A7F4FE92644A}"/>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40" name="文本框 39">
            <a:extLst>
              <a:ext uri="{FF2B5EF4-FFF2-40B4-BE49-F238E27FC236}">
                <a16:creationId xmlns:a16="http://schemas.microsoft.com/office/drawing/2014/main" id="{0DE0DC3D-EFD3-B24A-9FC2-C6AD2E821C83}"/>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41" name="图片 40">
            <a:extLst>
              <a:ext uri="{FF2B5EF4-FFF2-40B4-BE49-F238E27FC236}">
                <a16:creationId xmlns:a16="http://schemas.microsoft.com/office/drawing/2014/main" id="{13A2E59A-A406-EB47-8F30-B6F05A50AC7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42" name="直线连接符 41">
            <a:extLst>
              <a:ext uri="{FF2B5EF4-FFF2-40B4-BE49-F238E27FC236}">
                <a16:creationId xmlns:a16="http://schemas.microsoft.com/office/drawing/2014/main" id="{6B738F84-62D4-8E45-ABAD-949CBC8C355C}"/>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C796B231-EAA0-8244-9C61-D7FDE7BE110F}"/>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文本框 43">
            <a:extLst>
              <a:ext uri="{FF2B5EF4-FFF2-40B4-BE49-F238E27FC236}">
                <a16:creationId xmlns:a16="http://schemas.microsoft.com/office/drawing/2014/main" id="{06C9F719-C4A3-304D-B0E0-7B59B6CCE451}"/>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28014492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D068D08C-8401-BC48-ADA0-4C8312663EEE}"/>
              </a:ext>
            </a:extLst>
          </p:cNvPr>
          <p:cNvGrpSpPr/>
          <p:nvPr/>
        </p:nvGrpSpPr>
        <p:grpSpPr>
          <a:xfrm flipH="1">
            <a:off x="913847" y="1389640"/>
            <a:ext cx="10040664" cy="2039361"/>
            <a:chOff x="1429960" y="1677574"/>
            <a:chExt cx="9248199" cy="2039361"/>
          </a:xfrm>
        </p:grpSpPr>
        <p:sp>
          <p:nvSpPr>
            <p:cNvPr id="4" name="任意多边形: 形状 7">
              <a:extLst>
                <a:ext uri="{FF2B5EF4-FFF2-40B4-BE49-F238E27FC236}">
                  <a16:creationId xmlns:a16="http://schemas.microsoft.com/office/drawing/2014/main" id="{15D3E6C2-D2C9-4343-AFE8-B4444AB9B838}"/>
                </a:ext>
              </a:extLst>
            </p:cNvPr>
            <p:cNvSpPr/>
            <p:nvPr/>
          </p:nvSpPr>
          <p:spPr>
            <a:xfrm>
              <a:off x="1429960" y="1677574"/>
              <a:ext cx="9248199" cy="2039361"/>
            </a:xfrm>
            <a:custGeom>
              <a:avLst/>
              <a:gdLst>
                <a:gd name="connsiteX0" fmla="*/ 6639186 w 9013653"/>
                <a:gd name="connsiteY0" fmla="*/ 3282750 h 3768427"/>
                <a:gd name="connsiteX1" fmla="*/ 7124760 w 9013653"/>
                <a:gd name="connsiteY1" fmla="*/ 3282750 h 3768427"/>
                <a:gd name="connsiteX2" fmla="*/ 7101073 w 9013653"/>
                <a:gd name="connsiteY2" fmla="*/ 3768427 h 3768427"/>
                <a:gd name="connsiteX3" fmla="*/ 0 w 9013653"/>
                <a:gd name="connsiteY3" fmla="*/ 0 h 3768427"/>
                <a:gd name="connsiteX4" fmla="*/ 9013653 w 9013653"/>
                <a:gd name="connsiteY4" fmla="*/ 0 h 3768427"/>
                <a:gd name="connsiteX5" fmla="*/ 9013653 w 9013653"/>
                <a:gd name="connsiteY5" fmla="*/ 3276600 h 3768427"/>
                <a:gd name="connsiteX6" fmla="*/ 0 w 9013653"/>
                <a:gd name="connsiteY6" fmla="*/ 3276600 h 3768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13653" h="3768427">
                  <a:moveTo>
                    <a:pt x="6639186" y="3282750"/>
                  </a:moveTo>
                  <a:lnTo>
                    <a:pt x="7124760" y="3282750"/>
                  </a:lnTo>
                  <a:lnTo>
                    <a:pt x="7101073" y="3768427"/>
                  </a:lnTo>
                  <a:close/>
                  <a:moveTo>
                    <a:pt x="0" y="0"/>
                  </a:moveTo>
                  <a:lnTo>
                    <a:pt x="9013653" y="0"/>
                  </a:lnTo>
                  <a:lnTo>
                    <a:pt x="9013653" y="3276600"/>
                  </a:lnTo>
                  <a:lnTo>
                    <a:pt x="0" y="3276600"/>
                  </a:lnTo>
                  <a:close/>
                </a:path>
              </a:pathLst>
            </a:custGeom>
            <a:solidFill>
              <a:schemeClr val="bg1">
                <a:alpha val="71000"/>
              </a:schemeClr>
            </a:solidFill>
            <a:ln w="0" cap="flat" cmpd="sng" algn="ctr">
              <a:noFill/>
              <a:prstDash val="solid"/>
              <a:miter lim="800000"/>
            </a:ln>
            <a:effectLst>
              <a:outerShdw blurRad="50800" dist="38100" dir="2700000" algn="tl"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5" name="任意多边形: 形状 8">
              <a:extLst>
                <a:ext uri="{FF2B5EF4-FFF2-40B4-BE49-F238E27FC236}">
                  <a16:creationId xmlns:a16="http://schemas.microsoft.com/office/drawing/2014/main" id="{9502EB7C-E17A-D947-9DF1-DB5BB908FCCF}"/>
                </a:ext>
              </a:extLst>
            </p:cNvPr>
            <p:cNvSpPr/>
            <p:nvPr/>
          </p:nvSpPr>
          <p:spPr>
            <a:xfrm>
              <a:off x="1429960" y="3429000"/>
              <a:ext cx="9176413" cy="287935"/>
            </a:xfrm>
            <a:custGeom>
              <a:avLst/>
              <a:gdLst>
                <a:gd name="connsiteX0" fmla="*/ 0 w 8930640"/>
                <a:gd name="connsiteY0" fmla="*/ 30480 h 487680"/>
                <a:gd name="connsiteX1" fmla="*/ 6614160 w 8930640"/>
                <a:gd name="connsiteY1" fmla="*/ 30480 h 487680"/>
                <a:gd name="connsiteX2" fmla="*/ 7071360 w 8930640"/>
                <a:gd name="connsiteY2" fmla="*/ 487680 h 487680"/>
                <a:gd name="connsiteX3" fmla="*/ 7071360 w 8930640"/>
                <a:gd name="connsiteY3" fmla="*/ 0 h 487680"/>
                <a:gd name="connsiteX4" fmla="*/ 8930640 w 89306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0640" h="487680">
                  <a:moveTo>
                    <a:pt x="0" y="30480"/>
                  </a:moveTo>
                  <a:lnTo>
                    <a:pt x="6614160" y="30480"/>
                  </a:lnTo>
                  <a:lnTo>
                    <a:pt x="7071360" y="487680"/>
                  </a:lnTo>
                  <a:lnTo>
                    <a:pt x="7071360" y="0"/>
                  </a:lnTo>
                  <a:lnTo>
                    <a:pt x="8930640" y="0"/>
                  </a:lnTo>
                </a:path>
              </a:pathLst>
            </a:custGeom>
            <a:noFill/>
            <a:ln w="25400" cap="flat" cmpd="sng" algn="ctr">
              <a:solidFill>
                <a:srgbClr val="004E98"/>
              </a:solidFill>
              <a:prstDash val="solid"/>
              <a:miter lim="800000"/>
            </a:ln>
            <a:effectLst>
              <a:outerShdw blurRad="101600" dist="38100" dir="2700000" algn="tl" rotWithShape="0">
                <a:srgbClr val="004E9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思源黑体 CN Normal" panose="020B0400000000000000" pitchFamily="34" charset="-122"/>
                <a:ea typeface="思源黑体 CN Normal" panose="020B0400000000000000" pitchFamily="34" charset="-122"/>
              </a:endParaRPr>
            </a:p>
          </p:txBody>
        </p:sp>
      </p:grpSp>
      <p:sp>
        <p:nvSpPr>
          <p:cNvPr id="6" name="矩形: 圆角 11">
            <a:extLst>
              <a:ext uri="{FF2B5EF4-FFF2-40B4-BE49-F238E27FC236}">
                <a16:creationId xmlns:a16="http://schemas.microsoft.com/office/drawing/2014/main" id="{2932D965-7B9F-0440-92B4-A82C423B45FF}"/>
              </a:ext>
            </a:extLst>
          </p:cNvPr>
          <p:cNvSpPr/>
          <p:nvPr/>
        </p:nvSpPr>
        <p:spPr>
          <a:xfrm>
            <a:off x="1501747" y="1304734"/>
            <a:ext cx="985520" cy="458375"/>
          </a:xfrm>
          <a:prstGeom prst="roundRect">
            <a:avLst/>
          </a:prstGeom>
          <a:solidFill>
            <a:srgbClr val="004E98"/>
          </a:solidFill>
          <a:ln>
            <a:solidFill>
              <a:srgbClr val="004E98"/>
            </a:solidFill>
          </a:ln>
          <a:effectLst>
            <a:outerShdw blurRad="63500" sx="104000" sy="104000" algn="ctr" rotWithShape="0">
              <a:srgbClr val="004E98">
                <a:alpha val="3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914377"/>
            <a:r>
              <a:rPr lang="zh-CN" altLang="en-US" sz="1867" dirty="0">
                <a:solidFill>
                  <a:prstClr val="white"/>
                </a:solidFill>
                <a:latin typeface="FZZhengHeiS-DB-GB" panose="02000000000000000000" pitchFamily="2" charset="-122"/>
                <a:ea typeface="FZZhengHeiS-DB-GB" panose="02000000000000000000" pitchFamily="2" charset="-122"/>
              </a:rPr>
              <a:t>摘要</a:t>
            </a:r>
          </a:p>
        </p:txBody>
      </p:sp>
      <p:sp>
        <p:nvSpPr>
          <p:cNvPr id="7" name="矩形 6">
            <a:extLst>
              <a:ext uri="{FF2B5EF4-FFF2-40B4-BE49-F238E27FC236}">
                <a16:creationId xmlns:a16="http://schemas.microsoft.com/office/drawing/2014/main" id="{FBB69FF2-D11E-DF44-9215-B8BEE5C90663}"/>
              </a:ext>
            </a:extLst>
          </p:cNvPr>
          <p:cNvSpPr/>
          <p:nvPr/>
        </p:nvSpPr>
        <p:spPr>
          <a:xfrm>
            <a:off x="1821787" y="1803748"/>
            <a:ext cx="9132724" cy="1159869"/>
          </a:xfrm>
          <a:prstGeom prst="rect">
            <a:avLst/>
          </a:prstGeom>
        </p:spPr>
        <p:txBody>
          <a:bodyPr wrap="square">
            <a:normAutofit/>
          </a:bodyPr>
          <a:lstStyle/>
          <a:p>
            <a:pPr hangingPunct="0">
              <a:lnSpc>
                <a:spcPct val="150000"/>
              </a:lnSpc>
            </a:pPr>
            <a:r>
              <a:rPr lang="zh-CN" altLang="en-US" sz="1467" dirty="0">
                <a:solidFill>
                  <a:schemeClr val="tx1">
                    <a:lumMod val="75000"/>
                    <a:lumOff val="25000"/>
                  </a:schemeClr>
                </a:solidFill>
                <a:latin typeface="思源黑体 CN Normal" panose="020B0400000000000000" pitchFamily="34" charset="-122"/>
                <a:ea typeface="思源黑体 CN Normal" panose="020B0400000000000000" pitchFamily="34" charset="-122"/>
              </a:rPr>
              <a:t>点击输入简要文字内容，文字内容需概括精炼，不用多余的文字修饰。点击输入简要文字内容，文字内容需概括精炼，不用多余的文字修饰。点击输入简要文字内容，文字内容需概括精炼，不用多余的文字修饰。点击输入简要文字内容，文字内容需概括精炼，不用多余的文字修饰。</a:t>
            </a:r>
          </a:p>
          <a:p>
            <a:pPr hangingPunct="0">
              <a:lnSpc>
                <a:spcPct val="150000"/>
              </a:lnSpc>
            </a:pPr>
            <a:endParaRPr lang="zh-CN" altLang="en-US" sz="1467" dirty="0">
              <a:solidFill>
                <a:schemeClr val="tx1">
                  <a:lumMod val="75000"/>
                  <a:lumOff val="25000"/>
                </a:schemeClr>
              </a:solidFill>
              <a:latin typeface="思源黑体 CN Normal" panose="020B0400000000000000" pitchFamily="34" charset="-122"/>
              <a:ea typeface="思源黑体 CN Normal" panose="020B0400000000000000" pitchFamily="34" charset="-122"/>
            </a:endParaRPr>
          </a:p>
        </p:txBody>
      </p:sp>
      <p:grpSp>
        <p:nvGrpSpPr>
          <p:cNvPr id="8" name="组合 7">
            <a:extLst>
              <a:ext uri="{FF2B5EF4-FFF2-40B4-BE49-F238E27FC236}">
                <a16:creationId xmlns:a16="http://schemas.microsoft.com/office/drawing/2014/main" id="{D2109B3E-2785-F346-ADFF-6E8E98E055BA}"/>
              </a:ext>
            </a:extLst>
          </p:cNvPr>
          <p:cNvGrpSpPr/>
          <p:nvPr/>
        </p:nvGrpSpPr>
        <p:grpSpPr>
          <a:xfrm flipH="1">
            <a:off x="913847" y="3767080"/>
            <a:ext cx="10082605" cy="2039361"/>
            <a:chOff x="1429960" y="1677574"/>
            <a:chExt cx="9248199" cy="2039361"/>
          </a:xfrm>
        </p:grpSpPr>
        <p:sp>
          <p:nvSpPr>
            <p:cNvPr id="9" name="任意多边形: 形状 15">
              <a:extLst>
                <a:ext uri="{FF2B5EF4-FFF2-40B4-BE49-F238E27FC236}">
                  <a16:creationId xmlns:a16="http://schemas.microsoft.com/office/drawing/2014/main" id="{E81BB8CE-B34A-AA46-8DEB-CD667BEFDD82}"/>
                </a:ext>
              </a:extLst>
            </p:cNvPr>
            <p:cNvSpPr/>
            <p:nvPr/>
          </p:nvSpPr>
          <p:spPr>
            <a:xfrm>
              <a:off x="1429960" y="1677574"/>
              <a:ext cx="9248199" cy="2039361"/>
            </a:xfrm>
            <a:custGeom>
              <a:avLst/>
              <a:gdLst>
                <a:gd name="connsiteX0" fmla="*/ 6639186 w 9013653"/>
                <a:gd name="connsiteY0" fmla="*/ 3282750 h 3768427"/>
                <a:gd name="connsiteX1" fmla="*/ 7124760 w 9013653"/>
                <a:gd name="connsiteY1" fmla="*/ 3282750 h 3768427"/>
                <a:gd name="connsiteX2" fmla="*/ 7101073 w 9013653"/>
                <a:gd name="connsiteY2" fmla="*/ 3768427 h 3768427"/>
                <a:gd name="connsiteX3" fmla="*/ 0 w 9013653"/>
                <a:gd name="connsiteY3" fmla="*/ 0 h 3768427"/>
                <a:gd name="connsiteX4" fmla="*/ 9013653 w 9013653"/>
                <a:gd name="connsiteY4" fmla="*/ 0 h 3768427"/>
                <a:gd name="connsiteX5" fmla="*/ 9013653 w 9013653"/>
                <a:gd name="connsiteY5" fmla="*/ 3276600 h 3768427"/>
                <a:gd name="connsiteX6" fmla="*/ 0 w 9013653"/>
                <a:gd name="connsiteY6" fmla="*/ 3276600 h 3768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13653" h="3768427">
                  <a:moveTo>
                    <a:pt x="6639186" y="3282750"/>
                  </a:moveTo>
                  <a:lnTo>
                    <a:pt x="7124760" y="3282750"/>
                  </a:lnTo>
                  <a:lnTo>
                    <a:pt x="7101073" y="3768427"/>
                  </a:lnTo>
                  <a:close/>
                  <a:moveTo>
                    <a:pt x="0" y="0"/>
                  </a:moveTo>
                  <a:lnTo>
                    <a:pt x="9013653" y="0"/>
                  </a:lnTo>
                  <a:lnTo>
                    <a:pt x="9013653" y="3276600"/>
                  </a:lnTo>
                  <a:lnTo>
                    <a:pt x="0" y="3276600"/>
                  </a:lnTo>
                  <a:close/>
                </a:path>
              </a:pathLst>
            </a:custGeom>
            <a:solidFill>
              <a:schemeClr val="bg1">
                <a:alpha val="71000"/>
              </a:schemeClr>
            </a:solidFill>
            <a:ln w="0" cap="flat" cmpd="sng" algn="ctr">
              <a:noFill/>
              <a:prstDash val="solid"/>
              <a:miter lim="800000"/>
            </a:ln>
            <a:effectLst>
              <a:outerShdw blurRad="50800" dist="38100" dir="2700000" algn="tl"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0" name="任意多边形: 形状 16">
              <a:extLst>
                <a:ext uri="{FF2B5EF4-FFF2-40B4-BE49-F238E27FC236}">
                  <a16:creationId xmlns:a16="http://schemas.microsoft.com/office/drawing/2014/main" id="{883508FB-3AF9-0549-B96A-044257E2B0AC}"/>
                </a:ext>
              </a:extLst>
            </p:cNvPr>
            <p:cNvSpPr/>
            <p:nvPr/>
          </p:nvSpPr>
          <p:spPr>
            <a:xfrm>
              <a:off x="1429960" y="3429000"/>
              <a:ext cx="9176413" cy="287935"/>
            </a:xfrm>
            <a:custGeom>
              <a:avLst/>
              <a:gdLst>
                <a:gd name="connsiteX0" fmla="*/ 0 w 8930640"/>
                <a:gd name="connsiteY0" fmla="*/ 30480 h 487680"/>
                <a:gd name="connsiteX1" fmla="*/ 6614160 w 8930640"/>
                <a:gd name="connsiteY1" fmla="*/ 30480 h 487680"/>
                <a:gd name="connsiteX2" fmla="*/ 7071360 w 8930640"/>
                <a:gd name="connsiteY2" fmla="*/ 487680 h 487680"/>
                <a:gd name="connsiteX3" fmla="*/ 7071360 w 8930640"/>
                <a:gd name="connsiteY3" fmla="*/ 0 h 487680"/>
                <a:gd name="connsiteX4" fmla="*/ 8930640 w 89306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0640" h="487680">
                  <a:moveTo>
                    <a:pt x="0" y="30480"/>
                  </a:moveTo>
                  <a:lnTo>
                    <a:pt x="6614160" y="30480"/>
                  </a:lnTo>
                  <a:lnTo>
                    <a:pt x="7071360" y="487680"/>
                  </a:lnTo>
                  <a:lnTo>
                    <a:pt x="7071360" y="0"/>
                  </a:lnTo>
                  <a:lnTo>
                    <a:pt x="8930640" y="0"/>
                  </a:lnTo>
                </a:path>
              </a:pathLst>
            </a:custGeom>
            <a:noFill/>
            <a:ln w="25400" cap="flat" cmpd="sng" algn="ctr">
              <a:solidFill>
                <a:srgbClr val="004E98"/>
              </a:solidFill>
              <a:prstDash val="solid"/>
              <a:miter lim="800000"/>
            </a:ln>
            <a:effectLst>
              <a:outerShdw blurRad="101600" dist="38100" dir="2700000" algn="tl" rotWithShape="0">
                <a:srgbClr val="004E9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思源黑体 CN Normal" panose="020B0400000000000000" pitchFamily="34" charset="-122"/>
                <a:ea typeface="思源黑体 CN Normal" panose="020B0400000000000000" pitchFamily="34" charset="-122"/>
              </a:endParaRPr>
            </a:p>
          </p:txBody>
        </p:sp>
      </p:grpSp>
      <p:sp>
        <p:nvSpPr>
          <p:cNvPr id="11" name="矩形: 圆角 17">
            <a:extLst>
              <a:ext uri="{FF2B5EF4-FFF2-40B4-BE49-F238E27FC236}">
                <a16:creationId xmlns:a16="http://schemas.microsoft.com/office/drawing/2014/main" id="{B1FE0915-2238-BB42-AB7D-1E370F9129BE}"/>
              </a:ext>
            </a:extLst>
          </p:cNvPr>
          <p:cNvSpPr/>
          <p:nvPr/>
        </p:nvSpPr>
        <p:spPr>
          <a:xfrm>
            <a:off x="1543686" y="3682174"/>
            <a:ext cx="1073529" cy="458375"/>
          </a:xfrm>
          <a:prstGeom prst="roundRect">
            <a:avLst/>
          </a:prstGeom>
          <a:solidFill>
            <a:srgbClr val="004E98"/>
          </a:solidFill>
          <a:ln>
            <a:noFill/>
          </a:ln>
          <a:effectLst>
            <a:outerShdw blurRad="63500" sx="104000" sy="104000" algn="ctr" rotWithShape="0">
              <a:srgbClr val="004E98">
                <a:alpha val="3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914377"/>
            <a:r>
              <a:rPr lang="zh-CN" altLang="en-US" sz="1867" dirty="0">
                <a:solidFill>
                  <a:prstClr val="white"/>
                </a:solidFill>
                <a:latin typeface="FZZhengHeiS-DB-GB" panose="02000000000000000000" pitchFamily="2" charset="-122"/>
                <a:ea typeface="FZZhengHeiS-DB-GB" panose="02000000000000000000" pitchFamily="2" charset="-122"/>
              </a:rPr>
              <a:t>关键词</a:t>
            </a:r>
          </a:p>
        </p:txBody>
      </p:sp>
      <p:sp>
        <p:nvSpPr>
          <p:cNvPr id="12" name="椭圆 11">
            <a:extLst>
              <a:ext uri="{FF2B5EF4-FFF2-40B4-BE49-F238E27FC236}">
                <a16:creationId xmlns:a16="http://schemas.microsoft.com/office/drawing/2014/main" id="{C31FD2B2-C943-D342-A58C-1B636DB9F5D9}"/>
              </a:ext>
            </a:extLst>
          </p:cNvPr>
          <p:cNvSpPr/>
          <p:nvPr/>
        </p:nvSpPr>
        <p:spPr>
          <a:xfrm>
            <a:off x="9246235" y="4258107"/>
            <a:ext cx="914400" cy="914400"/>
          </a:xfrm>
          <a:prstGeom prst="ellipse">
            <a:avLst/>
          </a:prstGeom>
          <a:solidFill>
            <a:srgbClr val="004E98"/>
          </a:solidFill>
          <a:ln w="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Normal" panose="020B0400000000000000" pitchFamily="34" charset="-122"/>
                <a:ea typeface="思源黑体 CN Normal" panose="020B0400000000000000" pitchFamily="34" charset="-122"/>
              </a:rPr>
              <a:t>模板</a:t>
            </a:r>
          </a:p>
        </p:txBody>
      </p:sp>
      <p:sp>
        <p:nvSpPr>
          <p:cNvPr id="13" name="椭圆 12">
            <a:extLst>
              <a:ext uri="{FF2B5EF4-FFF2-40B4-BE49-F238E27FC236}">
                <a16:creationId xmlns:a16="http://schemas.microsoft.com/office/drawing/2014/main" id="{6D03D613-456C-3E4A-BBB7-51FB4768E141}"/>
              </a:ext>
            </a:extLst>
          </p:cNvPr>
          <p:cNvSpPr/>
          <p:nvPr/>
        </p:nvSpPr>
        <p:spPr>
          <a:xfrm>
            <a:off x="2072007" y="4258107"/>
            <a:ext cx="914400" cy="914400"/>
          </a:xfrm>
          <a:prstGeom prst="ellipse">
            <a:avLst/>
          </a:prstGeom>
          <a:solidFill>
            <a:srgbClr val="004E98"/>
          </a:solidFill>
          <a:ln w="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Normal" panose="020B0400000000000000" pitchFamily="34" charset="-122"/>
                <a:ea typeface="思源黑体 CN Normal" panose="020B0400000000000000" pitchFamily="34" charset="-122"/>
              </a:rPr>
              <a:t>中国</a:t>
            </a:r>
          </a:p>
        </p:txBody>
      </p:sp>
      <p:sp>
        <p:nvSpPr>
          <p:cNvPr id="14" name="椭圆 13">
            <a:extLst>
              <a:ext uri="{FF2B5EF4-FFF2-40B4-BE49-F238E27FC236}">
                <a16:creationId xmlns:a16="http://schemas.microsoft.com/office/drawing/2014/main" id="{C2D6A03F-CF37-FB49-93CD-DEA87F44D5BB}"/>
              </a:ext>
            </a:extLst>
          </p:cNvPr>
          <p:cNvSpPr/>
          <p:nvPr/>
        </p:nvSpPr>
        <p:spPr>
          <a:xfrm>
            <a:off x="3865563" y="4258107"/>
            <a:ext cx="914400" cy="914400"/>
          </a:xfrm>
          <a:prstGeom prst="ellipse">
            <a:avLst/>
          </a:prstGeom>
          <a:solidFill>
            <a:srgbClr val="004E98"/>
          </a:solidFill>
          <a:ln w="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Normal" panose="020B0400000000000000" pitchFamily="34" charset="-122"/>
                <a:ea typeface="思源黑体 CN Normal" panose="020B0400000000000000" pitchFamily="34" charset="-122"/>
              </a:rPr>
              <a:t>地质</a:t>
            </a:r>
          </a:p>
        </p:txBody>
      </p:sp>
      <p:sp>
        <p:nvSpPr>
          <p:cNvPr id="15" name="椭圆 14">
            <a:extLst>
              <a:ext uri="{FF2B5EF4-FFF2-40B4-BE49-F238E27FC236}">
                <a16:creationId xmlns:a16="http://schemas.microsoft.com/office/drawing/2014/main" id="{08B04044-03FC-F143-BC6A-4F0136F1C8EF}"/>
              </a:ext>
            </a:extLst>
          </p:cNvPr>
          <p:cNvSpPr/>
          <p:nvPr/>
        </p:nvSpPr>
        <p:spPr>
          <a:xfrm>
            <a:off x="5659120" y="4258107"/>
            <a:ext cx="914400" cy="914400"/>
          </a:xfrm>
          <a:prstGeom prst="ellipse">
            <a:avLst/>
          </a:prstGeom>
          <a:solidFill>
            <a:srgbClr val="004E98"/>
          </a:solidFill>
          <a:ln w="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Normal" panose="020B0400000000000000" pitchFamily="34" charset="-122"/>
                <a:ea typeface="思源黑体 CN Normal" panose="020B0400000000000000" pitchFamily="34" charset="-122"/>
              </a:rPr>
              <a:t>大学</a:t>
            </a:r>
          </a:p>
        </p:txBody>
      </p:sp>
      <p:sp>
        <p:nvSpPr>
          <p:cNvPr id="16" name="椭圆 15">
            <a:extLst>
              <a:ext uri="{FF2B5EF4-FFF2-40B4-BE49-F238E27FC236}">
                <a16:creationId xmlns:a16="http://schemas.microsoft.com/office/drawing/2014/main" id="{B0BF3A90-603C-E24C-A45E-114553E08B35}"/>
              </a:ext>
            </a:extLst>
          </p:cNvPr>
          <p:cNvSpPr/>
          <p:nvPr/>
        </p:nvSpPr>
        <p:spPr>
          <a:xfrm>
            <a:off x="7452677" y="4258107"/>
            <a:ext cx="914400" cy="914400"/>
          </a:xfrm>
          <a:prstGeom prst="ellipse">
            <a:avLst/>
          </a:prstGeom>
          <a:solidFill>
            <a:srgbClr val="004E98"/>
          </a:solidFill>
          <a:ln w="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Normal" panose="020B0400000000000000" pitchFamily="34" charset="-122"/>
                <a:ea typeface="思源黑体 CN Normal" panose="020B0400000000000000" pitchFamily="34" charset="-122"/>
              </a:rPr>
              <a:t>答辩</a:t>
            </a:r>
          </a:p>
        </p:txBody>
      </p:sp>
      <p:grpSp>
        <p:nvGrpSpPr>
          <p:cNvPr id="22" name="组合 21">
            <a:extLst>
              <a:ext uri="{FF2B5EF4-FFF2-40B4-BE49-F238E27FC236}">
                <a16:creationId xmlns:a16="http://schemas.microsoft.com/office/drawing/2014/main" id="{177E4ECB-F8D3-C34F-940F-237C053FA745}"/>
              </a:ext>
            </a:extLst>
          </p:cNvPr>
          <p:cNvGrpSpPr/>
          <p:nvPr/>
        </p:nvGrpSpPr>
        <p:grpSpPr>
          <a:xfrm>
            <a:off x="-830385" y="475046"/>
            <a:ext cx="1660770" cy="167665"/>
            <a:chOff x="6429877" y="2075668"/>
            <a:chExt cx="1982046" cy="109699"/>
          </a:xfrm>
          <a:solidFill>
            <a:srgbClr val="004E98"/>
          </a:solidFill>
        </p:grpSpPr>
        <p:sp>
          <p:nvSpPr>
            <p:cNvPr id="23" name="矩形: 圆角 26">
              <a:extLst>
                <a:ext uri="{FF2B5EF4-FFF2-40B4-BE49-F238E27FC236}">
                  <a16:creationId xmlns:a16="http://schemas.microsoft.com/office/drawing/2014/main" id="{852CACA6-4921-3540-B1F1-FC9E00AA17A6}"/>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24" name="矩形: 圆角 41">
              <a:extLst>
                <a:ext uri="{FF2B5EF4-FFF2-40B4-BE49-F238E27FC236}">
                  <a16:creationId xmlns:a16="http://schemas.microsoft.com/office/drawing/2014/main" id="{E5EAECF1-FBF4-E042-BB31-6CC5ECD9B644}"/>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25" name="矩形: 圆角 42">
              <a:extLst>
                <a:ext uri="{FF2B5EF4-FFF2-40B4-BE49-F238E27FC236}">
                  <a16:creationId xmlns:a16="http://schemas.microsoft.com/office/drawing/2014/main" id="{FBF4E8A7-1D80-5445-A3FA-4C076341C4E4}"/>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26" name="文本框 25">
            <a:extLst>
              <a:ext uri="{FF2B5EF4-FFF2-40B4-BE49-F238E27FC236}">
                <a16:creationId xmlns:a16="http://schemas.microsoft.com/office/drawing/2014/main" id="{3059F532-E6A2-D340-AB4F-629FF64EC46B}"/>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添加标题文字内容</a:t>
            </a:r>
          </a:p>
        </p:txBody>
      </p:sp>
      <p:pic>
        <p:nvPicPr>
          <p:cNvPr id="27" name="图片 26">
            <a:extLst>
              <a:ext uri="{FF2B5EF4-FFF2-40B4-BE49-F238E27FC236}">
                <a16:creationId xmlns:a16="http://schemas.microsoft.com/office/drawing/2014/main" id="{736841FF-4325-0441-A1DB-8EBD7B7BAF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28" name="直线连接符 27">
            <a:extLst>
              <a:ext uri="{FF2B5EF4-FFF2-40B4-BE49-F238E27FC236}">
                <a16:creationId xmlns:a16="http://schemas.microsoft.com/office/drawing/2014/main" id="{2F7D532F-796B-8A47-9F36-702D17FD7559}"/>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C9D3D2BB-9B22-3F46-ABBE-5152BD59FA78}"/>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文本框 29">
            <a:extLst>
              <a:ext uri="{FF2B5EF4-FFF2-40B4-BE49-F238E27FC236}">
                <a16:creationId xmlns:a16="http://schemas.microsoft.com/office/drawing/2014/main" id="{2921DDC8-F7A6-CF42-8F63-DAE55935B59C}"/>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730064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26">
            <a:extLst>
              <a:ext uri="{FF2B5EF4-FFF2-40B4-BE49-F238E27FC236}">
                <a16:creationId xmlns:a16="http://schemas.microsoft.com/office/drawing/2014/main" id="{6CAB300E-A602-A248-8183-AD64DC84B18A}"/>
              </a:ext>
            </a:extLst>
          </p:cNvPr>
          <p:cNvSpPr/>
          <p:nvPr/>
        </p:nvSpPr>
        <p:spPr>
          <a:xfrm>
            <a:off x="888267" y="1228651"/>
            <a:ext cx="10799796" cy="4873743"/>
          </a:xfrm>
          <a:custGeom>
            <a:avLst/>
            <a:gdLst>
              <a:gd name="connsiteX0" fmla="*/ 24740 w 9180008"/>
              <a:gd name="connsiteY0" fmla="*/ 0 h 4873743"/>
              <a:gd name="connsiteX1" fmla="*/ 9155269 w 9180008"/>
              <a:gd name="connsiteY1" fmla="*/ 0 h 4873743"/>
              <a:gd name="connsiteX2" fmla="*/ 9170727 w 9180008"/>
              <a:gd name="connsiteY2" fmla="*/ 22928 h 4873743"/>
              <a:gd name="connsiteX3" fmla="*/ 9180008 w 9180008"/>
              <a:gd name="connsiteY3" fmla="*/ 68898 h 4873743"/>
              <a:gd name="connsiteX4" fmla="*/ 9180008 w 9180008"/>
              <a:gd name="connsiteY4" fmla="*/ 4755642 h 4873743"/>
              <a:gd name="connsiteX5" fmla="*/ 9061907 w 9180008"/>
              <a:gd name="connsiteY5" fmla="*/ 4873743 h 4873743"/>
              <a:gd name="connsiteX6" fmla="*/ 118101 w 9180008"/>
              <a:gd name="connsiteY6" fmla="*/ 4873743 h 4873743"/>
              <a:gd name="connsiteX7" fmla="*/ 0 w 9180008"/>
              <a:gd name="connsiteY7" fmla="*/ 4755642 h 4873743"/>
              <a:gd name="connsiteX8" fmla="*/ 0 w 9180008"/>
              <a:gd name="connsiteY8" fmla="*/ 68898 h 4873743"/>
              <a:gd name="connsiteX9" fmla="*/ 9281 w 9180008"/>
              <a:gd name="connsiteY9" fmla="*/ 22928 h 487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80008" h="4873743">
                <a:moveTo>
                  <a:pt x="24740" y="0"/>
                </a:moveTo>
                <a:lnTo>
                  <a:pt x="9155269" y="0"/>
                </a:lnTo>
                <a:lnTo>
                  <a:pt x="9170727" y="22928"/>
                </a:lnTo>
                <a:cubicBezTo>
                  <a:pt x="9176703" y="37057"/>
                  <a:pt x="9180008" y="52592"/>
                  <a:pt x="9180008" y="68898"/>
                </a:cubicBezTo>
                <a:lnTo>
                  <a:pt x="9180008" y="4755642"/>
                </a:lnTo>
                <a:cubicBezTo>
                  <a:pt x="9180008" y="4820867"/>
                  <a:pt x="9127132" y="4873743"/>
                  <a:pt x="9061907" y="4873743"/>
                </a:cubicBezTo>
                <a:lnTo>
                  <a:pt x="118101" y="4873743"/>
                </a:lnTo>
                <a:cubicBezTo>
                  <a:pt x="52876" y="4873743"/>
                  <a:pt x="0" y="4820867"/>
                  <a:pt x="0" y="4755642"/>
                </a:cubicBezTo>
                <a:lnTo>
                  <a:pt x="0" y="68898"/>
                </a:lnTo>
                <a:cubicBezTo>
                  <a:pt x="0" y="52592"/>
                  <a:pt x="3305" y="37057"/>
                  <a:pt x="9281" y="22928"/>
                </a:cubicBezTo>
                <a:close/>
              </a:path>
            </a:pathLst>
          </a:custGeom>
          <a:solidFill>
            <a:sysClr val="window" lastClr="FFFFFF"/>
          </a:solidFill>
          <a:ln w="12700" cap="flat" cmpd="sng" algn="ctr">
            <a:solidFill>
              <a:srgbClr val="004E98"/>
            </a:solidFill>
            <a:prstDash val="solid"/>
            <a:miter lim="800000"/>
          </a:ln>
          <a:effectLst>
            <a:outerShdw blurRad="165100" algn="ctr" rotWithShape="0">
              <a:srgbClr val="004EAB">
                <a:alpha val="31000"/>
              </a:srgbClr>
            </a:outerShdw>
          </a:effectLst>
        </p:spPr>
        <p:txBody>
          <a:bodyPr rtlCol="0" anchor="ctr"/>
          <a:lstStyle/>
          <a:p>
            <a:pPr algn="ctr" defTabSz="914377">
              <a:defRPr/>
            </a:pPr>
            <a:endParaRPr lang="zh-CN" altLang="en-US" kern="0">
              <a:solidFill>
                <a:prstClr val="white"/>
              </a:solidFill>
              <a:latin typeface="OPPOSans R"/>
              <a:ea typeface="OPPOSans M"/>
            </a:endParaRPr>
          </a:p>
        </p:txBody>
      </p:sp>
      <p:sp>
        <p:nvSpPr>
          <p:cNvPr id="2" name="文本框 1">
            <a:extLst>
              <a:ext uri="{FF2B5EF4-FFF2-40B4-BE49-F238E27FC236}">
                <a16:creationId xmlns:a16="http://schemas.microsoft.com/office/drawing/2014/main" id="{501DBCD1-F531-1847-9978-47D300B74FA2}"/>
              </a:ext>
            </a:extLst>
          </p:cNvPr>
          <p:cNvSpPr txBox="1"/>
          <p:nvPr/>
        </p:nvSpPr>
        <p:spPr>
          <a:xfrm>
            <a:off x="1181277" y="1344697"/>
            <a:ext cx="9829447" cy="4379917"/>
          </a:xfrm>
          <a:prstGeom prst="rect">
            <a:avLst/>
          </a:prstGeom>
          <a:noFill/>
        </p:spPr>
        <p:txBody>
          <a:bodyPr wrap="square" rtlCol="0">
            <a:spAutoFit/>
          </a:bodyPr>
          <a:lstStyle/>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[1]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[2]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[3]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[4]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[5]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[6]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[7]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[8]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[9]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[10]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a:p>
            <a:pPr>
              <a:lnSpc>
                <a:spcPct val="150000"/>
              </a:lnSpc>
              <a:spcAft>
                <a:spcPts val="600"/>
              </a:spcAft>
            </a:pPr>
            <a:r>
              <a:rPr lang="en-US"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[11] </a:t>
            </a:r>
            <a:r>
              <a:rPr lang="zh-CN" altLang="en-US" sz="1400" dirty="0">
                <a:solidFill>
                  <a:schemeClr val="tx1">
                    <a:lumMod val="75000"/>
                    <a:lumOff val="25000"/>
                  </a:schemeClr>
                </a:solidFill>
                <a:latin typeface="Microsoft YaHei Light" panose="020B0503020204020204" pitchFamily="34" charset="-122"/>
                <a:ea typeface="Microsoft YaHei Light" panose="020B0503020204020204" pitchFamily="34" charset="-122"/>
              </a:rPr>
              <a:t>此处按照标准格式输入文献综述</a:t>
            </a:r>
            <a:endParaRPr lang="en" altLang="zh-CN" sz="1400" dirty="0">
              <a:solidFill>
                <a:schemeClr val="tx1">
                  <a:lumMod val="75000"/>
                  <a:lumOff val="25000"/>
                </a:schemeClr>
              </a:solidFill>
              <a:latin typeface="Microsoft YaHei Light" panose="020B0503020204020204" pitchFamily="34" charset="-122"/>
              <a:ea typeface="Microsoft YaHei Light" panose="020B0503020204020204" pitchFamily="34" charset="-122"/>
            </a:endParaRPr>
          </a:p>
        </p:txBody>
      </p:sp>
      <p:sp>
        <p:nvSpPr>
          <p:cNvPr id="6" name="矩形: 圆角 9">
            <a:extLst>
              <a:ext uri="{FF2B5EF4-FFF2-40B4-BE49-F238E27FC236}">
                <a16:creationId xmlns:a16="http://schemas.microsoft.com/office/drawing/2014/main" id="{90AED2A7-4795-9D49-8320-254213948ACD}"/>
              </a:ext>
            </a:extLst>
          </p:cNvPr>
          <p:cNvSpPr/>
          <p:nvPr/>
        </p:nvSpPr>
        <p:spPr>
          <a:xfrm>
            <a:off x="888268" y="1228651"/>
            <a:ext cx="10800000" cy="56823"/>
          </a:xfrm>
          <a:prstGeom prst="roundRect">
            <a:avLst>
              <a:gd name="adj" fmla="val 50000"/>
            </a:avLst>
          </a:prstGeom>
          <a:solidFill>
            <a:schemeClr val="bg1">
              <a:lumMod val="85000"/>
            </a:schemeClr>
          </a:solidFill>
          <a:ln w="12700" cap="flat" cmpd="sng" algn="ctr">
            <a:noFill/>
            <a:prstDash val="solid"/>
            <a:miter lim="800000"/>
          </a:ln>
          <a:effectLst/>
        </p:spPr>
        <p:txBody>
          <a:bodyPr rtlCol="0" anchor="ctr"/>
          <a:lstStyle/>
          <a:p>
            <a:pPr algn="ctr" defTabSz="914377">
              <a:defRPr/>
            </a:pPr>
            <a:endParaRPr lang="zh-CN" altLang="en-US" kern="0">
              <a:solidFill>
                <a:prstClr val="white"/>
              </a:solidFill>
              <a:latin typeface="OPPOSans R"/>
              <a:ea typeface="OPPOSans M"/>
            </a:endParaRPr>
          </a:p>
        </p:txBody>
      </p:sp>
      <p:grpSp>
        <p:nvGrpSpPr>
          <p:cNvPr id="12" name="公众号：叶宏泽演示研究所-1">
            <a:extLst>
              <a:ext uri="{FF2B5EF4-FFF2-40B4-BE49-F238E27FC236}">
                <a16:creationId xmlns:a16="http://schemas.microsoft.com/office/drawing/2014/main" id="{5F120A64-E1D8-954E-98BA-3CB8ACF433AD}"/>
              </a:ext>
            </a:extLst>
          </p:cNvPr>
          <p:cNvGrpSpPr/>
          <p:nvPr>
            <p:custDataLst>
              <p:tags r:id="rId1"/>
            </p:custDataLst>
          </p:nvPr>
        </p:nvGrpSpPr>
        <p:grpSpPr>
          <a:xfrm>
            <a:off x="11116202" y="425105"/>
            <a:ext cx="425559" cy="425559"/>
            <a:chOff x="422275" y="-6451600"/>
            <a:chExt cx="5549900" cy="5549900"/>
          </a:xfrm>
          <a:solidFill>
            <a:schemeClr val="bg1"/>
          </a:solidFill>
        </p:grpSpPr>
        <p:sp>
          <p:nvSpPr>
            <p:cNvPr id="13" name="公众号：叶宏泽演示研究所-1-1">
              <a:extLst>
                <a:ext uri="{FF2B5EF4-FFF2-40B4-BE49-F238E27FC236}">
                  <a16:creationId xmlns:a16="http://schemas.microsoft.com/office/drawing/2014/main" id="{1DDBBBE4-AEF6-3D47-B528-93752C91F4BA}"/>
                </a:ext>
              </a:extLst>
            </p:cNvPr>
            <p:cNvSpPr/>
            <p:nvPr>
              <p:custDataLst>
                <p:tags r:id="rId2"/>
              </p:custDataLst>
            </p:nvPr>
          </p:nvSpPr>
          <p:spPr>
            <a:xfrm>
              <a:off x="422275" y="-6451600"/>
              <a:ext cx="5549900" cy="5549900"/>
            </a:xfrm>
            <a:prstGeom prst="donut">
              <a:avLst>
                <a:gd name="adj" fmla="val 251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grpSp>
          <p:nvGrpSpPr>
            <p:cNvPr id="14" name="Group 4">
              <a:extLst>
                <a:ext uri="{FF2B5EF4-FFF2-40B4-BE49-F238E27FC236}">
                  <a16:creationId xmlns:a16="http://schemas.microsoft.com/office/drawing/2014/main" id="{67A6B84F-4C12-1249-870B-30068E3F6FAD}"/>
                </a:ext>
              </a:extLst>
            </p:cNvPr>
            <p:cNvGrpSpPr>
              <a:grpSpLocks noChangeAspect="1"/>
            </p:cNvGrpSpPr>
            <p:nvPr/>
          </p:nvGrpSpPr>
          <p:grpSpPr bwMode="auto">
            <a:xfrm>
              <a:off x="839092" y="-6056234"/>
              <a:ext cx="4755484" cy="4783694"/>
              <a:chOff x="118" y="-173"/>
              <a:chExt cx="3540" cy="3561"/>
            </a:xfrm>
            <a:grpFill/>
          </p:grpSpPr>
          <p:sp>
            <p:nvSpPr>
              <p:cNvPr id="16" name="公众号：叶宏泽演示研究所-1-2">
                <a:extLst>
                  <a:ext uri="{FF2B5EF4-FFF2-40B4-BE49-F238E27FC236}">
                    <a16:creationId xmlns:a16="http://schemas.microsoft.com/office/drawing/2014/main" id="{041E4DCC-21F0-B24F-930A-E85546B8049A}"/>
                  </a:ext>
                </a:extLst>
              </p:cNvPr>
              <p:cNvSpPr>
                <a:spLocks/>
              </p:cNvSpPr>
              <p:nvPr>
                <p:custDataLst>
                  <p:tags r:id="rId4"/>
                </p:custDataLst>
              </p:nvPr>
            </p:nvSpPr>
            <p:spPr bwMode="auto">
              <a:xfrm>
                <a:off x="1036" y="236"/>
                <a:ext cx="1679" cy="2719"/>
              </a:xfrm>
              <a:custGeom>
                <a:avLst/>
                <a:gdLst>
                  <a:gd name="T0" fmla="*/ 877 w 1252"/>
                  <a:gd name="T1" fmla="*/ 355 h 2027"/>
                  <a:gd name="T2" fmla="*/ 917 w 1252"/>
                  <a:gd name="T3" fmla="*/ 482 h 2027"/>
                  <a:gd name="T4" fmla="*/ 649 w 1252"/>
                  <a:gd name="T5" fmla="*/ 508 h 2027"/>
                  <a:gd name="T6" fmla="*/ 604 w 1252"/>
                  <a:gd name="T7" fmla="*/ 1308 h 2027"/>
                  <a:gd name="T8" fmla="*/ 625 w 1252"/>
                  <a:gd name="T9" fmla="*/ 1817 h 2027"/>
                  <a:gd name="T10" fmla="*/ 753 w 1252"/>
                  <a:gd name="T11" fmla="*/ 1797 h 2027"/>
                  <a:gd name="T12" fmla="*/ 752 w 1252"/>
                  <a:gd name="T13" fmla="*/ 726 h 2027"/>
                  <a:gd name="T14" fmla="*/ 802 w 1252"/>
                  <a:gd name="T15" fmla="*/ 671 h 2027"/>
                  <a:gd name="T16" fmla="*/ 924 w 1252"/>
                  <a:gd name="T17" fmla="*/ 702 h 2027"/>
                  <a:gd name="T18" fmla="*/ 924 w 1252"/>
                  <a:gd name="T19" fmla="*/ 1777 h 2027"/>
                  <a:gd name="T20" fmla="*/ 1043 w 1252"/>
                  <a:gd name="T21" fmla="*/ 1817 h 2027"/>
                  <a:gd name="T22" fmla="*/ 1080 w 1252"/>
                  <a:gd name="T23" fmla="*/ 721 h 2027"/>
                  <a:gd name="T24" fmla="*/ 1219 w 1252"/>
                  <a:gd name="T25" fmla="*/ 672 h 2027"/>
                  <a:gd name="T26" fmla="*/ 1251 w 1252"/>
                  <a:gd name="T27" fmla="*/ 980 h 2027"/>
                  <a:gd name="T28" fmla="*/ 1208 w 1252"/>
                  <a:gd name="T29" fmla="*/ 1666 h 2027"/>
                  <a:gd name="T30" fmla="*/ 1167 w 1252"/>
                  <a:gd name="T31" fmla="*/ 1785 h 2027"/>
                  <a:gd name="T32" fmla="*/ 1238 w 1252"/>
                  <a:gd name="T33" fmla="*/ 1818 h 2027"/>
                  <a:gd name="T34" fmla="*/ 831 w 1252"/>
                  <a:gd name="T35" fmla="*/ 2009 h 2027"/>
                  <a:gd name="T36" fmla="*/ 167 w 1252"/>
                  <a:gd name="T37" fmla="*/ 1915 h 2027"/>
                  <a:gd name="T38" fmla="*/ 15 w 1252"/>
                  <a:gd name="T39" fmla="*/ 1796 h 2027"/>
                  <a:gd name="T40" fmla="*/ 145 w 1252"/>
                  <a:gd name="T41" fmla="*/ 1363 h 2027"/>
                  <a:gd name="T42" fmla="*/ 176 w 1252"/>
                  <a:gd name="T43" fmla="*/ 1222 h 2027"/>
                  <a:gd name="T44" fmla="*/ 152 w 1252"/>
                  <a:gd name="T45" fmla="*/ 830 h 2027"/>
                  <a:gd name="T46" fmla="*/ 54 w 1252"/>
                  <a:gd name="T47" fmla="*/ 825 h 2027"/>
                  <a:gd name="T48" fmla="*/ 10 w 1252"/>
                  <a:gd name="T49" fmla="*/ 791 h 2027"/>
                  <a:gd name="T50" fmla="*/ 43 w 1252"/>
                  <a:gd name="T51" fmla="*/ 675 h 2027"/>
                  <a:gd name="T52" fmla="*/ 339 w 1252"/>
                  <a:gd name="T53" fmla="*/ 702 h 2027"/>
                  <a:gd name="T54" fmla="*/ 340 w 1252"/>
                  <a:gd name="T55" fmla="*/ 1624 h 2027"/>
                  <a:gd name="T56" fmla="*/ 121 w 1252"/>
                  <a:gd name="T57" fmla="*/ 1667 h 2027"/>
                  <a:gd name="T58" fmla="*/ 96 w 1252"/>
                  <a:gd name="T59" fmla="*/ 1796 h 2027"/>
                  <a:gd name="T60" fmla="*/ 476 w 1252"/>
                  <a:gd name="T61" fmla="*/ 1817 h 2027"/>
                  <a:gd name="T62" fmla="*/ 495 w 1252"/>
                  <a:gd name="T63" fmla="*/ 1733 h 2027"/>
                  <a:gd name="T64" fmla="*/ 456 w 1252"/>
                  <a:gd name="T65" fmla="*/ 507 h 2027"/>
                  <a:gd name="T66" fmla="*/ 1 w 1252"/>
                  <a:gd name="T67" fmla="*/ 473 h 2027"/>
                  <a:gd name="T68" fmla="*/ 35 w 1252"/>
                  <a:gd name="T69" fmla="*/ 192 h 2027"/>
                  <a:gd name="T70" fmla="*/ 616 w 1252"/>
                  <a:gd name="T71" fmla="*/ 4 h 2027"/>
                  <a:gd name="T72" fmla="*/ 947 w 1252"/>
                  <a:gd name="T73" fmla="*/ 49 h 2027"/>
                  <a:gd name="T74" fmla="*/ 1203 w 1252"/>
                  <a:gd name="T75" fmla="*/ 175 h 2027"/>
                  <a:gd name="T76" fmla="*/ 1223 w 1252"/>
                  <a:gd name="T77" fmla="*/ 189 h 2027"/>
                  <a:gd name="T78" fmla="*/ 1183 w 1252"/>
                  <a:gd name="T79" fmla="*/ 202 h 2027"/>
                  <a:gd name="T80" fmla="*/ 138 w 1252"/>
                  <a:gd name="T81" fmla="*/ 201 h 2027"/>
                  <a:gd name="T82" fmla="*/ 105 w 1252"/>
                  <a:gd name="T83" fmla="*/ 343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52" h="2027">
                    <a:moveTo>
                      <a:pt x="119" y="355"/>
                    </a:moveTo>
                    <a:cubicBezTo>
                      <a:pt x="372" y="355"/>
                      <a:pt x="624" y="356"/>
                      <a:pt x="877" y="355"/>
                    </a:cubicBezTo>
                    <a:cubicBezTo>
                      <a:pt x="909" y="355"/>
                      <a:pt x="920" y="363"/>
                      <a:pt x="918" y="395"/>
                    </a:cubicBezTo>
                    <a:cubicBezTo>
                      <a:pt x="915" y="424"/>
                      <a:pt x="915" y="453"/>
                      <a:pt x="917" y="482"/>
                    </a:cubicBezTo>
                    <a:cubicBezTo>
                      <a:pt x="918" y="504"/>
                      <a:pt x="910" y="509"/>
                      <a:pt x="889" y="509"/>
                    </a:cubicBezTo>
                    <a:cubicBezTo>
                      <a:pt x="809" y="508"/>
                      <a:pt x="729" y="508"/>
                      <a:pt x="649" y="508"/>
                    </a:cubicBezTo>
                    <a:cubicBezTo>
                      <a:pt x="603" y="508"/>
                      <a:pt x="604" y="508"/>
                      <a:pt x="604" y="554"/>
                    </a:cubicBezTo>
                    <a:cubicBezTo>
                      <a:pt x="604" y="805"/>
                      <a:pt x="604" y="1057"/>
                      <a:pt x="604" y="1308"/>
                    </a:cubicBezTo>
                    <a:cubicBezTo>
                      <a:pt x="604" y="1469"/>
                      <a:pt x="604" y="1630"/>
                      <a:pt x="603" y="1792"/>
                    </a:cubicBezTo>
                    <a:cubicBezTo>
                      <a:pt x="603" y="1808"/>
                      <a:pt x="604" y="1817"/>
                      <a:pt x="625" y="1817"/>
                    </a:cubicBezTo>
                    <a:cubicBezTo>
                      <a:pt x="660" y="1815"/>
                      <a:pt x="696" y="1816"/>
                      <a:pt x="732" y="1817"/>
                    </a:cubicBezTo>
                    <a:cubicBezTo>
                      <a:pt x="747" y="1817"/>
                      <a:pt x="754" y="1813"/>
                      <a:pt x="753" y="1797"/>
                    </a:cubicBezTo>
                    <a:cubicBezTo>
                      <a:pt x="752" y="1775"/>
                      <a:pt x="753" y="1753"/>
                      <a:pt x="753" y="1731"/>
                    </a:cubicBezTo>
                    <a:cubicBezTo>
                      <a:pt x="753" y="1396"/>
                      <a:pt x="752" y="1061"/>
                      <a:pt x="752" y="726"/>
                    </a:cubicBezTo>
                    <a:cubicBezTo>
                      <a:pt x="752" y="725"/>
                      <a:pt x="752" y="724"/>
                      <a:pt x="752" y="722"/>
                    </a:cubicBezTo>
                    <a:cubicBezTo>
                      <a:pt x="753" y="671"/>
                      <a:pt x="753" y="671"/>
                      <a:pt x="802" y="671"/>
                    </a:cubicBezTo>
                    <a:cubicBezTo>
                      <a:pt x="833" y="671"/>
                      <a:pt x="865" y="673"/>
                      <a:pt x="896" y="672"/>
                    </a:cubicBezTo>
                    <a:cubicBezTo>
                      <a:pt x="919" y="671"/>
                      <a:pt x="925" y="680"/>
                      <a:pt x="924" y="702"/>
                    </a:cubicBezTo>
                    <a:cubicBezTo>
                      <a:pt x="923" y="782"/>
                      <a:pt x="924" y="862"/>
                      <a:pt x="924" y="942"/>
                    </a:cubicBezTo>
                    <a:cubicBezTo>
                      <a:pt x="924" y="1220"/>
                      <a:pt x="925" y="1498"/>
                      <a:pt x="924" y="1777"/>
                    </a:cubicBezTo>
                    <a:cubicBezTo>
                      <a:pt x="923" y="1807"/>
                      <a:pt x="930" y="1821"/>
                      <a:pt x="963" y="1817"/>
                    </a:cubicBezTo>
                    <a:cubicBezTo>
                      <a:pt x="989" y="1814"/>
                      <a:pt x="1017" y="1814"/>
                      <a:pt x="1043" y="1817"/>
                    </a:cubicBezTo>
                    <a:cubicBezTo>
                      <a:pt x="1075" y="1821"/>
                      <a:pt x="1081" y="1808"/>
                      <a:pt x="1080" y="1779"/>
                    </a:cubicBezTo>
                    <a:cubicBezTo>
                      <a:pt x="1079" y="1426"/>
                      <a:pt x="1080" y="1074"/>
                      <a:pt x="1080" y="721"/>
                    </a:cubicBezTo>
                    <a:cubicBezTo>
                      <a:pt x="1080" y="670"/>
                      <a:pt x="1079" y="670"/>
                      <a:pt x="1132" y="671"/>
                    </a:cubicBezTo>
                    <a:cubicBezTo>
                      <a:pt x="1161" y="672"/>
                      <a:pt x="1190" y="674"/>
                      <a:pt x="1219" y="672"/>
                    </a:cubicBezTo>
                    <a:cubicBezTo>
                      <a:pt x="1244" y="671"/>
                      <a:pt x="1252" y="678"/>
                      <a:pt x="1252" y="705"/>
                    </a:cubicBezTo>
                    <a:cubicBezTo>
                      <a:pt x="1250" y="796"/>
                      <a:pt x="1251" y="888"/>
                      <a:pt x="1251" y="980"/>
                    </a:cubicBezTo>
                    <a:cubicBezTo>
                      <a:pt x="1251" y="1194"/>
                      <a:pt x="1251" y="1408"/>
                      <a:pt x="1252" y="1623"/>
                    </a:cubicBezTo>
                    <a:cubicBezTo>
                      <a:pt x="1252" y="1655"/>
                      <a:pt x="1248" y="1674"/>
                      <a:pt x="1208" y="1666"/>
                    </a:cubicBezTo>
                    <a:cubicBezTo>
                      <a:pt x="1183" y="1660"/>
                      <a:pt x="1164" y="1668"/>
                      <a:pt x="1167" y="1702"/>
                    </a:cubicBezTo>
                    <a:cubicBezTo>
                      <a:pt x="1170" y="1730"/>
                      <a:pt x="1169" y="1758"/>
                      <a:pt x="1167" y="1785"/>
                    </a:cubicBezTo>
                    <a:cubicBezTo>
                      <a:pt x="1166" y="1809"/>
                      <a:pt x="1171" y="1820"/>
                      <a:pt x="1197" y="1817"/>
                    </a:cubicBezTo>
                    <a:cubicBezTo>
                      <a:pt x="1209" y="1815"/>
                      <a:pt x="1221" y="1817"/>
                      <a:pt x="1238" y="1818"/>
                    </a:cubicBezTo>
                    <a:cubicBezTo>
                      <a:pt x="1202" y="1866"/>
                      <a:pt x="1152" y="1885"/>
                      <a:pt x="1108" y="1910"/>
                    </a:cubicBezTo>
                    <a:cubicBezTo>
                      <a:pt x="1022" y="1959"/>
                      <a:pt x="927" y="1987"/>
                      <a:pt x="831" y="2009"/>
                    </a:cubicBezTo>
                    <a:cubicBezTo>
                      <a:pt x="760" y="2025"/>
                      <a:pt x="687" y="2027"/>
                      <a:pt x="614" y="2026"/>
                    </a:cubicBezTo>
                    <a:cubicBezTo>
                      <a:pt x="456" y="2025"/>
                      <a:pt x="308" y="1985"/>
                      <a:pt x="167" y="1915"/>
                    </a:cubicBezTo>
                    <a:cubicBezTo>
                      <a:pt x="120" y="1891"/>
                      <a:pt x="76" y="1860"/>
                      <a:pt x="31" y="1831"/>
                    </a:cubicBezTo>
                    <a:cubicBezTo>
                      <a:pt x="17" y="1822"/>
                      <a:pt x="15" y="1811"/>
                      <a:pt x="15" y="1796"/>
                    </a:cubicBezTo>
                    <a:cubicBezTo>
                      <a:pt x="15" y="1677"/>
                      <a:pt x="15" y="1558"/>
                      <a:pt x="15" y="1438"/>
                    </a:cubicBezTo>
                    <a:cubicBezTo>
                      <a:pt x="15" y="1363"/>
                      <a:pt x="97" y="1344"/>
                      <a:pt x="145" y="1363"/>
                    </a:cubicBezTo>
                    <a:cubicBezTo>
                      <a:pt x="156" y="1368"/>
                      <a:pt x="169" y="1368"/>
                      <a:pt x="180" y="1377"/>
                    </a:cubicBezTo>
                    <a:cubicBezTo>
                      <a:pt x="186" y="1323"/>
                      <a:pt x="178" y="1273"/>
                      <a:pt x="176" y="1222"/>
                    </a:cubicBezTo>
                    <a:cubicBezTo>
                      <a:pt x="174" y="1112"/>
                      <a:pt x="176" y="1002"/>
                      <a:pt x="175" y="892"/>
                    </a:cubicBezTo>
                    <a:cubicBezTo>
                      <a:pt x="175" y="869"/>
                      <a:pt x="181" y="844"/>
                      <a:pt x="152" y="830"/>
                    </a:cubicBezTo>
                    <a:cubicBezTo>
                      <a:pt x="122" y="815"/>
                      <a:pt x="92" y="807"/>
                      <a:pt x="60" y="821"/>
                    </a:cubicBezTo>
                    <a:cubicBezTo>
                      <a:pt x="58" y="822"/>
                      <a:pt x="56" y="825"/>
                      <a:pt x="54" y="825"/>
                    </a:cubicBezTo>
                    <a:cubicBezTo>
                      <a:pt x="39" y="824"/>
                      <a:pt x="31" y="850"/>
                      <a:pt x="16" y="839"/>
                    </a:cubicBezTo>
                    <a:cubicBezTo>
                      <a:pt x="1" y="828"/>
                      <a:pt x="7" y="806"/>
                      <a:pt x="10" y="791"/>
                    </a:cubicBezTo>
                    <a:cubicBezTo>
                      <a:pt x="16" y="762"/>
                      <a:pt x="15" y="733"/>
                      <a:pt x="15" y="704"/>
                    </a:cubicBezTo>
                    <a:cubicBezTo>
                      <a:pt x="15" y="685"/>
                      <a:pt x="20" y="675"/>
                      <a:pt x="43" y="675"/>
                    </a:cubicBezTo>
                    <a:cubicBezTo>
                      <a:pt x="133" y="676"/>
                      <a:pt x="223" y="676"/>
                      <a:pt x="314" y="675"/>
                    </a:cubicBezTo>
                    <a:cubicBezTo>
                      <a:pt x="334" y="675"/>
                      <a:pt x="340" y="684"/>
                      <a:pt x="339" y="702"/>
                    </a:cubicBezTo>
                    <a:cubicBezTo>
                      <a:pt x="339" y="735"/>
                      <a:pt x="340" y="767"/>
                      <a:pt x="340" y="799"/>
                    </a:cubicBezTo>
                    <a:cubicBezTo>
                      <a:pt x="340" y="1074"/>
                      <a:pt x="340" y="1349"/>
                      <a:pt x="340" y="1624"/>
                    </a:cubicBezTo>
                    <a:cubicBezTo>
                      <a:pt x="340" y="1666"/>
                      <a:pt x="337" y="1668"/>
                      <a:pt x="294" y="1667"/>
                    </a:cubicBezTo>
                    <a:cubicBezTo>
                      <a:pt x="236" y="1667"/>
                      <a:pt x="179" y="1668"/>
                      <a:pt x="121" y="1667"/>
                    </a:cubicBezTo>
                    <a:cubicBezTo>
                      <a:pt x="102" y="1667"/>
                      <a:pt x="96" y="1674"/>
                      <a:pt x="96" y="1691"/>
                    </a:cubicBezTo>
                    <a:cubicBezTo>
                      <a:pt x="97" y="1726"/>
                      <a:pt x="97" y="1761"/>
                      <a:pt x="96" y="1796"/>
                    </a:cubicBezTo>
                    <a:cubicBezTo>
                      <a:pt x="96" y="1810"/>
                      <a:pt x="99" y="1817"/>
                      <a:pt x="115" y="1817"/>
                    </a:cubicBezTo>
                    <a:cubicBezTo>
                      <a:pt x="235" y="1816"/>
                      <a:pt x="356" y="1816"/>
                      <a:pt x="476" y="1817"/>
                    </a:cubicBezTo>
                    <a:cubicBezTo>
                      <a:pt x="493" y="1817"/>
                      <a:pt x="495" y="1808"/>
                      <a:pt x="495" y="1795"/>
                    </a:cubicBezTo>
                    <a:cubicBezTo>
                      <a:pt x="495" y="1775"/>
                      <a:pt x="495" y="1754"/>
                      <a:pt x="495" y="1733"/>
                    </a:cubicBezTo>
                    <a:cubicBezTo>
                      <a:pt x="495" y="1337"/>
                      <a:pt x="495" y="942"/>
                      <a:pt x="496" y="547"/>
                    </a:cubicBezTo>
                    <a:cubicBezTo>
                      <a:pt x="496" y="515"/>
                      <a:pt x="488" y="507"/>
                      <a:pt x="456" y="507"/>
                    </a:cubicBezTo>
                    <a:cubicBezTo>
                      <a:pt x="316" y="509"/>
                      <a:pt x="176" y="507"/>
                      <a:pt x="35" y="509"/>
                    </a:cubicBezTo>
                    <a:cubicBezTo>
                      <a:pt x="8" y="509"/>
                      <a:pt x="0" y="501"/>
                      <a:pt x="1" y="473"/>
                    </a:cubicBezTo>
                    <a:cubicBezTo>
                      <a:pt x="3" y="401"/>
                      <a:pt x="2" y="329"/>
                      <a:pt x="1" y="258"/>
                    </a:cubicBezTo>
                    <a:cubicBezTo>
                      <a:pt x="1" y="230"/>
                      <a:pt x="9" y="210"/>
                      <a:pt x="35" y="192"/>
                    </a:cubicBezTo>
                    <a:cubicBezTo>
                      <a:pt x="132" y="124"/>
                      <a:pt x="236" y="71"/>
                      <a:pt x="348" y="37"/>
                    </a:cubicBezTo>
                    <a:cubicBezTo>
                      <a:pt x="435" y="12"/>
                      <a:pt x="525" y="0"/>
                      <a:pt x="616" y="4"/>
                    </a:cubicBezTo>
                    <a:cubicBezTo>
                      <a:pt x="673" y="6"/>
                      <a:pt x="730" y="2"/>
                      <a:pt x="786" y="9"/>
                    </a:cubicBezTo>
                    <a:cubicBezTo>
                      <a:pt x="841" y="17"/>
                      <a:pt x="895" y="32"/>
                      <a:pt x="947" y="49"/>
                    </a:cubicBezTo>
                    <a:cubicBezTo>
                      <a:pt x="1030" y="76"/>
                      <a:pt x="1111" y="110"/>
                      <a:pt x="1182" y="161"/>
                    </a:cubicBezTo>
                    <a:cubicBezTo>
                      <a:pt x="1183" y="174"/>
                      <a:pt x="1192" y="176"/>
                      <a:pt x="1203" y="175"/>
                    </a:cubicBezTo>
                    <a:cubicBezTo>
                      <a:pt x="1203" y="175"/>
                      <a:pt x="1203" y="175"/>
                      <a:pt x="1203" y="175"/>
                    </a:cubicBezTo>
                    <a:cubicBezTo>
                      <a:pt x="1204" y="188"/>
                      <a:pt x="1213" y="190"/>
                      <a:pt x="1223" y="189"/>
                    </a:cubicBezTo>
                    <a:cubicBezTo>
                      <a:pt x="1223" y="189"/>
                      <a:pt x="1224" y="190"/>
                      <a:pt x="1224" y="190"/>
                    </a:cubicBezTo>
                    <a:cubicBezTo>
                      <a:pt x="1214" y="207"/>
                      <a:pt x="1197" y="202"/>
                      <a:pt x="1183" y="202"/>
                    </a:cubicBezTo>
                    <a:cubicBezTo>
                      <a:pt x="850" y="202"/>
                      <a:pt x="516" y="202"/>
                      <a:pt x="183" y="201"/>
                    </a:cubicBezTo>
                    <a:cubicBezTo>
                      <a:pt x="168" y="201"/>
                      <a:pt x="153" y="202"/>
                      <a:pt x="138" y="201"/>
                    </a:cubicBezTo>
                    <a:cubicBezTo>
                      <a:pt x="121" y="200"/>
                      <a:pt x="111" y="205"/>
                      <a:pt x="110" y="223"/>
                    </a:cubicBezTo>
                    <a:cubicBezTo>
                      <a:pt x="109" y="263"/>
                      <a:pt x="107" y="303"/>
                      <a:pt x="105" y="343"/>
                    </a:cubicBezTo>
                    <a:cubicBezTo>
                      <a:pt x="105" y="351"/>
                      <a:pt x="111" y="355"/>
                      <a:pt x="119" y="3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17" name="公众号：叶宏泽演示研究所-1-3">
                <a:extLst>
                  <a:ext uri="{FF2B5EF4-FFF2-40B4-BE49-F238E27FC236}">
                    <a16:creationId xmlns:a16="http://schemas.microsoft.com/office/drawing/2014/main" id="{112154A8-6DAF-D44B-A703-D61E6C43F42C}"/>
                  </a:ext>
                </a:extLst>
              </p:cNvPr>
              <p:cNvSpPr>
                <a:spLocks/>
              </p:cNvSpPr>
              <p:nvPr>
                <p:custDataLst>
                  <p:tags r:id="rId5"/>
                </p:custDataLst>
              </p:nvPr>
            </p:nvSpPr>
            <p:spPr bwMode="auto">
              <a:xfrm>
                <a:off x="2479" y="704"/>
                <a:ext cx="782" cy="1750"/>
              </a:xfrm>
              <a:custGeom>
                <a:avLst/>
                <a:gdLst>
                  <a:gd name="T0" fmla="*/ 330 w 583"/>
                  <a:gd name="T1" fmla="*/ 726 h 1305"/>
                  <a:gd name="T2" fmla="*/ 331 w 583"/>
                  <a:gd name="T3" fmla="*/ 187 h 1305"/>
                  <a:gd name="T4" fmla="*/ 295 w 583"/>
                  <a:gd name="T5" fmla="*/ 149 h 1305"/>
                  <a:gd name="T6" fmla="*/ 41 w 583"/>
                  <a:gd name="T7" fmla="*/ 160 h 1305"/>
                  <a:gd name="T8" fmla="*/ 3 w 583"/>
                  <a:gd name="T9" fmla="*/ 123 h 1305"/>
                  <a:gd name="T10" fmla="*/ 4 w 583"/>
                  <a:gd name="T11" fmla="*/ 54 h 1305"/>
                  <a:gd name="T12" fmla="*/ 53 w 583"/>
                  <a:gd name="T13" fmla="*/ 6 h 1305"/>
                  <a:gd name="T14" fmla="*/ 289 w 583"/>
                  <a:gd name="T15" fmla="*/ 3 h 1305"/>
                  <a:gd name="T16" fmla="*/ 353 w 583"/>
                  <a:gd name="T17" fmla="*/ 33 h 1305"/>
                  <a:gd name="T18" fmla="*/ 559 w 583"/>
                  <a:gd name="T19" fmla="*/ 508 h 1305"/>
                  <a:gd name="T20" fmla="*/ 530 w 583"/>
                  <a:gd name="T21" fmla="*/ 952 h 1305"/>
                  <a:gd name="T22" fmla="*/ 364 w 583"/>
                  <a:gd name="T23" fmla="*/ 1278 h 1305"/>
                  <a:gd name="T24" fmla="*/ 337 w 583"/>
                  <a:gd name="T25" fmla="*/ 1299 h 1305"/>
                  <a:gd name="T26" fmla="*/ 331 w 583"/>
                  <a:gd name="T27" fmla="*/ 1268 h 1305"/>
                  <a:gd name="T28" fmla="*/ 331 w 583"/>
                  <a:gd name="T29" fmla="*/ 726 h 1305"/>
                  <a:gd name="T30" fmla="*/ 330 w 583"/>
                  <a:gd name="T31" fmla="*/ 726 h 1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83" h="1305">
                    <a:moveTo>
                      <a:pt x="330" y="726"/>
                    </a:moveTo>
                    <a:cubicBezTo>
                      <a:pt x="330" y="546"/>
                      <a:pt x="330" y="367"/>
                      <a:pt x="331" y="187"/>
                    </a:cubicBezTo>
                    <a:cubicBezTo>
                      <a:pt x="331" y="160"/>
                      <a:pt x="326" y="150"/>
                      <a:pt x="295" y="149"/>
                    </a:cubicBezTo>
                    <a:cubicBezTo>
                      <a:pt x="210" y="146"/>
                      <a:pt x="125" y="151"/>
                      <a:pt x="41" y="160"/>
                    </a:cubicBezTo>
                    <a:cubicBezTo>
                      <a:pt x="12" y="162"/>
                      <a:pt x="1" y="153"/>
                      <a:pt x="3" y="123"/>
                    </a:cubicBezTo>
                    <a:cubicBezTo>
                      <a:pt x="5" y="100"/>
                      <a:pt x="4" y="77"/>
                      <a:pt x="4" y="54"/>
                    </a:cubicBezTo>
                    <a:cubicBezTo>
                      <a:pt x="3" y="0"/>
                      <a:pt x="0" y="7"/>
                      <a:pt x="53" y="6"/>
                    </a:cubicBezTo>
                    <a:cubicBezTo>
                      <a:pt x="131" y="5"/>
                      <a:pt x="210" y="4"/>
                      <a:pt x="289" y="3"/>
                    </a:cubicBezTo>
                    <a:cubicBezTo>
                      <a:pt x="315" y="3"/>
                      <a:pt x="334" y="9"/>
                      <a:pt x="353" y="33"/>
                    </a:cubicBezTo>
                    <a:cubicBezTo>
                      <a:pt x="461" y="174"/>
                      <a:pt x="531" y="331"/>
                      <a:pt x="559" y="508"/>
                    </a:cubicBezTo>
                    <a:cubicBezTo>
                      <a:pt x="583" y="659"/>
                      <a:pt x="572" y="806"/>
                      <a:pt x="530" y="952"/>
                    </a:cubicBezTo>
                    <a:cubicBezTo>
                      <a:pt x="495" y="1071"/>
                      <a:pt x="441" y="1180"/>
                      <a:pt x="364" y="1278"/>
                    </a:cubicBezTo>
                    <a:cubicBezTo>
                      <a:pt x="357" y="1287"/>
                      <a:pt x="353" y="1305"/>
                      <a:pt x="337" y="1299"/>
                    </a:cubicBezTo>
                    <a:cubicBezTo>
                      <a:pt x="324" y="1294"/>
                      <a:pt x="331" y="1279"/>
                      <a:pt x="331" y="1268"/>
                    </a:cubicBezTo>
                    <a:cubicBezTo>
                      <a:pt x="331" y="1087"/>
                      <a:pt x="331" y="907"/>
                      <a:pt x="331" y="726"/>
                    </a:cubicBezTo>
                    <a:cubicBezTo>
                      <a:pt x="331" y="726"/>
                      <a:pt x="331" y="726"/>
                      <a:pt x="330" y="7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18" name="公众号：叶宏泽演示研究所-1-4">
                <a:extLst>
                  <a:ext uri="{FF2B5EF4-FFF2-40B4-BE49-F238E27FC236}">
                    <a16:creationId xmlns:a16="http://schemas.microsoft.com/office/drawing/2014/main" id="{1539F741-4D13-2A45-8591-7B5CDD1B6B10}"/>
                  </a:ext>
                </a:extLst>
              </p:cNvPr>
              <p:cNvSpPr>
                <a:spLocks/>
              </p:cNvSpPr>
              <p:nvPr>
                <p:custDataLst>
                  <p:tags r:id="rId6"/>
                </p:custDataLst>
              </p:nvPr>
            </p:nvSpPr>
            <p:spPr bwMode="auto">
              <a:xfrm>
                <a:off x="504" y="763"/>
                <a:ext cx="345" cy="1663"/>
              </a:xfrm>
              <a:custGeom>
                <a:avLst/>
                <a:gdLst>
                  <a:gd name="T0" fmla="*/ 218 w 257"/>
                  <a:gd name="T1" fmla="*/ 1228 h 1240"/>
                  <a:gd name="T2" fmla="*/ 29 w 257"/>
                  <a:gd name="T3" fmla="*/ 783 h 1240"/>
                  <a:gd name="T4" fmla="*/ 79 w 257"/>
                  <a:gd name="T5" fmla="*/ 266 h 1240"/>
                  <a:gd name="T6" fmla="*/ 207 w 257"/>
                  <a:gd name="T7" fmla="*/ 29 h 1240"/>
                  <a:gd name="T8" fmla="*/ 224 w 257"/>
                  <a:gd name="T9" fmla="*/ 4 h 1240"/>
                  <a:gd name="T10" fmla="*/ 251 w 257"/>
                  <a:gd name="T11" fmla="*/ 42 h 1240"/>
                  <a:gd name="T12" fmla="*/ 251 w 257"/>
                  <a:gd name="T13" fmla="*/ 1199 h 1240"/>
                  <a:gd name="T14" fmla="*/ 218 w 257"/>
                  <a:gd name="T15" fmla="*/ 1228 h 12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7" h="1240">
                    <a:moveTo>
                      <a:pt x="218" y="1228"/>
                    </a:moveTo>
                    <a:cubicBezTo>
                      <a:pt x="118" y="1095"/>
                      <a:pt x="56" y="947"/>
                      <a:pt x="29" y="783"/>
                    </a:cubicBezTo>
                    <a:cubicBezTo>
                      <a:pt x="0" y="605"/>
                      <a:pt x="17" y="433"/>
                      <a:pt x="79" y="266"/>
                    </a:cubicBezTo>
                    <a:cubicBezTo>
                      <a:pt x="110" y="181"/>
                      <a:pt x="149" y="100"/>
                      <a:pt x="207" y="29"/>
                    </a:cubicBezTo>
                    <a:cubicBezTo>
                      <a:pt x="214" y="22"/>
                      <a:pt x="218" y="13"/>
                      <a:pt x="224" y="4"/>
                    </a:cubicBezTo>
                    <a:cubicBezTo>
                      <a:pt x="257" y="0"/>
                      <a:pt x="251" y="24"/>
                      <a:pt x="251" y="42"/>
                    </a:cubicBezTo>
                    <a:cubicBezTo>
                      <a:pt x="251" y="428"/>
                      <a:pt x="251" y="813"/>
                      <a:pt x="251" y="1199"/>
                    </a:cubicBezTo>
                    <a:cubicBezTo>
                      <a:pt x="251" y="1224"/>
                      <a:pt x="248" y="1240"/>
                      <a:pt x="218" y="1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19" name="公众号：叶宏泽演示研究所-1-5">
                <a:extLst>
                  <a:ext uri="{FF2B5EF4-FFF2-40B4-BE49-F238E27FC236}">
                    <a16:creationId xmlns:a16="http://schemas.microsoft.com/office/drawing/2014/main" id="{0E4D55F4-98FB-F545-BAB0-D6209E44E56C}"/>
                  </a:ext>
                </a:extLst>
              </p:cNvPr>
              <p:cNvSpPr>
                <a:spLocks/>
              </p:cNvSpPr>
              <p:nvPr>
                <p:custDataLst>
                  <p:tags r:id="rId7"/>
                </p:custDataLst>
              </p:nvPr>
            </p:nvSpPr>
            <p:spPr bwMode="auto">
              <a:xfrm>
                <a:off x="3017" y="2476"/>
                <a:ext cx="403" cy="386"/>
              </a:xfrm>
              <a:custGeom>
                <a:avLst/>
                <a:gdLst>
                  <a:gd name="T0" fmla="*/ 171 w 301"/>
                  <a:gd name="T1" fmla="*/ 104 h 288"/>
                  <a:gd name="T2" fmla="*/ 182 w 301"/>
                  <a:gd name="T3" fmla="*/ 79 h 288"/>
                  <a:gd name="T4" fmla="*/ 197 w 301"/>
                  <a:gd name="T5" fmla="*/ 73 h 288"/>
                  <a:gd name="T6" fmla="*/ 205 w 301"/>
                  <a:gd name="T7" fmla="*/ 89 h 288"/>
                  <a:gd name="T8" fmla="*/ 239 w 301"/>
                  <a:gd name="T9" fmla="*/ 158 h 288"/>
                  <a:gd name="T10" fmla="*/ 246 w 301"/>
                  <a:gd name="T11" fmla="*/ 59 h 288"/>
                  <a:gd name="T12" fmla="*/ 257 w 301"/>
                  <a:gd name="T13" fmla="*/ 35 h 288"/>
                  <a:gd name="T14" fmla="*/ 294 w 301"/>
                  <a:gd name="T15" fmla="*/ 56 h 288"/>
                  <a:gd name="T16" fmla="*/ 291 w 301"/>
                  <a:gd name="T17" fmla="*/ 135 h 288"/>
                  <a:gd name="T18" fmla="*/ 211 w 301"/>
                  <a:gd name="T19" fmla="*/ 170 h 288"/>
                  <a:gd name="T20" fmla="*/ 212 w 301"/>
                  <a:gd name="T21" fmla="*/ 191 h 288"/>
                  <a:gd name="T22" fmla="*/ 206 w 301"/>
                  <a:gd name="T23" fmla="*/ 212 h 288"/>
                  <a:gd name="T24" fmla="*/ 185 w 301"/>
                  <a:gd name="T25" fmla="*/ 202 h 288"/>
                  <a:gd name="T26" fmla="*/ 180 w 301"/>
                  <a:gd name="T27" fmla="*/ 194 h 288"/>
                  <a:gd name="T28" fmla="*/ 145 w 301"/>
                  <a:gd name="T29" fmla="*/ 132 h 288"/>
                  <a:gd name="T30" fmla="*/ 131 w 301"/>
                  <a:gd name="T31" fmla="*/ 116 h 288"/>
                  <a:gd name="T32" fmla="*/ 116 w 301"/>
                  <a:gd name="T33" fmla="*/ 134 h 288"/>
                  <a:gd name="T34" fmla="*/ 156 w 301"/>
                  <a:gd name="T35" fmla="*/ 177 h 288"/>
                  <a:gd name="T36" fmla="*/ 138 w 301"/>
                  <a:gd name="T37" fmla="*/ 222 h 288"/>
                  <a:gd name="T38" fmla="*/ 148 w 301"/>
                  <a:gd name="T39" fmla="*/ 231 h 288"/>
                  <a:gd name="T40" fmla="*/ 164 w 301"/>
                  <a:gd name="T41" fmla="*/ 269 h 288"/>
                  <a:gd name="T42" fmla="*/ 112 w 301"/>
                  <a:gd name="T43" fmla="*/ 255 h 288"/>
                  <a:gd name="T44" fmla="*/ 36 w 301"/>
                  <a:gd name="T45" fmla="*/ 135 h 288"/>
                  <a:gd name="T46" fmla="*/ 25 w 301"/>
                  <a:gd name="T47" fmla="*/ 152 h 288"/>
                  <a:gd name="T48" fmla="*/ 14 w 301"/>
                  <a:gd name="T49" fmla="*/ 174 h 288"/>
                  <a:gd name="T50" fmla="*/ 6 w 301"/>
                  <a:gd name="T51" fmla="*/ 147 h 288"/>
                  <a:gd name="T52" fmla="*/ 34 w 301"/>
                  <a:gd name="T53" fmla="*/ 82 h 288"/>
                  <a:gd name="T54" fmla="*/ 55 w 301"/>
                  <a:gd name="T55" fmla="*/ 79 h 288"/>
                  <a:gd name="T56" fmla="*/ 63 w 301"/>
                  <a:gd name="T57" fmla="*/ 99 h 288"/>
                  <a:gd name="T58" fmla="*/ 81 w 301"/>
                  <a:gd name="T59" fmla="*/ 153 h 288"/>
                  <a:gd name="T60" fmla="*/ 83 w 301"/>
                  <a:gd name="T61" fmla="*/ 121 h 288"/>
                  <a:gd name="T62" fmla="*/ 96 w 301"/>
                  <a:gd name="T63" fmla="*/ 87 h 288"/>
                  <a:gd name="T64" fmla="*/ 90 w 301"/>
                  <a:gd name="T65" fmla="*/ 54 h 288"/>
                  <a:gd name="T66" fmla="*/ 64 w 301"/>
                  <a:gd name="T67" fmla="*/ 43 h 288"/>
                  <a:gd name="T68" fmla="*/ 70 w 301"/>
                  <a:gd name="T69" fmla="*/ 36 h 288"/>
                  <a:gd name="T70" fmla="*/ 158 w 301"/>
                  <a:gd name="T71" fmla="*/ 12 h 288"/>
                  <a:gd name="T72" fmla="*/ 185 w 301"/>
                  <a:gd name="T73" fmla="*/ 16 h 288"/>
                  <a:gd name="T74" fmla="*/ 168 w 301"/>
                  <a:gd name="T75" fmla="*/ 48 h 288"/>
                  <a:gd name="T76" fmla="*/ 132 w 301"/>
                  <a:gd name="T77" fmla="*/ 68 h 288"/>
                  <a:gd name="T78" fmla="*/ 125 w 301"/>
                  <a:gd name="T79" fmla="*/ 92 h 288"/>
                  <a:gd name="T80" fmla="*/ 145 w 301"/>
                  <a:gd name="T81" fmla="*/ 83 h 288"/>
                  <a:gd name="T82" fmla="*/ 166 w 301"/>
                  <a:gd name="T83" fmla="*/ 104 h 288"/>
                  <a:gd name="T84" fmla="*/ 167 w 301"/>
                  <a:gd name="T85" fmla="*/ 163 h 288"/>
                  <a:gd name="T86" fmla="*/ 189 w 301"/>
                  <a:gd name="T87" fmla="*/ 162 h 288"/>
                  <a:gd name="T88" fmla="*/ 171 w 301"/>
                  <a:gd name="T89" fmla="*/ 10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01" h="288">
                    <a:moveTo>
                      <a:pt x="171" y="104"/>
                    </a:moveTo>
                    <a:cubicBezTo>
                      <a:pt x="170" y="93"/>
                      <a:pt x="179" y="88"/>
                      <a:pt x="182" y="79"/>
                    </a:cubicBezTo>
                    <a:cubicBezTo>
                      <a:pt x="185" y="74"/>
                      <a:pt x="190" y="71"/>
                      <a:pt x="197" y="73"/>
                    </a:cubicBezTo>
                    <a:cubicBezTo>
                      <a:pt x="205" y="75"/>
                      <a:pt x="206" y="82"/>
                      <a:pt x="205" y="89"/>
                    </a:cubicBezTo>
                    <a:cubicBezTo>
                      <a:pt x="203" y="132"/>
                      <a:pt x="203" y="132"/>
                      <a:pt x="239" y="158"/>
                    </a:cubicBezTo>
                    <a:cubicBezTo>
                      <a:pt x="257" y="126"/>
                      <a:pt x="267" y="94"/>
                      <a:pt x="246" y="59"/>
                    </a:cubicBezTo>
                    <a:cubicBezTo>
                      <a:pt x="239" y="48"/>
                      <a:pt x="245" y="38"/>
                      <a:pt x="257" y="35"/>
                    </a:cubicBezTo>
                    <a:cubicBezTo>
                      <a:pt x="276" y="31"/>
                      <a:pt x="292" y="38"/>
                      <a:pt x="294" y="56"/>
                    </a:cubicBezTo>
                    <a:cubicBezTo>
                      <a:pt x="298" y="82"/>
                      <a:pt x="301" y="109"/>
                      <a:pt x="291" y="135"/>
                    </a:cubicBezTo>
                    <a:cubicBezTo>
                      <a:pt x="271" y="184"/>
                      <a:pt x="260" y="188"/>
                      <a:pt x="211" y="170"/>
                    </a:cubicBezTo>
                    <a:cubicBezTo>
                      <a:pt x="204" y="177"/>
                      <a:pt x="208" y="184"/>
                      <a:pt x="212" y="191"/>
                    </a:cubicBezTo>
                    <a:cubicBezTo>
                      <a:pt x="215" y="199"/>
                      <a:pt x="215" y="208"/>
                      <a:pt x="206" y="212"/>
                    </a:cubicBezTo>
                    <a:cubicBezTo>
                      <a:pt x="197" y="217"/>
                      <a:pt x="189" y="213"/>
                      <a:pt x="185" y="202"/>
                    </a:cubicBezTo>
                    <a:cubicBezTo>
                      <a:pt x="184" y="199"/>
                      <a:pt x="182" y="194"/>
                      <a:pt x="180" y="194"/>
                    </a:cubicBezTo>
                    <a:cubicBezTo>
                      <a:pt x="135" y="192"/>
                      <a:pt x="154" y="153"/>
                      <a:pt x="145" y="132"/>
                    </a:cubicBezTo>
                    <a:cubicBezTo>
                      <a:pt x="142" y="125"/>
                      <a:pt x="147" y="116"/>
                      <a:pt x="131" y="116"/>
                    </a:cubicBezTo>
                    <a:cubicBezTo>
                      <a:pt x="113" y="116"/>
                      <a:pt x="116" y="125"/>
                      <a:pt x="116" y="134"/>
                    </a:cubicBezTo>
                    <a:cubicBezTo>
                      <a:pt x="116" y="154"/>
                      <a:pt x="110" y="177"/>
                      <a:pt x="156" y="177"/>
                    </a:cubicBezTo>
                    <a:cubicBezTo>
                      <a:pt x="116" y="192"/>
                      <a:pt x="121" y="207"/>
                      <a:pt x="138" y="222"/>
                    </a:cubicBezTo>
                    <a:cubicBezTo>
                      <a:pt x="141" y="225"/>
                      <a:pt x="145" y="228"/>
                      <a:pt x="148" y="231"/>
                    </a:cubicBezTo>
                    <a:cubicBezTo>
                      <a:pt x="155" y="244"/>
                      <a:pt x="182" y="251"/>
                      <a:pt x="164" y="269"/>
                    </a:cubicBezTo>
                    <a:cubicBezTo>
                      <a:pt x="145" y="288"/>
                      <a:pt x="126" y="273"/>
                      <a:pt x="112" y="255"/>
                    </a:cubicBezTo>
                    <a:cubicBezTo>
                      <a:pt x="82" y="218"/>
                      <a:pt x="61" y="176"/>
                      <a:pt x="36" y="135"/>
                    </a:cubicBezTo>
                    <a:cubicBezTo>
                      <a:pt x="32" y="141"/>
                      <a:pt x="28" y="146"/>
                      <a:pt x="25" y="152"/>
                    </a:cubicBezTo>
                    <a:cubicBezTo>
                      <a:pt x="22" y="160"/>
                      <a:pt x="26" y="175"/>
                      <a:pt x="14" y="174"/>
                    </a:cubicBezTo>
                    <a:cubicBezTo>
                      <a:pt x="0" y="172"/>
                      <a:pt x="5" y="157"/>
                      <a:pt x="6" y="147"/>
                    </a:cubicBezTo>
                    <a:cubicBezTo>
                      <a:pt x="7" y="123"/>
                      <a:pt x="25" y="104"/>
                      <a:pt x="34" y="82"/>
                    </a:cubicBezTo>
                    <a:cubicBezTo>
                      <a:pt x="38" y="73"/>
                      <a:pt x="49" y="76"/>
                      <a:pt x="55" y="79"/>
                    </a:cubicBezTo>
                    <a:cubicBezTo>
                      <a:pt x="63" y="83"/>
                      <a:pt x="67" y="94"/>
                      <a:pt x="63" y="99"/>
                    </a:cubicBezTo>
                    <a:cubicBezTo>
                      <a:pt x="39" y="129"/>
                      <a:pt x="66" y="138"/>
                      <a:pt x="81" y="153"/>
                    </a:cubicBezTo>
                    <a:cubicBezTo>
                      <a:pt x="95" y="141"/>
                      <a:pt x="82" y="131"/>
                      <a:pt x="83" y="121"/>
                    </a:cubicBezTo>
                    <a:cubicBezTo>
                      <a:pt x="85" y="109"/>
                      <a:pt x="69" y="92"/>
                      <a:pt x="96" y="87"/>
                    </a:cubicBezTo>
                    <a:cubicBezTo>
                      <a:pt x="106" y="85"/>
                      <a:pt x="111" y="62"/>
                      <a:pt x="90" y="54"/>
                    </a:cubicBezTo>
                    <a:cubicBezTo>
                      <a:pt x="80" y="51"/>
                      <a:pt x="69" y="53"/>
                      <a:pt x="64" y="43"/>
                    </a:cubicBezTo>
                    <a:cubicBezTo>
                      <a:pt x="63" y="36"/>
                      <a:pt x="68" y="35"/>
                      <a:pt x="70" y="36"/>
                    </a:cubicBezTo>
                    <a:cubicBezTo>
                      <a:pt x="104" y="45"/>
                      <a:pt x="132" y="33"/>
                      <a:pt x="158" y="12"/>
                    </a:cubicBezTo>
                    <a:cubicBezTo>
                      <a:pt x="167" y="5"/>
                      <a:pt x="180" y="0"/>
                      <a:pt x="185" y="16"/>
                    </a:cubicBezTo>
                    <a:cubicBezTo>
                      <a:pt x="190" y="31"/>
                      <a:pt x="184" y="46"/>
                      <a:pt x="168" y="48"/>
                    </a:cubicBezTo>
                    <a:cubicBezTo>
                      <a:pt x="152" y="50"/>
                      <a:pt x="138" y="51"/>
                      <a:pt x="132" y="68"/>
                    </a:cubicBezTo>
                    <a:cubicBezTo>
                      <a:pt x="129" y="76"/>
                      <a:pt x="116" y="83"/>
                      <a:pt x="125" y="92"/>
                    </a:cubicBezTo>
                    <a:cubicBezTo>
                      <a:pt x="135" y="103"/>
                      <a:pt x="138" y="86"/>
                      <a:pt x="145" y="83"/>
                    </a:cubicBezTo>
                    <a:cubicBezTo>
                      <a:pt x="171" y="70"/>
                      <a:pt x="161" y="95"/>
                      <a:pt x="166" y="104"/>
                    </a:cubicBezTo>
                    <a:cubicBezTo>
                      <a:pt x="147" y="124"/>
                      <a:pt x="156" y="144"/>
                      <a:pt x="167" y="163"/>
                    </a:cubicBezTo>
                    <a:cubicBezTo>
                      <a:pt x="170" y="169"/>
                      <a:pt x="182" y="175"/>
                      <a:pt x="189" y="162"/>
                    </a:cubicBezTo>
                    <a:cubicBezTo>
                      <a:pt x="203" y="136"/>
                      <a:pt x="192" y="118"/>
                      <a:pt x="171" y="1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20" name="公众号：叶宏泽演示研究所-1-6">
                <a:extLst>
                  <a:ext uri="{FF2B5EF4-FFF2-40B4-BE49-F238E27FC236}">
                    <a16:creationId xmlns:a16="http://schemas.microsoft.com/office/drawing/2014/main" id="{381F1CD6-CFBA-804F-9E72-2E4185974199}"/>
                  </a:ext>
                </a:extLst>
              </p:cNvPr>
              <p:cNvSpPr>
                <a:spLocks noEditPoints="1"/>
              </p:cNvSpPr>
              <p:nvPr>
                <p:custDataLst>
                  <p:tags r:id="rId8"/>
                </p:custDataLst>
              </p:nvPr>
            </p:nvSpPr>
            <p:spPr bwMode="auto">
              <a:xfrm>
                <a:off x="404" y="2490"/>
                <a:ext cx="321" cy="387"/>
              </a:xfrm>
              <a:custGeom>
                <a:avLst/>
                <a:gdLst>
                  <a:gd name="T0" fmla="*/ 222 w 240"/>
                  <a:gd name="T1" fmla="*/ 0 h 288"/>
                  <a:gd name="T2" fmla="*/ 225 w 240"/>
                  <a:gd name="T3" fmla="*/ 28 h 288"/>
                  <a:gd name="T4" fmla="*/ 229 w 240"/>
                  <a:gd name="T5" fmla="*/ 94 h 288"/>
                  <a:gd name="T6" fmla="*/ 215 w 240"/>
                  <a:gd name="T7" fmla="*/ 123 h 288"/>
                  <a:gd name="T8" fmla="*/ 175 w 240"/>
                  <a:gd name="T9" fmla="*/ 133 h 288"/>
                  <a:gd name="T10" fmla="*/ 157 w 240"/>
                  <a:gd name="T11" fmla="*/ 154 h 288"/>
                  <a:gd name="T12" fmla="*/ 188 w 240"/>
                  <a:gd name="T13" fmla="*/ 159 h 288"/>
                  <a:gd name="T14" fmla="*/ 220 w 240"/>
                  <a:gd name="T15" fmla="*/ 159 h 288"/>
                  <a:gd name="T16" fmla="*/ 195 w 240"/>
                  <a:gd name="T17" fmla="*/ 190 h 288"/>
                  <a:gd name="T18" fmla="*/ 188 w 240"/>
                  <a:gd name="T19" fmla="*/ 191 h 288"/>
                  <a:gd name="T20" fmla="*/ 108 w 240"/>
                  <a:gd name="T21" fmla="*/ 246 h 288"/>
                  <a:gd name="T22" fmla="*/ 134 w 240"/>
                  <a:gd name="T23" fmla="*/ 257 h 288"/>
                  <a:gd name="T24" fmla="*/ 85 w 240"/>
                  <a:gd name="T25" fmla="*/ 287 h 288"/>
                  <a:gd name="T26" fmla="*/ 76 w 240"/>
                  <a:gd name="T27" fmla="*/ 254 h 288"/>
                  <a:gd name="T28" fmla="*/ 108 w 240"/>
                  <a:gd name="T29" fmla="*/ 180 h 288"/>
                  <a:gd name="T30" fmla="*/ 75 w 240"/>
                  <a:gd name="T31" fmla="*/ 164 h 288"/>
                  <a:gd name="T32" fmla="*/ 68 w 240"/>
                  <a:gd name="T33" fmla="*/ 127 h 288"/>
                  <a:gd name="T34" fmla="*/ 63 w 240"/>
                  <a:gd name="T35" fmla="*/ 126 h 288"/>
                  <a:gd name="T36" fmla="*/ 12 w 240"/>
                  <a:gd name="T37" fmla="*/ 128 h 288"/>
                  <a:gd name="T38" fmla="*/ 24 w 240"/>
                  <a:gd name="T39" fmla="*/ 72 h 288"/>
                  <a:gd name="T40" fmla="*/ 112 w 240"/>
                  <a:gd name="T41" fmla="*/ 22 h 288"/>
                  <a:gd name="T42" fmla="*/ 140 w 240"/>
                  <a:gd name="T43" fmla="*/ 33 h 288"/>
                  <a:gd name="T44" fmla="*/ 201 w 240"/>
                  <a:gd name="T45" fmla="*/ 33 h 288"/>
                  <a:gd name="T46" fmla="*/ 222 w 240"/>
                  <a:gd name="T47" fmla="*/ 0 h 288"/>
                  <a:gd name="T48" fmla="*/ 89 w 240"/>
                  <a:gd name="T49" fmla="*/ 107 h 288"/>
                  <a:gd name="T50" fmla="*/ 143 w 240"/>
                  <a:gd name="T51" fmla="*/ 102 h 288"/>
                  <a:gd name="T52" fmla="*/ 156 w 240"/>
                  <a:gd name="T53" fmla="*/ 89 h 288"/>
                  <a:gd name="T54" fmla="*/ 142 w 240"/>
                  <a:gd name="T55" fmla="*/ 81 h 288"/>
                  <a:gd name="T56" fmla="*/ 92 w 240"/>
                  <a:gd name="T57" fmla="*/ 96 h 288"/>
                  <a:gd name="T58" fmla="*/ 116 w 240"/>
                  <a:gd name="T59" fmla="*/ 67 h 288"/>
                  <a:gd name="T60" fmla="*/ 134 w 240"/>
                  <a:gd name="T61" fmla="*/ 51 h 288"/>
                  <a:gd name="T62" fmla="*/ 106 w 240"/>
                  <a:gd name="T63" fmla="*/ 39 h 288"/>
                  <a:gd name="T64" fmla="*/ 52 w 240"/>
                  <a:gd name="T65" fmla="*/ 67 h 288"/>
                  <a:gd name="T66" fmla="*/ 23 w 240"/>
                  <a:gd name="T67" fmla="*/ 106 h 288"/>
                  <a:gd name="T68" fmla="*/ 28 w 240"/>
                  <a:gd name="T69" fmla="*/ 120 h 288"/>
                  <a:gd name="T70" fmla="*/ 41 w 240"/>
                  <a:gd name="T71" fmla="*/ 119 h 288"/>
                  <a:gd name="T72" fmla="*/ 92 w 240"/>
                  <a:gd name="T73" fmla="*/ 96 h 288"/>
                  <a:gd name="T74" fmla="*/ 90 w 240"/>
                  <a:gd name="T75" fmla="*/ 107 h 288"/>
                  <a:gd name="T76" fmla="*/ 89 w 240"/>
                  <a:gd name="T77" fmla="*/ 140 h 288"/>
                  <a:gd name="T78" fmla="*/ 122 w 240"/>
                  <a:gd name="T79" fmla="*/ 140 h 288"/>
                  <a:gd name="T80" fmla="*/ 89 w 240"/>
                  <a:gd name="T81" fmla="*/ 107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0" h="288">
                    <a:moveTo>
                      <a:pt x="222" y="0"/>
                    </a:moveTo>
                    <a:cubicBezTo>
                      <a:pt x="228" y="11"/>
                      <a:pt x="230" y="19"/>
                      <a:pt x="225" y="28"/>
                    </a:cubicBezTo>
                    <a:cubicBezTo>
                      <a:pt x="212" y="51"/>
                      <a:pt x="201" y="71"/>
                      <a:pt x="229" y="94"/>
                    </a:cubicBezTo>
                    <a:cubicBezTo>
                      <a:pt x="240" y="103"/>
                      <a:pt x="233" y="119"/>
                      <a:pt x="215" y="123"/>
                    </a:cubicBezTo>
                    <a:cubicBezTo>
                      <a:pt x="202" y="126"/>
                      <a:pt x="188" y="125"/>
                      <a:pt x="175" y="133"/>
                    </a:cubicBezTo>
                    <a:cubicBezTo>
                      <a:pt x="167" y="139"/>
                      <a:pt x="153" y="144"/>
                      <a:pt x="157" y="154"/>
                    </a:cubicBezTo>
                    <a:cubicBezTo>
                      <a:pt x="162" y="163"/>
                      <a:pt x="177" y="166"/>
                      <a:pt x="188" y="159"/>
                    </a:cubicBezTo>
                    <a:cubicBezTo>
                      <a:pt x="199" y="151"/>
                      <a:pt x="212" y="140"/>
                      <a:pt x="220" y="159"/>
                    </a:cubicBezTo>
                    <a:cubicBezTo>
                      <a:pt x="228" y="178"/>
                      <a:pt x="205" y="181"/>
                      <a:pt x="195" y="190"/>
                    </a:cubicBezTo>
                    <a:cubicBezTo>
                      <a:pt x="194" y="191"/>
                      <a:pt x="190" y="191"/>
                      <a:pt x="188" y="191"/>
                    </a:cubicBezTo>
                    <a:cubicBezTo>
                      <a:pt x="141" y="179"/>
                      <a:pt x="119" y="204"/>
                      <a:pt x="108" y="246"/>
                    </a:cubicBezTo>
                    <a:cubicBezTo>
                      <a:pt x="112" y="258"/>
                      <a:pt x="140" y="236"/>
                      <a:pt x="134" y="257"/>
                    </a:cubicBezTo>
                    <a:cubicBezTo>
                      <a:pt x="128" y="275"/>
                      <a:pt x="106" y="288"/>
                      <a:pt x="85" y="287"/>
                    </a:cubicBezTo>
                    <a:cubicBezTo>
                      <a:pt x="63" y="285"/>
                      <a:pt x="71" y="267"/>
                      <a:pt x="76" y="254"/>
                    </a:cubicBezTo>
                    <a:cubicBezTo>
                      <a:pt x="85" y="230"/>
                      <a:pt x="96" y="206"/>
                      <a:pt x="108" y="180"/>
                    </a:cubicBezTo>
                    <a:cubicBezTo>
                      <a:pt x="97" y="176"/>
                      <a:pt x="82" y="179"/>
                      <a:pt x="75" y="164"/>
                    </a:cubicBezTo>
                    <a:cubicBezTo>
                      <a:pt x="68" y="152"/>
                      <a:pt x="72" y="139"/>
                      <a:pt x="68" y="127"/>
                    </a:cubicBezTo>
                    <a:cubicBezTo>
                      <a:pt x="66" y="127"/>
                      <a:pt x="64" y="125"/>
                      <a:pt x="63" y="126"/>
                    </a:cubicBezTo>
                    <a:cubicBezTo>
                      <a:pt x="46" y="135"/>
                      <a:pt x="26" y="149"/>
                      <a:pt x="12" y="128"/>
                    </a:cubicBezTo>
                    <a:cubicBezTo>
                      <a:pt x="0" y="110"/>
                      <a:pt x="8" y="89"/>
                      <a:pt x="24" y="72"/>
                    </a:cubicBezTo>
                    <a:cubicBezTo>
                      <a:pt x="49" y="46"/>
                      <a:pt x="82" y="37"/>
                      <a:pt x="112" y="22"/>
                    </a:cubicBezTo>
                    <a:cubicBezTo>
                      <a:pt x="125" y="16"/>
                      <a:pt x="133" y="21"/>
                      <a:pt x="140" y="33"/>
                    </a:cubicBezTo>
                    <a:cubicBezTo>
                      <a:pt x="160" y="64"/>
                      <a:pt x="182" y="64"/>
                      <a:pt x="201" y="33"/>
                    </a:cubicBezTo>
                    <a:cubicBezTo>
                      <a:pt x="207" y="23"/>
                      <a:pt x="209" y="9"/>
                      <a:pt x="222" y="0"/>
                    </a:cubicBezTo>
                    <a:close/>
                    <a:moveTo>
                      <a:pt x="89" y="107"/>
                    </a:moveTo>
                    <a:cubicBezTo>
                      <a:pt x="107" y="105"/>
                      <a:pt x="125" y="104"/>
                      <a:pt x="143" y="102"/>
                    </a:cubicBezTo>
                    <a:cubicBezTo>
                      <a:pt x="150" y="101"/>
                      <a:pt x="156" y="95"/>
                      <a:pt x="156" y="89"/>
                    </a:cubicBezTo>
                    <a:cubicBezTo>
                      <a:pt x="156" y="86"/>
                      <a:pt x="147" y="82"/>
                      <a:pt x="142" y="81"/>
                    </a:cubicBezTo>
                    <a:cubicBezTo>
                      <a:pt x="122" y="75"/>
                      <a:pt x="108" y="88"/>
                      <a:pt x="92" y="96"/>
                    </a:cubicBezTo>
                    <a:cubicBezTo>
                      <a:pt x="91" y="78"/>
                      <a:pt x="103" y="72"/>
                      <a:pt x="116" y="67"/>
                    </a:cubicBezTo>
                    <a:cubicBezTo>
                      <a:pt x="124" y="63"/>
                      <a:pt x="140" y="70"/>
                      <a:pt x="134" y="51"/>
                    </a:cubicBezTo>
                    <a:cubicBezTo>
                      <a:pt x="130" y="37"/>
                      <a:pt x="117" y="34"/>
                      <a:pt x="106" y="39"/>
                    </a:cubicBezTo>
                    <a:cubicBezTo>
                      <a:pt x="88" y="48"/>
                      <a:pt x="67" y="51"/>
                      <a:pt x="52" y="67"/>
                    </a:cubicBezTo>
                    <a:cubicBezTo>
                      <a:pt x="41" y="79"/>
                      <a:pt x="23" y="85"/>
                      <a:pt x="23" y="106"/>
                    </a:cubicBezTo>
                    <a:cubicBezTo>
                      <a:pt x="24" y="112"/>
                      <a:pt x="21" y="118"/>
                      <a:pt x="28" y="120"/>
                    </a:cubicBezTo>
                    <a:cubicBezTo>
                      <a:pt x="32" y="121"/>
                      <a:pt x="40" y="121"/>
                      <a:pt x="41" y="119"/>
                    </a:cubicBezTo>
                    <a:cubicBezTo>
                      <a:pt x="52" y="99"/>
                      <a:pt x="75" y="103"/>
                      <a:pt x="92" y="96"/>
                    </a:cubicBezTo>
                    <a:cubicBezTo>
                      <a:pt x="94" y="100"/>
                      <a:pt x="93" y="104"/>
                      <a:pt x="90" y="107"/>
                    </a:cubicBezTo>
                    <a:cubicBezTo>
                      <a:pt x="69" y="117"/>
                      <a:pt x="81" y="130"/>
                      <a:pt x="89" y="140"/>
                    </a:cubicBezTo>
                    <a:cubicBezTo>
                      <a:pt x="98" y="152"/>
                      <a:pt x="111" y="154"/>
                      <a:pt x="122" y="140"/>
                    </a:cubicBezTo>
                    <a:cubicBezTo>
                      <a:pt x="112" y="126"/>
                      <a:pt x="91" y="126"/>
                      <a:pt x="89"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21" name="公众号：叶宏泽演示研究所-1-7">
                <a:extLst>
                  <a:ext uri="{FF2B5EF4-FFF2-40B4-BE49-F238E27FC236}">
                    <a16:creationId xmlns:a16="http://schemas.microsoft.com/office/drawing/2014/main" id="{8A55E8F6-7617-6E45-8342-613320A89331}"/>
                  </a:ext>
                </a:extLst>
              </p:cNvPr>
              <p:cNvSpPr>
                <a:spLocks/>
              </p:cNvSpPr>
              <p:nvPr>
                <p:custDataLst>
                  <p:tags r:id="rId9"/>
                </p:custDataLst>
              </p:nvPr>
            </p:nvSpPr>
            <p:spPr bwMode="auto">
              <a:xfrm>
                <a:off x="3013" y="426"/>
                <a:ext cx="374" cy="373"/>
              </a:xfrm>
              <a:custGeom>
                <a:avLst/>
                <a:gdLst>
                  <a:gd name="T0" fmla="*/ 91 w 279"/>
                  <a:gd name="T1" fmla="*/ 74 h 278"/>
                  <a:gd name="T2" fmla="*/ 28 w 279"/>
                  <a:gd name="T3" fmla="*/ 120 h 278"/>
                  <a:gd name="T4" fmla="*/ 1 w 279"/>
                  <a:gd name="T5" fmla="*/ 102 h 278"/>
                  <a:gd name="T6" fmla="*/ 1 w 279"/>
                  <a:gd name="T7" fmla="*/ 102 h 278"/>
                  <a:gd name="T8" fmla="*/ 123 w 279"/>
                  <a:gd name="T9" fmla="*/ 12 h 278"/>
                  <a:gd name="T10" fmla="*/ 160 w 279"/>
                  <a:gd name="T11" fmla="*/ 16 h 278"/>
                  <a:gd name="T12" fmla="*/ 186 w 279"/>
                  <a:gd name="T13" fmla="*/ 47 h 278"/>
                  <a:gd name="T14" fmla="*/ 190 w 279"/>
                  <a:gd name="T15" fmla="*/ 102 h 278"/>
                  <a:gd name="T16" fmla="*/ 125 w 279"/>
                  <a:gd name="T17" fmla="*/ 121 h 278"/>
                  <a:gd name="T18" fmla="*/ 102 w 279"/>
                  <a:gd name="T19" fmla="*/ 129 h 278"/>
                  <a:gd name="T20" fmla="*/ 97 w 279"/>
                  <a:gd name="T21" fmla="*/ 138 h 278"/>
                  <a:gd name="T22" fmla="*/ 82 w 279"/>
                  <a:gd name="T23" fmla="*/ 184 h 278"/>
                  <a:gd name="T24" fmla="*/ 123 w 279"/>
                  <a:gd name="T25" fmla="*/ 236 h 278"/>
                  <a:gd name="T26" fmla="*/ 161 w 279"/>
                  <a:gd name="T27" fmla="*/ 217 h 278"/>
                  <a:gd name="T28" fmla="*/ 176 w 279"/>
                  <a:gd name="T29" fmla="*/ 153 h 278"/>
                  <a:gd name="T30" fmla="*/ 236 w 279"/>
                  <a:gd name="T31" fmla="*/ 127 h 278"/>
                  <a:gd name="T32" fmla="*/ 277 w 279"/>
                  <a:gd name="T33" fmla="*/ 177 h 278"/>
                  <a:gd name="T34" fmla="*/ 269 w 279"/>
                  <a:gd name="T35" fmla="*/ 187 h 278"/>
                  <a:gd name="T36" fmla="*/ 250 w 279"/>
                  <a:gd name="T37" fmla="*/ 177 h 278"/>
                  <a:gd name="T38" fmla="*/ 214 w 279"/>
                  <a:gd name="T39" fmla="*/ 152 h 278"/>
                  <a:gd name="T40" fmla="*/ 187 w 279"/>
                  <a:gd name="T41" fmla="*/ 196 h 278"/>
                  <a:gd name="T42" fmla="*/ 182 w 279"/>
                  <a:gd name="T43" fmla="*/ 262 h 278"/>
                  <a:gd name="T44" fmla="*/ 182 w 279"/>
                  <a:gd name="T45" fmla="*/ 261 h 278"/>
                  <a:gd name="T46" fmla="*/ 170 w 279"/>
                  <a:gd name="T47" fmla="*/ 261 h 278"/>
                  <a:gd name="T48" fmla="*/ 83 w 279"/>
                  <a:gd name="T49" fmla="*/ 225 h 278"/>
                  <a:gd name="T50" fmla="*/ 83 w 279"/>
                  <a:gd name="T51" fmla="*/ 106 h 278"/>
                  <a:gd name="T52" fmla="*/ 91 w 279"/>
                  <a:gd name="T53" fmla="*/ 73 h 278"/>
                  <a:gd name="T54" fmla="*/ 119 w 279"/>
                  <a:gd name="T55" fmla="*/ 92 h 278"/>
                  <a:gd name="T56" fmla="*/ 154 w 279"/>
                  <a:gd name="T57" fmla="*/ 102 h 278"/>
                  <a:gd name="T58" fmla="*/ 161 w 279"/>
                  <a:gd name="T59" fmla="*/ 53 h 278"/>
                  <a:gd name="T60" fmla="*/ 121 w 279"/>
                  <a:gd name="T61" fmla="*/ 48 h 278"/>
                  <a:gd name="T62" fmla="*/ 91 w 279"/>
                  <a:gd name="T63" fmla="*/ 7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9" h="278">
                    <a:moveTo>
                      <a:pt x="91" y="74"/>
                    </a:moveTo>
                    <a:cubicBezTo>
                      <a:pt x="70" y="89"/>
                      <a:pt x="49" y="105"/>
                      <a:pt x="28" y="120"/>
                    </a:cubicBezTo>
                    <a:cubicBezTo>
                      <a:pt x="5" y="136"/>
                      <a:pt x="0" y="124"/>
                      <a:pt x="1" y="102"/>
                    </a:cubicBezTo>
                    <a:cubicBezTo>
                      <a:pt x="1" y="102"/>
                      <a:pt x="1" y="102"/>
                      <a:pt x="1" y="102"/>
                    </a:cubicBezTo>
                    <a:cubicBezTo>
                      <a:pt x="46" y="78"/>
                      <a:pt x="82" y="42"/>
                      <a:pt x="123" y="12"/>
                    </a:cubicBezTo>
                    <a:cubicBezTo>
                      <a:pt x="140" y="0"/>
                      <a:pt x="149" y="3"/>
                      <a:pt x="160" y="16"/>
                    </a:cubicBezTo>
                    <a:cubicBezTo>
                      <a:pt x="169" y="26"/>
                      <a:pt x="178" y="37"/>
                      <a:pt x="186" y="47"/>
                    </a:cubicBezTo>
                    <a:cubicBezTo>
                      <a:pt x="201" y="65"/>
                      <a:pt x="208" y="84"/>
                      <a:pt x="190" y="102"/>
                    </a:cubicBezTo>
                    <a:cubicBezTo>
                      <a:pt x="172" y="119"/>
                      <a:pt x="154" y="142"/>
                      <a:pt x="125" y="121"/>
                    </a:cubicBezTo>
                    <a:cubicBezTo>
                      <a:pt x="114" y="113"/>
                      <a:pt x="106" y="116"/>
                      <a:pt x="102" y="129"/>
                    </a:cubicBezTo>
                    <a:cubicBezTo>
                      <a:pt x="101" y="132"/>
                      <a:pt x="99" y="135"/>
                      <a:pt x="97" y="138"/>
                    </a:cubicBezTo>
                    <a:cubicBezTo>
                      <a:pt x="92" y="154"/>
                      <a:pt x="79" y="183"/>
                      <a:pt x="82" y="184"/>
                    </a:cubicBezTo>
                    <a:cubicBezTo>
                      <a:pt x="104" y="196"/>
                      <a:pt x="104" y="225"/>
                      <a:pt x="123" y="236"/>
                    </a:cubicBezTo>
                    <a:cubicBezTo>
                      <a:pt x="143" y="249"/>
                      <a:pt x="154" y="235"/>
                      <a:pt x="161" y="217"/>
                    </a:cubicBezTo>
                    <a:cubicBezTo>
                      <a:pt x="169" y="196"/>
                      <a:pt x="171" y="174"/>
                      <a:pt x="176" y="153"/>
                    </a:cubicBezTo>
                    <a:cubicBezTo>
                      <a:pt x="187" y="113"/>
                      <a:pt x="217" y="126"/>
                      <a:pt x="236" y="127"/>
                    </a:cubicBezTo>
                    <a:cubicBezTo>
                      <a:pt x="260" y="129"/>
                      <a:pt x="268" y="156"/>
                      <a:pt x="277" y="177"/>
                    </a:cubicBezTo>
                    <a:cubicBezTo>
                      <a:pt x="279" y="182"/>
                      <a:pt x="274" y="186"/>
                      <a:pt x="269" y="187"/>
                    </a:cubicBezTo>
                    <a:cubicBezTo>
                      <a:pt x="261" y="188"/>
                      <a:pt x="255" y="187"/>
                      <a:pt x="250" y="177"/>
                    </a:cubicBezTo>
                    <a:cubicBezTo>
                      <a:pt x="243" y="164"/>
                      <a:pt x="233" y="146"/>
                      <a:pt x="214" y="152"/>
                    </a:cubicBezTo>
                    <a:cubicBezTo>
                      <a:pt x="195" y="158"/>
                      <a:pt x="169" y="163"/>
                      <a:pt x="187" y="196"/>
                    </a:cubicBezTo>
                    <a:cubicBezTo>
                      <a:pt x="198" y="218"/>
                      <a:pt x="174" y="239"/>
                      <a:pt x="182" y="262"/>
                    </a:cubicBezTo>
                    <a:cubicBezTo>
                      <a:pt x="182" y="261"/>
                      <a:pt x="182" y="261"/>
                      <a:pt x="182" y="261"/>
                    </a:cubicBezTo>
                    <a:cubicBezTo>
                      <a:pt x="178" y="257"/>
                      <a:pt x="175" y="260"/>
                      <a:pt x="170" y="261"/>
                    </a:cubicBezTo>
                    <a:cubicBezTo>
                      <a:pt x="122" y="278"/>
                      <a:pt x="110" y="269"/>
                      <a:pt x="83" y="225"/>
                    </a:cubicBezTo>
                    <a:cubicBezTo>
                      <a:pt x="58" y="183"/>
                      <a:pt x="60" y="146"/>
                      <a:pt x="83" y="106"/>
                    </a:cubicBezTo>
                    <a:cubicBezTo>
                      <a:pt x="88" y="97"/>
                      <a:pt x="94" y="86"/>
                      <a:pt x="91" y="73"/>
                    </a:cubicBezTo>
                    <a:cubicBezTo>
                      <a:pt x="103" y="76"/>
                      <a:pt x="110" y="85"/>
                      <a:pt x="119" y="92"/>
                    </a:cubicBezTo>
                    <a:cubicBezTo>
                      <a:pt x="129" y="102"/>
                      <a:pt x="138" y="119"/>
                      <a:pt x="154" y="102"/>
                    </a:cubicBezTo>
                    <a:cubicBezTo>
                      <a:pt x="167" y="89"/>
                      <a:pt x="175" y="72"/>
                      <a:pt x="161" y="53"/>
                    </a:cubicBezTo>
                    <a:cubicBezTo>
                      <a:pt x="149" y="38"/>
                      <a:pt x="135" y="33"/>
                      <a:pt x="121" y="48"/>
                    </a:cubicBezTo>
                    <a:cubicBezTo>
                      <a:pt x="112" y="58"/>
                      <a:pt x="96" y="60"/>
                      <a:pt x="91"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22" name="公众号：叶宏泽演示研究所-1-8">
                <a:extLst>
                  <a:ext uri="{FF2B5EF4-FFF2-40B4-BE49-F238E27FC236}">
                    <a16:creationId xmlns:a16="http://schemas.microsoft.com/office/drawing/2014/main" id="{5EC225B2-80A3-0E4E-B2E8-9464AD124922}"/>
                  </a:ext>
                </a:extLst>
              </p:cNvPr>
              <p:cNvSpPr>
                <a:spLocks/>
              </p:cNvSpPr>
              <p:nvPr>
                <p:custDataLst>
                  <p:tags r:id="rId10"/>
                </p:custDataLst>
              </p:nvPr>
            </p:nvSpPr>
            <p:spPr bwMode="auto">
              <a:xfrm>
                <a:off x="166" y="1011"/>
                <a:ext cx="286" cy="275"/>
              </a:xfrm>
              <a:custGeom>
                <a:avLst/>
                <a:gdLst>
                  <a:gd name="T0" fmla="*/ 53 w 213"/>
                  <a:gd name="T1" fmla="*/ 136 h 205"/>
                  <a:gd name="T2" fmla="*/ 151 w 213"/>
                  <a:gd name="T3" fmla="*/ 167 h 205"/>
                  <a:gd name="T4" fmla="*/ 164 w 213"/>
                  <a:gd name="T5" fmla="*/ 172 h 205"/>
                  <a:gd name="T6" fmla="*/ 180 w 213"/>
                  <a:gd name="T7" fmla="*/ 191 h 205"/>
                  <a:gd name="T8" fmla="*/ 157 w 213"/>
                  <a:gd name="T9" fmla="*/ 196 h 205"/>
                  <a:gd name="T10" fmla="*/ 43 w 213"/>
                  <a:gd name="T11" fmla="*/ 162 h 205"/>
                  <a:gd name="T12" fmla="*/ 20 w 213"/>
                  <a:gd name="T13" fmla="*/ 154 h 205"/>
                  <a:gd name="T14" fmla="*/ 2 w 213"/>
                  <a:gd name="T15" fmla="*/ 137 h 205"/>
                  <a:gd name="T16" fmla="*/ 24 w 213"/>
                  <a:gd name="T17" fmla="*/ 111 h 205"/>
                  <a:gd name="T18" fmla="*/ 160 w 213"/>
                  <a:gd name="T19" fmla="*/ 75 h 205"/>
                  <a:gd name="T20" fmla="*/ 80 w 213"/>
                  <a:gd name="T21" fmla="*/ 43 h 205"/>
                  <a:gd name="T22" fmla="*/ 42 w 213"/>
                  <a:gd name="T23" fmla="*/ 29 h 205"/>
                  <a:gd name="T24" fmla="*/ 38 w 213"/>
                  <a:gd name="T25" fmla="*/ 10 h 205"/>
                  <a:gd name="T26" fmla="*/ 53 w 213"/>
                  <a:gd name="T27" fmla="*/ 5 h 205"/>
                  <a:gd name="T28" fmla="*/ 189 w 213"/>
                  <a:gd name="T29" fmla="*/ 49 h 205"/>
                  <a:gd name="T30" fmla="*/ 213 w 213"/>
                  <a:gd name="T31" fmla="*/ 68 h 205"/>
                  <a:gd name="T32" fmla="*/ 186 w 213"/>
                  <a:gd name="T33" fmla="*/ 95 h 205"/>
                  <a:gd name="T34" fmla="*/ 74 w 213"/>
                  <a:gd name="T35" fmla="*/ 127 h 205"/>
                  <a:gd name="T36" fmla="*/ 53 w 213"/>
                  <a:gd name="T37" fmla="*/ 136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3" h="205">
                    <a:moveTo>
                      <a:pt x="53" y="136"/>
                    </a:moveTo>
                    <a:cubicBezTo>
                      <a:pt x="86" y="148"/>
                      <a:pt x="117" y="161"/>
                      <a:pt x="151" y="167"/>
                    </a:cubicBezTo>
                    <a:cubicBezTo>
                      <a:pt x="156" y="168"/>
                      <a:pt x="160" y="170"/>
                      <a:pt x="164" y="172"/>
                    </a:cubicBezTo>
                    <a:cubicBezTo>
                      <a:pt x="171" y="177"/>
                      <a:pt x="184" y="177"/>
                      <a:pt x="180" y="191"/>
                    </a:cubicBezTo>
                    <a:cubicBezTo>
                      <a:pt x="176" y="205"/>
                      <a:pt x="164" y="198"/>
                      <a:pt x="157" y="196"/>
                    </a:cubicBezTo>
                    <a:cubicBezTo>
                      <a:pt x="119" y="185"/>
                      <a:pt x="81" y="173"/>
                      <a:pt x="43" y="162"/>
                    </a:cubicBezTo>
                    <a:cubicBezTo>
                      <a:pt x="35" y="159"/>
                      <a:pt x="28" y="155"/>
                      <a:pt x="20" y="154"/>
                    </a:cubicBezTo>
                    <a:cubicBezTo>
                      <a:pt x="9" y="153"/>
                      <a:pt x="0" y="153"/>
                      <a:pt x="2" y="137"/>
                    </a:cubicBezTo>
                    <a:cubicBezTo>
                      <a:pt x="5" y="123"/>
                      <a:pt x="7" y="113"/>
                      <a:pt x="24" y="111"/>
                    </a:cubicBezTo>
                    <a:cubicBezTo>
                      <a:pt x="70" y="105"/>
                      <a:pt x="113" y="85"/>
                      <a:pt x="160" y="75"/>
                    </a:cubicBezTo>
                    <a:cubicBezTo>
                      <a:pt x="142" y="39"/>
                      <a:pt x="104" y="58"/>
                      <a:pt x="80" y="43"/>
                    </a:cubicBezTo>
                    <a:cubicBezTo>
                      <a:pt x="69" y="35"/>
                      <a:pt x="55" y="34"/>
                      <a:pt x="42" y="29"/>
                    </a:cubicBezTo>
                    <a:cubicBezTo>
                      <a:pt x="30" y="25"/>
                      <a:pt x="35" y="17"/>
                      <a:pt x="38" y="10"/>
                    </a:cubicBezTo>
                    <a:cubicBezTo>
                      <a:pt x="41" y="0"/>
                      <a:pt x="44" y="2"/>
                      <a:pt x="53" y="5"/>
                    </a:cubicBezTo>
                    <a:cubicBezTo>
                      <a:pt x="98" y="20"/>
                      <a:pt x="144" y="34"/>
                      <a:pt x="189" y="49"/>
                    </a:cubicBezTo>
                    <a:cubicBezTo>
                      <a:pt x="198" y="52"/>
                      <a:pt x="213" y="50"/>
                      <a:pt x="213" y="68"/>
                    </a:cubicBezTo>
                    <a:cubicBezTo>
                      <a:pt x="212" y="86"/>
                      <a:pt x="197" y="91"/>
                      <a:pt x="186" y="95"/>
                    </a:cubicBezTo>
                    <a:cubicBezTo>
                      <a:pt x="149" y="107"/>
                      <a:pt x="111" y="116"/>
                      <a:pt x="74" y="127"/>
                    </a:cubicBezTo>
                    <a:cubicBezTo>
                      <a:pt x="67" y="129"/>
                      <a:pt x="61" y="132"/>
                      <a:pt x="53"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23" name="公众号：叶宏泽演示研究所-1-9">
                <a:extLst>
                  <a:ext uri="{FF2B5EF4-FFF2-40B4-BE49-F238E27FC236}">
                    <a16:creationId xmlns:a16="http://schemas.microsoft.com/office/drawing/2014/main" id="{E48BBFA4-5744-154E-B7E8-7B2BD5AC6FE3}"/>
                  </a:ext>
                </a:extLst>
              </p:cNvPr>
              <p:cNvSpPr>
                <a:spLocks noEditPoints="1"/>
              </p:cNvSpPr>
              <p:nvPr>
                <p:custDataLst>
                  <p:tags r:id="rId11"/>
                </p:custDataLst>
              </p:nvPr>
            </p:nvSpPr>
            <p:spPr bwMode="auto">
              <a:xfrm>
                <a:off x="357" y="582"/>
                <a:ext cx="284" cy="282"/>
              </a:xfrm>
              <a:custGeom>
                <a:avLst/>
                <a:gdLst>
                  <a:gd name="T0" fmla="*/ 107 w 212"/>
                  <a:gd name="T1" fmla="*/ 0 h 210"/>
                  <a:gd name="T2" fmla="*/ 186 w 212"/>
                  <a:gd name="T3" fmla="*/ 49 h 210"/>
                  <a:gd name="T4" fmla="*/ 187 w 212"/>
                  <a:gd name="T5" fmla="*/ 150 h 210"/>
                  <a:gd name="T6" fmla="*/ 157 w 212"/>
                  <a:gd name="T7" fmla="*/ 195 h 210"/>
                  <a:gd name="T8" fmla="*/ 128 w 212"/>
                  <a:gd name="T9" fmla="*/ 194 h 210"/>
                  <a:gd name="T10" fmla="*/ 17 w 212"/>
                  <a:gd name="T11" fmla="*/ 115 h 210"/>
                  <a:gd name="T12" fmla="*/ 3 w 212"/>
                  <a:gd name="T13" fmla="*/ 97 h 210"/>
                  <a:gd name="T14" fmla="*/ 107 w 212"/>
                  <a:gd name="T15" fmla="*/ 0 h 210"/>
                  <a:gd name="T16" fmla="*/ 179 w 212"/>
                  <a:gd name="T17" fmla="*/ 101 h 210"/>
                  <a:gd name="T18" fmla="*/ 90 w 212"/>
                  <a:gd name="T19" fmla="*/ 29 h 210"/>
                  <a:gd name="T20" fmla="*/ 40 w 212"/>
                  <a:gd name="T21" fmla="*/ 84 h 210"/>
                  <a:gd name="T22" fmla="*/ 68 w 212"/>
                  <a:gd name="T23" fmla="*/ 115 h 210"/>
                  <a:gd name="T24" fmla="*/ 132 w 212"/>
                  <a:gd name="T25" fmla="*/ 158 h 210"/>
                  <a:gd name="T26" fmla="*/ 152 w 212"/>
                  <a:gd name="T27" fmla="*/ 161 h 210"/>
                  <a:gd name="T28" fmla="*/ 179 w 212"/>
                  <a:gd name="T29" fmla="*/ 101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2" h="210">
                    <a:moveTo>
                      <a:pt x="107" y="0"/>
                    </a:moveTo>
                    <a:cubicBezTo>
                      <a:pt x="133" y="7"/>
                      <a:pt x="166" y="18"/>
                      <a:pt x="186" y="49"/>
                    </a:cubicBezTo>
                    <a:cubicBezTo>
                      <a:pt x="208" y="82"/>
                      <a:pt x="212" y="116"/>
                      <a:pt x="187" y="150"/>
                    </a:cubicBezTo>
                    <a:cubicBezTo>
                      <a:pt x="176" y="164"/>
                      <a:pt x="167" y="180"/>
                      <a:pt x="157" y="195"/>
                    </a:cubicBezTo>
                    <a:cubicBezTo>
                      <a:pt x="147" y="210"/>
                      <a:pt x="135" y="198"/>
                      <a:pt x="128" y="194"/>
                    </a:cubicBezTo>
                    <a:cubicBezTo>
                      <a:pt x="91" y="169"/>
                      <a:pt x="54" y="141"/>
                      <a:pt x="17" y="115"/>
                    </a:cubicBezTo>
                    <a:cubicBezTo>
                      <a:pt x="10" y="110"/>
                      <a:pt x="4" y="105"/>
                      <a:pt x="3" y="97"/>
                    </a:cubicBezTo>
                    <a:cubicBezTo>
                      <a:pt x="0" y="68"/>
                      <a:pt x="67" y="1"/>
                      <a:pt x="107" y="0"/>
                    </a:cubicBezTo>
                    <a:close/>
                    <a:moveTo>
                      <a:pt x="179" y="101"/>
                    </a:moveTo>
                    <a:cubicBezTo>
                      <a:pt x="179" y="72"/>
                      <a:pt x="122" y="23"/>
                      <a:pt x="90" y="29"/>
                    </a:cubicBezTo>
                    <a:cubicBezTo>
                      <a:pt x="60" y="34"/>
                      <a:pt x="49" y="62"/>
                      <a:pt x="40" y="84"/>
                    </a:cubicBezTo>
                    <a:cubicBezTo>
                      <a:pt x="34" y="98"/>
                      <a:pt x="54" y="107"/>
                      <a:pt x="68" y="115"/>
                    </a:cubicBezTo>
                    <a:cubicBezTo>
                      <a:pt x="91" y="127"/>
                      <a:pt x="111" y="143"/>
                      <a:pt x="132" y="158"/>
                    </a:cubicBezTo>
                    <a:cubicBezTo>
                      <a:pt x="138" y="163"/>
                      <a:pt x="143" y="171"/>
                      <a:pt x="152" y="161"/>
                    </a:cubicBezTo>
                    <a:cubicBezTo>
                      <a:pt x="166" y="145"/>
                      <a:pt x="175" y="126"/>
                      <a:pt x="179"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24" name="公众号：叶宏泽演示研究所-1-10">
                <a:extLst>
                  <a:ext uri="{FF2B5EF4-FFF2-40B4-BE49-F238E27FC236}">
                    <a16:creationId xmlns:a16="http://schemas.microsoft.com/office/drawing/2014/main" id="{4B09D179-5B3F-AD43-8D72-5FEB82D3AAEC}"/>
                  </a:ext>
                </a:extLst>
              </p:cNvPr>
              <p:cNvSpPr>
                <a:spLocks/>
              </p:cNvSpPr>
              <p:nvPr>
                <p:custDataLst>
                  <p:tags r:id="rId12"/>
                </p:custDataLst>
              </p:nvPr>
            </p:nvSpPr>
            <p:spPr bwMode="auto">
              <a:xfrm>
                <a:off x="918" y="2896"/>
                <a:ext cx="223" cy="244"/>
              </a:xfrm>
              <a:custGeom>
                <a:avLst/>
                <a:gdLst>
                  <a:gd name="T0" fmla="*/ 95 w 166"/>
                  <a:gd name="T1" fmla="*/ 27 h 182"/>
                  <a:gd name="T2" fmla="*/ 122 w 166"/>
                  <a:gd name="T3" fmla="*/ 0 h 182"/>
                  <a:gd name="T4" fmla="*/ 143 w 166"/>
                  <a:gd name="T5" fmla="*/ 7 h 182"/>
                  <a:gd name="T6" fmla="*/ 166 w 166"/>
                  <a:gd name="T7" fmla="*/ 25 h 182"/>
                  <a:gd name="T8" fmla="*/ 124 w 166"/>
                  <a:gd name="T9" fmla="*/ 34 h 182"/>
                  <a:gd name="T10" fmla="*/ 127 w 166"/>
                  <a:gd name="T11" fmla="*/ 40 h 182"/>
                  <a:gd name="T12" fmla="*/ 161 w 166"/>
                  <a:gd name="T13" fmla="*/ 58 h 182"/>
                  <a:gd name="T14" fmla="*/ 128 w 166"/>
                  <a:gd name="T15" fmla="*/ 72 h 182"/>
                  <a:gd name="T16" fmla="*/ 121 w 166"/>
                  <a:gd name="T17" fmla="*/ 96 h 182"/>
                  <a:gd name="T18" fmla="*/ 130 w 166"/>
                  <a:gd name="T19" fmla="*/ 124 h 182"/>
                  <a:gd name="T20" fmla="*/ 81 w 166"/>
                  <a:gd name="T21" fmla="*/ 182 h 182"/>
                  <a:gd name="T22" fmla="*/ 72 w 166"/>
                  <a:gd name="T23" fmla="*/ 180 h 182"/>
                  <a:gd name="T24" fmla="*/ 38 w 166"/>
                  <a:gd name="T25" fmla="*/ 124 h 182"/>
                  <a:gd name="T26" fmla="*/ 18 w 166"/>
                  <a:gd name="T27" fmla="*/ 111 h 182"/>
                  <a:gd name="T28" fmla="*/ 0 w 166"/>
                  <a:gd name="T29" fmla="*/ 111 h 182"/>
                  <a:gd name="T30" fmla="*/ 28 w 166"/>
                  <a:gd name="T31" fmla="*/ 83 h 182"/>
                  <a:gd name="T32" fmla="*/ 46 w 166"/>
                  <a:gd name="T33" fmla="*/ 70 h 182"/>
                  <a:gd name="T34" fmla="*/ 26 w 166"/>
                  <a:gd name="T35" fmla="*/ 54 h 182"/>
                  <a:gd name="T36" fmla="*/ 60 w 166"/>
                  <a:gd name="T37" fmla="*/ 43 h 182"/>
                  <a:gd name="T38" fmla="*/ 95 w 166"/>
                  <a:gd name="T39" fmla="*/ 27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6" h="182">
                    <a:moveTo>
                      <a:pt x="95" y="27"/>
                    </a:moveTo>
                    <a:cubicBezTo>
                      <a:pt x="90" y="5"/>
                      <a:pt x="112" y="8"/>
                      <a:pt x="122" y="0"/>
                    </a:cubicBezTo>
                    <a:cubicBezTo>
                      <a:pt x="129" y="2"/>
                      <a:pt x="136" y="5"/>
                      <a:pt x="143" y="7"/>
                    </a:cubicBezTo>
                    <a:cubicBezTo>
                      <a:pt x="146" y="19"/>
                      <a:pt x="158" y="19"/>
                      <a:pt x="166" y="25"/>
                    </a:cubicBezTo>
                    <a:cubicBezTo>
                      <a:pt x="155" y="45"/>
                      <a:pt x="135" y="15"/>
                      <a:pt x="124" y="34"/>
                    </a:cubicBezTo>
                    <a:cubicBezTo>
                      <a:pt x="125" y="36"/>
                      <a:pt x="125" y="39"/>
                      <a:pt x="127" y="40"/>
                    </a:cubicBezTo>
                    <a:cubicBezTo>
                      <a:pt x="139" y="46"/>
                      <a:pt x="162" y="35"/>
                      <a:pt x="161" y="58"/>
                    </a:cubicBezTo>
                    <a:cubicBezTo>
                      <a:pt x="161" y="79"/>
                      <a:pt x="140" y="69"/>
                      <a:pt x="128" y="72"/>
                    </a:cubicBezTo>
                    <a:cubicBezTo>
                      <a:pt x="111" y="77"/>
                      <a:pt x="99" y="80"/>
                      <a:pt x="121" y="96"/>
                    </a:cubicBezTo>
                    <a:cubicBezTo>
                      <a:pt x="128" y="102"/>
                      <a:pt x="139" y="112"/>
                      <a:pt x="130" y="124"/>
                    </a:cubicBezTo>
                    <a:cubicBezTo>
                      <a:pt x="115" y="144"/>
                      <a:pt x="111" y="174"/>
                      <a:pt x="81" y="182"/>
                    </a:cubicBezTo>
                    <a:cubicBezTo>
                      <a:pt x="78" y="182"/>
                      <a:pt x="72" y="181"/>
                      <a:pt x="72" y="180"/>
                    </a:cubicBezTo>
                    <a:cubicBezTo>
                      <a:pt x="71" y="154"/>
                      <a:pt x="36" y="142"/>
                      <a:pt x="38" y="124"/>
                    </a:cubicBezTo>
                    <a:cubicBezTo>
                      <a:pt x="42" y="93"/>
                      <a:pt x="30" y="107"/>
                      <a:pt x="18" y="111"/>
                    </a:cubicBezTo>
                    <a:cubicBezTo>
                      <a:pt x="13" y="113"/>
                      <a:pt x="7" y="111"/>
                      <a:pt x="0" y="111"/>
                    </a:cubicBezTo>
                    <a:cubicBezTo>
                      <a:pt x="4" y="95"/>
                      <a:pt x="15" y="88"/>
                      <a:pt x="28" y="83"/>
                    </a:cubicBezTo>
                    <a:cubicBezTo>
                      <a:pt x="35" y="80"/>
                      <a:pt x="46" y="81"/>
                      <a:pt x="46" y="70"/>
                    </a:cubicBezTo>
                    <a:cubicBezTo>
                      <a:pt x="46" y="58"/>
                      <a:pt x="35" y="57"/>
                      <a:pt x="26" y="54"/>
                    </a:cubicBezTo>
                    <a:cubicBezTo>
                      <a:pt x="32" y="34"/>
                      <a:pt x="48" y="45"/>
                      <a:pt x="60" y="43"/>
                    </a:cubicBezTo>
                    <a:cubicBezTo>
                      <a:pt x="73" y="40"/>
                      <a:pt x="91" y="51"/>
                      <a:pt x="95"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25" name="公众号：叶宏泽演示研究所-1-11">
                <a:extLst>
                  <a:ext uri="{FF2B5EF4-FFF2-40B4-BE49-F238E27FC236}">
                    <a16:creationId xmlns:a16="http://schemas.microsoft.com/office/drawing/2014/main" id="{6B17564E-E612-1840-BEA1-98B4AECBAA1B}"/>
                  </a:ext>
                </a:extLst>
              </p:cNvPr>
              <p:cNvSpPr>
                <a:spLocks/>
              </p:cNvSpPr>
              <p:nvPr>
                <p:custDataLst>
                  <p:tags r:id="rId13"/>
                </p:custDataLst>
              </p:nvPr>
            </p:nvSpPr>
            <p:spPr bwMode="auto">
              <a:xfrm>
                <a:off x="492" y="346"/>
                <a:ext cx="298" cy="302"/>
              </a:xfrm>
              <a:custGeom>
                <a:avLst/>
                <a:gdLst>
                  <a:gd name="T0" fmla="*/ 184 w 222"/>
                  <a:gd name="T1" fmla="*/ 144 h 225"/>
                  <a:gd name="T2" fmla="*/ 171 w 222"/>
                  <a:gd name="T3" fmla="*/ 117 h 225"/>
                  <a:gd name="T4" fmla="*/ 101 w 222"/>
                  <a:gd name="T5" fmla="*/ 47 h 225"/>
                  <a:gd name="T6" fmla="*/ 93 w 222"/>
                  <a:gd name="T7" fmla="*/ 15 h 225"/>
                  <a:gd name="T8" fmla="*/ 124 w 222"/>
                  <a:gd name="T9" fmla="*/ 24 h 225"/>
                  <a:gd name="T10" fmla="*/ 209 w 222"/>
                  <a:gd name="T11" fmla="*/ 119 h 225"/>
                  <a:gd name="T12" fmla="*/ 175 w 222"/>
                  <a:gd name="T13" fmla="*/ 207 h 225"/>
                  <a:gd name="T14" fmla="*/ 104 w 222"/>
                  <a:gd name="T15" fmla="*/ 209 h 225"/>
                  <a:gd name="T16" fmla="*/ 18 w 222"/>
                  <a:gd name="T17" fmla="*/ 131 h 225"/>
                  <a:gd name="T18" fmla="*/ 12 w 222"/>
                  <a:gd name="T19" fmla="*/ 109 h 225"/>
                  <a:gd name="T20" fmla="*/ 37 w 222"/>
                  <a:gd name="T21" fmla="*/ 111 h 225"/>
                  <a:gd name="T22" fmla="*/ 107 w 222"/>
                  <a:gd name="T23" fmla="*/ 176 h 225"/>
                  <a:gd name="T24" fmla="*/ 157 w 222"/>
                  <a:gd name="T25" fmla="*/ 188 h 225"/>
                  <a:gd name="T26" fmla="*/ 184 w 222"/>
                  <a:gd name="T27" fmla="*/ 1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2" h="225">
                    <a:moveTo>
                      <a:pt x="184" y="144"/>
                    </a:moveTo>
                    <a:cubicBezTo>
                      <a:pt x="186" y="132"/>
                      <a:pt x="179" y="125"/>
                      <a:pt x="171" y="117"/>
                    </a:cubicBezTo>
                    <a:cubicBezTo>
                      <a:pt x="147" y="95"/>
                      <a:pt x="124" y="71"/>
                      <a:pt x="101" y="47"/>
                    </a:cubicBezTo>
                    <a:cubicBezTo>
                      <a:pt x="92" y="38"/>
                      <a:pt x="80" y="28"/>
                      <a:pt x="93" y="15"/>
                    </a:cubicBezTo>
                    <a:cubicBezTo>
                      <a:pt x="108" y="0"/>
                      <a:pt x="117" y="17"/>
                      <a:pt x="124" y="24"/>
                    </a:cubicBezTo>
                    <a:cubicBezTo>
                      <a:pt x="153" y="55"/>
                      <a:pt x="190" y="79"/>
                      <a:pt x="209" y="119"/>
                    </a:cubicBezTo>
                    <a:cubicBezTo>
                      <a:pt x="222" y="146"/>
                      <a:pt x="210" y="177"/>
                      <a:pt x="175" y="207"/>
                    </a:cubicBezTo>
                    <a:cubicBezTo>
                      <a:pt x="152" y="225"/>
                      <a:pt x="130" y="224"/>
                      <a:pt x="104" y="209"/>
                    </a:cubicBezTo>
                    <a:cubicBezTo>
                      <a:pt x="69" y="189"/>
                      <a:pt x="47" y="157"/>
                      <a:pt x="18" y="131"/>
                    </a:cubicBezTo>
                    <a:cubicBezTo>
                      <a:pt x="13" y="126"/>
                      <a:pt x="0" y="119"/>
                      <a:pt x="12" y="109"/>
                    </a:cubicBezTo>
                    <a:cubicBezTo>
                      <a:pt x="21" y="102"/>
                      <a:pt x="29" y="104"/>
                      <a:pt x="37" y="111"/>
                    </a:cubicBezTo>
                    <a:cubicBezTo>
                      <a:pt x="61" y="133"/>
                      <a:pt x="86" y="152"/>
                      <a:pt x="107" y="176"/>
                    </a:cubicBezTo>
                    <a:cubicBezTo>
                      <a:pt x="123" y="193"/>
                      <a:pt x="141" y="193"/>
                      <a:pt x="157" y="188"/>
                    </a:cubicBezTo>
                    <a:cubicBezTo>
                      <a:pt x="176" y="182"/>
                      <a:pt x="182" y="163"/>
                      <a:pt x="184"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26" name="公众号：叶宏泽演示研究所-1-12">
                <a:extLst>
                  <a:ext uri="{FF2B5EF4-FFF2-40B4-BE49-F238E27FC236}">
                    <a16:creationId xmlns:a16="http://schemas.microsoft.com/office/drawing/2014/main" id="{EB92ADBA-BDBF-D14F-9772-BEF840BBD2E0}"/>
                  </a:ext>
                </a:extLst>
              </p:cNvPr>
              <p:cNvSpPr>
                <a:spLocks/>
              </p:cNvSpPr>
              <p:nvPr>
                <p:custDataLst>
                  <p:tags r:id="rId14"/>
                </p:custDataLst>
              </p:nvPr>
            </p:nvSpPr>
            <p:spPr bwMode="auto">
              <a:xfrm>
                <a:off x="1030" y="-15"/>
                <a:ext cx="272" cy="276"/>
              </a:xfrm>
              <a:custGeom>
                <a:avLst/>
                <a:gdLst>
                  <a:gd name="T0" fmla="*/ 19 w 203"/>
                  <a:gd name="T1" fmla="*/ 125 h 206"/>
                  <a:gd name="T2" fmla="*/ 78 w 203"/>
                  <a:gd name="T3" fmla="*/ 11 h 206"/>
                  <a:gd name="T4" fmla="*/ 176 w 203"/>
                  <a:gd name="T5" fmla="*/ 44 h 206"/>
                  <a:gd name="T6" fmla="*/ 179 w 203"/>
                  <a:gd name="T7" fmla="*/ 162 h 206"/>
                  <a:gd name="T8" fmla="*/ 70 w 203"/>
                  <a:gd name="T9" fmla="*/ 194 h 206"/>
                  <a:gd name="T10" fmla="*/ 40 w 203"/>
                  <a:gd name="T11" fmla="*/ 159 h 206"/>
                  <a:gd name="T12" fmla="*/ 40 w 203"/>
                  <a:gd name="T13" fmla="*/ 118 h 206"/>
                  <a:gd name="T14" fmla="*/ 103 w 203"/>
                  <a:gd name="T15" fmla="*/ 175 h 206"/>
                  <a:gd name="T16" fmla="*/ 164 w 203"/>
                  <a:gd name="T17" fmla="*/ 135 h 206"/>
                  <a:gd name="T18" fmla="*/ 134 w 203"/>
                  <a:gd name="T19" fmla="*/ 41 h 206"/>
                  <a:gd name="T20" fmla="*/ 71 w 203"/>
                  <a:gd name="T21" fmla="*/ 39 h 206"/>
                  <a:gd name="T22" fmla="*/ 39 w 203"/>
                  <a:gd name="T23" fmla="*/ 112 h 206"/>
                  <a:gd name="T24" fmla="*/ 19 w 203"/>
                  <a:gd name="T25" fmla="*/ 1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 h="206">
                    <a:moveTo>
                      <a:pt x="19" y="125"/>
                    </a:moveTo>
                    <a:cubicBezTo>
                      <a:pt x="0" y="69"/>
                      <a:pt x="21" y="27"/>
                      <a:pt x="78" y="11"/>
                    </a:cubicBezTo>
                    <a:cubicBezTo>
                      <a:pt x="117" y="0"/>
                      <a:pt x="153" y="12"/>
                      <a:pt x="176" y="44"/>
                    </a:cubicBezTo>
                    <a:cubicBezTo>
                      <a:pt x="202" y="80"/>
                      <a:pt x="203" y="130"/>
                      <a:pt x="179" y="162"/>
                    </a:cubicBezTo>
                    <a:cubicBezTo>
                      <a:pt x="159" y="189"/>
                      <a:pt x="103" y="206"/>
                      <a:pt x="70" y="194"/>
                    </a:cubicBezTo>
                    <a:cubicBezTo>
                      <a:pt x="55" y="188"/>
                      <a:pt x="43" y="177"/>
                      <a:pt x="40" y="159"/>
                    </a:cubicBezTo>
                    <a:cubicBezTo>
                      <a:pt x="40" y="146"/>
                      <a:pt x="40" y="132"/>
                      <a:pt x="40" y="118"/>
                    </a:cubicBezTo>
                    <a:cubicBezTo>
                      <a:pt x="54" y="144"/>
                      <a:pt x="71" y="174"/>
                      <a:pt x="103" y="175"/>
                    </a:cubicBezTo>
                    <a:cubicBezTo>
                      <a:pt x="127" y="177"/>
                      <a:pt x="153" y="164"/>
                      <a:pt x="164" y="135"/>
                    </a:cubicBezTo>
                    <a:cubicBezTo>
                      <a:pt x="175" y="108"/>
                      <a:pt x="161" y="66"/>
                      <a:pt x="134" y="41"/>
                    </a:cubicBezTo>
                    <a:cubicBezTo>
                      <a:pt x="113" y="22"/>
                      <a:pt x="95" y="27"/>
                      <a:pt x="71" y="39"/>
                    </a:cubicBezTo>
                    <a:cubicBezTo>
                      <a:pt x="38" y="55"/>
                      <a:pt x="40" y="83"/>
                      <a:pt x="39" y="112"/>
                    </a:cubicBezTo>
                    <a:cubicBezTo>
                      <a:pt x="29" y="111"/>
                      <a:pt x="20" y="112"/>
                      <a:pt x="19"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27" name="公众号：叶宏泽演示研究所-1-13">
                <a:extLst>
                  <a:ext uri="{FF2B5EF4-FFF2-40B4-BE49-F238E27FC236}">
                    <a16:creationId xmlns:a16="http://schemas.microsoft.com/office/drawing/2014/main" id="{F73E3BB3-C584-D945-968F-ACFAC8DC9EE0}"/>
                  </a:ext>
                </a:extLst>
              </p:cNvPr>
              <p:cNvSpPr>
                <a:spLocks/>
              </p:cNvSpPr>
              <p:nvPr>
                <p:custDataLst>
                  <p:tags r:id="rId15"/>
                </p:custDataLst>
              </p:nvPr>
            </p:nvSpPr>
            <p:spPr bwMode="auto">
              <a:xfrm>
                <a:off x="1640" y="3087"/>
                <a:ext cx="175" cy="301"/>
              </a:xfrm>
              <a:custGeom>
                <a:avLst/>
                <a:gdLst>
                  <a:gd name="T0" fmla="*/ 58 w 131"/>
                  <a:gd name="T1" fmla="*/ 11 h 224"/>
                  <a:gd name="T2" fmla="*/ 129 w 131"/>
                  <a:gd name="T3" fmla="*/ 13 h 224"/>
                  <a:gd name="T4" fmla="*/ 109 w 131"/>
                  <a:gd name="T5" fmla="*/ 37 h 224"/>
                  <a:gd name="T6" fmla="*/ 112 w 131"/>
                  <a:gd name="T7" fmla="*/ 79 h 224"/>
                  <a:gd name="T8" fmla="*/ 126 w 131"/>
                  <a:gd name="T9" fmla="*/ 117 h 224"/>
                  <a:gd name="T10" fmla="*/ 100 w 131"/>
                  <a:gd name="T11" fmla="*/ 139 h 224"/>
                  <a:gd name="T12" fmla="*/ 63 w 131"/>
                  <a:gd name="T13" fmla="*/ 175 h 224"/>
                  <a:gd name="T14" fmla="*/ 57 w 131"/>
                  <a:gd name="T15" fmla="*/ 198 h 224"/>
                  <a:gd name="T16" fmla="*/ 41 w 131"/>
                  <a:gd name="T17" fmla="*/ 220 h 224"/>
                  <a:gd name="T18" fmla="*/ 32 w 131"/>
                  <a:gd name="T19" fmla="*/ 191 h 224"/>
                  <a:gd name="T20" fmla="*/ 45 w 131"/>
                  <a:gd name="T21" fmla="*/ 119 h 224"/>
                  <a:gd name="T22" fmla="*/ 23 w 131"/>
                  <a:gd name="T23" fmla="*/ 122 h 224"/>
                  <a:gd name="T24" fmla="*/ 2 w 131"/>
                  <a:gd name="T25" fmla="*/ 115 h 224"/>
                  <a:gd name="T26" fmla="*/ 8 w 131"/>
                  <a:gd name="T27" fmla="*/ 93 h 224"/>
                  <a:gd name="T28" fmla="*/ 46 w 131"/>
                  <a:gd name="T29" fmla="*/ 60 h 224"/>
                  <a:gd name="T30" fmla="*/ 60 w 131"/>
                  <a:gd name="T31" fmla="*/ 37 h 224"/>
                  <a:gd name="T32" fmla="*/ 30 w 131"/>
                  <a:gd name="T33" fmla="*/ 38 h 224"/>
                  <a:gd name="T34" fmla="*/ 58 w 131"/>
                  <a:gd name="T35" fmla="*/ 1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1" h="224">
                    <a:moveTo>
                      <a:pt x="58" y="11"/>
                    </a:moveTo>
                    <a:cubicBezTo>
                      <a:pt x="81" y="10"/>
                      <a:pt x="105" y="0"/>
                      <a:pt x="129" y="13"/>
                    </a:cubicBezTo>
                    <a:cubicBezTo>
                      <a:pt x="126" y="25"/>
                      <a:pt x="117" y="31"/>
                      <a:pt x="109" y="37"/>
                    </a:cubicBezTo>
                    <a:cubicBezTo>
                      <a:pt x="81" y="58"/>
                      <a:pt x="81" y="65"/>
                      <a:pt x="112" y="79"/>
                    </a:cubicBezTo>
                    <a:cubicBezTo>
                      <a:pt x="131" y="88"/>
                      <a:pt x="128" y="103"/>
                      <a:pt x="126" y="117"/>
                    </a:cubicBezTo>
                    <a:cubicBezTo>
                      <a:pt x="125" y="132"/>
                      <a:pt x="115" y="142"/>
                      <a:pt x="100" y="139"/>
                    </a:cubicBezTo>
                    <a:cubicBezTo>
                      <a:pt x="68" y="131"/>
                      <a:pt x="64" y="150"/>
                      <a:pt x="63" y="175"/>
                    </a:cubicBezTo>
                    <a:cubicBezTo>
                      <a:pt x="63" y="182"/>
                      <a:pt x="59" y="190"/>
                      <a:pt x="57" y="198"/>
                    </a:cubicBezTo>
                    <a:cubicBezTo>
                      <a:pt x="55" y="208"/>
                      <a:pt x="61" y="224"/>
                      <a:pt x="41" y="220"/>
                    </a:cubicBezTo>
                    <a:cubicBezTo>
                      <a:pt x="24" y="215"/>
                      <a:pt x="28" y="200"/>
                      <a:pt x="32" y="191"/>
                    </a:cubicBezTo>
                    <a:cubicBezTo>
                      <a:pt x="42" y="167"/>
                      <a:pt x="33" y="141"/>
                      <a:pt x="45" y="119"/>
                    </a:cubicBezTo>
                    <a:cubicBezTo>
                      <a:pt x="34" y="112"/>
                      <a:pt x="30" y="122"/>
                      <a:pt x="23" y="122"/>
                    </a:cubicBezTo>
                    <a:cubicBezTo>
                      <a:pt x="15" y="121"/>
                      <a:pt x="6" y="127"/>
                      <a:pt x="2" y="115"/>
                    </a:cubicBezTo>
                    <a:cubicBezTo>
                      <a:pt x="0" y="107"/>
                      <a:pt x="0" y="100"/>
                      <a:pt x="8" y="93"/>
                    </a:cubicBezTo>
                    <a:cubicBezTo>
                      <a:pt x="21" y="83"/>
                      <a:pt x="35" y="73"/>
                      <a:pt x="46" y="60"/>
                    </a:cubicBezTo>
                    <a:cubicBezTo>
                      <a:pt x="52" y="54"/>
                      <a:pt x="69" y="49"/>
                      <a:pt x="60" y="37"/>
                    </a:cubicBezTo>
                    <a:cubicBezTo>
                      <a:pt x="51" y="23"/>
                      <a:pt x="40" y="33"/>
                      <a:pt x="30" y="38"/>
                    </a:cubicBezTo>
                    <a:cubicBezTo>
                      <a:pt x="28" y="17"/>
                      <a:pt x="58" y="30"/>
                      <a:pt x="5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28" name="公众号：叶宏泽演示研究所-1-14">
                <a:extLst>
                  <a:ext uri="{FF2B5EF4-FFF2-40B4-BE49-F238E27FC236}">
                    <a16:creationId xmlns:a16="http://schemas.microsoft.com/office/drawing/2014/main" id="{3F21E6D5-7C27-8642-A31E-C98B57448E32}"/>
                  </a:ext>
                </a:extLst>
              </p:cNvPr>
              <p:cNvSpPr>
                <a:spLocks/>
              </p:cNvSpPr>
              <p:nvPr>
                <p:custDataLst>
                  <p:tags r:id="rId16"/>
                </p:custDataLst>
              </p:nvPr>
            </p:nvSpPr>
            <p:spPr bwMode="auto">
              <a:xfrm>
                <a:off x="271" y="784"/>
                <a:ext cx="273" cy="267"/>
              </a:xfrm>
              <a:custGeom>
                <a:avLst/>
                <a:gdLst>
                  <a:gd name="T0" fmla="*/ 1 w 204"/>
                  <a:gd name="T1" fmla="*/ 93 h 199"/>
                  <a:gd name="T2" fmla="*/ 33 w 204"/>
                  <a:gd name="T3" fmla="*/ 9 h 199"/>
                  <a:gd name="T4" fmla="*/ 53 w 204"/>
                  <a:gd name="T5" fmla="*/ 4 h 199"/>
                  <a:gd name="T6" fmla="*/ 51 w 204"/>
                  <a:gd name="T7" fmla="*/ 22 h 199"/>
                  <a:gd name="T8" fmla="*/ 28 w 204"/>
                  <a:gd name="T9" fmla="*/ 85 h 199"/>
                  <a:gd name="T10" fmla="*/ 134 w 204"/>
                  <a:gd name="T11" fmla="*/ 154 h 199"/>
                  <a:gd name="T12" fmla="*/ 171 w 204"/>
                  <a:gd name="T13" fmla="*/ 95 h 199"/>
                  <a:gd name="T14" fmla="*/ 139 w 204"/>
                  <a:gd name="T15" fmla="*/ 66 h 199"/>
                  <a:gd name="T16" fmla="*/ 108 w 204"/>
                  <a:gd name="T17" fmla="*/ 76 h 199"/>
                  <a:gd name="T18" fmla="*/ 89 w 204"/>
                  <a:gd name="T19" fmla="*/ 84 h 199"/>
                  <a:gd name="T20" fmla="*/ 91 w 204"/>
                  <a:gd name="T21" fmla="*/ 67 h 199"/>
                  <a:gd name="T22" fmla="*/ 157 w 204"/>
                  <a:gd name="T23" fmla="*/ 46 h 199"/>
                  <a:gd name="T24" fmla="*/ 184 w 204"/>
                  <a:gd name="T25" fmla="*/ 59 h 199"/>
                  <a:gd name="T26" fmla="*/ 201 w 204"/>
                  <a:gd name="T27" fmla="*/ 82 h 199"/>
                  <a:gd name="T28" fmla="*/ 140 w 204"/>
                  <a:gd name="T29" fmla="*/ 181 h 199"/>
                  <a:gd name="T30" fmla="*/ 30 w 204"/>
                  <a:gd name="T31" fmla="*/ 156 h 199"/>
                  <a:gd name="T32" fmla="*/ 1 w 204"/>
                  <a:gd name="T33" fmla="*/ 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4" h="199">
                    <a:moveTo>
                      <a:pt x="1" y="93"/>
                    </a:moveTo>
                    <a:cubicBezTo>
                      <a:pt x="0" y="55"/>
                      <a:pt x="17" y="32"/>
                      <a:pt x="33" y="9"/>
                    </a:cubicBezTo>
                    <a:cubicBezTo>
                      <a:pt x="39" y="0"/>
                      <a:pt x="45" y="0"/>
                      <a:pt x="53" y="4"/>
                    </a:cubicBezTo>
                    <a:cubicBezTo>
                      <a:pt x="69" y="12"/>
                      <a:pt x="53" y="17"/>
                      <a:pt x="51" y="22"/>
                    </a:cubicBezTo>
                    <a:cubicBezTo>
                      <a:pt x="44" y="43"/>
                      <a:pt x="27" y="59"/>
                      <a:pt x="28" y="85"/>
                    </a:cubicBezTo>
                    <a:cubicBezTo>
                      <a:pt x="30" y="136"/>
                      <a:pt x="87" y="174"/>
                      <a:pt x="134" y="154"/>
                    </a:cubicBezTo>
                    <a:cubicBezTo>
                      <a:pt x="159" y="143"/>
                      <a:pt x="164" y="116"/>
                      <a:pt x="171" y="95"/>
                    </a:cubicBezTo>
                    <a:cubicBezTo>
                      <a:pt x="177" y="74"/>
                      <a:pt x="150" y="76"/>
                      <a:pt x="139" y="66"/>
                    </a:cubicBezTo>
                    <a:cubicBezTo>
                      <a:pt x="123" y="52"/>
                      <a:pt x="114" y="69"/>
                      <a:pt x="108" y="76"/>
                    </a:cubicBezTo>
                    <a:cubicBezTo>
                      <a:pt x="102" y="85"/>
                      <a:pt x="96" y="88"/>
                      <a:pt x="89" y="84"/>
                    </a:cubicBezTo>
                    <a:cubicBezTo>
                      <a:pt x="79" y="78"/>
                      <a:pt x="89" y="73"/>
                      <a:pt x="91" y="67"/>
                    </a:cubicBezTo>
                    <a:cubicBezTo>
                      <a:pt x="115" y="23"/>
                      <a:pt x="117" y="22"/>
                      <a:pt x="157" y="46"/>
                    </a:cubicBezTo>
                    <a:cubicBezTo>
                      <a:pt x="166" y="51"/>
                      <a:pt x="174" y="55"/>
                      <a:pt x="184" y="59"/>
                    </a:cubicBezTo>
                    <a:cubicBezTo>
                      <a:pt x="193" y="63"/>
                      <a:pt x="204" y="72"/>
                      <a:pt x="201" y="82"/>
                    </a:cubicBezTo>
                    <a:cubicBezTo>
                      <a:pt x="186" y="119"/>
                      <a:pt x="181" y="163"/>
                      <a:pt x="140" y="181"/>
                    </a:cubicBezTo>
                    <a:cubicBezTo>
                      <a:pt x="99" y="199"/>
                      <a:pt x="61" y="183"/>
                      <a:pt x="30" y="156"/>
                    </a:cubicBezTo>
                    <a:cubicBezTo>
                      <a:pt x="10" y="139"/>
                      <a:pt x="2" y="113"/>
                      <a:pt x="1"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29" name="公众号：叶宏泽演示研究所-1-15">
                <a:extLst>
                  <a:ext uri="{FF2B5EF4-FFF2-40B4-BE49-F238E27FC236}">
                    <a16:creationId xmlns:a16="http://schemas.microsoft.com/office/drawing/2014/main" id="{976D8B0F-AE7C-6749-9F39-542D132D222F}"/>
                  </a:ext>
                </a:extLst>
              </p:cNvPr>
              <p:cNvSpPr>
                <a:spLocks/>
              </p:cNvSpPr>
              <p:nvPr>
                <p:custDataLst>
                  <p:tags r:id="rId17"/>
                </p:custDataLst>
              </p:nvPr>
            </p:nvSpPr>
            <p:spPr bwMode="auto">
              <a:xfrm>
                <a:off x="2267" y="-109"/>
                <a:ext cx="269" cy="278"/>
              </a:xfrm>
              <a:custGeom>
                <a:avLst/>
                <a:gdLst>
                  <a:gd name="T0" fmla="*/ 95 w 200"/>
                  <a:gd name="T1" fmla="*/ 201 h 207"/>
                  <a:gd name="T2" fmla="*/ 15 w 200"/>
                  <a:gd name="T3" fmla="*/ 110 h 207"/>
                  <a:gd name="T4" fmla="*/ 49 w 200"/>
                  <a:gd name="T5" fmla="*/ 13 h 207"/>
                  <a:gd name="T6" fmla="*/ 70 w 200"/>
                  <a:gd name="T7" fmla="*/ 2 h 207"/>
                  <a:gd name="T8" fmla="*/ 77 w 200"/>
                  <a:gd name="T9" fmla="*/ 25 h 207"/>
                  <a:gd name="T10" fmla="*/ 41 w 200"/>
                  <a:gd name="T11" fmla="*/ 125 h 207"/>
                  <a:gd name="T12" fmla="*/ 65 w 200"/>
                  <a:gd name="T13" fmla="*/ 177 h 207"/>
                  <a:gd name="T14" fmla="*/ 120 w 200"/>
                  <a:gd name="T15" fmla="*/ 158 h 207"/>
                  <a:gd name="T16" fmla="*/ 159 w 200"/>
                  <a:gd name="T17" fmla="*/ 59 h 207"/>
                  <a:gd name="T18" fmla="*/ 182 w 200"/>
                  <a:gd name="T19" fmla="*/ 40 h 207"/>
                  <a:gd name="T20" fmla="*/ 189 w 200"/>
                  <a:gd name="T21" fmla="*/ 68 h 207"/>
                  <a:gd name="T22" fmla="*/ 153 w 200"/>
                  <a:gd name="T23" fmla="*/ 160 h 207"/>
                  <a:gd name="T24" fmla="*/ 95 w 200"/>
                  <a:gd name="T25" fmla="*/ 201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0" h="207">
                    <a:moveTo>
                      <a:pt x="95" y="201"/>
                    </a:moveTo>
                    <a:cubicBezTo>
                      <a:pt x="28" y="201"/>
                      <a:pt x="0" y="166"/>
                      <a:pt x="15" y="110"/>
                    </a:cubicBezTo>
                    <a:cubicBezTo>
                      <a:pt x="24" y="77"/>
                      <a:pt x="39" y="46"/>
                      <a:pt x="49" y="13"/>
                    </a:cubicBezTo>
                    <a:cubicBezTo>
                      <a:pt x="53" y="0"/>
                      <a:pt x="61" y="0"/>
                      <a:pt x="70" y="2"/>
                    </a:cubicBezTo>
                    <a:cubicBezTo>
                      <a:pt x="83" y="6"/>
                      <a:pt x="80" y="16"/>
                      <a:pt x="77" y="25"/>
                    </a:cubicBezTo>
                    <a:cubicBezTo>
                      <a:pt x="65" y="58"/>
                      <a:pt x="55" y="92"/>
                      <a:pt x="41" y="125"/>
                    </a:cubicBezTo>
                    <a:cubicBezTo>
                      <a:pt x="30" y="153"/>
                      <a:pt x="46" y="168"/>
                      <a:pt x="65" y="177"/>
                    </a:cubicBezTo>
                    <a:cubicBezTo>
                      <a:pt x="87" y="187"/>
                      <a:pt x="107" y="184"/>
                      <a:pt x="120" y="158"/>
                    </a:cubicBezTo>
                    <a:cubicBezTo>
                      <a:pt x="136" y="126"/>
                      <a:pt x="147" y="93"/>
                      <a:pt x="159" y="59"/>
                    </a:cubicBezTo>
                    <a:cubicBezTo>
                      <a:pt x="163" y="47"/>
                      <a:pt x="167" y="37"/>
                      <a:pt x="182" y="40"/>
                    </a:cubicBezTo>
                    <a:cubicBezTo>
                      <a:pt x="200" y="44"/>
                      <a:pt x="193" y="57"/>
                      <a:pt x="189" y="68"/>
                    </a:cubicBezTo>
                    <a:cubicBezTo>
                      <a:pt x="177" y="98"/>
                      <a:pt x="166" y="129"/>
                      <a:pt x="153" y="160"/>
                    </a:cubicBezTo>
                    <a:cubicBezTo>
                      <a:pt x="141" y="189"/>
                      <a:pt x="120" y="207"/>
                      <a:pt x="9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30" name="公众号：叶宏泽演示研究所-1-16">
                <a:extLst>
                  <a:ext uri="{FF2B5EF4-FFF2-40B4-BE49-F238E27FC236}">
                    <a16:creationId xmlns:a16="http://schemas.microsoft.com/office/drawing/2014/main" id="{615DF2E8-DD42-1144-87E0-1CEC9B02638B}"/>
                  </a:ext>
                </a:extLst>
              </p:cNvPr>
              <p:cNvSpPr>
                <a:spLocks/>
              </p:cNvSpPr>
              <p:nvPr>
                <p:custDataLst>
                  <p:tags r:id="rId18"/>
                </p:custDataLst>
              </p:nvPr>
            </p:nvSpPr>
            <p:spPr bwMode="auto">
              <a:xfrm>
                <a:off x="1270" y="-91"/>
                <a:ext cx="212" cy="275"/>
              </a:xfrm>
              <a:custGeom>
                <a:avLst/>
                <a:gdLst>
                  <a:gd name="T0" fmla="*/ 56 w 158"/>
                  <a:gd name="T1" fmla="*/ 98 h 205"/>
                  <a:gd name="T2" fmla="*/ 74 w 158"/>
                  <a:gd name="T3" fmla="*/ 164 h 205"/>
                  <a:gd name="T4" fmla="*/ 66 w 158"/>
                  <a:gd name="T5" fmla="*/ 197 h 205"/>
                  <a:gd name="T6" fmla="*/ 46 w 158"/>
                  <a:gd name="T7" fmla="*/ 174 h 205"/>
                  <a:gd name="T8" fmla="*/ 14 w 158"/>
                  <a:gd name="T9" fmla="*/ 68 h 205"/>
                  <a:gd name="T10" fmla="*/ 67 w 158"/>
                  <a:gd name="T11" fmla="*/ 3 h 205"/>
                  <a:gd name="T12" fmla="*/ 107 w 158"/>
                  <a:gd name="T13" fmla="*/ 93 h 205"/>
                  <a:gd name="T14" fmla="*/ 103 w 158"/>
                  <a:gd name="T15" fmla="*/ 106 h 205"/>
                  <a:gd name="T16" fmla="*/ 158 w 158"/>
                  <a:gd name="T17" fmla="*/ 163 h 205"/>
                  <a:gd name="T18" fmla="*/ 107 w 158"/>
                  <a:gd name="T19" fmla="*/ 146 h 205"/>
                  <a:gd name="T20" fmla="*/ 55 w 158"/>
                  <a:gd name="T21" fmla="*/ 99 h 205"/>
                  <a:gd name="T22" fmla="*/ 89 w 158"/>
                  <a:gd name="T23" fmla="*/ 77 h 205"/>
                  <a:gd name="T24" fmla="*/ 93 w 158"/>
                  <a:gd name="T25" fmla="*/ 36 h 205"/>
                  <a:gd name="T26" fmla="*/ 50 w 158"/>
                  <a:gd name="T27" fmla="*/ 30 h 205"/>
                  <a:gd name="T28" fmla="*/ 37 w 158"/>
                  <a:gd name="T29" fmla="*/ 49 h 205"/>
                  <a:gd name="T30" fmla="*/ 56 w 158"/>
                  <a:gd name="T31" fmla="*/ 98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 h="205">
                    <a:moveTo>
                      <a:pt x="56" y="98"/>
                    </a:moveTo>
                    <a:cubicBezTo>
                      <a:pt x="52" y="123"/>
                      <a:pt x="70" y="141"/>
                      <a:pt x="74" y="164"/>
                    </a:cubicBezTo>
                    <a:cubicBezTo>
                      <a:pt x="75" y="176"/>
                      <a:pt x="82" y="192"/>
                      <a:pt x="66" y="197"/>
                    </a:cubicBezTo>
                    <a:cubicBezTo>
                      <a:pt x="45" y="205"/>
                      <a:pt x="49" y="184"/>
                      <a:pt x="46" y="174"/>
                    </a:cubicBezTo>
                    <a:cubicBezTo>
                      <a:pt x="35" y="139"/>
                      <a:pt x="26" y="103"/>
                      <a:pt x="14" y="68"/>
                    </a:cubicBezTo>
                    <a:cubicBezTo>
                      <a:pt x="0" y="24"/>
                      <a:pt x="19" y="0"/>
                      <a:pt x="67" y="3"/>
                    </a:cubicBezTo>
                    <a:cubicBezTo>
                      <a:pt x="130" y="7"/>
                      <a:pt x="143" y="36"/>
                      <a:pt x="107" y="93"/>
                    </a:cubicBezTo>
                    <a:cubicBezTo>
                      <a:pt x="104" y="97"/>
                      <a:pt x="96" y="104"/>
                      <a:pt x="103" y="106"/>
                    </a:cubicBezTo>
                    <a:cubicBezTo>
                      <a:pt x="131" y="116"/>
                      <a:pt x="133" y="152"/>
                      <a:pt x="158" y="163"/>
                    </a:cubicBezTo>
                    <a:cubicBezTo>
                      <a:pt x="138" y="168"/>
                      <a:pt x="123" y="160"/>
                      <a:pt x="107" y="146"/>
                    </a:cubicBezTo>
                    <a:cubicBezTo>
                      <a:pt x="90" y="130"/>
                      <a:pt x="78" y="108"/>
                      <a:pt x="55" y="99"/>
                    </a:cubicBezTo>
                    <a:cubicBezTo>
                      <a:pt x="67" y="92"/>
                      <a:pt x="79" y="86"/>
                      <a:pt x="89" y="77"/>
                    </a:cubicBezTo>
                    <a:cubicBezTo>
                      <a:pt x="101" y="66"/>
                      <a:pt x="101" y="49"/>
                      <a:pt x="93" y="36"/>
                    </a:cubicBezTo>
                    <a:cubicBezTo>
                      <a:pt x="83" y="17"/>
                      <a:pt x="65" y="30"/>
                      <a:pt x="50" y="30"/>
                    </a:cubicBezTo>
                    <a:cubicBezTo>
                      <a:pt x="42" y="30"/>
                      <a:pt x="31" y="37"/>
                      <a:pt x="37" y="49"/>
                    </a:cubicBezTo>
                    <a:cubicBezTo>
                      <a:pt x="46" y="65"/>
                      <a:pt x="43" y="85"/>
                      <a:pt x="56"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31" name="公众号：叶宏泽演示研究所-1-17">
                <a:extLst>
                  <a:ext uri="{FF2B5EF4-FFF2-40B4-BE49-F238E27FC236}">
                    <a16:creationId xmlns:a16="http://schemas.microsoft.com/office/drawing/2014/main" id="{30CDABD2-404A-E44F-B553-8D8B1A0CF385}"/>
                  </a:ext>
                </a:extLst>
              </p:cNvPr>
              <p:cNvSpPr>
                <a:spLocks/>
              </p:cNvSpPr>
              <p:nvPr>
                <p:custDataLst>
                  <p:tags r:id="rId19"/>
                </p:custDataLst>
              </p:nvPr>
            </p:nvSpPr>
            <p:spPr bwMode="auto">
              <a:xfrm>
                <a:off x="1663" y="-173"/>
                <a:ext cx="261" cy="265"/>
              </a:xfrm>
              <a:custGeom>
                <a:avLst/>
                <a:gdLst>
                  <a:gd name="T0" fmla="*/ 173 w 195"/>
                  <a:gd name="T1" fmla="*/ 112 h 198"/>
                  <a:gd name="T2" fmla="*/ 97 w 195"/>
                  <a:gd name="T3" fmla="*/ 154 h 198"/>
                  <a:gd name="T4" fmla="*/ 75 w 195"/>
                  <a:gd name="T5" fmla="*/ 189 h 198"/>
                  <a:gd name="T6" fmla="*/ 22 w 195"/>
                  <a:gd name="T7" fmla="*/ 153 h 198"/>
                  <a:gd name="T8" fmla="*/ 12 w 195"/>
                  <a:gd name="T9" fmla="*/ 92 h 198"/>
                  <a:gd name="T10" fmla="*/ 0 w 195"/>
                  <a:gd name="T11" fmla="*/ 70 h 198"/>
                  <a:gd name="T12" fmla="*/ 27 w 195"/>
                  <a:gd name="T13" fmla="*/ 41 h 198"/>
                  <a:gd name="T14" fmla="*/ 53 w 195"/>
                  <a:gd name="T15" fmla="*/ 171 h 198"/>
                  <a:gd name="T16" fmla="*/ 60 w 195"/>
                  <a:gd name="T17" fmla="*/ 172 h 198"/>
                  <a:gd name="T18" fmla="*/ 119 w 195"/>
                  <a:gd name="T19" fmla="*/ 35 h 198"/>
                  <a:gd name="T20" fmla="*/ 148 w 195"/>
                  <a:gd name="T21" fmla="*/ 1 h 198"/>
                  <a:gd name="T22" fmla="*/ 176 w 195"/>
                  <a:gd name="T23" fmla="*/ 35 h 198"/>
                  <a:gd name="T24" fmla="*/ 195 w 195"/>
                  <a:gd name="T25" fmla="*/ 89 h 198"/>
                  <a:gd name="T26" fmla="*/ 193 w 195"/>
                  <a:gd name="T27" fmla="*/ 91 h 198"/>
                  <a:gd name="T28" fmla="*/ 166 w 195"/>
                  <a:gd name="T29" fmla="*/ 69 h 198"/>
                  <a:gd name="T30" fmla="*/ 148 w 195"/>
                  <a:gd name="T31" fmla="*/ 35 h 198"/>
                  <a:gd name="T32" fmla="*/ 130 w 195"/>
                  <a:gd name="T33" fmla="*/ 89 h 198"/>
                  <a:gd name="T34" fmla="*/ 166 w 195"/>
                  <a:gd name="T35" fmla="*/ 89 h 198"/>
                  <a:gd name="T36" fmla="*/ 173 w 195"/>
                  <a:gd name="T37" fmla="*/ 112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5" h="198">
                    <a:moveTo>
                      <a:pt x="173" y="112"/>
                    </a:moveTo>
                    <a:cubicBezTo>
                      <a:pt x="138" y="107"/>
                      <a:pt x="109" y="112"/>
                      <a:pt x="97" y="154"/>
                    </a:cubicBezTo>
                    <a:cubicBezTo>
                      <a:pt x="94" y="166"/>
                      <a:pt x="94" y="184"/>
                      <a:pt x="75" y="189"/>
                    </a:cubicBezTo>
                    <a:cubicBezTo>
                      <a:pt x="47" y="198"/>
                      <a:pt x="24" y="185"/>
                      <a:pt x="22" y="153"/>
                    </a:cubicBezTo>
                    <a:cubicBezTo>
                      <a:pt x="21" y="132"/>
                      <a:pt x="11" y="113"/>
                      <a:pt x="12" y="92"/>
                    </a:cubicBezTo>
                    <a:cubicBezTo>
                      <a:pt x="13" y="83"/>
                      <a:pt x="9" y="74"/>
                      <a:pt x="0" y="70"/>
                    </a:cubicBezTo>
                    <a:cubicBezTo>
                      <a:pt x="23" y="74"/>
                      <a:pt x="31" y="63"/>
                      <a:pt x="27" y="41"/>
                    </a:cubicBezTo>
                    <a:cubicBezTo>
                      <a:pt x="36" y="84"/>
                      <a:pt x="44" y="128"/>
                      <a:pt x="53" y="171"/>
                    </a:cubicBezTo>
                    <a:cubicBezTo>
                      <a:pt x="55" y="172"/>
                      <a:pt x="57" y="172"/>
                      <a:pt x="60" y="172"/>
                    </a:cubicBezTo>
                    <a:cubicBezTo>
                      <a:pt x="79" y="126"/>
                      <a:pt x="98" y="80"/>
                      <a:pt x="119" y="35"/>
                    </a:cubicBezTo>
                    <a:cubicBezTo>
                      <a:pt x="125" y="22"/>
                      <a:pt x="127" y="2"/>
                      <a:pt x="148" y="1"/>
                    </a:cubicBezTo>
                    <a:cubicBezTo>
                      <a:pt x="172" y="0"/>
                      <a:pt x="170" y="21"/>
                      <a:pt x="176" y="35"/>
                    </a:cubicBezTo>
                    <a:cubicBezTo>
                      <a:pt x="183" y="52"/>
                      <a:pt x="189" y="71"/>
                      <a:pt x="195" y="89"/>
                    </a:cubicBezTo>
                    <a:cubicBezTo>
                      <a:pt x="193" y="91"/>
                      <a:pt x="193" y="91"/>
                      <a:pt x="193" y="91"/>
                    </a:cubicBezTo>
                    <a:cubicBezTo>
                      <a:pt x="178" y="90"/>
                      <a:pt x="182" y="68"/>
                      <a:pt x="166" y="69"/>
                    </a:cubicBezTo>
                    <a:cubicBezTo>
                      <a:pt x="160" y="59"/>
                      <a:pt x="155" y="48"/>
                      <a:pt x="148" y="35"/>
                    </a:cubicBezTo>
                    <a:cubicBezTo>
                      <a:pt x="142" y="54"/>
                      <a:pt x="124" y="68"/>
                      <a:pt x="130" y="89"/>
                    </a:cubicBezTo>
                    <a:cubicBezTo>
                      <a:pt x="143" y="89"/>
                      <a:pt x="154" y="89"/>
                      <a:pt x="166" y="89"/>
                    </a:cubicBezTo>
                    <a:cubicBezTo>
                      <a:pt x="168" y="97"/>
                      <a:pt x="171" y="104"/>
                      <a:pt x="173"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32" name="公众号：叶宏泽演示研究所-1-18">
                <a:extLst>
                  <a:ext uri="{FF2B5EF4-FFF2-40B4-BE49-F238E27FC236}">
                    <a16:creationId xmlns:a16="http://schemas.microsoft.com/office/drawing/2014/main" id="{9E0BA8A3-4937-914E-9D7E-CB2C78AC2269}"/>
                  </a:ext>
                </a:extLst>
              </p:cNvPr>
              <p:cNvSpPr>
                <a:spLocks/>
              </p:cNvSpPr>
              <p:nvPr>
                <p:custDataLst>
                  <p:tags r:id="rId20"/>
                </p:custDataLst>
              </p:nvPr>
            </p:nvSpPr>
            <p:spPr bwMode="auto">
              <a:xfrm>
                <a:off x="134" y="1253"/>
                <a:ext cx="268" cy="197"/>
              </a:xfrm>
              <a:custGeom>
                <a:avLst/>
                <a:gdLst>
                  <a:gd name="T0" fmla="*/ 115 w 200"/>
                  <a:gd name="T1" fmla="*/ 42 h 147"/>
                  <a:gd name="T2" fmla="*/ 126 w 200"/>
                  <a:gd name="T3" fmla="*/ 100 h 147"/>
                  <a:gd name="T4" fmla="*/ 169 w 200"/>
                  <a:gd name="T5" fmla="*/ 81 h 147"/>
                  <a:gd name="T6" fmla="*/ 174 w 200"/>
                  <a:gd name="T7" fmla="*/ 44 h 147"/>
                  <a:gd name="T8" fmla="*/ 188 w 200"/>
                  <a:gd name="T9" fmla="*/ 29 h 147"/>
                  <a:gd name="T10" fmla="*/ 199 w 200"/>
                  <a:gd name="T11" fmla="*/ 46 h 147"/>
                  <a:gd name="T12" fmla="*/ 185 w 200"/>
                  <a:gd name="T13" fmla="*/ 127 h 147"/>
                  <a:gd name="T14" fmla="*/ 156 w 200"/>
                  <a:gd name="T15" fmla="*/ 138 h 147"/>
                  <a:gd name="T16" fmla="*/ 22 w 200"/>
                  <a:gd name="T17" fmla="*/ 113 h 147"/>
                  <a:gd name="T18" fmla="*/ 1 w 200"/>
                  <a:gd name="T19" fmla="*/ 91 h 147"/>
                  <a:gd name="T20" fmla="*/ 13 w 200"/>
                  <a:gd name="T21" fmla="*/ 14 h 147"/>
                  <a:gd name="T22" fmla="*/ 28 w 200"/>
                  <a:gd name="T23" fmla="*/ 1 h 147"/>
                  <a:gd name="T24" fmla="*/ 37 w 200"/>
                  <a:gd name="T25" fmla="*/ 18 h 147"/>
                  <a:gd name="T26" fmla="*/ 32 w 200"/>
                  <a:gd name="T27" fmla="*/ 51 h 147"/>
                  <a:gd name="T28" fmla="*/ 62 w 200"/>
                  <a:gd name="T29" fmla="*/ 91 h 147"/>
                  <a:gd name="T30" fmla="*/ 89 w 200"/>
                  <a:gd name="T31" fmla="*/ 57 h 147"/>
                  <a:gd name="T32" fmla="*/ 90 w 200"/>
                  <a:gd name="T33" fmla="*/ 44 h 147"/>
                  <a:gd name="T34" fmla="*/ 104 w 200"/>
                  <a:gd name="T35" fmla="*/ 24 h 147"/>
                  <a:gd name="T36" fmla="*/ 115 w 200"/>
                  <a:gd name="T37" fmla="*/ 42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0" h="147">
                    <a:moveTo>
                      <a:pt x="115" y="42"/>
                    </a:moveTo>
                    <a:cubicBezTo>
                      <a:pt x="113" y="67"/>
                      <a:pt x="94" y="86"/>
                      <a:pt x="126" y="100"/>
                    </a:cubicBezTo>
                    <a:cubicBezTo>
                      <a:pt x="151" y="111"/>
                      <a:pt x="162" y="111"/>
                      <a:pt x="169" y="81"/>
                    </a:cubicBezTo>
                    <a:cubicBezTo>
                      <a:pt x="172" y="68"/>
                      <a:pt x="173" y="56"/>
                      <a:pt x="174" y="44"/>
                    </a:cubicBezTo>
                    <a:cubicBezTo>
                      <a:pt x="174" y="35"/>
                      <a:pt x="177" y="28"/>
                      <a:pt x="188" y="29"/>
                    </a:cubicBezTo>
                    <a:cubicBezTo>
                      <a:pt x="200" y="29"/>
                      <a:pt x="200" y="38"/>
                      <a:pt x="199" y="46"/>
                    </a:cubicBezTo>
                    <a:cubicBezTo>
                      <a:pt x="195" y="73"/>
                      <a:pt x="190" y="100"/>
                      <a:pt x="185" y="127"/>
                    </a:cubicBezTo>
                    <a:cubicBezTo>
                      <a:pt x="182" y="147"/>
                      <a:pt x="166" y="141"/>
                      <a:pt x="156" y="138"/>
                    </a:cubicBezTo>
                    <a:cubicBezTo>
                      <a:pt x="111" y="128"/>
                      <a:pt x="68" y="113"/>
                      <a:pt x="22" y="113"/>
                    </a:cubicBezTo>
                    <a:cubicBezTo>
                      <a:pt x="6" y="112"/>
                      <a:pt x="0" y="103"/>
                      <a:pt x="1" y="91"/>
                    </a:cubicBezTo>
                    <a:cubicBezTo>
                      <a:pt x="4" y="65"/>
                      <a:pt x="9" y="40"/>
                      <a:pt x="13" y="14"/>
                    </a:cubicBezTo>
                    <a:cubicBezTo>
                      <a:pt x="14" y="3"/>
                      <a:pt x="18" y="0"/>
                      <a:pt x="28" y="1"/>
                    </a:cubicBezTo>
                    <a:cubicBezTo>
                      <a:pt x="40" y="2"/>
                      <a:pt x="42" y="10"/>
                      <a:pt x="37" y="18"/>
                    </a:cubicBezTo>
                    <a:cubicBezTo>
                      <a:pt x="30" y="29"/>
                      <a:pt x="37" y="42"/>
                      <a:pt x="32" y="51"/>
                    </a:cubicBezTo>
                    <a:cubicBezTo>
                      <a:pt x="15" y="86"/>
                      <a:pt x="44" y="87"/>
                      <a:pt x="62" y="91"/>
                    </a:cubicBezTo>
                    <a:cubicBezTo>
                      <a:pt x="88" y="97"/>
                      <a:pt x="84" y="72"/>
                      <a:pt x="89" y="57"/>
                    </a:cubicBezTo>
                    <a:cubicBezTo>
                      <a:pt x="91" y="53"/>
                      <a:pt x="90" y="48"/>
                      <a:pt x="90" y="44"/>
                    </a:cubicBezTo>
                    <a:cubicBezTo>
                      <a:pt x="90" y="34"/>
                      <a:pt x="91" y="23"/>
                      <a:pt x="104" y="24"/>
                    </a:cubicBezTo>
                    <a:cubicBezTo>
                      <a:pt x="119" y="26"/>
                      <a:pt x="115" y="39"/>
                      <a:pt x="115"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33" name="公众号：叶宏泽演示研究所-1-19">
                <a:extLst>
                  <a:ext uri="{FF2B5EF4-FFF2-40B4-BE49-F238E27FC236}">
                    <a16:creationId xmlns:a16="http://schemas.microsoft.com/office/drawing/2014/main" id="{D8CF45DE-6283-FB46-897D-898FFC86A8B3}"/>
                  </a:ext>
                </a:extLst>
              </p:cNvPr>
              <p:cNvSpPr>
                <a:spLocks/>
              </p:cNvSpPr>
              <p:nvPr>
                <p:custDataLst>
                  <p:tags r:id="rId21"/>
                </p:custDataLst>
              </p:nvPr>
            </p:nvSpPr>
            <p:spPr bwMode="auto">
              <a:xfrm>
                <a:off x="1040" y="2960"/>
                <a:ext cx="228" cy="275"/>
              </a:xfrm>
              <a:custGeom>
                <a:avLst/>
                <a:gdLst>
                  <a:gd name="T0" fmla="*/ 106 w 170"/>
                  <a:gd name="T1" fmla="*/ 110 h 205"/>
                  <a:gd name="T2" fmla="*/ 113 w 170"/>
                  <a:gd name="T3" fmla="*/ 64 h 205"/>
                  <a:gd name="T4" fmla="*/ 110 w 170"/>
                  <a:gd name="T5" fmla="*/ 41 h 205"/>
                  <a:gd name="T6" fmla="*/ 93 w 170"/>
                  <a:gd name="T7" fmla="*/ 12 h 205"/>
                  <a:gd name="T8" fmla="*/ 160 w 170"/>
                  <a:gd name="T9" fmla="*/ 7 h 205"/>
                  <a:gd name="T10" fmla="*/ 164 w 170"/>
                  <a:gd name="T11" fmla="*/ 23 h 205"/>
                  <a:gd name="T12" fmla="*/ 128 w 170"/>
                  <a:gd name="T13" fmla="*/ 112 h 205"/>
                  <a:gd name="T14" fmla="*/ 101 w 170"/>
                  <a:gd name="T15" fmla="*/ 147 h 205"/>
                  <a:gd name="T16" fmla="*/ 78 w 170"/>
                  <a:gd name="T17" fmla="*/ 114 h 205"/>
                  <a:gd name="T18" fmla="*/ 33 w 170"/>
                  <a:gd name="T19" fmla="*/ 184 h 205"/>
                  <a:gd name="T20" fmla="*/ 11 w 170"/>
                  <a:gd name="T21" fmla="*/ 200 h 205"/>
                  <a:gd name="T22" fmla="*/ 7 w 170"/>
                  <a:gd name="T23" fmla="*/ 173 h 205"/>
                  <a:gd name="T24" fmla="*/ 56 w 170"/>
                  <a:gd name="T25" fmla="*/ 86 h 205"/>
                  <a:gd name="T26" fmla="*/ 73 w 170"/>
                  <a:gd name="T27" fmla="*/ 60 h 205"/>
                  <a:gd name="T28" fmla="*/ 88 w 170"/>
                  <a:gd name="T29" fmla="*/ 48 h 205"/>
                  <a:gd name="T30" fmla="*/ 100 w 170"/>
                  <a:gd name="T31" fmla="*/ 69 h 205"/>
                  <a:gd name="T32" fmla="*/ 106 w 170"/>
                  <a:gd name="T33" fmla="*/ 11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05">
                    <a:moveTo>
                      <a:pt x="106" y="110"/>
                    </a:moveTo>
                    <a:cubicBezTo>
                      <a:pt x="114" y="95"/>
                      <a:pt x="132" y="83"/>
                      <a:pt x="113" y="64"/>
                    </a:cubicBezTo>
                    <a:cubicBezTo>
                      <a:pt x="106" y="57"/>
                      <a:pt x="106" y="46"/>
                      <a:pt x="110" y="41"/>
                    </a:cubicBezTo>
                    <a:cubicBezTo>
                      <a:pt x="134" y="15"/>
                      <a:pt x="100" y="25"/>
                      <a:pt x="93" y="12"/>
                    </a:cubicBezTo>
                    <a:cubicBezTo>
                      <a:pt x="115" y="0"/>
                      <a:pt x="137" y="1"/>
                      <a:pt x="160" y="7"/>
                    </a:cubicBezTo>
                    <a:cubicBezTo>
                      <a:pt x="169" y="10"/>
                      <a:pt x="170" y="18"/>
                      <a:pt x="164" y="23"/>
                    </a:cubicBezTo>
                    <a:cubicBezTo>
                      <a:pt x="135" y="47"/>
                      <a:pt x="141" y="83"/>
                      <a:pt x="128" y="112"/>
                    </a:cubicBezTo>
                    <a:cubicBezTo>
                      <a:pt x="122" y="127"/>
                      <a:pt x="121" y="146"/>
                      <a:pt x="101" y="147"/>
                    </a:cubicBezTo>
                    <a:cubicBezTo>
                      <a:pt x="80" y="149"/>
                      <a:pt x="85" y="127"/>
                      <a:pt x="78" y="114"/>
                    </a:cubicBezTo>
                    <a:cubicBezTo>
                      <a:pt x="53" y="133"/>
                      <a:pt x="45" y="160"/>
                      <a:pt x="33" y="184"/>
                    </a:cubicBezTo>
                    <a:cubicBezTo>
                      <a:pt x="28" y="194"/>
                      <a:pt x="23" y="205"/>
                      <a:pt x="11" y="200"/>
                    </a:cubicBezTo>
                    <a:cubicBezTo>
                      <a:pt x="0" y="195"/>
                      <a:pt x="3" y="180"/>
                      <a:pt x="7" y="173"/>
                    </a:cubicBezTo>
                    <a:cubicBezTo>
                      <a:pt x="22" y="143"/>
                      <a:pt x="39" y="115"/>
                      <a:pt x="56" y="86"/>
                    </a:cubicBezTo>
                    <a:cubicBezTo>
                      <a:pt x="61" y="77"/>
                      <a:pt x="68" y="69"/>
                      <a:pt x="73" y="60"/>
                    </a:cubicBezTo>
                    <a:cubicBezTo>
                      <a:pt x="76" y="53"/>
                      <a:pt x="76" y="44"/>
                      <a:pt x="88" y="48"/>
                    </a:cubicBezTo>
                    <a:cubicBezTo>
                      <a:pt x="100" y="51"/>
                      <a:pt x="103" y="60"/>
                      <a:pt x="100" y="69"/>
                    </a:cubicBezTo>
                    <a:cubicBezTo>
                      <a:pt x="94" y="84"/>
                      <a:pt x="91" y="98"/>
                      <a:pt x="106" y="1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34" name="公众号：叶宏泽演示研究所-1-20">
                <a:extLst>
                  <a:ext uri="{FF2B5EF4-FFF2-40B4-BE49-F238E27FC236}">
                    <a16:creationId xmlns:a16="http://schemas.microsoft.com/office/drawing/2014/main" id="{296F9FC0-6E77-F540-BB35-A6F928B57199}"/>
                  </a:ext>
                </a:extLst>
              </p:cNvPr>
              <p:cNvSpPr>
                <a:spLocks/>
              </p:cNvSpPr>
              <p:nvPr>
                <p:custDataLst>
                  <p:tags r:id="rId22"/>
                </p:custDataLst>
              </p:nvPr>
            </p:nvSpPr>
            <p:spPr bwMode="auto">
              <a:xfrm>
                <a:off x="1506" y="3036"/>
                <a:ext cx="212" cy="208"/>
              </a:xfrm>
              <a:custGeom>
                <a:avLst/>
                <a:gdLst>
                  <a:gd name="T0" fmla="*/ 158 w 158"/>
                  <a:gd name="T1" fmla="*/ 49 h 155"/>
                  <a:gd name="T2" fmla="*/ 130 w 158"/>
                  <a:gd name="T3" fmla="*/ 76 h 155"/>
                  <a:gd name="T4" fmla="*/ 73 w 158"/>
                  <a:gd name="T5" fmla="*/ 145 h 155"/>
                  <a:gd name="T6" fmla="*/ 48 w 158"/>
                  <a:gd name="T7" fmla="*/ 140 h 155"/>
                  <a:gd name="T8" fmla="*/ 58 w 158"/>
                  <a:gd name="T9" fmla="*/ 123 h 155"/>
                  <a:gd name="T10" fmla="*/ 54 w 158"/>
                  <a:gd name="T11" fmla="*/ 119 h 155"/>
                  <a:gd name="T12" fmla="*/ 10 w 158"/>
                  <a:gd name="T13" fmla="*/ 110 h 155"/>
                  <a:gd name="T14" fmla="*/ 22 w 158"/>
                  <a:gd name="T15" fmla="*/ 62 h 155"/>
                  <a:gd name="T16" fmla="*/ 38 w 158"/>
                  <a:gd name="T17" fmla="*/ 36 h 155"/>
                  <a:gd name="T18" fmla="*/ 92 w 158"/>
                  <a:gd name="T19" fmla="*/ 42 h 155"/>
                  <a:gd name="T20" fmla="*/ 119 w 158"/>
                  <a:gd name="T21" fmla="*/ 46 h 155"/>
                  <a:gd name="T22" fmla="*/ 158 w 158"/>
                  <a:gd name="T23" fmla="*/ 49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8" h="155">
                    <a:moveTo>
                      <a:pt x="158" y="49"/>
                    </a:moveTo>
                    <a:cubicBezTo>
                      <a:pt x="158" y="68"/>
                      <a:pt x="128" y="55"/>
                      <a:pt x="130" y="76"/>
                    </a:cubicBezTo>
                    <a:cubicBezTo>
                      <a:pt x="117" y="104"/>
                      <a:pt x="85" y="116"/>
                      <a:pt x="73" y="145"/>
                    </a:cubicBezTo>
                    <a:cubicBezTo>
                      <a:pt x="64" y="145"/>
                      <a:pt x="53" y="155"/>
                      <a:pt x="48" y="140"/>
                    </a:cubicBezTo>
                    <a:cubicBezTo>
                      <a:pt x="51" y="134"/>
                      <a:pt x="55" y="128"/>
                      <a:pt x="58" y="123"/>
                    </a:cubicBezTo>
                    <a:cubicBezTo>
                      <a:pt x="57" y="121"/>
                      <a:pt x="56" y="119"/>
                      <a:pt x="54" y="119"/>
                    </a:cubicBezTo>
                    <a:cubicBezTo>
                      <a:pt x="39" y="115"/>
                      <a:pt x="21" y="130"/>
                      <a:pt x="10" y="110"/>
                    </a:cubicBezTo>
                    <a:cubicBezTo>
                      <a:pt x="0" y="91"/>
                      <a:pt x="14" y="77"/>
                      <a:pt x="22" y="62"/>
                    </a:cubicBezTo>
                    <a:cubicBezTo>
                      <a:pt x="26" y="53"/>
                      <a:pt x="32" y="44"/>
                      <a:pt x="38" y="36"/>
                    </a:cubicBezTo>
                    <a:cubicBezTo>
                      <a:pt x="57" y="11"/>
                      <a:pt x="81" y="12"/>
                      <a:pt x="92" y="42"/>
                    </a:cubicBezTo>
                    <a:cubicBezTo>
                      <a:pt x="101" y="65"/>
                      <a:pt x="117" y="53"/>
                      <a:pt x="119" y="46"/>
                    </a:cubicBezTo>
                    <a:cubicBezTo>
                      <a:pt x="137" y="0"/>
                      <a:pt x="146" y="30"/>
                      <a:pt x="158"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35" name="公众号：叶宏泽演示研究所-1-21">
                <a:extLst>
                  <a:ext uri="{FF2B5EF4-FFF2-40B4-BE49-F238E27FC236}">
                    <a16:creationId xmlns:a16="http://schemas.microsoft.com/office/drawing/2014/main" id="{D0AEA041-2172-BC4A-9E2D-F421E994EF7D}"/>
                  </a:ext>
                </a:extLst>
              </p:cNvPr>
              <p:cNvSpPr>
                <a:spLocks/>
              </p:cNvSpPr>
              <p:nvPr>
                <p:custDataLst>
                  <p:tags r:id="rId23"/>
                </p:custDataLst>
              </p:nvPr>
            </p:nvSpPr>
            <p:spPr bwMode="auto">
              <a:xfrm>
                <a:off x="1472" y="-164"/>
                <a:ext cx="232" cy="278"/>
              </a:xfrm>
              <a:custGeom>
                <a:avLst/>
                <a:gdLst>
                  <a:gd name="T0" fmla="*/ 79 w 173"/>
                  <a:gd name="T1" fmla="*/ 166 h 207"/>
                  <a:gd name="T2" fmla="*/ 36 w 173"/>
                  <a:gd name="T3" fmla="*/ 91 h 207"/>
                  <a:gd name="T4" fmla="*/ 33 w 173"/>
                  <a:gd name="T5" fmla="*/ 48 h 207"/>
                  <a:gd name="T6" fmla="*/ 14 w 173"/>
                  <a:gd name="T7" fmla="*/ 47 h 207"/>
                  <a:gd name="T8" fmla="*/ 29 w 173"/>
                  <a:gd name="T9" fmla="*/ 96 h 207"/>
                  <a:gd name="T10" fmla="*/ 38 w 173"/>
                  <a:gd name="T11" fmla="*/ 185 h 207"/>
                  <a:gd name="T12" fmla="*/ 29 w 173"/>
                  <a:gd name="T13" fmla="*/ 206 h 207"/>
                  <a:gd name="T14" fmla="*/ 16 w 173"/>
                  <a:gd name="T15" fmla="*/ 189 h 207"/>
                  <a:gd name="T16" fmla="*/ 1 w 173"/>
                  <a:gd name="T17" fmla="*/ 42 h 207"/>
                  <a:gd name="T18" fmla="*/ 9 w 173"/>
                  <a:gd name="T19" fmla="*/ 28 h 207"/>
                  <a:gd name="T20" fmla="*/ 44 w 173"/>
                  <a:gd name="T21" fmla="*/ 42 h 207"/>
                  <a:gd name="T22" fmla="*/ 103 w 173"/>
                  <a:gd name="T23" fmla="*/ 145 h 207"/>
                  <a:gd name="T24" fmla="*/ 127 w 173"/>
                  <a:gd name="T25" fmla="*/ 27 h 207"/>
                  <a:gd name="T26" fmla="*/ 155 w 173"/>
                  <a:gd name="T27" fmla="*/ 2 h 207"/>
                  <a:gd name="T28" fmla="*/ 168 w 173"/>
                  <a:gd name="T29" fmla="*/ 27 h 207"/>
                  <a:gd name="T30" fmla="*/ 143 w 173"/>
                  <a:gd name="T31" fmla="*/ 22 h 207"/>
                  <a:gd name="T32" fmla="*/ 141 w 173"/>
                  <a:gd name="T33" fmla="*/ 76 h 207"/>
                  <a:gd name="T34" fmla="*/ 120 w 173"/>
                  <a:gd name="T35" fmla="*/ 179 h 207"/>
                  <a:gd name="T36" fmla="*/ 109 w 173"/>
                  <a:gd name="T37" fmla="*/ 154 h 207"/>
                  <a:gd name="T38" fmla="*/ 79 w 173"/>
                  <a:gd name="T39" fmla="*/ 166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3" h="207">
                    <a:moveTo>
                      <a:pt x="79" y="166"/>
                    </a:moveTo>
                    <a:cubicBezTo>
                      <a:pt x="65" y="141"/>
                      <a:pt x="51" y="116"/>
                      <a:pt x="36" y="91"/>
                    </a:cubicBezTo>
                    <a:cubicBezTo>
                      <a:pt x="50" y="75"/>
                      <a:pt x="48" y="61"/>
                      <a:pt x="33" y="48"/>
                    </a:cubicBezTo>
                    <a:cubicBezTo>
                      <a:pt x="26" y="42"/>
                      <a:pt x="12" y="41"/>
                      <a:pt x="14" y="47"/>
                    </a:cubicBezTo>
                    <a:cubicBezTo>
                      <a:pt x="18" y="63"/>
                      <a:pt x="5" y="86"/>
                      <a:pt x="29" y="96"/>
                    </a:cubicBezTo>
                    <a:cubicBezTo>
                      <a:pt x="32" y="126"/>
                      <a:pt x="35" y="156"/>
                      <a:pt x="38" y="185"/>
                    </a:cubicBezTo>
                    <a:cubicBezTo>
                      <a:pt x="40" y="195"/>
                      <a:pt x="39" y="205"/>
                      <a:pt x="29" y="206"/>
                    </a:cubicBezTo>
                    <a:cubicBezTo>
                      <a:pt x="21" y="207"/>
                      <a:pt x="17" y="198"/>
                      <a:pt x="16" y="189"/>
                    </a:cubicBezTo>
                    <a:cubicBezTo>
                      <a:pt x="11" y="140"/>
                      <a:pt x="6" y="91"/>
                      <a:pt x="1" y="42"/>
                    </a:cubicBezTo>
                    <a:cubicBezTo>
                      <a:pt x="0" y="34"/>
                      <a:pt x="0" y="28"/>
                      <a:pt x="9" y="28"/>
                    </a:cubicBezTo>
                    <a:cubicBezTo>
                      <a:pt x="23" y="27"/>
                      <a:pt x="36" y="25"/>
                      <a:pt x="44" y="42"/>
                    </a:cubicBezTo>
                    <a:cubicBezTo>
                      <a:pt x="60" y="77"/>
                      <a:pt x="78" y="111"/>
                      <a:pt x="103" y="145"/>
                    </a:cubicBezTo>
                    <a:cubicBezTo>
                      <a:pt x="111" y="106"/>
                      <a:pt x="121" y="67"/>
                      <a:pt x="127" y="27"/>
                    </a:cubicBezTo>
                    <a:cubicBezTo>
                      <a:pt x="130" y="9"/>
                      <a:pt x="144" y="3"/>
                      <a:pt x="155" y="2"/>
                    </a:cubicBezTo>
                    <a:cubicBezTo>
                      <a:pt x="173" y="0"/>
                      <a:pt x="168" y="17"/>
                      <a:pt x="168" y="27"/>
                    </a:cubicBezTo>
                    <a:cubicBezTo>
                      <a:pt x="160" y="21"/>
                      <a:pt x="151" y="4"/>
                      <a:pt x="143" y="22"/>
                    </a:cubicBezTo>
                    <a:cubicBezTo>
                      <a:pt x="136" y="37"/>
                      <a:pt x="116" y="57"/>
                      <a:pt x="141" y="76"/>
                    </a:cubicBezTo>
                    <a:cubicBezTo>
                      <a:pt x="138" y="111"/>
                      <a:pt x="130" y="145"/>
                      <a:pt x="120" y="179"/>
                    </a:cubicBezTo>
                    <a:cubicBezTo>
                      <a:pt x="117" y="170"/>
                      <a:pt x="125" y="156"/>
                      <a:pt x="109" y="154"/>
                    </a:cubicBezTo>
                    <a:cubicBezTo>
                      <a:pt x="98" y="152"/>
                      <a:pt x="83" y="147"/>
                      <a:pt x="79" y="1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36" name="公众号：叶宏泽演示研究所-1-22">
                <a:extLst>
                  <a:ext uri="{FF2B5EF4-FFF2-40B4-BE49-F238E27FC236}">
                    <a16:creationId xmlns:a16="http://schemas.microsoft.com/office/drawing/2014/main" id="{30226FE9-37E0-A04D-B529-0A3F4693C82D}"/>
                  </a:ext>
                </a:extLst>
              </p:cNvPr>
              <p:cNvSpPr>
                <a:spLocks/>
              </p:cNvSpPr>
              <p:nvPr>
                <p:custDataLst>
                  <p:tags r:id="rId24"/>
                </p:custDataLst>
              </p:nvPr>
            </p:nvSpPr>
            <p:spPr bwMode="auto">
              <a:xfrm>
                <a:off x="796" y="731"/>
                <a:ext cx="65" cy="1722"/>
              </a:xfrm>
              <a:custGeom>
                <a:avLst/>
                <a:gdLst>
                  <a:gd name="T0" fmla="*/ 0 w 48"/>
                  <a:gd name="T1" fmla="*/ 1252 h 1284"/>
                  <a:gd name="T2" fmla="*/ 33 w 48"/>
                  <a:gd name="T3" fmla="*/ 1223 h 1284"/>
                  <a:gd name="T4" fmla="*/ 33 w 48"/>
                  <a:gd name="T5" fmla="*/ 66 h 1284"/>
                  <a:gd name="T6" fmla="*/ 6 w 48"/>
                  <a:gd name="T7" fmla="*/ 28 h 1284"/>
                  <a:gd name="T8" fmla="*/ 19 w 48"/>
                  <a:gd name="T9" fmla="*/ 9 h 1284"/>
                  <a:gd name="T10" fmla="*/ 33 w 48"/>
                  <a:gd name="T11" fmla="*/ 3 h 1284"/>
                  <a:gd name="T12" fmla="*/ 39 w 48"/>
                  <a:gd name="T13" fmla="*/ 14 h 1284"/>
                  <a:gd name="T14" fmla="*/ 40 w 48"/>
                  <a:gd name="T15" fmla="*/ 41 h 1284"/>
                  <a:gd name="T16" fmla="*/ 40 w 48"/>
                  <a:gd name="T17" fmla="*/ 1238 h 1284"/>
                  <a:gd name="T18" fmla="*/ 40 w 48"/>
                  <a:gd name="T19" fmla="*/ 1241 h 1284"/>
                  <a:gd name="T20" fmla="*/ 30 w 48"/>
                  <a:gd name="T21" fmla="*/ 1280 h 1284"/>
                  <a:gd name="T22" fmla="*/ 0 w 48"/>
                  <a:gd name="T23" fmla="*/ 1252 h 1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 h="1284">
                    <a:moveTo>
                      <a:pt x="0" y="1252"/>
                    </a:moveTo>
                    <a:cubicBezTo>
                      <a:pt x="30" y="1264"/>
                      <a:pt x="33" y="1248"/>
                      <a:pt x="33" y="1223"/>
                    </a:cubicBezTo>
                    <a:cubicBezTo>
                      <a:pt x="33" y="837"/>
                      <a:pt x="33" y="452"/>
                      <a:pt x="33" y="66"/>
                    </a:cubicBezTo>
                    <a:cubicBezTo>
                      <a:pt x="33" y="48"/>
                      <a:pt x="39" y="24"/>
                      <a:pt x="6" y="28"/>
                    </a:cubicBezTo>
                    <a:cubicBezTo>
                      <a:pt x="10" y="22"/>
                      <a:pt x="16" y="16"/>
                      <a:pt x="19" y="9"/>
                    </a:cubicBezTo>
                    <a:cubicBezTo>
                      <a:pt x="23" y="2"/>
                      <a:pt x="27" y="0"/>
                      <a:pt x="33" y="3"/>
                    </a:cubicBezTo>
                    <a:cubicBezTo>
                      <a:pt x="36" y="4"/>
                      <a:pt x="38" y="10"/>
                      <a:pt x="39" y="14"/>
                    </a:cubicBezTo>
                    <a:cubicBezTo>
                      <a:pt x="40" y="23"/>
                      <a:pt x="40" y="32"/>
                      <a:pt x="40" y="41"/>
                    </a:cubicBezTo>
                    <a:cubicBezTo>
                      <a:pt x="40" y="440"/>
                      <a:pt x="40" y="839"/>
                      <a:pt x="40" y="1238"/>
                    </a:cubicBezTo>
                    <a:cubicBezTo>
                      <a:pt x="40" y="1239"/>
                      <a:pt x="40" y="1240"/>
                      <a:pt x="40" y="1241"/>
                    </a:cubicBezTo>
                    <a:cubicBezTo>
                      <a:pt x="36" y="1255"/>
                      <a:pt x="48" y="1276"/>
                      <a:pt x="30" y="1280"/>
                    </a:cubicBezTo>
                    <a:cubicBezTo>
                      <a:pt x="16" y="1284"/>
                      <a:pt x="8" y="1264"/>
                      <a:pt x="0" y="12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37" name="公众号：叶宏泽演示研究所-1-23">
                <a:extLst>
                  <a:ext uri="{FF2B5EF4-FFF2-40B4-BE49-F238E27FC236}">
                    <a16:creationId xmlns:a16="http://schemas.microsoft.com/office/drawing/2014/main" id="{55CCC62B-BF49-6E42-910F-857DECEAE72D}"/>
                  </a:ext>
                </a:extLst>
              </p:cNvPr>
              <p:cNvSpPr>
                <a:spLocks/>
              </p:cNvSpPr>
              <p:nvPr>
                <p:custDataLst>
                  <p:tags r:id="rId25"/>
                </p:custDataLst>
              </p:nvPr>
            </p:nvSpPr>
            <p:spPr bwMode="auto">
              <a:xfrm>
                <a:off x="1899" y="-165"/>
                <a:ext cx="218" cy="265"/>
              </a:xfrm>
              <a:custGeom>
                <a:avLst/>
                <a:gdLst>
                  <a:gd name="T0" fmla="*/ 19 w 163"/>
                  <a:gd name="T1" fmla="*/ 83 h 198"/>
                  <a:gd name="T2" fmla="*/ 36 w 163"/>
                  <a:gd name="T3" fmla="*/ 127 h 198"/>
                  <a:gd name="T4" fmla="*/ 57 w 163"/>
                  <a:gd name="T5" fmla="*/ 166 h 198"/>
                  <a:gd name="T6" fmla="*/ 74 w 163"/>
                  <a:gd name="T7" fmla="*/ 54 h 198"/>
                  <a:gd name="T8" fmla="*/ 74 w 163"/>
                  <a:gd name="T9" fmla="*/ 40 h 198"/>
                  <a:gd name="T10" fmla="*/ 95 w 163"/>
                  <a:gd name="T11" fmla="*/ 3 h 198"/>
                  <a:gd name="T12" fmla="*/ 103 w 163"/>
                  <a:gd name="T13" fmla="*/ 45 h 198"/>
                  <a:gd name="T14" fmla="*/ 89 w 163"/>
                  <a:gd name="T15" fmla="*/ 144 h 198"/>
                  <a:gd name="T16" fmla="*/ 109 w 163"/>
                  <a:gd name="T17" fmla="*/ 167 h 198"/>
                  <a:gd name="T18" fmla="*/ 141 w 163"/>
                  <a:gd name="T19" fmla="*/ 167 h 198"/>
                  <a:gd name="T20" fmla="*/ 162 w 163"/>
                  <a:gd name="T21" fmla="*/ 182 h 198"/>
                  <a:gd name="T22" fmla="*/ 138 w 163"/>
                  <a:gd name="T23" fmla="*/ 195 h 198"/>
                  <a:gd name="T24" fmla="*/ 33 w 163"/>
                  <a:gd name="T25" fmla="*/ 181 h 198"/>
                  <a:gd name="T26" fmla="*/ 18 w 163"/>
                  <a:gd name="T27" fmla="*/ 166 h 198"/>
                  <a:gd name="T28" fmla="*/ 0 w 163"/>
                  <a:gd name="T29" fmla="*/ 111 h 198"/>
                  <a:gd name="T30" fmla="*/ 17 w 163"/>
                  <a:gd name="T31" fmla="*/ 85 h 198"/>
                  <a:gd name="T32" fmla="*/ 19 w 163"/>
                  <a:gd name="T33" fmla="*/ 83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3" h="198">
                    <a:moveTo>
                      <a:pt x="19" y="83"/>
                    </a:moveTo>
                    <a:cubicBezTo>
                      <a:pt x="24" y="98"/>
                      <a:pt x="30" y="113"/>
                      <a:pt x="36" y="127"/>
                    </a:cubicBezTo>
                    <a:cubicBezTo>
                      <a:pt x="41" y="140"/>
                      <a:pt x="45" y="154"/>
                      <a:pt x="57" y="166"/>
                    </a:cubicBezTo>
                    <a:cubicBezTo>
                      <a:pt x="63" y="129"/>
                      <a:pt x="68" y="91"/>
                      <a:pt x="74" y="54"/>
                    </a:cubicBezTo>
                    <a:cubicBezTo>
                      <a:pt x="74" y="49"/>
                      <a:pt x="73" y="44"/>
                      <a:pt x="74" y="40"/>
                    </a:cubicBezTo>
                    <a:cubicBezTo>
                      <a:pt x="79" y="26"/>
                      <a:pt x="76" y="0"/>
                      <a:pt x="95" y="3"/>
                    </a:cubicBezTo>
                    <a:cubicBezTo>
                      <a:pt x="118" y="7"/>
                      <a:pt x="106" y="29"/>
                      <a:pt x="103" y="45"/>
                    </a:cubicBezTo>
                    <a:cubicBezTo>
                      <a:pt x="98" y="78"/>
                      <a:pt x="93" y="111"/>
                      <a:pt x="89" y="144"/>
                    </a:cubicBezTo>
                    <a:cubicBezTo>
                      <a:pt x="86" y="160"/>
                      <a:pt x="92" y="168"/>
                      <a:pt x="109" y="167"/>
                    </a:cubicBezTo>
                    <a:cubicBezTo>
                      <a:pt x="120" y="167"/>
                      <a:pt x="130" y="167"/>
                      <a:pt x="141" y="167"/>
                    </a:cubicBezTo>
                    <a:cubicBezTo>
                      <a:pt x="151" y="168"/>
                      <a:pt x="163" y="165"/>
                      <a:pt x="162" y="182"/>
                    </a:cubicBezTo>
                    <a:cubicBezTo>
                      <a:pt x="160" y="198"/>
                      <a:pt x="146" y="197"/>
                      <a:pt x="138" y="195"/>
                    </a:cubicBezTo>
                    <a:cubicBezTo>
                      <a:pt x="104" y="185"/>
                      <a:pt x="68" y="184"/>
                      <a:pt x="33" y="181"/>
                    </a:cubicBezTo>
                    <a:cubicBezTo>
                      <a:pt x="23" y="180"/>
                      <a:pt x="20" y="175"/>
                      <a:pt x="18" y="166"/>
                    </a:cubicBezTo>
                    <a:cubicBezTo>
                      <a:pt x="13" y="148"/>
                      <a:pt x="6" y="129"/>
                      <a:pt x="0" y="111"/>
                    </a:cubicBezTo>
                    <a:cubicBezTo>
                      <a:pt x="21" y="113"/>
                      <a:pt x="18" y="99"/>
                      <a:pt x="17" y="85"/>
                    </a:cubicBezTo>
                    <a:lnTo>
                      <a:pt x="19"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38" name="公众号：叶宏泽演示研究所-1-24">
                <a:extLst>
                  <a:ext uri="{FF2B5EF4-FFF2-40B4-BE49-F238E27FC236}">
                    <a16:creationId xmlns:a16="http://schemas.microsoft.com/office/drawing/2014/main" id="{4C0C9A90-5A80-3644-9056-86A30CCB4147}"/>
                  </a:ext>
                </a:extLst>
              </p:cNvPr>
              <p:cNvSpPr>
                <a:spLocks/>
              </p:cNvSpPr>
              <p:nvPr>
                <p:custDataLst>
                  <p:tags r:id="rId26"/>
                </p:custDataLst>
              </p:nvPr>
            </p:nvSpPr>
            <p:spPr bwMode="auto">
              <a:xfrm>
                <a:off x="3382" y="1713"/>
                <a:ext cx="273" cy="169"/>
              </a:xfrm>
              <a:custGeom>
                <a:avLst/>
                <a:gdLst>
                  <a:gd name="T0" fmla="*/ 171 w 204"/>
                  <a:gd name="T1" fmla="*/ 126 h 126"/>
                  <a:gd name="T2" fmla="*/ 165 w 204"/>
                  <a:gd name="T3" fmla="*/ 83 h 126"/>
                  <a:gd name="T4" fmla="*/ 141 w 204"/>
                  <a:gd name="T5" fmla="*/ 51 h 126"/>
                  <a:gd name="T6" fmla="*/ 113 w 204"/>
                  <a:gd name="T7" fmla="*/ 71 h 126"/>
                  <a:gd name="T8" fmla="*/ 82 w 204"/>
                  <a:gd name="T9" fmla="*/ 117 h 126"/>
                  <a:gd name="T10" fmla="*/ 13 w 204"/>
                  <a:gd name="T11" fmla="*/ 91 h 126"/>
                  <a:gd name="T12" fmla="*/ 8 w 204"/>
                  <a:gd name="T13" fmla="*/ 18 h 126"/>
                  <a:gd name="T14" fmla="*/ 27 w 204"/>
                  <a:gd name="T15" fmla="*/ 3 h 126"/>
                  <a:gd name="T16" fmla="*/ 32 w 204"/>
                  <a:gd name="T17" fmla="*/ 24 h 126"/>
                  <a:gd name="T18" fmla="*/ 31 w 204"/>
                  <a:gd name="T19" fmla="*/ 67 h 126"/>
                  <a:gd name="T20" fmla="*/ 66 w 204"/>
                  <a:gd name="T21" fmla="*/ 90 h 126"/>
                  <a:gd name="T22" fmla="*/ 95 w 204"/>
                  <a:gd name="T23" fmla="*/ 56 h 126"/>
                  <a:gd name="T24" fmla="*/ 140 w 204"/>
                  <a:gd name="T25" fmla="*/ 25 h 126"/>
                  <a:gd name="T26" fmla="*/ 171 w 204"/>
                  <a:gd name="T2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4" h="126">
                    <a:moveTo>
                      <a:pt x="171" y="126"/>
                    </a:moveTo>
                    <a:cubicBezTo>
                      <a:pt x="160" y="109"/>
                      <a:pt x="163" y="95"/>
                      <a:pt x="165" y="83"/>
                    </a:cubicBezTo>
                    <a:cubicBezTo>
                      <a:pt x="170" y="60"/>
                      <a:pt x="158" y="56"/>
                      <a:pt x="141" y="51"/>
                    </a:cubicBezTo>
                    <a:cubicBezTo>
                      <a:pt x="124" y="47"/>
                      <a:pt x="112" y="48"/>
                      <a:pt x="113" y="71"/>
                    </a:cubicBezTo>
                    <a:cubicBezTo>
                      <a:pt x="114" y="94"/>
                      <a:pt x="106" y="112"/>
                      <a:pt x="82" y="117"/>
                    </a:cubicBezTo>
                    <a:cubicBezTo>
                      <a:pt x="54" y="122"/>
                      <a:pt x="28" y="119"/>
                      <a:pt x="13" y="91"/>
                    </a:cubicBezTo>
                    <a:cubicBezTo>
                      <a:pt x="0" y="68"/>
                      <a:pt x="4" y="42"/>
                      <a:pt x="8" y="18"/>
                    </a:cubicBezTo>
                    <a:cubicBezTo>
                      <a:pt x="9" y="8"/>
                      <a:pt x="15" y="0"/>
                      <a:pt x="27" y="3"/>
                    </a:cubicBezTo>
                    <a:cubicBezTo>
                      <a:pt x="42" y="7"/>
                      <a:pt x="35" y="15"/>
                      <a:pt x="32" y="24"/>
                    </a:cubicBezTo>
                    <a:cubicBezTo>
                      <a:pt x="27" y="38"/>
                      <a:pt x="23" y="52"/>
                      <a:pt x="31" y="67"/>
                    </a:cubicBezTo>
                    <a:cubicBezTo>
                      <a:pt x="40" y="80"/>
                      <a:pt x="45" y="93"/>
                      <a:pt x="66" y="90"/>
                    </a:cubicBezTo>
                    <a:cubicBezTo>
                      <a:pt x="89" y="87"/>
                      <a:pt x="95" y="76"/>
                      <a:pt x="95" y="56"/>
                    </a:cubicBezTo>
                    <a:cubicBezTo>
                      <a:pt x="97" y="16"/>
                      <a:pt x="101" y="13"/>
                      <a:pt x="140" y="25"/>
                    </a:cubicBezTo>
                    <a:cubicBezTo>
                      <a:pt x="201" y="45"/>
                      <a:pt x="204" y="53"/>
                      <a:pt x="171"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39" name="公众号：叶宏泽演示研究所-1-25">
                <a:extLst>
                  <a:ext uri="{FF2B5EF4-FFF2-40B4-BE49-F238E27FC236}">
                    <a16:creationId xmlns:a16="http://schemas.microsoft.com/office/drawing/2014/main" id="{46C774C4-75C5-8E40-9408-92C4B8E7FE65}"/>
                  </a:ext>
                </a:extLst>
              </p:cNvPr>
              <p:cNvSpPr>
                <a:spLocks/>
              </p:cNvSpPr>
              <p:nvPr>
                <p:custDataLst>
                  <p:tags r:id="rId27"/>
                </p:custDataLst>
              </p:nvPr>
            </p:nvSpPr>
            <p:spPr bwMode="auto">
              <a:xfrm>
                <a:off x="1177" y="491"/>
                <a:ext cx="1523" cy="221"/>
              </a:xfrm>
              <a:custGeom>
                <a:avLst/>
                <a:gdLst>
                  <a:gd name="T0" fmla="*/ 14 w 1136"/>
                  <a:gd name="T1" fmla="*/ 165 h 165"/>
                  <a:gd name="T2" fmla="*/ 0 w 1136"/>
                  <a:gd name="T3" fmla="*/ 153 h 165"/>
                  <a:gd name="T4" fmla="*/ 5 w 1136"/>
                  <a:gd name="T5" fmla="*/ 33 h 165"/>
                  <a:gd name="T6" fmla="*/ 33 w 1136"/>
                  <a:gd name="T7" fmla="*/ 11 h 165"/>
                  <a:gd name="T8" fmla="*/ 78 w 1136"/>
                  <a:gd name="T9" fmla="*/ 11 h 165"/>
                  <a:gd name="T10" fmla="*/ 1078 w 1136"/>
                  <a:gd name="T11" fmla="*/ 12 h 165"/>
                  <a:gd name="T12" fmla="*/ 1119 w 1136"/>
                  <a:gd name="T13" fmla="*/ 0 h 165"/>
                  <a:gd name="T14" fmla="*/ 1136 w 1136"/>
                  <a:gd name="T15" fmla="*/ 15 h 165"/>
                  <a:gd name="T16" fmla="*/ 969 w 1136"/>
                  <a:gd name="T17" fmla="*/ 17 h 165"/>
                  <a:gd name="T18" fmla="*/ 44 w 1136"/>
                  <a:gd name="T19" fmla="*/ 16 h 165"/>
                  <a:gd name="T20" fmla="*/ 13 w 1136"/>
                  <a:gd name="T21" fmla="*/ 47 h 165"/>
                  <a:gd name="T22" fmla="*/ 14 w 1136"/>
                  <a:gd name="T23" fmla="*/ 16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36" h="165">
                    <a:moveTo>
                      <a:pt x="14" y="165"/>
                    </a:moveTo>
                    <a:cubicBezTo>
                      <a:pt x="6" y="165"/>
                      <a:pt x="0" y="161"/>
                      <a:pt x="0" y="153"/>
                    </a:cubicBezTo>
                    <a:cubicBezTo>
                      <a:pt x="2" y="113"/>
                      <a:pt x="4" y="73"/>
                      <a:pt x="5" y="33"/>
                    </a:cubicBezTo>
                    <a:cubicBezTo>
                      <a:pt x="6" y="15"/>
                      <a:pt x="16" y="10"/>
                      <a:pt x="33" y="11"/>
                    </a:cubicBezTo>
                    <a:cubicBezTo>
                      <a:pt x="48" y="12"/>
                      <a:pt x="63" y="11"/>
                      <a:pt x="78" y="11"/>
                    </a:cubicBezTo>
                    <a:cubicBezTo>
                      <a:pt x="411" y="12"/>
                      <a:pt x="745" y="12"/>
                      <a:pt x="1078" y="12"/>
                    </a:cubicBezTo>
                    <a:cubicBezTo>
                      <a:pt x="1092" y="12"/>
                      <a:pt x="1109" y="17"/>
                      <a:pt x="1119" y="0"/>
                    </a:cubicBezTo>
                    <a:cubicBezTo>
                      <a:pt x="1127" y="2"/>
                      <a:pt x="1131" y="8"/>
                      <a:pt x="1136" y="15"/>
                    </a:cubicBezTo>
                    <a:cubicBezTo>
                      <a:pt x="1080" y="21"/>
                      <a:pt x="1024" y="17"/>
                      <a:pt x="969" y="17"/>
                    </a:cubicBezTo>
                    <a:cubicBezTo>
                      <a:pt x="661" y="17"/>
                      <a:pt x="352" y="17"/>
                      <a:pt x="44" y="16"/>
                    </a:cubicBezTo>
                    <a:cubicBezTo>
                      <a:pt x="19" y="16"/>
                      <a:pt x="12" y="24"/>
                      <a:pt x="13" y="47"/>
                    </a:cubicBezTo>
                    <a:cubicBezTo>
                      <a:pt x="14" y="86"/>
                      <a:pt x="14" y="126"/>
                      <a:pt x="14"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40" name="公众号：叶宏泽演示研究所-1-26">
                <a:extLst>
                  <a:ext uri="{FF2B5EF4-FFF2-40B4-BE49-F238E27FC236}">
                    <a16:creationId xmlns:a16="http://schemas.microsoft.com/office/drawing/2014/main" id="{4A0EA30C-90B6-4949-BBFB-F4CE6ADF59CF}"/>
                  </a:ext>
                </a:extLst>
              </p:cNvPr>
              <p:cNvSpPr>
                <a:spLocks noEditPoints="1"/>
              </p:cNvSpPr>
              <p:nvPr>
                <p:custDataLst>
                  <p:tags r:id="rId28"/>
                </p:custDataLst>
              </p:nvPr>
            </p:nvSpPr>
            <p:spPr bwMode="auto">
              <a:xfrm>
                <a:off x="3387" y="1377"/>
                <a:ext cx="257" cy="161"/>
              </a:xfrm>
              <a:custGeom>
                <a:avLst/>
                <a:gdLst>
                  <a:gd name="T0" fmla="*/ 128 w 192"/>
                  <a:gd name="T1" fmla="*/ 117 h 120"/>
                  <a:gd name="T2" fmla="*/ 22 w 192"/>
                  <a:gd name="T3" fmla="*/ 83 h 120"/>
                  <a:gd name="T4" fmla="*/ 7 w 192"/>
                  <a:gd name="T5" fmla="*/ 51 h 120"/>
                  <a:gd name="T6" fmla="*/ 37 w 192"/>
                  <a:gd name="T7" fmla="*/ 59 h 120"/>
                  <a:gd name="T8" fmla="*/ 54 w 192"/>
                  <a:gd name="T9" fmla="*/ 70 h 120"/>
                  <a:gd name="T10" fmla="*/ 85 w 192"/>
                  <a:gd name="T11" fmla="*/ 53 h 120"/>
                  <a:gd name="T12" fmla="*/ 135 w 192"/>
                  <a:gd name="T13" fmla="*/ 0 h 120"/>
                  <a:gd name="T14" fmla="*/ 189 w 192"/>
                  <a:gd name="T15" fmla="*/ 58 h 120"/>
                  <a:gd name="T16" fmla="*/ 128 w 192"/>
                  <a:gd name="T17" fmla="*/ 117 h 120"/>
                  <a:gd name="T18" fmla="*/ 92 w 192"/>
                  <a:gd name="T19" fmla="*/ 88 h 120"/>
                  <a:gd name="T20" fmla="*/ 137 w 192"/>
                  <a:gd name="T21" fmla="*/ 89 h 120"/>
                  <a:gd name="T22" fmla="*/ 172 w 192"/>
                  <a:gd name="T23" fmla="*/ 61 h 120"/>
                  <a:gd name="T24" fmla="*/ 141 w 192"/>
                  <a:gd name="T25" fmla="*/ 27 h 120"/>
                  <a:gd name="T26" fmla="*/ 104 w 192"/>
                  <a:gd name="T27" fmla="*/ 56 h 120"/>
                  <a:gd name="T28" fmla="*/ 92 w 192"/>
                  <a:gd name="T29" fmla="*/ 8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2" h="120">
                    <a:moveTo>
                      <a:pt x="128" y="117"/>
                    </a:moveTo>
                    <a:cubicBezTo>
                      <a:pt x="88" y="120"/>
                      <a:pt x="56" y="98"/>
                      <a:pt x="22" y="83"/>
                    </a:cubicBezTo>
                    <a:cubicBezTo>
                      <a:pt x="9" y="77"/>
                      <a:pt x="0" y="61"/>
                      <a:pt x="7" y="51"/>
                    </a:cubicBezTo>
                    <a:cubicBezTo>
                      <a:pt x="15" y="40"/>
                      <a:pt x="27" y="52"/>
                      <a:pt x="37" y="59"/>
                    </a:cubicBezTo>
                    <a:cubicBezTo>
                      <a:pt x="42" y="63"/>
                      <a:pt x="48" y="67"/>
                      <a:pt x="54" y="70"/>
                    </a:cubicBezTo>
                    <a:cubicBezTo>
                      <a:pt x="71" y="77"/>
                      <a:pt x="84" y="81"/>
                      <a:pt x="85" y="53"/>
                    </a:cubicBezTo>
                    <a:cubicBezTo>
                      <a:pt x="85" y="12"/>
                      <a:pt x="98" y="0"/>
                      <a:pt x="135" y="0"/>
                    </a:cubicBezTo>
                    <a:cubicBezTo>
                      <a:pt x="167" y="1"/>
                      <a:pt x="186" y="23"/>
                      <a:pt x="189" y="58"/>
                    </a:cubicBezTo>
                    <a:cubicBezTo>
                      <a:pt x="192" y="103"/>
                      <a:pt x="174" y="120"/>
                      <a:pt x="128" y="117"/>
                    </a:cubicBezTo>
                    <a:close/>
                    <a:moveTo>
                      <a:pt x="92" y="88"/>
                    </a:moveTo>
                    <a:cubicBezTo>
                      <a:pt x="109" y="88"/>
                      <a:pt x="123" y="88"/>
                      <a:pt x="137" y="89"/>
                    </a:cubicBezTo>
                    <a:cubicBezTo>
                      <a:pt x="158" y="90"/>
                      <a:pt x="172" y="81"/>
                      <a:pt x="172" y="61"/>
                    </a:cubicBezTo>
                    <a:cubicBezTo>
                      <a:pt x="173" y="43"/>
                      <a:pt x="161" y="27"/>
                      <a:pt x="141" y="27"/>
                    </a:cubicBezTo>
                    <a:cubicBezTo>
                      <a:pt x="124" y="28"/>
                      <a:pt x="103" y="30"/>
                      <a:pt x="104" y="56"/>
                    </a:cubicBezTo>
                    <a:cubicBezTo>
                      <a:pt x="105" y="67"/>
                      <a:pt x="104" y="78"/>
                      <a:pt x="92"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41" name="公众号：叶宏泽演示研究所-1-27">
                <a:extLst>
                  <a:ext uri="{FF2B5EF4-FFF2-40B4-BE49-F238E27FC236}">
                    <a16:creationId xmlns:a16="http://schemas.microsoft.com/office/drawing/2014/main" id="{EABE09D8-BEDE-8749-88B8-95E8ADA712A0}"/>
                  </a:ext>
                </a:extLst>
              </p:cNvPr>
              <p:cNvSpPr>
                <a:spLocks/>
              </p:cNvSpPr>
              <p:nvPr>
                <p:custDataLst>
                  <p:tags r:id="rId29"/>
                </p:custDataLst>
              </p:nvPr>
            </p:nvSpPr>
            <p:spPr bwMode="auto">
              <a:xfrm>
                <a:off x="2785" y="131"/>
                <a:ext cx="257" cy="265"/>
              </a:xfrm>
              <a:custGeom>
                <a:avLst/>
                <a:gdLst>
                  <a:gd name="T0" fmla="*/ 2 w 192"/>
                  <a:gd name="T1" fmla="*/ 163 h 197"/>
                  <a:gd name="T2" fmla="*/ 18 w 192"/>
                  <a:gd name="T3" fmla="*/ 119 h 197"/>
                  <a:gd name="T4" fmla="*/ 51 w 192"/>
                  <a:gd name="T5" fmla="*/ 22 h 197"/>
                  <a:gd name="T6" fmla="*/ 69 w 192"/>
                  <a:gd name="T7" fmla="*/ 3 h 197"/>
                  <a:gd name="T8" fmla="*/ 78 w 192"/>
                  <a:gd name="T9" fmla="*/ 31 h 197"/>
                  <a:gd name="T10" fmla="*/ 46 w 192"/>
                  <a:gd name="T11" fmla="*/ 117 h 197"/>
                  <a:gd name="T12" fmla="*/ 38 w 192"/>
                  <a:gd name="T13" fmla="*/ 144 h 197"/>
                  <a:gd name="T14" fmla="*/ 39 w 192"/>
                  <a:gd name="T15" fmla="*/ 160 h 197"/>
                  <a:gd name="T16" fmla="*/ 55 w 192"/>
                  <a:gd name="T17" fmla="*/ 154 h 197"/>
                  <a:gd name="T18" fmla="*/ 167 w 192"/>
                  <a:gd name="T19" fmla="*/ 87 h 197"/>
                  <a:gd name="T20" fmla="*/ 184 w 192"/>
                  <a:gd name="T21" fmla="*/ 94 h 197"/>
                  <a:gd name="T22" fmla="*/ 177 w 192"/>
                  <a:gd name="T23" fmla="*/ 109 h 197"/>
                  <a:gd name="T24" fmla="*/ 33 w 192"/>
                  <a:gd name="T25" fmla="*/ 187 h 197"/>
                  <a:gd name="T26" fmla="*/ 2 w 192"/>
                  <a:gd name="T27" fmla="*/ 163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197">
                    <a:moveTo>
                      <a:pt x="2" y="163"/>
                    </a:moveTo>
                    <a:cubicBezTo>
                      <a:pt x="0" y="145"/>
                      <a:pt x="13" y="134"/>
                      <a:pt x="18" y="119"/>
                    </a:cubicBezTo>
                    <a:cubicBezTo>
                      <a:pt x="29" y="86"/>
                      <a:pt x="41" y="54"/>
                      <a:pt x="51" y="22"/>
                    </a:cubicBezTo>
                    <a:cubicBezTo>
                      <a:pt x="55" y="13"/>
                      <a:pt x="52" y="0"/>
                      <a:pt x="69" y="3"/>
                    </a:cubicBezTo>
                    <a:cubicBezTo>
                      <a:pt x="88" y="7"/>
                      <a:pt x="81" y="23"/>
                      <a:pt x="78" y="31"/>
                    </a:cubicBezTo>
                    <a:cubicBezTo>
                      <a:pt x="67" y="60"/>
                      <a:pt x="52" y="87"/>
                      <a:pt x="46" y="117"/>
                    </a:cubicBezTo>
                    <a:cubicBezTo>
                      <a:pt x="44" y="126"/>
                      <a:pt x="40" y="135"/>
                      <a:pt x="38" y="144"/>
                    </a:cubicBezTo>
                    <a:cubicBezTo>
                      <a:pt x="36" y="149"/>
                      <a:pt x="28" y="156"/>
                      <a:pt x="39" y="160"/>
                    </a:cubicBezTo>
                    <a:cubicBezTo>
                      <a:pt x="45" y="163"/>
                      <a:pt x="50" y="159"/>
                      <a:pt x="55" y="154"/>
                    </a:cubicBezTo>
                    <a:cubicBezTo>
                      <a:pt x="88" y="124"/>
                      <a:pt x="132" y="114"/>
                      <a:pt x="167" y="87"/>
                    </a:cubicBezTo>
                    <a:cubicBezTo>
                      <a:pt x="173" y="82"/>
                      <a:pt x="180" y="90"/>
                      <a:pt x="184" y="94"/>
                    </a:cubicBezTo>
                    <a:cubicBezTo>
                      <a:pt x="192" y="102"/>
                      <a:pt x="181" y="107"/>
                      <a:pt x="177" y="109"/>
                    </a:cubicBezTo>
                    <a:cubicBezTo>
                      <a:pt x="130" y="137"/>
                      <a:pt x="84" y="165"/>
                      <a:pt x="33" y="187"/>
                    </a:cubicBezTo>
                    <a:cubicBezTo>
                      <a:pt x="8" y="197"/>
                      <a:pt x="3" y="183"/>
                      <a:pt x="2"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42" name="公众号：叶宏泽演示研究所-1-28">
                <a:extLst>
                  <a:ext uri="{FF2B5EF4-FFF2-40B4-BE49-F238E27FC236}">
                    <a16:creationId xmlns:a16="http://schemas.microsoft.com/office/drawing/2014/main" id="{E00C2020-3252-3946-BD76-37C24B0114D2}"/>
                  </a:ext>
                </a:extLst>
              </p:cNvPr>
              <p:cNvSpPr>
                <a:spLocks/>
              </p:cNvSpPr>
              <p:nvPr>
                <p:custDataLst>
                  <p:tags r:id="rId30"/>
                </p:custDataLst>
              </p:nvPr>
            </p:nvSpPr>
            <p:spPr bwMode="auto">
              <a:xfrm>
                <a:off x="118" y="1670"/>
                <a:ext cx="268" cy="214"/>
              </a:xfrm>
              <a:custGeom>
                <a:avLst/>
                <a:gdLst>
                  <a:gd name="T0" fmla="*/ 199 w 200"/>
                  <a:gd name="T1" fmla="*/ 60 h 160"/>
                  <a:gd name="T2" fmla="*/ 164 w 200"/>
                  <a:gd name="T3" fmla="*/ 134 h 160"/>
                  <a:gd name="T4" fmla="*/ 38 w 200"/>
                  <a:gd name="T5" fmla="*/ 129 h 160"/>
                  <a:gd name="T6" fmla="*/ 3 w 200"/>
                  <a:gd name="T7" fmla="*/ 36 h 160"/>
                  <a:gd name="T8" fmla="*/ 15 w 200"/>
                  <a:gd name="T9" fmla="*/ 23 h 160"/>
                  <a:gd name="T10" fmla="*/ 25 w 200"/>
                  <a:gd name="T11" fmla="*/ 41 h 160"/>
                  <a:gd name="T12" fmla="*/ 147 w 200"/>
                  <a:gd name="T13" fmla="*/ 108 h 160"/>
                  <a:gd name="T14" fmla="*/ 171 w 200"/>
                  <a:gd name="T15" fmla="*/ 32 h 160"/>
                  <a:gd name="T16" fmla="*/ 170 w 200"/>
                  <a:gd name="T17" fmla="*/ 6 h 160"/>
                  <a:gd name="T18" fmla="*/ 194 w 200"/>
                  <a:gd name="T19" fmla="*/ 26 h 160"/>
                  <a:gd name="T20" fmla="*/ 199 w 200"/>
                  <a:gd name="T21" fmla="*/ 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0" h="160">
                    <a:moveTo>
                      <a:pt x="199" y="60"/>
                    </a:moveTo>
                    <a:cubicBezTo>
                      <a:pt x="200" y="91"/>
                      <a:pt x="189" y="120"/>
                      <a:pt x="164" y="134"/>
                    </a:cubicBezTo>
                    <a:cubicBezTo>
                      <a:pt x="123" y="156"/>
                      <a:pt x="77" y="160"/>
                      <a:pt x="38" y="129"/>
                    </a:cubicBezTo>
                    <a:cubicBezTo>
                      <a:pt x="9" y="106"/>
                      <a:pt x="0" y="73"/>
                      <a:pt x="3" y="36"/>
                    </a:cubicBezTo>
                    <a:cubicBezTo>
                      <a:pt x="4" y="28"/>
                      <a:pt x="6" y="22"/>
                      <a:pt x="15" y="23"/>
                    </a:cubicBezTo>
                    <a:cubicBezTo>
                      <a:pt x="28" y="23"/>
                      <a:pt x="24" y="34"/>
                      <a:pt x="25" y="41"/>
                    </a:cubicBezTo>
                    <a:cubicBezTo>
                      <a:pt x="31" y="111"/>
                      <a:pt x="86" y="142"/>
                      <a:pt x="147" y="108"/>
                    </a:cubicBezTo>
                    <a:cubicBezTo>
                      <a:pt x="179" y="90"/>
                      <a:pt x="180" y="63"/>
                      <a:pt x="171" y="32"/>
                    </a:cubicBezTo>
                    <a:cubicBezTo>
                      <a:pt x="169" y="24"/>
                      <a:pt x="155" y="13"/>
                      <a:pt x="170" y="6"/>
                    </a:cubicBezTo>
                    <a:cubicBezTo>
                      <a:pt x="185" y="0"/>
                      <a:pt x="190" y="17"/>
                      <a:pt x="194" y="26"/>
                    </a:cubicBezTo>
                    <a:cubicBezTo>
                      <a:pt x="198" y="36"/>
                      <a:pt x="197" y="49"/>
                      <a:pt x="19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43" name="公众号：叶宏泽演示研究所-1-29">
                <a:extLst>
                  <a:ext uri="{FF2B5EF4-FFF2-40B4-BE49-F238E27FC236}">
                    <a16:creationId xmlns:a16="http://schemas.microsoft.com/office/drawing/2014/main" id="{6F387A86-24CA-5344-B961-C67E63B47F6E}"/>
                  </a:ext>
                </a:extLst>
              </p:cNvPr>
              <p:cNvSpPr>
                <a:spLocks/>
              </p:cNvSpPr>
              <p:nvPr>
                <p:custDataLst>
                  <p:tags r:id="rId31"/>
                </p:custDataLst>
              </p:nvPr>
            </p:nvSpPr>
            <p:spPr bwMode="auto">
              <a:xfrm>
                <a:off x="2466" y="-31"/>
                <a:ext cx="175" cy="296"/>
              </a:xfrm>
              <a:custGeom>
                <a:avLst/>
                <a:gdLst>
                  <a:gd name="T0" fmla="*/ 117 w 131"/>
                  <a:gd name="T1" fmla="*/ 221 h 221"/>
                  <a:gd name="T2" fmla="*/ 103 w 131"/>
                  <a:gd name="T3" fmla="*/ 195 h 221"/>
                  <a:gd name="T4" fmla="*/ 95 w 131"/>
                  <a:gd name="T5" fmla="*/ 58 h 221"/>
                  <a:gd name="T6" fmla="*/ 55 w 131"/>
                  <a:gd name="T7" fmla="*/ 114 h 221"/>
                  <a:gd name="T8" fmla="*/ 31 w 131"/>
                  <a:gd name="T9" fmla="*/ 167 h 221"/>
                  <a:gd name="T10" fmla="*/ 13 w 131"/>
                  <a:gd name="T11" fmla="*/ 175 h 221"/>
                  <a:gd name="T12" fmla="*/ 5 w 131"/>
                  <a:gd name="T13" fmla="*/ 155 h 221"/>
                  <a:gd name="T14" fmla="*/ 83 w 131"/>
                  <a:gd name="T15" fmla="*/ 15 h 221"/>
                  <a:gd name="T16" fmla="*/ 117 w 131"/>
                  <a:gd name="T17" fmla="*/ 28 h 221"/>
                  <a:gd name="T18" fmla="*/ 128 w 131"/>
                  <a:gd name="T19" fmla="*/ 151 h 221"/>
                  <a:gd name="T20" fmla="*/ 131 w 131"/>
                  <a:gd name="T21" fmla="*/ 178 h 221"/>
                  <a:gd name="T22" fmla="*/ 113 w 131"/>
                  <a:gd name="T23" fmla="*/ 139 h 221"/>
                  <a:gd name="T24" fmla="*/ 117 w 131"/>
                  <a:gd name="T25"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221">
                    <a:moveTo>
                      <a:pt x="117" y="221"/>
                    </a:moveTo>
                    <a:cubicBezTo>
                      <a:pt x="98" y="220"/>
                      <a:pt x="104" y="205"/>
                      <a:pt x="103" y="195"/>
                    </a:cubicBezTo>
                    <a:cubicBezTo>
                      <a:pt x="100" y="150"/>
                      <a:pt x="98" y="106"/>
                      <a:pt x="95" y="58"/>
                    </a:cubicBezTo>
                    <a:cubicBezTo>
                      <a:pt x="73" y="72"/>
                      <a:pt x="64" y="94"/>
                      <a:pt x="55" y="114"/>
                    </a:cubicBezTo>
                    <a:cubicBezTo>
                      <a:pt x="46" y="131"/>
                      <a:pt x="39" y="149"/>
                      <a:pt x="31" y="167"/>
                    </a:cubicBezTo>
                    <a:cubicBezTo>
                      <a:pt x="27" y="174"/>
                      <a:pt x="24" y="184"/>
                      <a:pt x="13" y="175"/>
                    </a:cubicBezTo>
                    <a:cubicBezTo>
                      <a:pt x="8" y="171"/>
                      <a:pt x="0" y="166"/>
                      <a:pt x="5" y="155"/>
                    </a:cubicBezTo>
                    <a:cubicBezTo>
                      <a:pt x="31" y="108"/>
                      <a:pt x="54" y="60"/>
                      <a:pt x="83" y="15"/>
                    </a:cubicBezTo>
                    <a:cubicBezTo>
                      <a:pt x="93" y="0"/>
                      <a:pt x="110" y="7"/>
                      <a:pt x="117" y="28"/>
                    </a:cubicBezTo>
                    <a:cubicBezTo>
                      <a:pt x="129" y="68"/>
                      <a:pt x="119" y="110"/>
                      <a:pt x="128" y="151"/>
                    </a:cubicBezTo>
                    <a:cubicBezTo>
                      <a:pt x="130" y="160"/>
                      <a:pt x="130" y="169"/>
                      <a:pt x="131" y="178"/>
                    </a:cubicBezTo>
                    <a:cubicBezTo>
                      <a:pt x="114" y="171"/>
                      <a:pt x="131" y="150"/>
                      <a:pt x="113" y="139"/>
                    </a:cubicBezTo>
                    <a:cubicBezTo>
                      <a:pt x="107" y="168"/>
                      <a:pt x="108" y="194"/>
                      <a:pt x="117" y="2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44" name="公众号：叶宏泽演示研究所-1-30">
                <a:extLst>
                  <a:ext uri="{FF2B5EF4-FFF2-40B4-BE49-F238E27FC236}">
                    <a16:creationId xmlns:a16="http://schemas.microsoft.com/office/drawing/2014/main" id="{F26E8298-D03F-A44D-8F7F-F33140D6A1C6}"/>
                  </a:ext>
                </a:extLst>
              </p:cNvPr>
              <p:cNvSpPr>
                <a:spLocks/>
              </p:cNvSpPr>
              <p:nvPr>
                <p:custDataLst>
                  <p:tags r:id="rId32"/>
                </p:custDataLst>
              </p:nvPr>
            </p:nvSpPr>
            <p:spPr bwMode="auto">
              <a:xfrm>
                <a:off x="2703" y="2924"/>
                <a:ext cx="157" cy="236"/>
              </a:xfrm>
              <a:custGeom>
                <a:avLst/>
                <a:gdLst>
                  <a:gd name="T0" fmla="*/ 24 w 117"/>
                  <a:gd name="T1" fmla="*/ 27 h 176"/>
                  <a:gd name="T2" fmla="*/ 74 w 117"/>
                  <a:gd name="T3" fmla="*/ 44 h 176"/>
                  <a:gd name="T4" fmla="*/ 86 w 117"/>
                  <a:gd name="T5" fmla="*/ 42 h 176"/>
                  <a:gd name="T6" fmla="*/ 113 w 117"/>
                  <a:gd name="T7" fmla="*/ 51 h 176"/>
                  <a:gd name="T8" fmla="*/ 96 w 117"/>
                  <a:gd name="T9" fmla="*/ 70 h 176"/>
                  <a:gd name="T10" fmla="*/ 93 w 117"/>
                  <a:gd name="T11" fmla="*/ 97 h 176"/>
                  <a:gd name="T12" fmla="*/ 108 w 117"/>
                  <a:gd name="T13" fmla="*/ 142 h 176"/>
                  <a:gd name="T14" fmla="*/ 104 w 117"/>
                  <a:gd name="T15" fmla="*/ 170 h 176"/>
                  <a:gd name="T16" fmla="*/ 83 w 117"/>
                  <a:gd name="T17" fmla="*/ 167 h 176"/>
                  <a:gd name="T18" fmla="*/ 67 w 117"/>
                  <a:gd name="T19" fmla="*/ 137 h 176"/>
                  <a:gd name="T20" fmla="*/ 70 w 117"/>
                  <a:gd name="T21" fmla="*/ 98 h 176"/>
                  <a:gd name="T22" fmla="*/ 40 w 117"/>
                  <a:gd name="T23" fmla="*/ 117 h 176"/>
                  <a:gd name="T24" fmla="*/ 6 w 117"/>
                  <a:gd name="T25" fmla="*/ 113 h 176"/>
                  <a:gd name="T26" fmla="*/ 19 w 117"/>
                  <a:gd name="T27" fmla="*/ 89 h 176"/>
                  <a:gd name="T28" fmla="*/ 37 w 117"/>
                  <a:gd name="T29" fmla="*/ 50 h 176"/>
                  <a:gd name="T30" fmla="*/ 24 w 117"/>
                  <a:gd name="T31" fmla="*/ 2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176">
                    <a:moveTo>
                      <a:pt x="24" y="27"/>
                    </a:moveTo>
                    <a:cubicBezTo>
                      <a:pt x="42" y="29"/>
                      <a:pt x="70" y="0"/>
                      <a:pt x="74" y="44"/>
                    </a:cubicBezTo>
                    <a:cubicBezTo>
                      <a:pt x="78" y="43"/>
                      <a:pt x="82" y="42"/>
                      <a:pt x="86" y="42"/>
                    </a:cubicBezTo>
                    <a:cubicBezTo>
                      <a:pt x="96" y="40"/>
                      <a:pt x="108" y="40"/>
                      <a:pt x="113" y="51"/>
                    </a:cubicBezTo>
                    <a:cubicBezTo>
                      <a:pt x="117" y="64"/>
                      <a:pt x="103" y="65"/>
                      <a:pt x="96" y="70"/>
                    </a:cubicBezTo>
                    <a:cubicBezTo>
                      <a:pt x="85" y="78"/>
                      <a:pt x="90" y="88"/>
                      <a:pt x="93" y="97"/>
                    </a:cubicBezTo>
                    <a:cubicBezTo>
                      <a:pt x="99" y="112"/>
                      <a:pt x="105" y="126"/>
                      <a:pt x="108" y="142"/>
                    </a:cubicBezTo>
                    <a:cubicBezTo>
                      <a:pt x="111" y="153"/>
                      <a:pt x="113" y="162"/>
                      <a:pt x="104" y="170"/>
                    </a:cubicBezTo>
                    <a:cubicBezTo>
                      <a:pt x="97" y="176"/>
                      <a:pt x="90" y="174"/>
                      <a:pt x="83" y="167"/>
                    </a:cubicBezTo>
                    <a:cubicBezTo>
                      <a:pt x="75" y="158"/>
                      <a:pt x="59" y="146"/>
                      <a:pt x="67" y="137"/>
                    </a:cubicBezTo>
                    <a:cubicBezTo>
                      <a:pt x="81" y="122"/>
                      <a:pt x="68" y="111"/>
                      <a:pt x="70" y="98"/>
                    </a:cubicBezTo>
                    <a:cubicBezTo>
                      <a:pt x="55" y="100"/>
                      <a:pt x="49" y="111"/>
                      <a:pt x="40" y="117"/>
                    </a:cubicBezTo>
                    <a:cubicBezTo>
                      <a:pt x="29" y="125"/>
                      <a:pt x="14" y="125"/>
                      <a:pt x="6" y="113"/>
                    </a:cubicBezTo>
                    <a:cubicBezTo>
                      <a:pt x="0" y="103"/>
                      <a:pt x="8" y="94"/>
                      <a:pt x="19" y="89"/>
                    </a:cubicBezTo>
                    <a:cubicBezTo>
                      <a:pt x="36" y="82"/>
                      <a:pt x="45" y="69"/>
                      <a:pt x="37" y="50"/>
                    </a:cubicBezTo>
                    <a:cubicBezTo>
                      <a:pt x="38" y="39"/>
                      <a:pt x="26" y="35"/>
                      <a:pt x="24"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45" name="公众号：叶宏泽演示研究所-1-31">
                <a:extLst>
                  <a:ext uri="{FF2B5EF4-FFF2-40B4-BE49-F238E27FC236}">
                    <a16:creationId xmlns:a16="http://schemas.microsoft.com/office/drawing/2014/main" id="{763CB486-3899-CF45-873B-733433F0216D}"/>
                  </a:ext>
                </a:extLst>
              </p:cNvPr>
              <p:cNvSpPr>
                <a:spLocks/>
              </p:cNvSpPr>
              <p:nvPr>
                <p:custDataLst>
                  <p:tags r:id="rId33"/>
                </p:custDataLst>
              </p:nvPr>
            </p:nvSpPr>
            <p:spPr bwMode="auto">
              <a:xfrm>
                <a:off x="897" y="91"/>
                <a:ext cx="202" cy="227"/>
              </a:xfrm>
              <a:custGeom>
                <a:avLst/>
                <a:gdLst>
                  <a:gd name="T0" fmla="*/ 27 w 151"/>
                  <a:gd name="T1" fmla="*/ 102 h 169"/>
                  <a:gd name="T2" fmla="*/ 106 w 151"/>
                  <a:gd name="T3" fmla="*/ 133 h 169"/>
                  <a:gd name="T4" fmla="*/ 47 w 151"/>
                  <a:gd name="T5" fmla="*/ 42 h 169"/>
                  <a:gd name="T6" fmla="*/ 37 w 151"/>
                  <a:gd name="T7" fmla="*/ 17 h 169"/>
                  <a:gd name="T8" fmla="*/ 47 w 151"/>
                  <a:gd name="T9" fmla="*/ 1 h 169"/>
                  <a:gd name="T10" fmla="*/ 61 w 151"/>
                  <a:gd name="T11" fmla="*/ 10 h 169"/>
                  <a:gd name="T12" fmla="*/ 138 w 151"/>
                  <a:gd name="T13" fmla="*/ 134 h 169"/>
                  <a:gd name="T14" fmla="*/ 138 w 151"/>
                  <a:gd name="T15" fmla="*/ 162 h 169"/>
                  <a:gd name="T16" fmla="*/ 108 w 151"/>
                  <a:gd name="T17" fmla="*/ 165 h 169"/>
                  <a:gd name="T18" fmla="*/ 0 w 151"/>
                  <a:gd name="T19" fmla="*/ 115 h 169"/>
                  <a:gd name="T20" fmla="*/ 27 w 151"/>
                  <a:gd name="T21" fmla="*/ 102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1" h="169">
                    <a:moveTo>
                      <a:pt x="27" y="102"/>
                    </a:moveTo>
                    <a:cubicBezTo>
                      <a:pt x="51" y="111"/>
                      <a:pt x="75" y="120"/>
                      <a:pt x="106" y="133"/>
                    </a:cubicBezTo>
                    <a:cubicBezTo>
                      <a:pt x="83" y="98"/>
                      <a:pt x="65" y="70"/>
                      <a:pt x="47" y="42"/>
                    </a:cubicBezTo>
                    <a:cubicBezTo>
                      <a:pt x="42" y="34"/>
                      <a:pt x="35" y="28"/>
                      <a:pt x="37" y="17"/>
                    </a:cubicBezTo>
                    <a:cubicBezTo>
                      <a:pt x="38" y="10"/>
                      <a:pt x="39" y="3"/>
                      <a:pt x="47" y="1"/>
                    </a:cubicBezTo>
                    <a:cubicBezTo>
                      <a:pt x="53" y="0"/>
                      <a:pt x="57" y="4"/>
                      <a:pt x="61" y="10"/>
                    </a:cubicBezTo>
                    <a:cubicBezTo>
                      <a:pt x="87" y="51"/>
                      <a:pt x="113" y="92"/>
                      <a:pt x="138" y="134"/>
                    </a:cubicBezTo>
                    <a:cubicBezTo>
                      <a:pt x="143" y="142"/>
                      <a:pt x="151" y="153"/>
                      <a:pt x="138" y="162"/>
                    </a:cubicBezTo>
                    <a:cubicBezTo>
                      <a:pt x="128" y="169"/>
                      <a:pt x="121" y="169"/>
                      <a:pt x="108" y="165"/>
                    </a:cubicBezTo>
                    <a:cubicBezTo>
                      <a:pt x="70" y="152"/>
                      <a:pt x="37" y="131"/>
                      <a:pt x="0" y="115"/>
                    </a:cubicBezTo>
                    <a:cubicBezTo>
                      <a:pt x="10" y="112"/>
                      <a:pt x="25" y="120"/>
                      <a:pt x="27"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46" name="公众号：叶宏泽演示研究所-1-32">
                <a:extLst>
                  <a:ext uri="{FF2B5EF4-FFF2-40B4-BE49-F238E27FC236}">
                    <a16:creationId xmlns:a16="http://schemas.microsoft.com/office/drawing/2014/main" id="{205AAC16-60C6-D347-8698-D0A04B906C8C}"/>
                  </a:ext>
                </a:extLst>
              </p:cNvPr>
              <p:cNvSpPr>
                <a:spLocks/>
              </p:cNvSpPr>
              <p:nvPr>
                <p:custDataLst>
                  <p:tags r:id="rId34"/>
                </p:custDataLst>
              </p:nvPr>
            </p:nvSpPr>
            <p:spPr bwMode="auto">
              <a:xfrm>
                <a:off x="3243" y="763"/>
                <a:ext cx="271" cy="193"/>
              </a:xfrm>
              <a:custGeom>
                <a:avLst/>
                <a:gdLst>
                  <a:gd name="T0" fmla="*/ 201 w 202"/>
                  <a:gd name="T1" fmla="*/ 103 h 144"/>
                  <a:gd name="T2" fmla="*/ 192 w 202"/>
                  <a:gd name="T3" fmla="*/ 119 h 144"/>
                  <a:gd name="T4" fmla="*/ 176 w 202"/>
                  <a:gd name="T5" fmla="*/ 110 h 144"/>
                  <a:gd name="T6" fmla="*/ 115 w 202"/>
                  <a:gd name="T7" fmla="*/ 96 h 144"/>
                  <a:gd name="T8" fmla="*/ 28 w 202"/>
                  <a:gd name="T9" fmla="*/ 135 h 144"/>
                  <a:gd name="T10" fmla="*/ 6 w 202"/>
                  <a:gd name="T11" fmla="*/ 132 h 144"/>
                  <a:gd name="T12" fmla="*/ 17 w 202"/>
                  <a:gd name="T13" fmla="*/ 110 h 144"/>
                  <a:gd name="T14" fmla="*/ 100 w 202"/>
                  <a:gd name="T15" fmla="*/ 73 h 144"/>
                  <a:gd name="T16" fmla="*/ 122 w 202"/>
                  <a:gd name="T17" fmla="*/ 63 h 144"/>
                  <a:gd name="T18" fmla="*/ 137 w 202"/>
                  <a:gd name="T19" fmla="*/ 25 h 144"/>
                  <a:gd name="T20" fmla="*/ 136 w 202"/>
                  <a:gd name="T21" fmla="*/ 5 h 144"/>
                  <a:gd name="T22" fmla="*/ 157 w 202"/>
                  <a:gd name="T23" fmla="*/ 15 h 144"/>
                  <a:gd name="T24" fmla="*/ 201 w 202"/>
                  <a:gd name="T25" fmla="*/ 10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2" h="144">
                    <a:moveTo>
                      <a:pt x="201" y="103"/>
                    </a:moveTo>
                    <a:cubicBezTo>
                      <a:pt x="202" y="114"/>
                      <a:pt x="198" y="118"/>
                      <a:pt x="192" y="119"/>
                    </a:cubicBezTo>
                    <a:cubicBezTo>
                      <a:pt x="185" y="121"/>
                      <a:pt x="178" y="117"/>
                      <a:pt x="176" y="110"/>
                    </a:cubicBezTo>
                    <a:cubicBezTo>
                      <a:pt x="164" y="69"/>
                      <a:pt x="138" y="86"/>
                      <a:pt x="115" y="96"/>
                    </a:cubicBezTo>
                    <a:cubicBezTo>
                      <a:pt x="86" y="108"/>
                      <a:pt x="57" y="121"/>
                      <a:pt x="28" y="135"/>
                    </a:cubicBezTo>
                    <a:cubicBezTo>
                      <a:pt x="19" y="139"/>
                      <a:pt x="12" y="144"/>
                      <a:pt x="6" y="132"/>
                    </a:cubicBezTo>
                    <a:cubicBezTo>
                      <a:pt x="0" y="121"/>
                      <a:pt x="8" y="114"/>
                      <a:pt x="17" y="110"/>
                    </a:cubicBezTo>
                    <a:cubicBezTo>
                      <a:pt x="44" y="97"/>
                      <a:pt x="72" y="86"/>
                      <a:pt x="100" y="73"/>
                    </a:cubicBezTo>
                    <a:cubicBezTo>
                      <a:pt x="107" y="70"/>
                      <a:pt x="114" y="66"/>
                      <a:pt x="122" y="63"/>
                    </a:cubicBezTo>
                    <a:cubicBezTo>
                      <a:pt x="142" y="57"/>
                      <a:pt x="154" y="48"/>
                      <a:pt x="137" y="25"/>
                    </a:cubicBezTo>
                    <a:cubicBezTo>
                      <a:pt x="134" y="21"/>
                      <a:pt x="124" y="11"/>
                      <a:pt x="136" y="5"/>
                    </a:cubicBezTo>
                    <a:cubicBezTo>
                      <a:pt x="146" y="0"/>
                      <a:pt x="151" y="4"/>
                      <a:pt x="157" y="15"/>
                    </a:cubicBezTo>
                    <a:cubicBezTo>
                      <a:pt x="171" y="46"/>
                      <a:pt x="187" y="76"/>
                      <a:pt x="201"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47" name="公众号：叶宏泽演示研究所-1-33">
                <a:extLst>
                  <a:ext uri="{FF2B5EF4-FFF2-40B4-BE49-F238E27FC236}">
                    <a16:creationId xmlns:a16="http://schemas.microsoft.com/office/drawing/2014/main" id="{D7EE8DEB-F635-1A40-B01F-121A8A5DEFAB}"/>
                  </a:ext>
                </a:extLst>
              </p:cNvPr>
              <p:cNvSpPr>
                <a:spLocks/>
              </p:cNvSpPr>
              <p:nvPr>
                <p:custDataLst>
                  <p:tags r:id="rId35"/>
                </p:custDataLst>
              </p:nvPr>
            </p:nvSpPr>
            <p:spPr bwMode="auto">
              <a:xfrm>
                <a:off x="3312" y="945"/>
                <a:ext cx="256" cy="169"/>
              </a:xfrm>
              <a:custGeom>
                <a:avLst/>
                <a:gdLst>
                  <a:gd name="T0" fmla="*/ 191 w 191"/>
                  <a:gd name="T1" fmla="*/ 106 h 126"/>
                  <a:gd name="T2" fmla="*/ 133 w 191"/>
                  <a:gd name="T3" fmla="*/ 110 h 126"/>
                  <a:gd name="T4" fmla="*/ 39 w 191"/>
                  <a:gd name="T5" fmla="*/ 116 h 126"/>
                  <a:gd name="T6" fmla="*/ 6 w 191"/>
                  <a:gd name="T7" fmla="*/ 110 h 126"/>
                  <a:gd name="T8" fmla="*/ 28 w 191"/>
                  <a:gd name="T9" fmla="*/ 89 h 126"/>
                  <a:gd name="T10" fmla="*/ 131 w 191"/>
                  <a:gd name="T11" fmla="*/ 16 h 126"/>
                  <a:gd name="T12" fmla="*/ 158 w 191"/>
                  <a:gd name="T13" fmla="*/ 9 h 126"/>
                  <a:gd name="T14" fmla="*/ 148 w 191"/>
                  <a:gd name="T15" fmla="*/ 34 h 126"/>
                  <a:gd name="T16" fmla="*/ 140 w 191"/>
                  <a:gd name="T17" fmla="*/ 40 h 126"/>
                  <a:gd name="T18" fmla="*/ 115 w 191"/>
                  <a:gd name="T19" fmla="*/ 79 h 126"/>
                  <a:gd name="T20" fmla="*/ 156 w 191"/>
                  <a:gd name="T21" fmla="*/ 90 h 126"/>
                  <a:gd name="T22" fmla="*/ 191 w 191"/>
                  <a:gd name="T23" fmla="*/ 10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126">
                    <a:moveTo>
                      <a:pt x="191" y="106"/>
                    </a:moveTo>
                    <a:cubicBezTo>
                      <a:pt x="171" y="115"/>
                      <a:pt x="154" y="115"/>
                      <a:pt x="133" y="110"/>
                    </a:cubicBezTo>
                    <a:cubicBezTo>
                      <a:pt x="103" y="102"/>
                      <a:pt x="70" y="97"/>
                      <a:pt x="39" y="116"/>
                    </a:cubicBezTo>
                    <a:cubicBezTo>
                      <a:pt x="30" y="121"/>
                      <a:pt x="12" y="126"/>
                      <a:pt x="6" y="110"/>
                    </a:cubicBezTo>
                    <a:cubicBezTo>
                      <a:pt x="0" y="93"/>
                      <a:pt x="15" y="89"/>
                      <a:pt x="28" y="89"/>
                    </a:cubicBezTo>
                    <a:cubicBezTo>
                      <a:pt x="78" y="87"/>
                      <a:pt x="98" y="41"/>
                      <a:pt x="131" y="16"/>
                    </a:cubicBezTo>
                    <a:cubicBezTo>
                      <a:pt x="141" y="8"/>
                      <a:pt x="150" y="0"/>
                      <a:pt x="158" y="9"/>
                    </a:cubicBezTo>
                    <a:cubicBezTo>
                      <a:pt x="167" y="18"/>
                      <a:pt x="153" y="26"/>
                      <a:pt x="148" y="34"/>
                    </a:cubicBezTo>
                    <a:cubicBezTo>
                      <a:pt x="147" y="37"/>
                      <a:pt x="141" y="37"/>
                      <a:pt x="140" y="40"/>
                    </a:cubicBezTo>
                    <a:cubicBezTo>
                      <a:pt x="131" y="53"/>
                      <a:pt x="111" y="64"/>
                      <a:pt x="115" y="79"/>
                    </a:cubicBezTo>
                    <a:cubicBezTo>
                      <a:pt x="120" y="93"/>
                      <a:pt x="142" y="88"/>
                      <a:pt x="156" y="90"/>
                    </a:cubicBezTo>
                    <a:cubicBezTo>
                      <a:pt x="169" y="92"/>
                      <a:pt x="181" y="91"/>
                      <a:pt x="191"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48" name="公众号：叶宏泽演示研究所-1-34">
                <a:extLst>
                  <a:ext uri="{FF2B5EF4-FFF2-40B4-BE49-F238E27FC236}">
                    <a16:creationId xmlns:a16="http://schemas.microsoft.com/office/drawing/2014/main" id="{F2534F69-444F-C04F-A879-908F51D82C41}"/>
                  </a:ext>
                </a:extLst>
              </p:cNvPr>
              <p:cNvSpPr>
                <a:spLocks/>
              </p:cNvSpPr>
              <p:nvPr>
                <p:custDataLst>
                  <p:tags r:id="rId36"/>
                </p:custDataLst>
              </p:nvPr>
            </p:nvSpPr>
            <p:spPr bwMode="auto">
              <a:xfrm>
                <a:off x="125" y="1450"/>
                <a:ext cx="248" cy="170"/>
              </a:xfrm>
              <a:custGeom>
                <a:avLst/>
                <a:gdLst>
                  <a:gd name="T0" fmla="*/ 74 w 185"/>
                  <a:gd name="T1" fmla="*/ 124 h 127"/>
                  <a:gd name="T2" fmla="*/ 81 w 185"/>
                  <a:gd name="T3" fmla="*/ 56 h 127"/>
                  <a:gd name="T4" fmla="*/ 61 w 185"/>
                  <a:gd name="T5" fmla="*/ 35 h 127"/>
                  <a:gd name="T6" fmla="*/ 17 w 185"/>
                  <a:gd name="T7" fmla="*/ 35 h 127"/>
                  <a:gd name="T8" fmla="*/ 0 w 185"/>
                  <a:gd name="T9" fmla="*/ 19 h 127"/>
                  <a:gd name="T10" fmla="*/ 15 w 185"/>
                  <a:gd name="T11" fmla="*/ 5 h 127"/>
                  <a:gd name="T12" fmla="*/ 172 w 185"/>
                  <a:gd name="T13" fmla="*/ 17 h 127"/>
                  <a:gd name="T14" fmla="*/ 182 w 185"/>
                  <a:gd name="T15" fmla="*/ 24 h 127"/>
                  <a:gd name="T16" fmla="*/ 172 w 185"/>
                  <a:gd name="T17" fmla="*/ 35 h 127"/>
                  <a:gd name="T18" fmla="*/ 128 w 185"/>
                  <a:gd name="T19" fmla="*/ 38 h 127"/>
                  <a:gd name="T20" fmla="*/ 102 w 185"/>
                  <a:gd name="T21" fmla="*/ 62 h 127"/>
                  <a:gd name="T22" fmla="*/ 103 w 185"/>
                  <a:gd name="T23" fmla="*/ 125 h 127"/>
                  <a:gd name="T24" fmla="*/ 101 w 185"/>
                  <a:gd name="T25" fmla="*/ 127 h 127"/>
                  <a:gd name="T26" fmla="*/ 76 w 185"/>
                  <a:gd name="T27" fmla="*/ 126 h 127"/>
                  <a:gd name="T28" fmla="*/ 74 w 185"/>
                  <a:gd name="T29" fmla="*/ 124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127">
                    <a:moveTo>
                      <a:pt x="74" y="124"/>
                    </a:moveTo>
                    <a:cubicBezTo>
                      <a:pt x="77" y="102"/>
                      <a:pt x="72" y="79"/>
                      <a:pt x="81" y="56"/>
                    </a:cubicBezTo>
                    <a:cubicBezTo>
                      <a:pt x="88" y="40"/>
                      <a:pt x="78" y="33"/>
                      <a:pt x="61" y="35"/>
                    </a:cubicBezTo>
                    <a:cubicBezTo>
                      <a:pt x="47" y="36"/>
                      <a:pt x="32" y="35"/>
                      <a:pt x="17" y="35"/>
                    </a:cubicBezTo>
                    <a:cubicBezTo>
                      <a:pt x="5" y="35"/>
                      <a:pt x="0" y="30"/>
                      <a:pt x="0" y="19"/>
                    </a:cubicBezTo>
                    <a:cubicBezTo>
                      <a:pt x="0" y="8"/>
                      <a:pt x="6" y="4"/>
                      <a:pt x="15" y="5"/>
                    </a:cubicBezTo>
                    <a:cubicBezTo>
                      <a:pt x="68" y="10"/>
                      <a:pt x="121" y="0"/>
                      <a:pt x="172" y="17"/>
                    </a:cubicBezTo>
                    <a:cubicBezTo>
                      <a:pt x="176" y="18"/>
                      <a:pt x="181" y="21"/>
                      <a:pt x="182" y="24"/>
                    </a:cubicBezTo>
                    <a:cubicBezTo>
                      <a:pt x="185" y="31"/>
                      <a:pt x="178" y="33"/>
                      <a:pt x="172" y="35"/>
                    </a:cubicBezTo>
                    <a:cubicBezTo>
                      <a:pt x="158" y="39"/>
                      <a:pt x="143" y="43"/>
                      <a:pt x="128" y="38"/>
                    </a:cubicBezTo>
                    <a:cubicBezTo>
                      <a:pt x="106" y="32"/>
                      <a:pt x="101" y="42"/>
                      <a:pt x="102" y="62"/>
                    </a:cubicBezTo>
                    <a:cubicBezTo>
                      <a:pt x="104" y="83"/>
                      <a:pt x="103" y="104"/>
                      <a:pt x="103" y="125"/>
                    </a:cubicBezTo>
                    <a:cubicBezTo>
                      <a:pt x="101" y="127"/>
                      <a:pt x="101" y="127"/>
                      <a:pt x="101" y="127"/>
                    </a:cubicBezTo>
                    <a:cubicBezTo>
                      <a:pt x="93" y="124"/>
                      <a:pt x="85" y="117"/>
                      <a:pt x="76" y="126"/>
                    </a:cubicBezTo>
                    <a:lnTo>
                      <a:pt x="74" y="1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49" name="公众号：叶宏泽演示研究所-1-35">
                <a:extLst>
                  <a:ext uri="{FF2B5EF4-FFF2-40B4-BE49-F238E27FC236}">
                    <a16:creationId xmlns:a16="http://schemas.microsoft.com/office/drawing/2014/main" id="{FB8E6FFD-2F3F-CC42-8073-1161B7BC0985}"/>
                  </a:ext>
                </a:extLst>
              </p:cNvPr>
              <p:cNvSpPr>
                <a:spLocks/>
              </p:cNvSpPr>
              <p:nvPr>
                <p:custDataLst>
                  <p:tags r:id="rId37"/>
                </p:custDataLst>
              </p:nvPr>
            </p:nvSpPr>
            <p:spPr bwMode="auto">
              <a:xfrm>
                <a:off x="2157" y="3120"/>
                <a:ext cx="215" cy="159"/>
              </a:xfrm>
              <a:custGeom>
                <a:avLst/>
                <a:gdLst>
                  <a:gd name="T0" fmla="*/ 0 w 160"/>
                  <a:gd name="T1" fmla="*/ 30 h 119"/>
                  <a:gd name="T2" fmla="*/ 5 w 160"/>
                  <a:gd name="T3" fmla="*/ 28 h 119"/>
                  <a:gd name="T4" fmla="*/ 33 w 160"/>
                  <a:gd name="T5" fmla="*/ 0 h 119"/>
                  <a:gd name="T6" fmla="*/ 34 w 160"/>
                  <a:gd name="T7" fmla="*/ 6 h 119"/>
                  <a:gd name="T8" fmla="*/ 53 w 160"/>
                  <a:gd name="T9" fmla="*/ 39 h 119"/>
                  <a:gd name="T10" fmla="*/ 69 w 160"/>
                  <a:gd name="T11" fmla="*/ 41 h 119"/>
                  <a:gd name="T12" fmla="*/ 102 w 160"/>
                  <a:gd name="T13" fmla="*/ 34 h 119"/>
                  <a:gd name="T14" fmla="*/ 142 w 160"/>
                  <a:gd name="T15" fmla="*/ 34 h 119"/>
                  <a:gd name="T16" fmla="*/ 137 w 160"/>
                  <a:gd name="T17" fmla="*/ 69 h 119"/>
                  <a:gd name="T18" fmla="*/ 116 w 160"/>
                  <a:gd name="T19" fmla="*/ 97 h 119"/>
                  <a:gd name="T20" fmla="*/ 77 w 160"/>
                  <a:gd name="T21" fmla="*/ 118 h 119"/>
                  <a:gd name="T22" fmla="*/ 74 w 160"/>
                  <a:gd name="T23" fmla="*/ 112 h 119"/>
                  <a:gd name="T24" fmla="*/ 41 w 160"/>
                  <a:gd name="T25" fmla="*/ 48 h 119"/>
                  <a:gd name="T26" fmla="*/ 0 w 160"/>
                  <a:gd name="T27" fmla="*/ 3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0" h="119">
                    <a:moveTo>
                      <a:pt x="0" y="30"/>
                    </a:moveTo>
                    <a:cubicBezTo>
                      <a:pt x="1" y="29"/>
                      <a:pt x="3" y="28"/>
                      <a:pt x="5" y="28"/>
                    </a:cubicBezTo>
                    <a:cubicBezTo>
                      <a:pt x="18" y="22"/>
                      <a:pt x="15" y="1"/>
                      <a:pt x="33" y="0"/>
                    </a:cubicBezTo>
                    <a:cubicBezTo>
                      <a:pt x="34" y="2"/>
                      <a:pt x="34" y="4"/>
                      <a:pt x="34" y="6"/>
                    </a:cubicBezTo>
                    <a:cubicBezTo>
                      <a:pt x="36" y="20"/>
                      <a:pt x="64" y="18"/>
                      <a:pt x="53" y="39"/>
                    </a:cubicBezTo>
                    <a:cubicBezTo>
                      <a:pt x="58" y="40"/>
                      <a:pt x="64" y="41"/>
                      <a:pt x="69" y="41"/>
                    </a:cubicBezTo>
                    <a:cubicBezTo>
                      <a:pt x="81" y="41"/>
                      <a:pt x="92" y="42"/>
                      <a:pt x="102" y="34"/>
                    </a:cubicBezTo>
                    <a:cubicBezTo>
                      <a:pt x="115" y="25"/>
                      <a:pt x="129" y="24"/>
                      <a:pt x="142" y="34"/>
                    </a:cubicBezTo>
                    <a:cubicBezTo>
                      <a:pt x="160" y="49"/>
                      <a:pt x="139" y="57"/>
                      <a:pt x="137" y="69"/>
                    </a:cubicBezTo>
                    <a:cubicBezTo>
                      <a:pt x="135" y="82"/>
                      <a:pt x="128" y="91"/>
                      <a:pt x="116" y="97"/>
                    </a:cubicBezTo>
                    <a:cubicBezTo>
                      <a:pt x="96" y="92"/>
                      <a:pt x="95" y="119"/>
                      <a:pt x="77" y="118"/>
                    </a:cubicBezTo>
                    <a:cubicBezTo>
                      <a:pt x="76" y="116"/>
                      <a:pt x="73" y="114"/>
                      <a:pt x="74" y="112"/>
                    </a:cubicBezTo>
                    <a:cubicBezTo>
                      <a:pt x="77" y="83"/>
                      <a:pt x="64" y="63"/>
                      <a:pt x="41" y="48"/>
                    </a:cubicBezTo>
                    <a:cubicBezTo>
                      <a:pt x="32" y="31"/>
                      <a:pt x="6" y="52"/>
                      <a:pt x="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50" name="公众号：叶宏泽演示研究所-1-36">
                <a:extLst>
                  <a:ext uri="{FF2B5EF4-FFF2-40B4-BE49-F238E27FC236}">
                    <a16:creationId xmlns:a16="http://schemas.microsoft.com/office/drawing/2014/main" id="{800E5ED4-35B0-F84D-BB33-E61C310BEE6B}"/>
                  </a:ext>
                </a:extLst>
              </p:cNvPr>
              <p:cNvSpPr>
                <a:spLocks/>
              </p:cNvSpPr>
              <p:nvPr>
                <p:custDataLst>
                  <p:tags r:id="rId38"/>
                </p:custDataLst>
              </p:nvPr>
            </p:nvSpPr>
            <p:spPr bwMode="auto">
              <a:xfrm>
                <a:off x="2627" y="2828"/>
                <a:ext cx="248" cy="125"/>
              </a:xfrm>
              <a:custGeom>
                <a:avLst/>
                <a:gdLst>
                  <a:gd name="T0" fmla="*/ 61 w 185"/>
                  <a:gd name="T1" fmla="*/ 78 h 93"/>
                  <a:gd name="T2" fmla="*/ 52 w 185"/>
                  <a:gd name="T3" fmla="*/ 33 h 93"/>
                  <a:gd name="T4" fmla="*/ 21 w 185"/>
                  <a:gd name="T5" fmla="*/ 90 h 93"/>
                  <a:gd name="T6" fmla="*/ 0 w 185"/>
                  <a:gd name="T7" fmla="*/ 66 h 93"/>
                  <a:gd name="T8" fmla="*/ 31 w 185"/>
                  <a:gd name="T9" fmla="*/ 53 h 93"/>
                  <a:gd name="T10" fmla="*/ 47 w 185"/>
                  <a:gd name="T11" fmla="*/ 27 h 93"/>
                  <a:gd name="T12" fmla="*/ 79 w 185"/>
                  <a:gd name="T13" fmla="*/ 6 h 93"/>
                  <a:gd name="T14" fmla="*/ 86 w 185"/>
                  <a:gd name="T15" fmla="*/ 37 h 93"/>
                  <a:gd name="T16" fmla="*/ 108 w 185"/>
                  <a:gd name="T17" fmla="*/ 51 h 93"/>
                  <a:gd name="T18" fmla="*/ 153 w 185"/>
                  <a:gd name="T19" fmla="*/ 36 h 93"/>
                  <a:gd name="T20" fmla="*/ 180 w 185"/>
                  <a:gd name="T21" fmla="*/ 54 h 93"/>
                  <a:gd name="T22" fmla="*/ 178 w 185"/>
                  <a:gd name="T23" fmla="*/ 73 h 93"/>
                  <a:gd name="T24" fmla="*/ 149 w 185"/>
                  <a:gd name="T25" fmla="*/ 76 h 93"/>
                  <a:gd name="T26" fmla="*/ 81 w 185"/>
                  <a:gd name="T27" fmla="*/ 92 h 93"/>
                  <a:gd name="T28" fmla="*/ 61 w 185"/>
                  <a:gd name="T29" fmla="*/ 7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93">
                    <a:moveTo>
                      <a:pt x="61" y="78"/>
                    </a:moveTo>
                    <a:cubicBezTo>
                      <a:pt x="57" y="65"/>
                      <a:pt x="63" y="49"/>
                      <a:pt x="52" y="33"/>
                    </a:cubicBezTo>
                    <a:cubicBezTo>
                      <a:pt x="37" y="52"/>
                      <a:pt x="48" y="84"/>
                      <a:pt x="21" y="90"/>
                    </a:cubicBezTo>
                    <a:cubicBezTo>
                      <a:pt x="9" y="93"/>
                      <a:pt x="5" y="81"/>
                      <a:pt x="0" y="66"/>
                    </a:cubicBezTo>
                    <a:cubicBezTo>
                      <a:pt x="20" y="78"/>
                      <a:pt x="27" y="66"/>
                      <a:pt x="31" y="53"/>
                    </a:cubicBezTo>
                    <a:cubicBezTo>
                      <a:pt x="34" y="42"/>
                      <a:pt x="41" y="35"/>
                      <a:pt x="47" y="27"/>
                    </a:cubicBezTo>
                    <a:cubicBezTo>
                      <a:pt x="56" y="18"/>
                      <a:pt x="61" y="0"/>
                      <a:pt x="79" y="6"/>
                    </a:cubicBezTo>
                    <a:cubicBezTo>
                      <a:pt x="94" y="12"/>
                      <a:pt x="86" y="27"/>
                      <a:pt x="86" y="37"/>
                    </a:cubicBezTo>
                    <a:cubicBezTo>
                      <a:pt x="87" y="54"/>
                      <a:pt x="91" y="59"/>
                      <a:pt x="108" y="51"/>
                    </a:cubicBezTo>
                    <a:cubicBezTo>
                      <a:pt x="122" y="44"/>
                      <a:pt x="138" y="40"/>
                      <a:pt x="153" y="36"/>
                    </a:cubicBezTo>
                    <a:cubicBezTo>
                      <a:pt x="167" y="33"/>
                      <a:pt x="174" y="45"/>
                      <a:pt x="180" y="54"/>
                    </a:cubicBezTo>
                    <a:cubicBezTo>
                      <a:pt x="185" y="60"/>
                      <a:pt x="183" y="67"/>
                      <a:pt x="178" y="73"/>
                    </a:cubicBezTo>
                    <a:cubicBezTo>
                      <a:pt x="170" y="82"/>
                      <a:pt x="155" y="81"/>
                      <a:pt x="149" y="76"/>
                    </a:cubicBezTo>
                    <a:cubicBezTo>
                      <a:pt x="117" y="47"/>
                      <a:pt x="101" y="76"/>
                      <a:pt x="81" y="92"/>
                    </a:cubicBezTo>
                    <a:cubicBezTo>
                      <a:pt x="73" y="89"/>
                      <a:pt x="71" y="78"/>
                      <a:pt x="6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51" name="公众号：叶宏泽演示研究所-1-37">
                <a:extLst>
                  <a:ext uri="{FF2B5EF4-FFF2-40B4-BE49-F238E27FC236}">
                    <a16:creationId xmlns:a16="http://schemas.microsoft.com/office/drawing/2014/main" id="{5098D958-EB36-2E47-998E-11CF12A6274B}"/>
                  </a:ext>
                </a:extLst>
              </p:cNvPr>
              <p:cNvSpPr>
                <a:spLocks/>
              </p:cNvSpPr>
              <p:nvPr>
                <p:custDataLst>
                  <p:tags r:id="rId39"/>
                </p:custDataLst>
              </p:nvPr>
            </p:nvSpPr>
            <p:spPr bwMode="auto">
              <a:xfrm>
                <a:off x="2259" y="3205"/>
                <a:ext cx="187" cy="148"/>
              </a:xfrm>
              <a:custGeom>
                <a:avLst/>
                <a:gdLst>
                  <a:gd name="T0" fmla="*/ 1 w 139"/>
                  <a:gd name="T1" fmla="*/ 54 h 110"/>
                  <a:gd name="T2" fmla="*/ 40 w 139"/>
                  <a:gd name="T3" fmla="*/ 33 h 110"/>
                  <a:gd name="T4" fmla="*/ 31 w 139"/>
                  <a:gd name="T5" fmla="*/ 55 h 110"/>
                  <a:gd name="T6" fmla="*/ 57 w 139"/>
                  <a:gd name="T7" fmla="*/ 61 h 110"/>
                  <a:gd name="T8" fmla="*/ 99 w 139"/>
                  <a:gd name="T9" fmla="*/ 22 h 110"/>
                  <a:gd name="T10" fmla="*/ 122 w 139"/>
                  <a:gd name="T11" fmla="*/ 9 h 110"/>
                  <a:gd name="T12" fmla="*/ 134 w 139"/>
                  <a:gd name="T13" fmla="*/ 42 h 110"/>
                  <a:gd name="T14" fmla="*/ 18 w 139"/>
                  <a:gd name="T15" fmla="*/ 90 h 110"/>
                  <a:gd name="T16" fmla="*/ 1 w 139"/>
                  <a:gd name="T17" fmla="*/ 5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9" h="110">
                    <a:moveTo>
                      <a:pt x="1" y="54"/>
                    </a:moveTo>
                    <a:cubicBezTo>
                      <a:pt x="19" y="55"/>
                      <a:pt x="20" y="28"/>
                      <a:pt x="40" y="33"/>
                    </a:cubicBezTo>
                    <a:cubicBezTo>
                      <a:pt x="35" y="39"/>
                      <a:pt x="22" y="43"/>
                      <a:pt x="31" y="55"/>
                    </a:cubicBezTo>
                    <a:cubicBezTo>
                      <a:pt x="37" y="63"/>
                      <a:pt x="46" y="65"/>
                      <a:pt x="57" y="61"/>
                    </a:cubicBezTo>
                    <a:cubicBezTo>
                      <a:pt x="78" y="55"/>
                      <a:pt x="87" y="38"/>
                      <a:pt x="99" y="22"/>
                    </a:cubicBezTo>
                    <a:cubicBezTo>
                      <a:pt x="104" y="15"/>
                      <a:pt x="108" y="0"/>
                      <a:pt x="122" y="9"/>
                    </a:cubicBezTo>
                    <a:cubicBezTo>
                      <a:pt x="133" y="16"/>
                      <a:pt x="139" y="27"/>
                      <a:pt x="134" y="42"/>
                    </a:cubicBezTo>
                    <a:cubicBezTo>
                      <a:pt x="122" y="83"/>
                      <a:pt x="55" y="110"/>
                      <a:pt x="18" y="90"/>
                    </a:cubicBezTo>
                    <a:cubicBezTo>
                      <a:pt x="2" y="81"/>
                      <a:pt x="0" y="69"/>
                      <a:pt x="1"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52" name="公众号：叶宏泽演示研究所-1-38">
                <a:extLst>
                  <a:ext uri="{FF2B5EF4-FFF2-40B4-BE49-F238E27FC236}">
                    <a16:creationId xmlns:a16="http://schemas.microsoft.com/office/drawing/2014/main" id="{EA558AA0-F3C1-2746-8468-6F6C73E4B6BE}"/>
                  </a:ext>
                </a:extLst>
              </p:cNvPr>
              <p:cNvSpPr>
                <a:spLocks/>
              </p:cNvSpPr>
              <p:nvPr>
                <p:custDataLst>
                  <p:tags r:id="rId40"/>
                </p:custDataLst>
              </p:nvPr>
            </p:nvSpPr>
            <p:spPr bwMode="auto">
              <a:xfrm>
                <a:off x="2671" y="95"/>
                <a:ext cx="172" cy="220"/>
              </a:xfrm>
              <a:custGeom>
                <a:avLst/>
                <a:gdLst>
                  <a:gd name="T0" fmla="*/ 23 w 128"/>
                  <a:gd name="T1" fmla="*/ 164 h 164"/>
                  <a:gd name="T2" fmla="*/ 10 w 128"/>
                  <a:gd name="T3" fmla="*/ 136 h 164"/>
                  <a:gd name="T4" fmla="*/ 97 w 128"/>
                  <a:gd name="T5" fmla="*/ 7 h 164"/>
                  <a:gd name="T6" fmla="*/ 115 w 128"/>
                  <a:gd name="T7" fmla="*/ 4 h 164"/>
                  <a:gd name="T8" fmla="*/ 122 w 128"/>
                  <a:gd name="T9" fmla="*/ 24 h 164"/>
                  <a:gd name="T10" fmla="*/ 33 w 128"/>
                  <a:gd name="T11" fmla="*/ 155 h 164"/>
                  <a:gd name="T12" fmla="*/ 23 w 128"/>
                  <a:gd name="T13" fmla="*/ 164 h 164"/>
                </a:gdLst>
                <a:ahLst/>
                <a:cxnLst>
                  <a:cxn ang="0">
                    <a:pos x="T0" y="T1"/>
                  </a:cxn>
                  <a:cxn ang="0">
                    <a:pos x="T2" y="T3"/>
                  </a:cxn>
                  <a:cxn ang="0">
                    <a:pos x="T4" y="T5"/>
                  </a:cxn>
                  <a:cxn ang="0">
                    <a:pos x="T6" y="T7"/>
                  </a:cxn>
                  <a:cxn ang="0">
                    <a:pos x="T8" y="T9"/>
                  </a:cxn>
                  <a:cxn ang="0">
                    <a:pos x="T10" y="T11"/>
                  </a:cxn>
                  <a:cxn ang="0">
                    <a:pos x="T12" y="T13"/>
                  </a:cxn>
                </a:cxnLst>
                <a:rect l="0" t="0" r="r" b="b"/>
                <a:pathLst>
                  <a:path w="128" h="164">
                    <a:moveTo>
                      <a:pt x="23" y="164"/>
                    </a:moveTo>
                    <a:cubicBezTo>
                      <a:pt x="10" y="159"/>
                      <a:pt x="0" y="152"/>
                      <a:pt x="10" y="136"/>
                    </a:cubicBezTo>
                    <a:cubicBezTo>
                      <a:pt x="39" y="93"/>
                      <a:pt x="68" y="50"/>
                      <a:pt x="97" y="7"/>
                    </a:cubicBezTo>
                    <a:cubicBezTo>
                      <a:pt x="102" y="0"/>
                      <a:pt x="109" y="0"/>
                      <a:pt x="115" y="4"/>
                    </a:cubicBezTo>
                    <a:cubicBezTo>
                      <a:pt x="123" y="8"/>
                      <a:pt x="128" y="16"/>
                      <a:pt x="122" y="24"/>
                    </a:cubicBezTo>
                    <a:cubicBezTo>
                      <a:pt x="93" y="68"/>
                      <a:pt x="63" y="112"/>
                      <a:pt x="33" y="155"/>
                    </a:cubicBezTo>
                    <a:cubicBezTo>
                      <a:pt x="30" y="159"/>
                      <a:pt x="26" y="161"/>
                      <a:pt x="2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53" name="公众号：叶宏泽演示研究所-1-39">
                <a:extLst>
                  <a:ext uri="{FF2B5EF4-FFF2-40B4-BE49-F238E27FC236}">
                    <a16:creationId xmlns:a16="http://schemas.microsoft.com/office/drawing/2014/main" id="{283108A0-CC33-0140-99C1-C7AAF3E053E6}"/>
                  </a:ext>
                </a:extLst>
              </p:cNvPr>
              <p:cNvSpPr>
                <a:spLocks/>
              </p:cNvSpPr>
              <p:nvPr>
                <p:custDataLst>
                  <p:tags r:id="rId41"/>
                </p:custDataLst>
              </p:nvPr>
            </p:nvSpPr>
            <p:spPr bwMode="auto">
              <a:xfrm>
                <a:off x="3391" y="1550"/>
                <a:ext cx="157" cy="159"/>
              </a:xfrm>
              <a:custGeom>
                <a:avLst/>
                <a:gdLst>
                  <a:gd name="T0" fmla="*/ 116 w 117"/>
                  <a:gd name="T1" fmla="*/ 44 h 118"/>
                  <a:gd name="T2" fmla="*/ 66 w 117"/>
                  <a:gd name="T3" fmla="*/ 117 h 118"/>
                  <a:gd name="T4" fmla="*/ 14 w 117"/>
                  <a:gd name="T5" fmla="*/ 89 h 118"/>
                  <a:gd name="T6" fmla="*/ 8 w 117"/>
                  <a:gd name="T7" fmla="*/ 12 h 118"/>
                  <a:gd name="T8" fmla="*/ 24 w 117"/>
                  <a:gd name="T9" fmla="*/ 3 h 118"/>
                  <a:gd name="T10" fmla="*/ 31 w 117"/>
                  <a:gd name="T11" fmla="*/ 26 h 118"/>
                  <a:gd name="T12" fmla="*/ 34 w 117"/>
                  <a:gd name="T13" fmla="*/ 73 h 118"/>
                  <a:gd name="T14" fmla="*/ 101 w 117"/>
                  <a:gd name="T15" fmla="*/ 43 h 118"/>
                  <a:gd name="T16" fmla="*/ 116 w 117"/>
                  <a:gd name="T17" fmla="*/ 4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 h="118">
                    <a:moveTo>
                      <a:pt x="116" y="44"/>
                    </a:moveTo>
                    <a:cubicBezTo>
                      <a:pt x="117" y="101"/>
                      <a:pt x="106" y="116"/>
                      <a:pt x="66" y="117"/>
                    </a:cubicBezTo>
                    <a:cubicBezTo>
                      <a:pt x="42" y="118"/>
                      <a:pt x="24" y="108"/>
                      <a:pt x="14" y="89"/>
                    </a:cubicBezTo>
                    <a:cubicBezTo>
                      <a:pt x="2" y="65"/>
                      <a:pt x="0" y="38"/>
                      <a:pt x="8" y="12"/>
                    </a:cubicBezTo>
                    <a:cubicBezTo>
                      <a:pt x="10" y="5"/>
                      <a:pt x="17" y="0"/>
                      <a:pt x="24" y="3"/>
                    </a:cubicBezTo>
                    <a:cubicBezTo>
                      <a:pt x="37" y="7"/>
                      <a:pt x="32" y="18"/>
                      <a:pt x="31" y="26"/>
                    </a:cubicBezTo>
                    <a:cubicBezTo>
                      <a:pt x="28" y="42"/>
                      <a:pt x="17" y="57"/>
                      <a:pt x="34" y="73"/>
                    </a:cubicBezTo>
                    <a:cubicBezTo>
                      <a:pt x="66" y="102"/>
                      <a:pt x="86" y="93"/>
                      <a:pt x="101" y="43"/>
                    </a:cubicBezTo>
                    <a:cubicBezTo>
                      <a:pt x="106" y="43"/>
                      <a:pt x="111" y="43"/>
                      <a:pt x="116"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54" name="公众号：叶宏泽演示研究所-1-40">
                <a:extLst>
                  <a:ext uri="{FF2B5EF4-FFF2-40B4-BE49-F238E27FC236}">
                    <a16:creationId xmlns:a16="http://schemas.microsoft.com/office/drawing/2014/main" id="{156EB86E-7E4E-EA43-923A-4366D3A25308}"/>
                  </a:ext>
                </a:extLst>
              </p:cNvPr>
              <p:cNvSpPr>
                <a:spLocks/>
              </p:cNvSpPr>
              <p:nvPr>
                <p:custDataLst>
                  <p:tags r:id="rId42"/>
                </p:custDataLst>
              </p:nvPr>
            </p:nvSpPr>
            <p:spPr bwMode="auto">
              <a:xfrm>
                <a:off x="3380" y="1262"/>
                <a:ext cx="243" cy="88"/>
              </a:xfrm>
              <a:custGeom>
                <a:avLst/>
                <a:gdLst>
                  <a:gd name="T0" fmla="*/ 71 w 181"/>
                  <a:gd name="T1" fmla="*/ 30 h 66"/>
                  <a:gd name="T2" fmla="*/ 145 w 181"/>
                  <a:gd name="T3" fmla="*/ 8 h 66"/>
                  <a:gd name="T4" fmla="*/ 171 w 181"/>
                  <a:gd name="T5" fmla="*/ 7 h 66"/>
                  <a:gd name="T6" fmla="*/ 180 w 181"/>
                  <a:gd name="T7" fmla="*/ 28 h 66"/>
                  <a:gd name="T8" fmla="*/ 163 w 181"/>
                  <a:gd name="T9" fmla="*/ 40 h 66"/>
                  <a:gd name="T10" fmla="*/ 92 w 181"/>
                  <a:gd name="T11" fmla="*/ 51 h 66"/>
                  <a:gd name="T12" fmla="*/ 16 w 181"/>
                  <a:gd name="T13" fmla="*/ 63 h 66"/>
                  <a:gd name="T14" fmla="*/ 0 w 181"/>
                  <a:gd name="T15" fmla="*/ 54 h 66"/>
                  <a:gd name="T16" fmla="*/ 13 w 181"/>
                  <a:gd name="T17" fmla="*/ 36 h 66"/>
                  <a:gd name="T18" fmla="*/ 71 w 181"/>
                  <a:gd name="T19" fmla="*/ 3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66">
                    <a:moveTo>
                      <a:pt x="71" y="30"/>
                    </a:moveTo>
                    <a:cubicBezTo>
                      <a:pt x="87" y="14"/>
                      <a:pt x="122" y="32"/>
                      <a:pt x="145" y="8"/>
                    </a:cubicBezTo>
                    <a:cubicBezTo>
                      <a:pt x="153" y="0"/>
                      <a:pt x="162" y="3"/>
                      <a:pt x="171" y="7"/>
                    </a:cubicBezTo>
                    <a:cubicBezTo>
                      <a:pt x="180" y="11"/>
                      <a:pt x="180" y="20"/>
                      <a:pt x="180" y="28"/>
                    </a:cubicBezTo>
                    <a:cubicBezTo>
                      <a:pt x="181" y="40"/>
                      <a:pt x="168" y="36"/>
                      <a:pt x="163" y="40"/>
                    </a:cubicBezTo>
                    <a:cubicBezTo>
                      <a:pt x="141" y="56"/>
                      <a:pt x="115" y="50"/>
                      <a:pt x="92" y="51"/>
                    </a:cubicBezTo>
                    <a:cubicBezTo>
                      <a:pt x="66" y="52"/>
                      <a:pt x="42" y="66"/>
                      <a:pt x="16" y="63"/>
                    </a:cubicBezTo>
                    <a:cubicBezTo>
                      <a:pt x="10" y="63"/>
                      <a:pt x="0" y="64"/>
                      <a:pt x="0" y="54"/>
                    </a:cubicBezTo>
                    <a:cubicBezTo>
                      <a:pt x="0" y="47"/>
                      <a:pt x="3" y="38"/>
                      <a:pt x="13" y="36"/>
                    </a:cubicBezTo>
                    <a:cubicBezTo>
                      <a:pt x="29" y="34"/>
                      <a:pt x="45" y="33"/>
                      <a:pt x="71"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55" name="公众号：叶宏泽演示研究所-1-41">
                <a:extLst>
                  <a:ext uri="{FF2B5EF4-FFF2-40B4-BE49-F238E27FC236}">
                    <a16:creationId xmlns:a16="http://schemas.microsoft.com/office/drawing/2014/main" id="{D5C3D9D6-A365-9041-9C27-792AEF0CB3A9}"/>
                  </a:ext>
                </a:extLst>
              </p:cNvPr>
              <p:cNvSpPr>
                <a:spLocks/>
              </p:cNvSpPr>
              <p:nvPr>
                <p:custDataLst>
                  <p:tags r:id="rId43"/>
                </p:custDataLst>
              </p:nvPr>
            </p:nvSpPr>
            <p:spPr bwMode="auto">
              <a:xfrm>
                <a:off x="3189" y="704"/>
                <a:ext cx="231" cy="146"/>
              </a:xfrm>
              <a:custGeom>
                <a:avLst/>
                <a:gdLst>
                  <a:gd name="T0" fmla="*/ 51 w 173"/>
                  <a:gd name="T1" fmla="*/ 55 h 109"/>
                  <a:gd name="T2" fmla="*/ 145 w 173"/>
                  <a:gd name="T3" fmla="*/ 12 h 109"/>
                  <a:gd name="T4" fmla="*/ 165 w 173"/>
                  <a:gd name="T5" fmla="*/ 10 h 109"/>
                  <a:gd name="T6" fmla="*/ 161 w 173"/>
                  <a:gd name="T7" fmla="*/ 33 h 109"/>
                  <a:gd name="T8" fmla="*/ 34 w 173"/>
                  <a:gd name="T9" fmla="*/ 103 h 109"/>
                  <a:gd name="T10" fmla="*/ 6 w 173"/>
                  <a:gd name="T11" fmla="*/ 98 h 109"/>
                  <a:gd name="T12" fmla="*/ 22 w 173"/>
                  <a:gd name="T13" fmla="*/ 76 h 109"/>
                  <a:gd name="T14" fmla="*/ 51 w 173"/>
                  <a:gd name="T15" fmla="*/ 54 h 109"/>
                  <a:gd name="T16" fmla="*/ 51 w 173"/>
                  <a:gd name="T17" fmla="*/ 5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9">
                    <a:moveTo>
                      <a:pt x="51" y="55"/>
                    </a:moveTo>
                    <a:cubicBezTo>
                      <a:pt x="86" y="48"/>
                      <a:pt x="114" y="27"/>
                      <a:pt x="145" y="12"/>
                    </a:cubicBezTo>
                    <a:cubicBezTo>
                      <a:pt x="152" y="8"/>
                      <a:pt x="157" y="0"/>
                      <a:pt x="165" y="10"/>
                    </a:cubicBezTo>
                    <a:cubicBezTo>
                      <a:pt x="173" y="20"/>
                      <a:pt x="169" y="28"/>
                      <a:pt x="161" y="33"/>
                    </a:cubicBezTo>
                    <a:cubicBezTo>
                      <a:pt x="119" y="57"/>
                      <a:pt x="77" y="81"/>
                      <a:pt x="34" y="103"/>
                    </a:cubicBezTo>
                    <a:cubicBezTo>
                      <a:pt x="26" y="108"/>
                      <a:pt x="11" y="109"/>
                      <a:pt x="6" y="98"/>
                    </a:cubicBezTo>
                    <a:cubicBezTo>
                      <a:pt x="0" y="86"/>
                      <a:pt x="14" y="80"/>
                      <a:pt x="22" y="76"/>
                    </a:cubicBezTo>
                    <a:cubicBezTo>
                      <a:pt x="33" y="70"/>
                      <a:pt x="43" y="64"/>
                      <a:pt x="51" y="54"/>
                    </a:cubicBezTo>
                    <a:cubicBezTo>
                      <a:pt x="51" y="54"/>
                      <a:pt x="51" y="55"/>
                      <a:pt x="51"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56" name="公众号：叶宏泽演示研究所-1-42">
                <a:extLst>
                  <a:ext uri="{FF2B5EF4-FFF2-40B4-BE49-F238E27FC236}">
                    <a16:creationId xmlns:a16="http://schemas.microsoft.com/office/drawing/2014/main" id="{39A996E5-7FDC-364F-AC8D-0161215085B7}"/>
                  </a:ext>
                </a:extLst>
              </p:cNvPr>
              <p:cNvSpPr>
                <a:spLocks/>
              </p:cNvSpPr>
              <p:nvPr>
                <p:custDataLst>
                  <p:tags r:id="rId44"/>
                </p:custDataLst>
              </p:nvPr>
            </p:nvSpPr>
            <p:spPr bwMode="auto">
              <a:xfrm>
                <a:off x="2880" y="290"/>
                <a:ext cx="225" cy="209"/>
              </a:xfrm>
              <a:custGeom>
                <a:avLst/>
                <a:gdLst>
                  <a:gd name="T0" fmla="*/ 155 w 168"/>
                  <a:gd name="T1" fmla="*/ 43 h 156"/>
                  <a:gd name="T2" fmla="*/ 107 w 168"/>
                  <a:gd name="T3" fmla="*/ 78 h 156"/>
                  <a:gd name="T4" fmla="*/ 92 w 168"/>
                  <a:gd name="T5" fmla="*/ 93 h 156"/>
                  <a:gd name="T6" fmla="*/ 59 w 168"/>
                  <a:gd name="T7" fmla="*/ 121 h 156"/>
                  <a:gd name="T8" fmla="*/ 51 w 168"/>
                  <a:gd name="T9" fmla="*/ 127 h 156"/>
                  <a:gd name="T10" fmla="*/ 51 w 168"/>
                  <a:gd name="T11" fmla="*/ 134 h 156"/>
                  <a:gd name="T12" fmla="*/ 37 w 168"/>
                  <a:gd name="T13" fmla="*/ 156 h 156"/>
                  <a:gd name="T14" fmla="*/ 37 w 168"/>
                  <a:gd name="T15" fmla="*/ 102 h 156"/>
                  <a:gd name="T16" fmla="*/ 121 w 168"/>
                  <a:gd name="T17" fmla="*/ 22 h 156"/>
                  <a:gd name="T18" fmla="*/ 168 w 168"/>
                  <a:gd name="T19" fmla="*/ 30 h 156"/>
                  <a:gd name="T20" fmla="*/ 155 w 168"/>
                  <a:gd name="T21" fmla="*/ 43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 h="156">
                    <a:moveTo>
                      <a:pt x="155" y="43"/>
                    </a:moveTo>
                    <a:cubicBezTo>
                      <a:pt x="124" y="34"/>
                      <a:pt x="115" y="54"/>
                      <a:pt x="107" y="78"/>
                    </a:cubicBezTo>
                    <a:cubicBezTo>
                      <a:pt x="107" y="88"/>
                      <a:pt x="101" y="92"/>
                      <a:pt x="92" y="93"/>
                    </a:cubicBezTo>
                    <a:cubicBezTo>
                      <a:pt x="72" y="92"/>
                      <a:pt x="70" y="111"/>
                      <a:pt x="59" y="121"/>
                    </a:cubicBezTo>
                    <a:cubicBezTo>
                      <a:pt x="56" y="123"/>
                      <a:pt x="53" y="125"/>
                      <a:pt x="51" y="127"/>
                    </a:cubicBezTo>
                    <a:cubicBezTo>
                      <a:pt x="51" y="129"/>
                      <a:pt x="51" y="132"/>
                      <a:pt x="51" y="134"/>
                    </a:cubicBezTo>
                    <a:cubicBezTo>
                      <a:pt x="46" y="141"/>
                      <a:pt x="41" y="149"/>
                      <a:pt x="37" y="156"/>
                    </a:cubicBezTo>
                    <a:cubicBezTo>
                      <a:pt x="0" y="138"/>
                      <a:pt x="16" y="114"/>
                      <a:pt x="37" y="102"/>
                    </a:cubicBezTo>
                    <a:cubicBezTo>
                      <a:pt x="72" y="82"/>
                      <a:pt x="93" y="48"/>
                      <a:pt x="121" y="22"/>
                    </a:cubicBezTo>
                    <a:cubicBezTo>
                      <a:pt x="145" y="0"/>
                      <a:pt x="156" y="8"/>
                      <a:pt x="168" y="30"/>
                    </a:cubicBezTo>
                    <a:cubicBezTo>
                      <a:pt x="160" y="30"/>
                      <a:pt x="156" y="35"/>
                      <a:pt x="155"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57" name="公众号：叶宏泽演示研究所-1-43">
                <a:extLst>
                  <a:ext uri="{FF2B5EF4-FFF2-40B4-BE49-F238E27FC236}">
                    <a16:creationId xmlns:a16="http://schemas.microsoft.com/office/drawing/2014/main" id="{EC1FC564-1783-744A-B05B-71CA3F7C0A21}"/>
                  </a:ext>
                </a:extLst>
              </p:cNvPr>
              <p:cNvSpPr>
                <a:spLocks/>
              </p:cNvSpPr>
              <p:nvPr>
                <p:custDataLst>
                  <p:tags r:id="rId45"/>
                </p:custDataLst>
              </p:nvPr>
            </p:nvSpPr>
            <p:spPr bwMode="auto">
              <a:xfrm>
                <a:off x="126" y="1616"/>
                <a:ext cx="247" cy="55"/>
              </a:xfrm>
              <a:custGeom>
                <a:avLst/>
                <a:gdLst>
                  <a:gd name="T0" fmla="*/ 116 w 184"/>
                  <a:gd name="T1" fmla="*/ 8 h 41"/>
                  <a:gd name="T2" fmla="*/ 171 w 184"/>
                  <a:gd name="T3" fmla="*/ 9 h 41"/>
                  <a:gd name="T4" fmla="*/ 184 w 184"/>
                  <a:gd name="T5" fmla="*/ 25 h 41"/>
                  <a:gd name="T6" fmla="*/ 170 w 184"/>
                  <a:gd name="T7" fmla="*/ 36 h 41"/>
                  <a:gd name="T8" fmla="*/ 92 w 184"/>
                  <a:gd name="T9" fmla="*/ 31 h 41"/>
                  <a:gd name="T10" fmla="*/ 27 w 184"/>
                  <a:gd name="T11" fmla="*/ 27 h 41"/>
                  <a:gd name="T12" fmla="*/ 1 w 184"/>
                  <a:gd name="T13" fmla="*/ 17 h 41"/>
                  <a:gd name="T14" fmla="*/ 25 w 184"/>
                  <a:gd name="T15" fmla="*/ 3 h 41"/>
                  <a:gd name="T16" fmla="*/ 73 w 184"/>
                  <a:gd name="T17" fmla="*/ 0 h 41"/>
                  <a:gd name="T18" fmla="*/ 75 w 184"/>
                  <a:gd name="T19" fmla="*/ 2 h 41"/>
                  <a:gd name="T20" fmla="*/ 74 w 184"/>
                  <a:gd name="T21" fmla="*/ 19 h 41"/>
                  <a:gd name="T22" fmla="*/ 113 w 184"/>
                  <a:gd name="T23" fmla="*/ 10 h 41"/>
                  <a:gd name="T24" fmla="*/ 116 w 184"/>
                  <a:gd name="T25" fmla="*/ 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41">
                    <a:moveTo>
                      <a:pt x="116" y="8"/>
                    </a:moveTo>
                    <a:cubicBezTo>
                      <a:pt x="134" y="8"/>
                      <a:pt x="153" y="9"/>
                      <a:pt x="171" y="9"/>
                    </a:cubicBezTo>
                    <a:cubicBezTo>
                      <a:pt x="182" y="9"/>
                      <a:pt x="184" y="16"/>
                      <a:pt x="184" y="25"/>
                    </a:cubicBezTo>
                    <a:cubicBezTo>
                      <a:pt x="184" y="35"/>
                      <a:pt x="177" y="36"/>
                      <a:pt x="170" y="36"/>
                    </a:cubicBezTo>
                    <a:cubicBezTo>
                      <a:pt x="144" y="34"/>
                      <a:pt x="118" y="41"/>
                      <a:pt x="92" y="31"/>
                    </a:cubicBezTo>
                    <a:cubicBezTo>
                      <a:pt x="71" y="23"/>
                      <a:pt x="48" y="28"/>
                      <a:pt x="27" y="27"/>
                    </a:cubicBezTo>
                    <a:cubicBezTo>
                      <a:pt x="17" y="27"/>
                      <a:pt x="2" y="31"/>
                      <a:pt x="1" y="17"/>
                    </a:cubicBezTo>
                    <a:cubicBezTo>
                      <a:pt x="0" y="3"/>
                      <a:pt x="15" y="4"/>
                      <a:pt x="25" y="3"/>
                    </a:cubicBezTo>
                    <a:cubicBezTo>
                      <a:pt x="41" y="2"/>
                      <a:pt x="57" y="1"/>
                      <a:pt x="73" y="0"/>
                    </a:cubicBezTo>
                    <a:cubicBezTo>
                      <a:pt x="73" y="0"/>
                      <a:pt x="75" y="2"/>
                      <a:pt x="75" y="2"/>
                    </a:cubicBezTo>
                    <a:cubicBezTo>
                      <a:pt x="73" y="8"/>
                      <a:pt x="65" y="17"/>
                      <a:pt x="74" y="19"/>
                    </a:cubicBezTo>
                    <a:cubicBezTo>
                      <a:pt x="87" y="21"/>
                      <a:pt x="105" y="32"/>
                      <a:pt x="113" y="10"/>
                    </a:cubicBezTo>
                    <a:lnTo>
                      <a:pt x="116"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58" name="公众号：叶宏泽演示研究所-1-44">
                <a:extLst>
                  <a:ext uri="{FF2B5EF4-FFF2-40B4-BE49-F238E27FC236}">
                    <a16:creationId xmlns:a16="http://schemas.microsoft.com/office/drawing/2014/main" id="{877647BC-C1E1-0748-812D-DFB422BC63AF}"/>
                  </a:ext>
                </a:extLst>
              </p:cNvPr>
              <p:cNvSpPr>
                <a:spLocks/>
              </p:cNvSpPr>
              <p:nvPr>
                <p:custDataLst>
                  <p:tags r:id="rId46"/>
                </p:custDataLst>
              </p:nvPr>
            </p:nvSpPr>
            <p:spPr bwMode="auto">
              <a:xfrm>
                <a:off x="2649" y="54"/>
                <a:ext cx="123" cy="177"/>
              </a:xfrm>
              <a:custGeom>
                <a:avLst/>
                <a:gdLst>
                  <a:gd name="T0" fmla="*/ 0 w 91"/>
                  <a:gd name="T1" fmla="*/ 115 h 132"/>
                  <a:gd name="T2" fmla="*/ 53 w 91"/>
                  <a:gd name="T3" fmla="*/ 12 h 132"/>
                  <a:gd name="T4" fmla="*/ 79 w 91"/>
                  <a:gd name="T5" fmla="*/ 4 h 132"/>
                  <a:gd name="T6" fmla="*/ 80 w 91"/>
                  <a:gd name="T7" fmla="*/ 24 h 132"/>
                  <a:gd name="T8" fmla="*/ 13 w 91"/>
                  <a:gd name="T9" fmla="*/ 132 h 132"/>
                  <a:gd name="T10" fmla="*/ 0 w 91"/>
                  <a:gd name="T11" fmla="*/ 115 h 132"/>
                </a:gdLst>
                <a:ahLst/>
                <a:cxnLst>
                  <a:cxn ang="0">
                    <a:pos x="T0" y="T1"/>
                  </a:cxn>
                  <a:cxn ang="0">
                    <a:pos x="T2" y="T3"/>
                  </a:cxn>
                  <a:cxn ang="0">
                    <a:pos x="T4" y="T5"/>
                  </a:cxn>
                  <a:cxn ang="0">
                    <a:pos x="T6" y="T7"/>
                  </a:cxn>
                  <a:cxn ang="0">
                    <a:pos x="T8" y="T9"/>
                  </a:cxn>
                  <a:cxn ang="0">
                    <a:pos x="T10" y="T11"/>
                  </a:cxn>
                </a:cxnLst>
                <a:rect l="0" t="0" r="r" b="b"/>
                <a:pathLst>
                  <a:path w="91" h="132">
                    <a:moveTo>
                      <a:pt x="0" y="115"/>
                    </a:moveTo>
                    <a:cubicBezTo>
                      <a:pt x="17" y="81"/>
                      <a:pt x="35" y="47"/>
                      <a:pt x="53" y="12"/>
                    </a:cubicBezTo>
                    <a:cubicBezTo>
                      <a:pt x="59" y="0"/>
                      <a:pt x="68" y="0"/>
                      <a:pt x="79" y="4"/>
                    </a:cubicBezTo>
                    <a:cubicBezTo>
                      <a:pt x="91" y="10"/>
                      <a:pt x="84" y="18"/>
                      <a:pt x="80" y="24"/>
                    </a:cubicBezTo>
                    <a:cubicBezTo>
                      <a:pt x="57" y="60"/>
                      <a:pt x="43" y="101"/>
                      <a:pt x="13" y="132"/>
                    </a:cubicBezTo>
                    <a:cubicBezTo>
                      <a:pt x="15" y="121"/>
                      <a:pt x="11" y="116"/>
                      <a:pt x="0" y="1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59" name="公众号：叶宏泽演示研究所-1-45">
                <a:extLst>
                  <a:ext uri="{FF2B5EF4-FFF2-40B4-BE49-F238E27FC236}">
                    <a16:creationId xmlns:a16="http://schemas.microsoft.com/office/drawing/2014/main" id="{E3F0B282-E712-4C44-B259-141777CB1BE7}"/>
                  </a:ext>
                </a:extLst>
              </p:cNvPr>
              <p:cNvSpPr>
                <a:spLocks/>
              </p:cNvSpPr>
              <p:nvPr>
                <p:custDataLst>
                  <p:tags r:id="rId47"/>
                </p:custDataLst>
              </p:nvPr>
            </p:nvSpPr>
            <p:spPr bwMode="auto">
              <a:xfrm>
                <a:off x="2157" y="3209"/>
                <a:ext cx="73" cy="157"/>
              </a:xfrm>
              <a:custGeom>
                <a:avLst/>
                <a:gdLst>
                  <a:gd name="T0" fmla="*/ 0 w 54"/>
                  <a:gd name="T1" fmla="*/ 54 h 117"/>
                  <a:gd name="T2" fmla="*/ 6 w 54"/>
                  <a:gd name="T3" fmla="*/ 14 h 117"/>
                  <a:gd name="T4" fmla="*/ 24 w 54"/>
                  <a:gd name="T5" fmla="*/ 2 h 117"/>
                  <a:gd name="T6" fmla="*/ 33 w 54"/>
                  <a:gd name="T7" fmla="*/ 19 h 117"/>
                  <a:gd name="T8" fmla="*/ 39 w 54"/>
                  <a:gd name="T9" fmla="*/ 54 h 117"/>
                  <a:gd name="T10" fmla="*/ 37 w 54"/>
                  <a:gd name="T11" fmla="*/ 113 h 117"/>
                  <a:gd name="T12" fmla="*/ 26 w 54"/>
                  <a:gd name="T13" fmla="*/ 117 h 117"/>
                  <a:gd name="T14" fmla="*/ 7 w 54"/>
                  <a:gd name="T15" fmla="*/ 98 h 117"/>
                  <a:gd name="T16" fmla="*/ 0 w 54"/>
                  <a:gd name="T17" fmla="*/ 54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17">
                    <a:moveTo>
                      <a:pt x="0" y="54"/>
                    </a:moveTo>
                    <a:cubicBezTo>
                      <a:pt x="6" y="42"/>
                      <a:pt x="6" y="28"/>
                      <a:pt x="6" y="14"/>
                    </a:cubicBezTo>
                    <a:cubicBezTo>
                      <a:pt x="6" y="0"/>
                      <a:pt x="15" y="0"/>
                      <a:pt x="24" y="2"/>
                    </a:cubicBezTo>
                    <a:cubicBezTo>
                      <a:pt x="33" y="5"/>
                      <a:pt x="40" y="10"/>
                      <a:pt x="33" y="19"/>
                    </a:cubicBezTo>
                    <a:cubicBezTo>
                      <a:pt x="22" y="34"/>
                      <a:pt x="27" y="42"/>
                      <a:pt x="39" y="54"/>
                    </a:cubicBezTo>
                    <a:cubicBezTo>
                      <a:pt x="54" y="72"/>
                      <a:pt x="38" y="93"/>
                      <a:pt x="37" y="113"/>
                    </a:cubicBezTo>
                    <a:cubicBezTo>
                      <a:pt x="37" y="114"/>
                      <a:pt x="29" y="117"/>
                      <a:pt x="26" y="117"/>
                    </a:cubicBezTo>
                    <a:cubicBezTo>
                      <a:pt x="16" y="115"/>
                      <a:pt x="9" y="108"/>
                      <a:pt x="7" y="98"/>
                    </a:cubicBezTo>
                    <a:cubicBezTo>
                      <a:pt x="5" y="84"/>
                      <a:pt x="8" y="68"/>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60" name="公众号：叶宏泽演示研究所-1-46">
                <a:extLst>
                  <a:ext uri="{FF2B5EF4-FFF2-40B4-BE49-F238E27FC236}">
                    <a16:creationId xmlns:a16="http://schemas.microsoft.com/office/drawing/2014/main" id="{4576E8A5-C4D9-6C41-9E52-5629C3A82F12}"/>
                  </a:ext>
                </a:extLst>
              </p:cNvPr>
              <p:cNvSpPr>
                <a:spLocks/>
              </p:cNvSpPr>
              <p:nvPr>
                <p:custDataLst>
                  <p:tags r:id="rId48"/>
                </p:custDataLst>
              </p:nvPr>
            </p:nvSpPr>
            <p:spPr bwMode="auto">
              <a:xfrm>
                <a:off x="796" y="181"/>
                <a:ext cx="137" cy="84"/>
              </a:xfrm>
              <a:custGeom>
                <a:avLst/>
                <a:gdLst>
                  <a:gd name="T0" fmla="*/ 102 w 102"/>
                  <a:gd name="T1" fmla="*/ 35 h 63"/>
                  <a:gd name="T2" fmla="*/ 75 w 102"/>
                  <a:gd name="T3" fmla="*/ 48 h 63"/>
                  <a:gd name="T4" fmla="*/ 75 w 102"/>
                  <a:gd name="T5" fmla="*/ 48 h 63"/>
                  <a:gd name="T6" fmla="*/ 61 w 102"/>
                  <a:gd name="T7" fmla="*/ 42 h 63"/>
                  <a:gd name="T8" fmla="*/ 53 w 102"/>
                  <a:gd name="T9" fmla="*/ 48 h 63"/>
                  <a:gd name="T10" fmla="*/ 33 w 102"/>
                  <a:gd name="T11" fmla="*/ 62 h 63"/>
                  <a:gd name="T12" fmla="*/ 17 w 102"/>
                  <a:gd name="T13" fmla="*/ 41 h 63"/>
                  <a:gd name="T14" fmla="*/ 9 w 102"/>
                  <a:gd name="T15" fmla="*/ 11 h 63"/>
                  <a:gd name="T16" fmla="*/ 46 w 102"/>
                  <a:gd name="T17" fmla="*/ 11 h 63"/>
                  <a:gd name="T18" fmla="*/ 81 w 102"/>
                  <a:gd name="T19" fmla="*/ 22 h 63"/>
                  <a:gd name="T20" fmla="*/ 102 w 102"/>
                  <a:gd name="T21" fmla="*/ 3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63">
                    <a:moveTo>
                      <a:pt x="102" y="35"/>
                    </a:moveTo>
                    <a:cubicBezTo>
                      <a:pt x="100" y="53"/>
                      <a:pt x="85" y="45"/>
                      <a:pt x="75" y="48"/>
                    </a:cubicBezTo>
                    <a:cubicBezTo>
                      <a:pt x="75" y="48"/>
                      <a:pt x="75" y="48"/>
                      <a:pt x="75" y="48"/>
                    </a:cubicBezTo>
                    <a:cubicBezTo>
                      <a:pt x="74" y="38"/>
                      <a:pt x="71" y="31"/>
                      <a:pt x="61" y="42"/>
                    </a:cubicBezTo>
                    <a:cubicBezTo>
                      <a:pt x="58" y="44"/>
                      <a:pt x="56" y="46"/>
                      <a:pt x="53" y="48"/>
                    </a:cubicBezTo>
                    <a:cubicBezTo>
                      <a:pt x="47" y="54"/>
                      <a:pt x="44" y="63"/>
                      <a:pt x="33" y="62"/>
                    </a:cubicBezTo>
                    <a:cubicBezTo>
                      <a:pt x="24" y="58"/>
                      <a:pt x="23" y="47"/>
                      <a:pt x="17" y="41"/>
                    </a:cubicBezTo>
                    <a:cubicBezTo>
                      <a:pt x="9" y="32"/>
                      <a:pt x="0" y="21"/>
                      <a:pt x="9" y="11"/>
                    </a:cubicBezTo>
                    <a:cubicBezTo>
                      <a:pt x="18" y="2"/>
                      <a:pt x="36" y="0"/>
                      <a:pt x="46" y="11"/>
                    </a:cubicBezTo>
                    <a:cubicBezTo>
                      <a:pt x="57" y="22"/>
                      <a:pt x="70" y="18"/>
                      <a:pt x="81" y="22"/>
                    </a:cubicBezTo>
                    <a:cubicBezTo>
                      <a:pt x="83" y="35"/>
                      <a:pt x="92" y="37"/>
                      <a:pt x="10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61" name="公众号：叶宏泽演示研究所-1-47">
                <a:extLst>
                  <a:ext uri="{FF2B5EF4-FFF2-40B4-BE49-F238E27FC236}">
                    <a16:creationId xmlns:a16="http://schemas.microsoft.com/office/drawing/2014/main" id="{AE387C53-A77F-E04D-888A-90B3FDF457AF}"/>
                  </a:ext>
                </a:extLst>
              </p:cNvPr>
              <p:cNvSpPr>
                <a:spLocks/>
              </p:cNvSpPr>
              <p:nvPr>
                <p:custDataLst>
                  <p:tags r:id="rId49"/>
                </p:custDataLst>
              </p:nvPr>
            </p:nvSpPr>
            <p:spPr bwMode="auto">
              <a:xfrm>
                <a:off x="878" y="311"/>
                <a:ext cx="86" cy="110"/>
              </a:xfrm>
              <a:custGeom>
                <a:avLst/>
                <a:gdLst>
                  <a:gd name="T0" fmla="*/ 21 w 64"/>
                  <a:gd name="T1" fmla="*/ 0 h 82"/>
                  <a:gd name="T2" fmla="*/ 51 w 64"/>
                  <a:gd name="T3" fmla="*/ 43 h 82"/>
                  <a:gd name="T4" fmla="*/ 51 w 64"/>
                  <a:gd name="T5" fmla="*/ 70 h 82"/>
                  <a:gd name="T6" fmla="*/ 30 w 64"/>
                  <a:gd name="T7" fmla="*/ 59 h 82"/>
                  <a:gd name="T8" fmla="*/ 0 w 64"/>
                  <a:gd name="T9" fmla="*/ 7 h 82"/>
                  <a:gd name="T10" fmla="*/ 21 w 64"/>
                  <a:gd name="T11" fmla="*/ 0 h 82"/>
                </a:gdLst>
                <a:ahLst/>
                <a:cxnLst>
                  <a:cxn ang="0">
                    <a:pos x="T0" y="T1"/>
                  </a:cxn>
                  <a:cxn ang="0">
                    <a:pos x="T2" y="T3"/>
                  </a:cxn>
                  <a:cxn ang="0">
                    <a:pos x="T4" y="T5"/>
                  </a:cxn>
                  <a:cxn ang="0">
                    <a:pos x="T6" y="T7"/>
                  </a:cxn>
                  <a:cxn ang="0">
                    <a:pos x="T8" y="T9"/>
                  </a:cxn>
                  <a:cxn ang="0">
                    <a:pos x="T10" y="T11"/>
                  </a:cxn>
                </a:cxnLst>
                <a:rect l="0" t="0" r="r" b="b"/>
                <a:pathLst>
                  <a:path w="64" h="82">
                    <a:moveTo>
                      <a:pt x="21" y="0"/>
                    </a:moveTo>
                    <a:cubicBezTo>
                      <a:pt x="31" y="14"/>
                      <a:pt x="42" y="28"/>
                      <a:pt x="51" y="43"/>
                    </a:cubicBezTo>
                    <a:cubicBezTo>
                      <a:pt x="56" y="51"/>
                      <a:pt x="64" y="60"/>
                      <a:pt x="51" y="70"/>
                    </a:cubicBezTo>
                    <a:cubicBezTo>
                      <a:pt x="36" y="82"/>
                      <a:pt x="33" y="64"/>
                      <a:pt x="30" y="59"/>
                    </a:cubicBezTo>
                    <a:cubicBezTo>
                      <a:pt x="18" y="43"/>
                      <a:pt x="4" y="28"/>
                      <a:pt x="0" y="7"/>
                    </a:cubicBezTo>
                    <a:cubicBezTo>
                      <a:pt x="7" y="7"/>
                      <a:pt x="16" y="8"/>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62" name="公众号：叶宏泽演示研究所-1-48">
                <a:extLst>
                  <a:ext uri="{FF2B5EF4-FFF2-40B4-BE49-F238E27FC236}">
                    <a16:creationId xmlns:a16="http://schemas.microsoft.com/office/drawing/2014/main" id="{53DD6B99-8EA1-A94E-9D96-82D3514ED1A4}"/>
                  </a:ext>
                </a:extLst>
              </p:cNvPr>
              <p:cNvSpPr>
                <a:spLocks/>
              </p:cNvSpPr>
              <p:nvPr>
                <p:custDataLst>
                  <p:tags r:id="rId50"/>
                </p:custDataLst>
              </p:nvPr>
            </p:nvSpPr>
            <p:spPr bwMode="auto">
              <a:xfrm>
                <a:off x="2652" y="2933"/>
                <a:ext cx="102" cy="93"/>
              </a:xfrm>
              <a:custGeom>
                <a:avLst/>
                <a:gdLst>
                  <a:gd name="T0" fmla="*/ 42 w 76"/>
                  <a:gd name="T1" fmla="*/ 0 h 69"/>
                  <a:gd name="T2" fmla="*/ 62 w 76"/>
                  <a:gd name="T3" fmla="*/ 14 h 69"/>
                  <a:gd name="T4" fmla="*/ 62 w 76"/>
                  <a:gd name="T5" fmla="*/ 20 h 69"/>
                  <a:gd name="T6" fmla="*/ 75 w 76"/>
                  <a:gd name="T7" fmla="*/ 43 h 69"/>
                  <a:gd name="T8" fmla="*/ 72 w 76"/>
                  <a:gd name="T9" fmla="*/ 42 h 69"/>
                  <a:gd name="T10" fmla="*/ 69 w 76"/>
                  <a:gd name="T11" fmla="*/ 42 h 69"/>
                  <a:gd name="T12" fmla="*/ 33 w 76"/>
                  <a:gd name="T13" fmla="*/ 55 h 69"/>
                  <a:gd name="T14" fmla="*/ 20 w 76"/>
                  <a:gd name="T15" fmla="*/ 69 h 69"/>
                  <a:gd name="T16" fmla="*/ 1 w 76"/>
                  <a:gd name="T17" fmla="*/ 62 h 69"/>
                  <a:gd name="T18" fmla="*/ 0 w 76"/>
                  <a:gd name="T19" fmla="*/ 49 h 69"/>
                  <a:gd name="T20" fmla="*/ 6 w 76"/>
                  <a:gd name="T21" fmla="*/ 43 h 69"/>
                  <a:gd name="T22" fmla="*/ 42 w 76"/>
                  <a:gd name="T23"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 h="69">
                    <a:moveTo>
                      <a:pt x="42" y="0"/>
                    </a:moveTo>
                    <a:cubicBezTo>
                      <a:pt x="52" y="0"/>
                      <a:pt x="54" y="11"/>
                      <a:pt x="62" y="14"/>
                    </a:cubicBezTo>
                    <a:cubicBezTo>
                      <a:pt x="61" y="16"/>
                      <a:pt x="61" y="18"/>
                      <a:pt x="62" y="20"/>
                    </a:cubicBezTo>
                    <a:cubicBezTo>
                      <a:pt x="64" y="28"/>
                      <a:pt x="76" y="32"/>
                      <a:pt x="75" y="43"/>
                    </a:cubicBezTo>
                    <a:cubicBezTo>
                      <a:pt x="75" y="43"/>
                      <a:pt x="72" y="42"/>
                      <a:pt x="72" y="42"/>
                    </a:cubicBezTo>
                    <a:cubicBezTo>
                      <a:pt x="72" y="42"/>
                      <a:pt x="69" y="42"/>
                      <a:pt x="69" y="42"/>
                    </a:cubicBezTo>
                    <a:cubicBezTo>
                      <a:pt x="54" y="39"/>
                      <a:pt x="42" y="42"/>
                      <a:pt x="33" y="55"/>
                    </a:cubicBezTo>
                    <a:cubicBezTo>
                      <a:pt x="29" y="60"/>
                      <a:pt x="24" y="65"/>
                      <a:pt x="20" y="69"/>
                    </a:cubicBezTo>
                    <a:cubicBezTo>
                      <a:pt x="14" y="67"/>
                      <a:pt x="8" y="64"/>
                      <a:pt x="1" y="62"/>
                    </a:cubicBezTo>
                    <a:cubicBezTo>
                      <a:pt x="1" y="57"/>
                      <a:pt x="0" y="53"/>
                      <a:pt x="0" y="49"/>
                    </a:cubicBezTo>
                    <a:cubicBezTo>
                      <a:pt x="2" y="47"/>
                      <a:pt x="4" y="45"/>
                      <a:pt x="6" y="43"/>
                    </a:cubicBezTo>
                    <a:cubicBezTo>
                      <a:pt x="26" y="36"/>
                      <a:pt x="34" y="18"/>
                      <a:pt x="4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63" name="公众号：叶宏泽演示研究所-1-49">
                <a:extLst>
                  <a:ext uri="{FF2B5EF4-FFF2-40B4-BE49-F238E27FC236}">
                    <a16:creationId xmlns:a16="http://schemas.microsoft.com/office/drawing/2014/main" id="{3E24749D-F44B-064B-9AE0-D3FC1B2958B1}"/>
                  </a:ext>
                </a:extLst>
              </p:cNvPr>
              <p:cNvSpPr>
                <a:spLocks/>
              </p:cNvSpPr>
              <p:nvPr>
                <p:custDataLst>
                  <p:tags r:id="rId51"/>
                </p:custDataLst>
              </p:nvPr>
            </p:nvSpPr>
            <p:spPr bwMode="auto">
              <a:xfrm>
                <a:off x="2930" y="469"/>
                <a:ext cx="84" cy="94"/>
              </a:xfrm>
              <a:custGeom>
                <a:avLst/>
                <a:gdLst>
                  <a:gd name="T0" fmla="*/ 0 w 63"/>
                  <a:gd name="T1" fmla="*/ 22 h 70"/>
                  <a:gd name="T2" fmla="*/ 14 w 63"/>
                  <a:gd name="T3" fmla="*/ 0 h 70"/>
                  <a:gd name="T4" fmla="*/ 63 w 63"/>
                  <a:gd name="T5" fmla="*/ 70 h 70"/>
                  <a:gd name="T6" fmla="*/ 63 w 63"/>
                  <a:gd name="T7" fmla="*/ 70 h 70"/>
                  <a:gd name="T8" fmla="*/ 0 w 63"/>
                  <a:gd name="T9" fmla="*/ 22 h 70"/>
                </a:gdLst>
                <a:ahLst/>
                <a:cxnLst>
                  <a:cxn ang="0">
                    <a:pos x="T0" y="T1"/>
                  </a:cxn>
                  <a:cxn ang="0">
                    <a:pos x="T2" y="T3"/>
                  </a:cxn>
                  <a:cxn ang="0">
                    <a:pos x="T4" y="T5"/>
                  </a:cxn>
                  <a:cxn ang="0">
                    <a:pos x="T6" y="T7"/>
                  </a:cxn>
                  <a:cxn ang="0">
                    <a:pos x="T8" y="T9"/>
                  </a:cxn>
                </a:cxnLst>
                <a:rect l="0" t="0" r="r" b="b"/>
                <a:pathLst>
                  <a:path w="63" h="70">
                    <a:moveTo>
                      <a:pt x="0" y="22"/>
                    </a:moveTo>
                    <a:cubicBezTo>
                      <a:pt x="4" y="15"/>
                      <a:pt x="9" y="7"/>
                      <a:pt x="14" y="0"/>
                    </a:cubicBezTo>
                    <a:cubicBezTo>
                      <a:pt x="34" y="21"/>
                      <a:pt x="63" y="36"/>
                      <a:pt x="63" y="70"/>
                    </a:cubicBezTo>
                    <a:cubicBezTo>
                      <a:pt x="63" y="70"/>
                      <a:pt x="63" y="70"/>
                      <a:pt x="63" y="70"/>
                    </a:cubicBezTo>
                    <a:cubicBezTo>
                      <a:pt x="33" y="66"/>
                      <a:pt x="18" y="41"/>
                      <a:pt x="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64" name="公众号：叶宏泽演示研究所-1-50">
                <a:extLst>
                  <a:ext uri="{FF2B5EF4-FFF2-40B4-BE49-F238E27FC236}">
                    <a16:creationId xmlns:a16="http://schemas.microsoft.com/office/drawing/2014/main" id="{EBDE9647-894D-634F-A0ED-34436A49DEEB}"/>
                  </a:ext>
                </a:extLst>
              </p:cNvPr>
              <p:cNvSpPr>
                <a:spLocks/>
              </p:cNvSpPr>
              <p:nvPr>
                <p:custDataLst>
                  <p:tags r:id="rId52"/>
                </p:custDataLst>
              </p:nvPr>
            </p:nvSpPr>
            <p:spPr bwMode="auto">
              <a:xfrm>
                <a:off x="3514" y="1566"/>
                <a:ext cx="110" cy="43"/>
              </a:xfrm>
              <a:custGeom>
                <a:avLst/>
                <a:gdLst>
                  <a:gd name="T0" fmla="*/ 24 w 82"/>
                  <a:gd name="T1" fmla="*/ 32 h 32"/>
                  <a:gd name="T2" fmla="*/ 9 w 82"/>
                  <a:gd name="T3" fmla="*/ 31 h 32"/>
                  <a:gd name="T4" fmla="*/ 27 w 82"/>
                  <a:gd name="T5" fmla="*/ 3 h 32"/>
                  <a:gd name="T6" fmla="*/ 79 w 82"/>
                  <a:gd name="T7" fmla="*/ 5 h 32"/>
                  <a:gd name="T8" fmla="*/ 73 w 82"/>
                  <a:gd name="T9" fmla="*/ 31 h 32"/>
                  <a:gd name="T10" fmla="*/ 24 w 82"/>
                  <a:gd name="T11" fmla="*/ 32 h 32"/>
                </a:gdLst>
                <a:ahLst/>
                <a:cxnLst>
                  <a:cxn ang="0">
                    <a:pos x="T0" y="T1"/>
                  </a:cxn>
                  <a:cxn ang="0">
                    <a:pos x="T2" y="T3"/>
                  </a:cxn>
                  <a:cxn ang="0">
                    <a:pos x="T4" y="T5"/>
                  </a:cxn>
                  <a:cxn ang="0">
                    <a:pos x="T6" y="T7"/>
                  </a:cxn>
                  <a:cxn ang="0">
                    <a:pos x="T8" y="T9"/>
                  </a:cxn>
                  <a:cxn ang="0">
                    <a:pos x="T10" y="T11"/>
                  </a:cxn>
                </a:cxnLst>
                <a:rect l="0" t="0" r="r" b="b"/>
                <a:pathLst>
                  <a:path w="82" h="32">
                    <a:moveTo>
                      <a:pt x="24" y="32"/>
                    </a:moveTo>
                    <a:cubicBezTo>
                      <a:pt x="19" y="31"/>
                      <a:pt x="14" y="31"/>
                      <a:pt x="9" y="31"/>
                    </a:cubicBezTo>
                    <a:cubicBezTo>
                      <a:pt x="0" y="12"/>
                      <a:pt x="1" y="0"/>
                      <a:pt x="27" y="3"/>
                    </a:cubicBezTo>
                    <a:cubicBezTo>
                      <a:pt x="44" y="4"/>
                      <a:pt x="61" y="4"/>
                      <a:pt x="79" y="5"/>
                    </a:cubicBezTo>
                    <a:cubicBezTo>
                      <a:pt x="78" y="14"/>
                      <a:pt x="82" y="24"/>
                      <a:pt x="73" y="31"/>
                    </a:cubicBezTo>
                    <a:cubicBezTo>
                      <a:pt x="57" y="31"/>
                      <a:pt x="40" y="31"/>
                      <a:pt x="24"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65" name="公众号：叶宏泽演示研究所-1-51">
                <a:extLst>
                  <a:ext uri="{FF2B5EF4-FFF2-40B4-BE49-F238E27FC236}">
                    <a16:creationId xmlns:a16="http://schemas.microsoft.com/office/drawing/2014/main" id="{46917C6E-3E53-5A49-8C93-1051373278A7}"/>
                  </a:ext>
                </a:extLst>
              </p:cNvPr>
              <p:cNvSpPr>
                <a:spLocks/>
              </p:cNvSpPr>
              <p:nvPr>
                <p:custDataLst>
                  <p:tags r:id="rId53"/>
                </p:custDataLst>
              </p:nvPr>
            </p:nvSpPr>
            <p:spPr bwMode="auto">
              <a:xfrm>
                <a:off x="3214" y="2615"/>
                <a:ext cx="75" cy="95"/>
              </a:xfrm>
              <a:custGeom>
                <a:avLst/>
                <a:gdLst>
                  <a:gd name="T0" fmla="*/ 24 w 56"/>
                  <a:gd name="T1" fmla="*/ 0 h 71"/>
                  <a:gd name="T2" fmla="*/ 42 w 56"/>
                  <a:gd name="T3" fmla="*/ 58 h 71"/>
                  <a:gd name="T4" fmla="*/ 20 w 56"/>
                  <a:gd name="T5" fmla="*/ 59 h 71"/>
                  <a:gd name="T6" fmla="*/ 19 w 56"/>
                  <a:gd name="T7" fmla="*/ 0 h 71"/>
                  <a:gd name="T8" fmla="*/ 24 w 56"/>
                  <a:gd name="T9" fmla="*/ 0 h 71"/>
                </a:gdLst>
                <a:ahLst/>
                <a:cxnLst>
                  <a:cxn ang="0">
                    <a:pos x="T0" y="T1"/>
                  </a:cxn>
                  <a:cxn ang="0">
                    <a:pos x="T2" y="T3"/>
                  </a:cxn>
                  <a:cxn ang="0">
                    <a:pos x="T4" y="T5"/>
                  </a:cxn>
                  <a:cxn ang="0">
                    <a:pos x="T6" y="T7"/>
                  </a:cxn>
                  <a:cxn ang="0">
                    <a:pos x="T8" y="T9"/>
                  </a:cxn>
                </a:cxnLst>
                <a:rect l="0" t="0" r="r" b="b"/>
                <a:pathLst>
                  <a:path w="56" h="71">
                    <a:moveTo>
                      <a:pt x="24" y="0"/>
                    </a:moveTo>
                    <a:cubicBezTo>
                      <a:pt x="45" y="14"/>
                      <a:pt x="56" y="32"/>
                      <a:pt x="42" y="58"/>
                    </a:cubicBezTo>
                    <a:cubicBezTo>
                      <a:pt x="35" y="71"/>
                      <a:pt x="23" y="65"/>
                      <a:pt x="20" y="59"/>
                    </a:cubicBezTo>
                    <a:cubicBezTo>
                      <a:pt x="9" y="40"/>
                      <a:pt x="0" y="20"/>
                      <a:pt x="19" y="0"/>
                    </a:cubicBezTo>
                    <a:cubicBezTo>
                      <a:pt x="21" y="0"/>
                      <a:pt x="22"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66" name="公众号：叶宏泽演示研究所-1-52">
                <a:extLst>
                  <a:ext uri="{FF2B5EF4-FFF2-40B4-BE49-F238E27FC236}">
                    <a16:creationId xmlns:a16="http://schemas.microsoft.com/office/drawing/2014/main" id="{0118AFBD-9908-F84C-850A-25AE3AB2CC48}"/>
                  </a:ext>
                </a:extLst>
              </p:cNvPr>
              <p:cNvSpPr>
                <a:spLocks/>
              </p:cNvSpPr>
              <p:nvPr>
                <p:custDataLst>
                  <p:tags r:id="rId54"/>
                </p:custDataLst>
              </p:nvPr>
            </p:nvSpPr>
            <p:spPr bwMode="auto">
              <a:xfrm>
                <a:off x="2609" y="155"/>
                <a:ext cx="61" cy="112"/>
              </a:xfrm>
              <a:custGeom>
                <a:avLst/>
                <a:gdLst>
                  <a:gd name="T0" fmla="*/ 30 w 45"/>
                  <a:gd name="T1" fmla="*/ 39 h 83"/>
                  <a:gd name="T2" fmla="*/ 43 w 45"/>
                  <a:gd name="T3" fmla="*/ 56 h 83"/>
                  <a:gd name="T4" fmla="*/ 43 w 45"/>
                  <a:gd name="T5" fmla="*/ 60 h 83"/>
                  <a:gd name="T6" fmla="*/ 36 w 45"/>
                  <a:gd name="T7" fmla="*/ 71 h 83"/>
                  <a:gd name="T8" fmla="*/ 35 w 45"/>
                  <a:gd name="T9" fmla="*/ 74 h 83"/>
                  <a:gd name="T10" fmla="*/ 14 w 45"/>
                  <a:gd name="T11" fmla="*/ 83 h 83"/>
                  <a:gd name="T12" fmla="*/ 12 w 45"/>
                  <a:gd name="T13" fmla="*/ 83 h 83"/>
                  <a:gd name="T14" fmla="*/ 10 w 45"/>
                  <a:gd name="T15" fmla="*/ 82 h 83"/>
                  <a:gd name="T16" fmla="*/ 6 w 45"/>
                  <a:gd name="T17" fmla="*/ 0 h 83"/>
                  <a:gd name="T18" fmla="*/ 24 w 45"/>
                  <a:gd name="T19" fmla="*/ 39 h 83"/>
                  <a:gd name="T20" fmla="*/ 30 w 45"/>
                  <a:gd name="T21" fmla="*/ 3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83">
                    <a:moveTo>
                      <a:pt x="30" y="39"/>
                    </a:moveTo>
                    <a:cubicBezTo>
                      <a:pt x="41" y="40"/>
                      <a:pt x="45" y="45"/>
                      <a:pt x="43" y="56"/>
                    </a:cubicBezTo>
                    <a:cubicBezTo>
                      <a:pt x="44" y="58"/>
                      <a:pt x="44" y="59"/>
                      <a:pt x="43" y="60"/>
                    </a:cubicBezTo>
                    <a:cubicBezTo>
                      <a:pt x="41" y="64"/>
                      <a:pt x="38" y="67"/>
                      <a:pt x="36" y="71"/>
                    </a:cubicBezTo>
                    <a:cubicBezTo>
                      <a:pt x="37" y="72"/>
                      <a:pt x="37" y="73"/>
                      <a:pt x="35" y="74"/>
                    </a:cubicBezTo>
                    <a:cubicBezTo>
                      <a:pt x="28" y="77"/>
                      <a:pt x="21" y="80"/>
                      <a:pt x="14" y="83"/>
                    </a:cubicBezTo>
                    <a:cubicBezTo>
                      <a:pt x="12" y="83"/>
                      <a:pt x="12" y="83"/>
                      <a:pt x="12" y="83"/>
                    </a:cubicBezTo>
                    <a:cubicBezTo>
                      <a:pt x="12" y="83"/>
                      <a:pt x="10" y="82"/>
                      <a:pt x="10" y="82"/>
                    </a:cubicBezTo>
                    <a:cubicBezTo>
                      <a:pt x="1" y="55"/>
                      <a:pt x="0" y="29"/>
                      <a:pt x="6" y="0"/>
                    </a:cubicBezTo>
                    <a:cubicBezTo>
                      <a:pt x="24" y="11"/>
                      <a:pt x="7" y="32"/>
                      <a:pt x="24" y="39"/>
                    </a:cubicBezTo>
                    <a:cubicBezTo>
                      <a:pt x="26" y="39"/>
                      <a:pt x="28" y="39"/>
                      <a:pt x="30"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67" name="公众号：叶宏泽演示研究所-1-53">
                <a:extLst>
                  <a:ext uri="{FF2B5EF4-FFF2-40B4-BE49-F238E27FC236}">
                    <a16:creationId xmlns:a16="http://schemas.microsoft.com/office/drawing/2014/main" id="{A41A2319-2EA5-2D40-BAAD-AE6B39EA63DF}"/>
                  </a:ext>
                </a:extLst>
              </p:cNvPr>
              <p:cNvSpPr>
                <a:spLocks noEditPoints="1"/>
              </p:cNvSpPr>
              <p:nvPr>
                <p:custDataLst>
                  <p:tags r:id="rId55"/>
                </p:custDataLst>
              </p:nvPr>
            </p:nvSpPr>
            <p:spPr bwMode="auto">
              <a:xfrm>
                <a:off x="1526" y="3224"/>
                <a:ext cx="78" cy="90"/>
              </a:xfrm>
              <a:custGeom>
                <a:avLst/>
                <a:gdLst>
                  <a:gd name="T0" fmla="*/ 33 w 58"/>
                  <a:gd name="T1" fmla="*/ 0 h 67"/>
                  <a:gd name="T2" fmla="*/ 58 w 58"/>
                  <a:gd name="T3" fmla="*/ 5 h 67"/>
                  <a:gd name="T4" fmla="*/ 31 w 58"/>
                  <a:gd name="T5" fmla="*/ 57 h 67"/>
                  <a:gd name="T6" fmla="*/ 9 w 58"/>
                  <a:gd name="T7" fmla="*/ 63 h 67"/>
                  <a:gd name="T8" fmla="*/ 6 w 58"/>
                  <a:gd name="T9" fmla="*/ 38 h 67"/>
                  <a:gd name="T10" fmla="*/ 33 w 58"/>
                  <a:gd name="T11" fmla="*/ 0 h 67"/>
                  <a:gd name="T12" fmla="*/ 20 w 58"/>
                  <a:gd name="T13" fmla="*/ 40 h 67"/>
                  <a:gd name="T14" fmla="*/ 23 w 58"/>
                  <a:gd name="T15" fmla="*/ 44 h 67"/>
                  <a:gd name="T16" fmla="*/ 29 w 58"/>
                  <a:gd name="T17" fmla="*/ 43 h 67"/>
                  <a:gd name="T18" fmla="*/ 25 w 58"/>
                  <a:gd name="T19" fmla="*/ 36 h 67"/>
                  <a:gd name="T20" fmla="*/ 20 w 58"/>
                  <a:gd name="T21" fmla="*/ 4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67">
                    <a:moveTo>
                      <a:pt x="33" y="0"/>
                    </a:moveTo>
                    <a:cubicBezTo>
                      <a:pt x="38" y="15"/>
                      <a:pt x="49" y="5"/>
                      <a:pt x="58" y="5"/>
                    </a:cubicBezTo>
                    <a:cubicBezTo>
                      <a:pt x="53" y="25"/>
                      <a:pt x="46" y="43"/>
                      <a:pt x="31" y="57"/>
                    </a:cubicBezTo>
                    <a:cubicBezTo>
                      <a:pt x="25" y="63"/>
                      <a:pt x="16" y="67"/>
                      <a:pt x="9" y="63"/>
                    </a:cubicBezTo>
                    <a:cubicBezTo>
                      <a:pt x="0" y="58"/>
                      <a:pt x="2" y="46"/>
                      <a:pt x="6" y="38"/>
                    </a:cubicBezTo>
                    <a:cubicBezTo>
                      <a:pt x="14" y="25"/>
                      <a:pt x="24" y="12"/>
                      <a:pt x="33" y="0"/>
                    </a:cubicBezTo>
                    <a:close/>
                    <a:moveTo>
                      <a:pt x="20" y="40"/>
                    </a:moveTo>
                    <a:cubicBezTo>
                      <a:pt x="21" y="41"/>
                      <a:pt x="22" y="44"/>
                      <a:pt x="23" y="44"/>
                    </a:cubicBezTo>
                    <a:cubicBezTo>
                      <a:pt x="25" y="45"/>
                      <a:pt x="27" y="43"/>
                      <a:pt x="29" y="43"/>
                    </a:cubicBezTo>
                    <a:cubicBezTo>
                      <a:pt x="27" y="40"/>
                      <a:pt x="26" y="38"/>
                      <a:pt x="25" y="36"/>
                    </a:cubicBezTo>
                    <a:cubicBezTo>
                      <a:pt x="23" y="37"/>
                      <a:pt x="22" y="38"/>
                      <a:pt x="20"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68" name="公众号：叶宏泽演示研究所-1-54">
                <a:extLst>
                  <a:ext uri="{FF2B5EF4-FFF2-40B4-BE49-F238E27FC236}">
                    <a16:creationId xmlns:a16="http://schemas.microsoft.com/office/drawing/2014/main" id="{B662B538-3DC6-2A4E-AA38-BF7CA8C65CBE}"/>
                  </a:ext>
                </a:extLst>
              </p:cNvPr>
              <p:cNvSpPr>
                <a:spLocks/>
              </p:cNvSpPr>
              <p:nvPr>
                <p:custDataLst>
                  <p:tags r:id="rId56"/>
                </p:custDataLst>
              </p:nvPr>
            </p:nvSpPr>
            <p:spPr bwMode="auto">
              <a:xfrm>
                <a:off x="3003" y="394"/>
                <a:ext cx="96" cy="82"/>
              </a:xfrm>
              <a:custGeom>
                <a:avLst/>
                <a:gdLst>
                  <a:gd name="T0" fmla="*/ 0 w 71"/>
                  <a:gd name="T1" fmla="*/ 15 h 61"/>
                  <a:gd name="T2" fmla="*/ 15 w 71"/>
                  <a:gd name="T3" fmla="*/ 0 h 61"/>
                  <a:gd name="T4" fmla="*/ 55 w 71"/>
                  <a:gd name="T5" fmla="*/ 31 h 61"/>
                  <a:gd name="T6" fmla="*/ 61 w 71"/>
                  <a:gd name="T7" fmla="*/ 54 h 61"/>
                  <a:gd name="T8" fmla="*/ 33 w 71"/>
                  <a:gd name="T9" fmla="*/ 50 h 61"/>
                  <a:gd name="T10" fmla="*/ 0 w 71"/>
                  <a:gd name="T11" fmla="*/ 15 h 61"/>
                </a:gdLst>
                <a:ahLst/>
                <a:cxnLst>
                  <a:cxn ang="0">
                    <a:pos x="T0" y="T1"/>
                  </a:cxn>
                  <a:cxn ang="0">
                    <a:pos x="T2" y="T3"/>
                  </a:cxn>
                  <a:cxn ang="0">
                    <a:pos x="T4" y="T5"/>
                  </a:cxn>
                  <a:cxn ang="0">
                    <a:pos x="T6" y="T7"/>
                  </a:cxn>
                  <a:cxn ang="0">
                    <a:pos x="T8" y="T9"/>
                  </a:cxn>
                  <a:cxn ang="0">
                    <a:pos x="T10" y="T11"/>
                  </a:cxn>
                </a:cxnLst>
                <a:rect l="0" t="0" r="r" b="b"/>
                <a:pathLst>
                  <a:path w="71" h="61">
                    <a:moveTo>
                      <a:pt x="0" y="15"/>
                    </a:moveTo>
                    <a:cubicBezTo>
                      <a:pt x="9" y="14"/>
                      <a:pt x="15" y="10"/>
                      <a:pt x="15" y="0"/>
                    </a:cubicBezTo>
                    <a:cubicBezTo>
                      <a:pt x="34" y="3"/>
                      <a:pt x="41" y="21"/>
                      <a:pt x="55" y="31"/>
                    </a:cubicBezTo>
                    <a:cubicBezTo>
                      <a:pt x="61" y="35"/>
                      <a:pt x="71" y="45"/>
                      <a:pt x="61" y="54"/>
                    </a:cubicBezTo>
                    <a:cubicBezTo>
                      <a:pt x="52" y="61"/>
                      <a:pt x="41" y="59"/>
                      <a:pt x="33" y="50"/>
                    </a:cubicBezTo>
                    <a:cubicBezTo>
                      <a:pt x="22" y="39"/>
                      <a:pt x="11" y="27"/>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69" name="公众号：叶宏泽演示研究所-1-55">
                <a:extLst>
                  <a:ext uri="{FF2B5EF4-FFF2-40B4-BE49-F238E27FC236}">
                    <a16:creationId xmlns:a16="http://schemas.microsoft.com/office/drawing/2014/main" id="{8F2F3F13-46BA-9F42-9855-BEF3EE463F75}"/>
                  </a:ext>
                </a:extLst>
              </p:cNvPr>
              <p:cNvSpPr>
                <a:spLocks/>
              </p:cNvSpPr>
              <p:nvPr>
                <p:custDataLst>
                  <p:tags r:id="rId57"/>
                </p:custDataLst>
              </p:nvPr>
            </p:nvSpPr>
            <p:spPr bwMode="auto">
              <a:xfrm>
                <a:off x="3612" y="1573"/>
                <a:ext cx="46" cy="130"/>
              </a:xfrm>
              <a:custGeom>
                <a:avLst/>
                <a:gdLst>
                  <a:gd name="T0" fmla="*/ 0 w 34"/>
                  <a:gd name="T1" fmla="*/ 26 h 97"/>
                  <a:gd name="T2" fmla="*/ 6 w 34"/>
                  <a:gd name="T3" fmla="*/ 0 h 97"/>
                  <a:gd name="T4" fmla="*/ 24 w 34"/>
                  <a:gd name="T5" fmla="*/ 90 h 97"/>
                  <a:gd name="T6" fmla="*/ 13 w 34"/>
                  <a:gd name="T7" fmla="*/ 96 h 97"/>
                  <a:gd name="T8" fmla="*/ 7 w 34"/>
                  <a:gd name="T9" fmla="*/ 75 h 97"/>
                  <a:gd name="T10" fmla="*/ 0 w 34"/>
                  <a:gd name="T11" fmla="*/ 26 h 97"/>
                </a:gdLst>
                <a:ahLst/>
                <a:cxnLst>
                  <a:cxn ang="0">
                    <a:pos x="T0" y="T1"/>
                  </a:cxn>
                  <a:cxn ang="0">
                    <a:pos x="T2" y="T3"/>
                  </a:cxn>
                  <a:cxn ang="0">
                    <a:pos x="T4" y="T5"/>
                  </a:cxn>
                  <a:cxn ang="0">
                    <a:pos x="T6" y="T7"/>
                  </a:cxn>
                  <a:cxn ang="0">
                    <a:pos x="T8" y="T9"/>
                  </a:cxn>
                  <a:cxn ang="0">
                    <a:pos x="T10" y="T11"/>
                  </a:cxn>
                </a:cxnLst>
                <a:rect l="0" t="0" r="r" b="b"/>
                <a:pathLst>
                  <a:path w="34" h="97">
                    <a:moveTo>
                      <a:pt x="0" y="26"/>
                    </a:moveTo>
                    <a:cubicBezTo>
                      <a:pt x="9" y="19"/>
                      <a:pt x="5" y="9"/>
                      <a:pt x="6" y="0"/>
                    </a:cubicBezTo>
                    <a:cubicBezTo>
                      <a:pt x="22" y="13"/>
                      <a:pt x="34" y="73"/>
                      <a:pt x="24" y="90"/>
                    </a:cubicBezTo>
                    <a:cubicBezTo>
                      <a:pt x="22" y="93"/>
                      <a:pt x="16" y="97"/>
                      <a:pt x="13" y="96"/>
                    </a:cubicBezTo>
                    <a:cubicBezTo>
                      <a:pt x="2" y="92"/>
                      <a:pt x="5" y="82"/>
                      <a:pt x="7" y="75"/>
                    </a:cubicBezTo>
                    <a:cubicBezTo>
                      <a:pt x="12" y="57"/>
                      <a:pt x="26" y="39"/>
                      <a:pt x="0"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70" name="公众号：叶宏泽演示研究所-1-56">
                <a:extLst>
                  <a:ext uri="{FF2B5EF4-FFF2-40B4-BE49-F238E27FC236}">
                    <a16:creationId xmlns:a16="http://schemas.microsoft.com/office/drawing/2014/main" id="{6AE5BF0A-04EA-A14A-B625-5E74EC20CC89}"/>
                  </a:ext>
                </a:extLst>
              </p:cNvPr>
              <p:cNvSpPr>
                <a:spLocks/>
              </p:cNvSpPr>
              <p:nvPr>
                <p:custDataLst>
                  <p:tags r:id="rId58"/>
                </p:custDataLst>
              </p:nvPr>
            </p:nvSpPr>
            <p:spPr bwMode="auto">
              <a:xfrm>
                <a:off x="3088" y="330"/>
                <a:ext cx="90" cy="88"/>
              </a:xfrm>
              <a:custGeom>
                <a:avLst/>
                <a:gdLst>
                  <a:gd name="T0" fmla="*/ 0 w 67"/>
                  <a:gd name="T1" fmla="*/ 13 h 66"/>
                  <a:gd name="T2" fmla="*/ 13 w 67"/>
                  <a:gd name="T3" fmla="*/ 0 h 66"/>
                  <a:gd name="T4" fmla="*/ 57 w 67"/>
                  <a:gd name="T5" fmla="*/ 34 h 66"/>
                  <a:gd name="T6" fmla="*/ 56 w 67"/>
                  <a:gd name="T7" fmla="*/ 57 h 66"/>
                  <a:gd name="T8" fmla="*/ 37 w 67"/>
                  <a:gd name="T9" fmla="*/ 51 h 66"/>
                  <a:gd name="T10" fmla="*/ 0 w 67"/>
                  <a:gd name="T11" fmla="*/ 13 h 66"/>
                </a:gdLst>
                <a:ahLst/>
                <a:cxnLst>
                  <a:cxn ang="0">
                    <a:pos x="T0" y="T1"/>
                  </a:cxn>
                  <a:cxn ang="0">
                    <a:pos x="T2" y="T3"/>
                  </a:cxn>
                  <a:cxn ang="0">
                    <a:pos x="T4" y="T5"/>
                  </a:cxn>
                  <a:cxn ang="0">
                    <a:pos x="T6" y="T7"/>
                  </a:cxn>
                  <a:cxn ang="0">
                    <a:pos x="T8" y="T9"/>
                  </a:cxn>
                  <a:cxn ang="0">
                    <a:pos x="T10" y="T11"/>
                  </a:cxn>
                </a:cxnLst>
                <a:rect l="0" t="0" r="r" b="b"/>
                <a:pathLst>
                  <a:path w="67" h="66">
                    <a:moveTo>
                      <a:pt x="0" y="13"/>
                    </a:moveTo>
                    <a:cubicBezTo>
                      <a:pt x="1" y="5"/>
                      <a:pt x="5" y="0"/>
                      <a:pt x="13" y="0"/>
                    </a:cubicBezTo>
                    <a:cubicBezTo>
                      <a:pt x="29" y="10"/>
                      <a:pt x="44" y="20"/>
                      <a:pt x="57" y="34"/>
                    </a:cubicBezTo>
                    <a:cubicBezTo>
                      <a:pt x="67" y="44"/>
                      <a:pt x="63" y="50"/>
                      <a:pt x="56" y="57"/>
                    </a:cubicBezTo>
                    <a:cubicBezTo>
                      <a:pt x="47" y="66"/>
                      <a:pt x="41" y="57"/>
                      <a:pt x="37" y="51"/>
                    </a:cubicBezTo>
                    <a:cubicBezTo>
                      <a:pt x="27" y="36"/>
                      <a:pt x="17" y="22"/>
                      <a:pt x="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71" name="公众号：叶宏泽演示研究所-1-57">
                <a:extLst>
                  <a:ext uri="{FF2B5EF4-FFF2-40B4-BE49-F238E27FC236}">
                    <a16:creationId xmlns:a16="http://schemas.microsoft.com/office/drawing/2014/main" id="{6C6DC110-25F7-4340-94B4-74475A6894D0}"/>
                  </a:ext>
                </a:extLst>
              </p:cNvPr>
              <p:cNvSpPr>
                <a:spLocks/>
              </p:cNvSpPr>
              <p:nvPr>
                <p:custDataLst>
                  <p:tags r:id="rId59"/>
                </p:custDataLst>
              </p:nvPr>
            </p:nvSpPr>
            <p:spPr bwMode="auto">
              <a:xfrm>
                <a:off x="1628" y="-158"/>
                <a:ext cx="76" cy="96"/>
              </a:xfrm>
              <a:custGeom>
                <a:avLst/>
                <a:gdLst>
                  <a:gd name="T0" fmla="*/ 25 w 57"/>
                  <a:gd name="T1" fmla="*/ 72 h 72"/>
                  <a:gd name="T2" fmla="*/ 27 w 57"/>
                  <a:gd name="T3" fmla="*/ 18 h 72"/>
                  <a:gd name="T4" fmla="*/ 52 w 57"/>
                  <a:gd name="T5" fmla="*/ 23 h 72"/>
                  <a:gd name="T6" fmla="*/ 53 w 57"/>
                  <a:gd name="T7" fmla="*/ 30 h 72"/>
                  <a:gd name="T8" fmla="*/ 26 w 57"/>
                  <a:gd name="T9" fmla="*/ 59 h 72"/>
                  <a:gd name="T10" fmla="*/ 25 w 57"/>
                  <a:gd name="T11" fmla="*/ 72 h 72"/>
                </a:gdLst>
                <a:ahLst/>
                <a:cxnLst>
                  <a:cxn ang="0">
                    <a:pos x="T0" y="T1"/>
                  </a:cxn>
                  <a:cxn ang="0">
                    <a:pos x="T2" y="T3"/>
                  </a:cxn>
                  <a:cxn ang="0">
                    <a:pos x="T4" y="T5"/>
                  </a:cxn>
                  <a:cxn ang="0">
                    <a:pos x="T6" y="T7"/>
                  </a:cxn>
                  <a:cxn ang="0">
                    <a:pos x="T8" y="T9"/>
                  </a:cxn>
                  <a:cxn ang="0">
                    <a:pos x="T10" y="T11"/>
                  </a:cxn>
                </a:cxnLst>
                <a:rect l="0" t="0" r="r" b="b"/>
                <a:pathLst>
                  <a:path w="57" h="72">
                    <a:moveTo>
                      <a:pt x="25" y="72"/>
                    </a:moveTo>
                    <a:cubicBezTo>
                      <a:pt x="0" y="53"/>
                      <a:pt x="20" y="33"/>
                      <a:pt x="27" y="18"/>
                    </a:cubicBezTo>
                    <a:cubicBezTo>
                      <a:pt x="35" y="0"/>
                      <a:pt x="44" y="17"/>
                      <a:pt x="52" y="23"/>
                    </a:cubicBezTo>
                    <a:cubicBezTo>
                      <a:pt x="53" y="25"/>
                      <a:pt x="53" y="28"/>
                      <a:pt x="53" y="30"/>
                    </a:cubicBezTo>
                    <a:cubicBezTo>
                      <a:pt x="57" y="52"/>
                      <a:pt x="49" y="63"/>
                      <a:pt x="26" y="59"/>
                    </a:cubicBezTo>
                    <a:cubicBezTo>
                      <a:pt x="25" y="63"/>
                      <a:pt x="25" y="67"/>
                      <a:pt x="25"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72" name="公众号：叶宏泽演示研究所-1-58">
                <a:extLst>
                  <a:ext uri="{FF2B5EF4-FFF2-40B4-BE49-F238E27FC236}">
                    <a16:creationId xmlns:a16="http://schemas.microsoft.com/office/drawing/2014/main" id="{8D7E1F5B-9136-9341-A2AD-FBD4AE7854C4}"/>
                  </a:ext>
                </a:extLst>
              </p:cNvPr>
              <p:cNvSpPr>
                <a:spLocks/>
              </p:cNvSpPr>
              <p:nvPr>
                <p:custDataLst>
                  <p:tags r:id="rId60"/>
                </p:custDataLst>
              </p:nvPr>
            </p:nvSpPr>
            <p:spPr bwMode="auto">
              <a:xfrm>
                <a:off x="2648" y="3016"/>
                <a:ext cx="47" cy="97"/>
              </a:xfrm>
              <a:custGeom>
                <a:avLst/>
                <a:gdLst>
                  <a:gd name="T0" fmla="*/ 4 w 35"/>
                  <a:gd name="T1" fmla="*/ 0 h 72"/>
                  <a:gd name="T2" fmla="*/ 23 w 35"/>
                  <a:gd name="T3" fmla="*/ 7 h 72"/>
                  <a:gd name="T4" fmla="*/ 33 w 35"/>
                  <a:gd name="T5" fmla="*/ 50 h 72"/>
                  <a:gd name="T6" fmla="*/ 26 w 35"/>
                  <a:gd name="T7" fmla="*/ 71 h 72"/>
                  <a:gd name="T8" fmla="*/ 9 w 35"/>
                  <a:gd name="T9" fmla="*/ 53 h 72"/>
                  <a:gd name="T10" fmla="*/ 4 w 35"/>
                  <a:gd name="T11" fmla="*/ 0 h 72"/>
                </a:gdLst>
                <a:ahLst/>
                <a:cxnLst>
                  <a:cxn ang="0">
                    <a:pos x="T0" y="T1"/>
                  </a:cxn>
                  <a:cxn ang="0">
                    <a:pos x="T2" y="T3"/>
                  </a:cxn>
                  <a:cxn ang="0">
                    <a:pos x="T4" y="T5"/>
                  </a:cxn>
                  <a:cxn ang="0">
                    <a:pos x="T6" y="T7"/>
                  </a:cxn>
                  <a:cxn ang="0">
                    <a:pos x="T8" y="T9"/>
                  </a:cxn>
                  <a:cxn ang="0">
                    <a:pos x="T10" y="T11"/>
                  </a:cxn>
                </a:cxnLst>
                <a:rect l="0" t="0" r="r" b="b"/>
                <a:pathLst>
                  <a:path w="35" h="72">
                    <a:moveTo>
                      <a:pt x="4" y="0"/>
                    </a:moveTo>
                    <a:cubicBezTo>
                      <a:pt x="11" y="2"/>
                      <a:pt x="17" y="5"/>
                      <a:pt x="23" y="7"/>
                    </a:cubicBezTo>
                    <a:cubicBezTo>
                      <a:pt x="26" y="22"/>
                      <a:pt x="29" y="36"/>
                      <a:pt x="33" y="50"/>
                    </a:cubicBezTo>
                    <a:cubicBezTo>
                      <a:pt x="35" y="60"/>
                      <a:pt x="33" y="70"/>
                      <a:pt x="26" y="71"/>
                    </a:cubicBezTo>
                    <a:cubicBezTo>
                      <a:pt x="17" y="72"/>
                      <a:pt x="10" y="65"/>
                      <a:pt x="9" y="53"/>
                    </a:cubicBezTo>
                    <a:cubicBezTo>
                      <a:pt x="8" y="35"/>
                      <a:pt x="0" y="18"/>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73" name="公众号：叶宏泽演示研究所-1-59">
                <a:extLst>
                  <a:ext uri="{FF2B5EF4-FFF2-40B4-BE49-F238E27FC236}">
                    <a16:creationId xmlns:a16="http://schemas.microsoft.com/office/drawing/2014/main" id="{C02837DD-0441-B446-A0D7-3A6CD807C721}"/>
                  </a:ext>
                </a:extLst>
              </p:cNvPr>
              <p:cNvSpPr>
                <a:spLocks/>
              </p:cNvSpPr>
              <p:nvPr>
                <p:custDataLst>
                  <p:tags r:id="rId61"/>
                </p:custDataLst>
              </p:nvPr>
            </p:nvSpPr>
            <p:spPr bwMode="auto">
              <a:xfrm>
                <a:off x="1479" y="-109"/>
                <a:ext cx="60" cy="74"/>
              </a:xfrm>
              <a:custGeom>
                <a:avLst/>
                <a:gdLst>
                  <a:gd name="T0" fmla="*/ 24 w 45"/>
                  <a:gd name="T1" fmla="*/ 55 h 55"/>
                  <a:gd name="T2" fmla="*/ 9 w 45"/>
                  <a:gd name="T3" fmla="*/ 6 h 55"/>
                  <a:gd name="T4" fmla="*/ 28 w 45"/>
                  <a:gd name="T5" fmla="*/ 7 h 55"/>
                  <a:gd name="T6" fmla="*/ 31 w 45"/>
                  <a:gd name="T7" fmla="*/ 50 h 55"/>
                  <a:gd name="T8" fmla="*/ 24 w 45"/>
                  <a:gd name="T9" fmla="*/ 55 h 55"/>
                </a:gdLst>
                <a:ahLst/>
                <a:cxnLst>
                  <a:cxn ang="0">
                    <a:pos x="T0" y="T1"/>
                  </a:cxn>
                  <a:cxn ang="0">
                    <a:pos x="T2" y="T3"/>
                  </a:cxn>
                  <a:cxn ang="0">
                    <a:pos x="T4" y="T5"/>
                  </a:cxn>
                  <a:cxn ang="0">
                    <a:pos x="T6" y="T7"/>
                  </a:cxn>
                  <a:cxn ang="0">
                    <a:pos x="T8" y="T9"/>
                  </a:cxn>
                </a:cxnLst>
                <a:rect l="0" t="0" r="r" b="b"/>
                <a:pathLst>
                  <a:path w="45" h="55">
                    <a:moveTo>
                      <a:pt x="24" y="55"/>
                    </a:moveTo>
                    <a:cubicBezTo>
                      <a:pt x="0" y="45"/>
                      <a:pt x="13" y="22"/>
                      <a:pt x="9" y="6"/>
                    </a:cubicBezTo>
                    <a:cubicBezTo>
                      <a:pt x="7" y="0"/>
                      <a:pt x="21" y="1"/>
                      <a:pt x="28" y="7"/>
                    </a:cubicBezTo>
                    <a:cubicBezTo>
                      <a:pt x="43" y="20"/>
                      <a:pt x="45" y="34"/>
                      <a:pt x="31" y="50"/>
                    </a:cubicBezTo>
                    <a:cubicBezTo>
                      <a:pt x="29" y="52"/>
                      <a:pt x="26" y="54"/>
                      <a:pt x="24"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74" name="公众号：叶宏泽演示研究所-1-60">
                <a:extLst>
                  <a:ext uri="{FF2B5EF4-FFF2-40B4-BE49-F238E27FC236}">
                    <a16:creationId xmlns:a16="http://schemas.microsoft.com/office/drawing/2014/main" id="{32A2FC8F-B325-5E43-897C-89DA395A7FAA}"/>
                  </a:ext>
                </a:extLst>
              </p:cNvPr>
              <p:cNvSpPr>
                <a:spLocks/>
              </p:cNvSpPr>
              <p:nvPr>
                <p:custDataLst>
                  <p:tags r:id="rId62"/>
                </p:custDataLst>
              </p:nvPr>
            </p:nvSpPr>
            <p:spPr bwMode="auto">
              <a:xfrm>
                <a:off x="2203" y="3082"/>
                <a:ext cx="74" cy="93"/>
              </a:xfrm>
              <a:custGeom>
                <a:avLst/>
                <a:gdLst>
                  <a:gd name="T0" fmla="*/ 35 w 55"/>
                  <a:gd name="T1" fmla="*/ 69 h 69"/>
                  <a:gd name="T2" fmla="*/ 19 w 55"/>
                  <a:gd name="T3" fmla="*/ 67 h 69"/>
                  <a:gd name="T4" fmla="*/ 0 w 55"/>
                  <a:gd name="T5" fmla="*/ 34 h 69"/>
                  <a:gd name="T6" fmla="*/ 42 w 55"/>
                  <a:gd name="T7" fmla="*/ 0 h 69"/>
                  <a:gd name="T8" fmla="*/ 44 w 55"/>
                  <a:gd name="T9" fmla="*/ 3 h 69"/>
                  <a:gd name="T10" fmla="*/ 55 w 55"/>
                  <a:gd name="T11" fmla="*/ 42 h 69"/>
                  <a:gd name="T12" fmla="*/ 35 w 55"/>
                  <a:gd name="T13" fmla="*/ 69 h 69"/>
                </a:gdLst>
                <a:ahLst/>
                <a:cxnLst>
                  <a:cxn ang="0">
                    <a:pos x="T0" y="T1"/>
                  </a:cxn>
                  <a:cxn ang="0">
                    <a:pos x="T2" y="T3"/>
                  </a:cxn>
                  <a:cxn ang="0">
                    <a:pos x="T4" y="T5"/>
                  </a:cxn>
                  <a:cxn ang="0">
                    <a:pos x="T6" y="T7"/>
                  </a:cxn>
                  <a:cxn ang="0">
                    <a:pos x="T8" y="T9"/>
                  </a:cxn>
                  <a:cxn ang="0">
                    <a:pos x="T10" y="T11"/>
                  </a:cxn>
                  <a:cxn ang="0">
                    <a:pos x="T12" y="T13"/>
                  </a:cxn>
                </a:cxnLst>
                <a:rect l="0" t="0" r="r" b="b"/>
                <a:pathLst>
                  <a:path w="55" h="69">
                    <a:moveTo>
                      <a:pt x="35" y="69"/>
                    </a:moveTo>
                    <a:cubicBezTo>
                      <a:pt x="30" y="69"/>
                      <a:pt x="24" y="68"/>
                      <a:pt x="19" y="67"/>
                    </a:cubicBezTo>
                    <a:cubicBezTo>
                      <a:pt x="30" y="46"/>
                      <a:pt x="2" y="48"/>
                      <a:pt x="0" y="34"/>
                    </a:cubicBezTo>
                    <a:cubicBezTo>
                      <a:pt x="28" y="40"/>
                      <a:pt x="33" y="17"/>
                      <a:pt x="42" y="0"/>
                    </a:cubicBezTo>
                    <a:cubicBezTo>
                      <a:pt x="44" y="3"/>
                      <a:pt x="44" y="3"/>
                      <a:pt x="44" y="3"/>
                    </a:cubicBezTo>
                    <a:cubicBezTo>
                      <a:pt x="44" y="16"/>
                      <a:pt x="32" y="34"/>
                      <a:pt x="55" y="42"/>
                    </a:cubicBezTo>
                    <a:cubicBezTo>
                      <a:pt x="45" y="48"/>
                      <a:pt x="38" y="57"/>
                      <a:pt x="35"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75" name="公众号：叶宏泽演示研究所-1-61">
                <a:extLst>
                  <a:ext uri="{FF2B5EF4-FFF2-40B4-BE49-F238E27FC236}">
                    <a16:creationId xmlns:a16="http://schemas.microsoft.com/office/drawing/2014/main" id="{72857E40-F032-9F43-BFA1-F06A648321CD}"/>
                  </a:ext>
                </a:extLst>
              </p:cNvPr>
              <p:cNvSpPr>
                <a:spLocks/>
              </p:cNvSpPr>
              <p:nvPr>
                <p:custDataLst>
                  <p:tags r:id="rId63"/>
                </p:custDataLst>
              </p:nvPr>
            </p:nvSpPr>
            <p:spPr bwMode="auto">
              <a:xfrm>
                <a:off x="2259" y="3020"/>
                <a:ext cx="53" cy="81"/>
              </a:xfrm>
              <a:custGeom>
                <a:avLst/>
                <a:gdLst>
                  <a:gd name="T0" fmla="*/ 0 w 39"/>
                  <a:gd name="T1" fmla="*/ 46 h 60"/>
                  <a:gd name="T2" fmla="*/ 14 w 39"/>
                  <a:gd name="T3" fmla="*/ 9 h 60"/>
                  <a:gd name="T4" fmla="*/ 31 w 39"/>
                  <a:gd name="T5" fmla="*/ 3 h 60"/>
                  <a:gd name="T6" fmla="*/ 35 w 39"/>
                  <a:gd name="T7" fmla="*/ 19 h 60"/>
                  <a:gd name="T8" fmla="*/ 13 w 39"/>
                  <a:gd name="T9" fmla="*/ 60 h 60"/>
                  <a:gd name="T10" fmla="*/ 2 w 39"/>
                  <a:gd name="T11" fmla="*/ 49 h 60"/>
                  <a:gd name="T12" fmla="*/ 0 w 39"/>
                  <a:gd name="T13" fmla="*/ 46 h 60"/>
                </a:gdLst>
                <a:ahLst/>
                <a:cxnLst>
                  <a:cxn ang="0">
                    <a:pos x="T0" y="T1"/>
                  </a:cxn>
                  <a:cxn ang="0">
                    <a:pos x="T2" y="T3"/>
                  </a:cxn>
                  <a:cxn ang="0">
                    <a:pos x="T4" y="T5"/>
                  </a:cxn>
                  <a:cxn ang="0">
                    <a:pos x="T6" y="T7"/>
                  </a:cxn>
                  <a:cxn ang="0">
                    <a:pos x="T8" y="T9"/>
                  </a:cxn>
                  <a:cxn ang="0">
                    <a:pos x="T10" y="T11"/>
                  </a:cxn>
                  <a:cxn ang="0">
                    <a:pos x="T12" y="T13"/>
                  </a:cxn>
                </a:cxnLst>
                <a:rect l="0" t="0" r="r" b="b"/>
                <a:pathLst>
                  <a:path w="39" h="60">
                    <a:moveTo>
                      <a:pt x="0" y="46"/>
                    </a:moveTo>
                    <a:cubicBezTo>
                      <a:pt x="5" y="34"/>
                      <a:pt x="10" y="21"/>
                      <a:pt x="14" y="9"/>
                    </a:cubicBezTo>
                    <a:cubicBezTo>
                      <a:pt x="18" y="0"/>
                      <a:pt x="24" y="0"/>
                      <a:pt x="31" y="3"/>
                    </a:cubicBezTo>
                    <a:cubicBezTo>
                      <a:pt x="39" y="7"/>
                      <a:pt x="39" y="12"/>
                      <a:pt x="35" y="19"/>
                    </a:cubicBezTo>
                    <a:cubicBezTo>
                      <a:pt x="27" y="33"/>
                      <a:pt x="21" y="47"/>
                      <a:pt x="13" y="60"/>
                    </a:cubicBezTo>
                    <a:cubicBezTo>
                      <a:pt x="12" y="54"/>
                      <a:pt x="11" y="47"/>
                      <a:pt x="2" y="49"/>
                    </a:cubicBezTo>
                    <a:lnTo>
                      <a:pt x="0"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76" name="公众号：叶宏泽演示研究所-1-62">
                <a:extLst>
                  <a:ext uri="{FF2B5EF4-FFF2-40B4-BE49-F238E27FC236}">
                    <a16:creationId xmlns:a16="http://schemas.microsoft.com/office/drawing/2014/main" id="{A66626EA-941B-EE44-AA8B-B652251483CC}"/>
                  </a:ext>
                </a:extLst>
              </p:cNvPr>
              <p:cNvSpPr>
                <a:spLocks/>
              </p:cNvSpPr>
              <p:nvPr>
                <p:custDataLst>
                  <p:tags r:id="rId64"/>
                </p:custDataLst>
              </p:nvPr>
            </p:nvSpPr>
            <p:spPr bwMode="auto">
              <a:xfrm>
                <a:off x="2151" y="3073"/>
                <a:ext cx="51" cy="84"/>
              </a:xfrm>
              <a:custGeom>
                <a:avLst/>
                <a:gdLst>
                  <a:gd name="T0" fmla="*/ 38 w 38"/>
                  <a:gd name="T1" fmla="*/ 35 h 63"/>
                  <a:gd name="T2" fmla="*/ 10 w 38"/>
                  <a:gd name="T3" fmla="*/ 63 h 63"/>
                  <a:gd name="T4" fmla="*/ 0 w 38"/>
                  <a:gd name="T5" fmla="*/ 2 h 63"/>
                  <a:gd name="T6" fmla="*/ 38 w 38"/>
                  <a:gd name="T7" fmla="*/ 35 h 63"/>
                </a:gdLst>
                <a:ahLst/>
                <a:cxnLst>
                  <a:cxn ang="0">
                    <a:pos x="T0" y="T1"/>
                  </a:cxn>
                  <a:cxn ang="0">
                    <a:pos x="T2" y="T3"/>
                  </a:cxn>
                  <a:cxn ang="0">
                    <a:pos x="T4" y="T5"/>
                  </a:cxn>
                  <a:cxn ang="0">
                    <a:pos x="T6" y="T7"/>
                  </a:cxn>
                </a:cxnLst>
                <a:rect l="0" t="0" r="r" b="b"/>
                <a:pathLst>
                  <a:path w="38" h="63">
                    <a:moveTo>
                      <a:pt x="38" y="35"/>
                    </a:moveTo>
                    <a:cubicBezTo>
                      <a:pt x="20" y="36"/>
                      <a:pt x="23" y="57"/>
                      <a:pt x="10" y="63"/>
                    </a:cubicBezTo>
                    <a:cubicBezTo>
                      <a:pt x="17" y="41"/>
                      <a:pt x="4" y="24"/>
                      <a:pt x="0" y="2"/>
                    </a:cubicBezTo>
                    <a:cubicBezTo>
                      <a:pt x="24" y="0"/>
                      <a:pt x="36" y="12"/>
                      <a:pt x="38"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77" name="公众号：叶宏泽演示研究所-1-63">
                <a:extLst>
                  <a:ext uri="{FF2B5EF4-FFF2-40B4-BE49-F238E27FC236}">
                    <a16:creationId xmlns:a16="http://schemas.microsoft.com/office/drawing/2014/main" id="{122047CD-D150-484F-A332-2A8E8366FC6E}"/>
                  </a:ext>
                </a:extLst>
              </p:cNvPr>
              <p:cNvSpPr>
                <a:spLocks/>
              </p:cNvSpPr>
              <p:nvPr>
                <p:custDataLst>
                  <p:tags r:id="rId65"/>
                </p:custDataLst>
              </p:nvPr>
            </p:nvSpPr>
            <p:spPr bwMode="auto">
              <a:xfrm>
                <a:off x="1578" y="33"/>
                <a:ext cx="62" cy="45"/>
              </a:xfrm>
              <a:custGeom>
                <a:avLst/>
                <a:gdLst>
                  <a:gd name="T0" fmla="*/ 0 w 46"/>
                  <a:gd name="T1" fmla="*/ 19 h 33"/>
                  <a:gd name="T2" fmla="*/ 30 w 46"/>
                  <a:gd name="T3" fmla="*/ 7 h 33"/>
                  <a:gd name="T4" fmla="*/ 41 w 46"/>
                  <a:gd name="T5" fmla="*/ 32 h 33"/>
                  <a:gd name="T6" fmla="*/ 40 w 46"/>
                  <a:gd name="T7" fmla="*/ 33 h 33"/>
                  <a:gd name="T8" fmla="*/ 6 w 46"/>
                  <a:gd name="T9" fmla="*/ 33 h 33"/>
                  <a:gd name="T10" fmla="*/ 0 w 46"/>
                  <a:gd name="T11" fmla="*/ 19 h 33"/>
                </a:gdLst>
                <a:ahLst/>
                <a:cxnLst>
                  <a:cxn ang="0">
                    <a:pos x="T0" y="T1"/>
                  </a:cxn>
                  <a:cxn ang="0">
                    <a:pos x="T2" y="T3"/>
                  </a:cxn>
                  <a:cxn ang="0">
                    <a:pos x="T4" y="T5"/>
                  </a:cxn>
                  <a:cxn ang="0">
                    <a:pos x="T6" y="T7"/>
                  </a:cxn>
                  <a:cxn ang="0">
                    <a:pos x="T8" y="T9"/>
                  </a:cxn>
                  <a:cxn ang="0">
                    <a:pos x="T10" y="T11"/>
                  </a:cxn>
                </a:cxnLst>
                <a:rect l="0" t="0" r="r" b="b"/>
                <a:pathLst>
                  <a:path w="46" h="33">
                    <a:moveTo>
                      <a:pt x="0" y="19"/>
                    </a:moveTo>
                    <a:cubicBezTo>
                      <a:pt x="4" y="0"/>
                      <a:pt x="19" y="5"/>
                      <a:pt x="30" y="7"/>
                    </a:cubicBezTo>
                    <a:cubicBezTo>
                      <a:pt x="46" y="9"/>
                      <a:pt x="38" y="23"/>
                      <a:pt x="41" y="32"/>
                    </a:cubicBezTo>
                    <a:cubicBezTo>
                      <a:pt x="41" y="32"/>
                      <a:pt x="40" y="33"/>
                      <a:pt x="40" y="33"/>
                    </a:cubicBezTo>
                    <a:cubicBezTo>
                      <a:pt x="29" y="33"/>
                      <a:pt x="18" y="33"/>
                      <a:pt x="6" y="33"/>
                    </a:cubicBezTo>
                    <a:cubicBezTo>
                      <a:pt x="4" y="29"/>
                      <a:pt x="2" y="24"/>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78" name="公众号：叶宏泽演示研究所-1-64">
                <a:extLst>
                  <a:ext uri="{FF2B5EF4-FFF2-40B4-BE49-F238E27FC236}">
                    <a16:creationId xmlns:a16="http://schemas.microsoft.com/office/drawing/2014/main" id="{0788E391-9503-C94A-AF4D-F1305616C144}"/>
                  </a:ext>
                </a:extLst>
              </p:cNvPr>
              <p:cNvSpPr>
                <a:spLocks/>
              </p:cNvSpPr>
              <p:nvPr>
                <p:custDataLst>
                  <p:tags r:id="rId66"/>
                </p:custDataLst>
              </p:nvPr>
            </p:nvSpPr>
            <p:spPr bwMode="auto">
              <a:xfrm>
                <a:off x="1885" y="-82"/>
                <a:ext cx="42" cy="68"/>
              </a:xfrm>
              <a:custGeom>
                <a:avLst/>
                <a:gdLst>
                  <a:gd name="T0" fmla="*/ 27 w 31"/>
                  <a:gd name="T1" fmla="*/ 23 h 51"/>
                  <a:gd name="T2" fmla="*/ 10 w 31"/>
                  <a:gd name="T3" fmla="*/ 49 h 51"/>
                  <a:gd name="T4" fmla="*/ 7 w 31"/>
                  <a:gd name="T5" fmla="*/ 44 h 51"/>
                  <a:gd name="T6" fmla="*/ 0 w 31"/>
                  <a:gd name="T7" fmla="*/ 21 h 51"/>
                  <a:gd name="T8" fmla="*/ 0 w 31"/>
                  <a:gd name="T9" fmla="*/ 1 h 51"/>
                  <a:gd name="T10" fmla="*/ 27 w 31"/>
                  <a:gd name="T11" fmla="*/ 23 h 51"/>
                </a:gdLst>
                <a:ahLst/>
                <a:cxnLst>
                  <a:cxn ang="0">
                    <a:pos x="T0" y="T1"/>
                  </a:cxn>
                  <a:cxn ang="0">
                    <a:pos x="T2" y="T3"/>
                  </a:cxn>
                  <a:cxn ang="0">
                    <a:pos x="T4" y="T5"/>
                  </a:cxn>
                  <a:cxn ang="0">
                    <a:pos x="T6" y="T7"/>
                  </a:cxn>
                  <a:cxn ang="0">
                    <a:pos x="T8" y="T9"/>
                  </a:cxn>
                  <a:cxn ang="0">
                    <a:pos x="T10" y="T11"/>
                  </a:cxn>
                </a:cxnLst>
                <a:rect l="0" t="0" r="r" b="b"/>
                <a:pathLst>
                  <a:path w="31" h="51">
                    <a:moveTo>
                      <a:pt x="27" y="23"/>
                    </a:moveTo>
                    <a:cubicBezTo>
                      <a:pt x="28" y="37"/>
                      <a:pt x="31" y="51"/>
                      <a:pt x="10" y="49"/>
                    </a:cubicBezTo>
                    <a:cubicBezTo>
                      <a:pt x="8" y="48"/>
                      <a:pt x="7" y="46"/>
                      <a:pt x="7" y="44"/>
                    </a:cubicBezTo>
                    <a:cubicBezTo>
                      <a:pt x="5" y="36"/>
                      <a:pt x="2" y="29"/>
                      <a:pt x="0" y="21"/>
                    </a:cubicBezTo>
                    <a:cubicBezTo>
                      <a:pt x="0" y="15"/>
                      <a:pt x="0" y="8"/>
                      <a:pt x="0" y="1"/>
                    </a:cubicBezTo>
                    <a:cubicBezTo>
                      <a:pt x="16" y="0"/>
                      <a:pt x="12" y="22"/>
                      <a:pt x="2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79" name="公众号：叶宏泽演示研究所-1-65">
                <a:extLst>
                  <a:ext uri="{FF2B5EF4-FFF2-40B4-BE49-F238E27FC236}">
                    <a16:creationId xmlns:a16="http://schemas.microsoft.com/office/drawing/2014/main" id="{415C073F-9592-6D40-9AC4-05F43F381195}"/>
                  </a:ext>
                </a:extLst>
              </p:cNvPr>
              <p:cNvSpPr>
                <a:spLocks/>
              </p:cNvSpPr>
              <p:nvPr>
                <p:custDataLst>
                  <p:tags r:id="rId67"/>
                </p:custDataLst>
              </p:nvPr>
            </p:nvSpPr>
            <p:spPr bwMode="auto">
              <a:xfrm>
                <a:off x="2246" y="3083"/>
                <a:ext cx="68" cy="55"/>
              </a:xfrm>
              <a:custGeom>
                <a:avLst/>
                <a:gdLst>
                  <a:gd name="T0" fmla="*/ 12 w 51"/>
                  <a:gd name="T1" fmla="*/ 2 h 41"/>
                  <a:gd name="T2" fmla="*/ 23 w 51"/>
                  <a:gd name="T3" fmla="*/ 13 h 41"/>
                  <a:gd name="T4" fmla="*/ 23 w 51"/>
                  <a:gd name="T5" fmla="*/ 20 h 41"/>
                  <a:gd name="T6" fmla="*/ 51 w 51"/>
                  <a:gd name="T7" fmla="*/ 40 h 41"/>
                  <a:gd name="T8" fmla="*/ 23 w 51"/>
                  <a:gd name="T9" fmla="*/ 41 h 41"/>
                  <a:gd name="T10" fmla="*/ 12 w 51"/>
                  <a:gd name="T11" fmla="*/ 2 h 41"/>
                </a:gdLst>
                <a:ahLst/>
                <a:cxnLst>
                  <a:cxn ang="0">
                    <a:pos x="T0" y="T1"/>
                  </a:cxn>
                  <a:cxn ang="0">
                    <a:pos x="T2" y="T3"/>
                  </a:cxn>
                  <a:cxn ang="0">
                    <a:pos x="T4" y="T5"/>
                  </a:cxn>
                  <a:cxn ang="0">
                    <a:pos x="T6" y="T7"/>
                  </a:cxn>
                  <a:cxn ang="0">
                    <a:pos x="T8" y="T9"/>
                  </a:cxn>
                  <a:cxn ang="0">
                    <a:pos x="T10" y="T11"/>
                  </a:cxn>
                </a:cxnLst>
                <a:rect l="0" t="0" r="r" b="b"/>
                <a:pathLst>
                  <a:path w="51" h="41">
                    <a:moveTo>
                      <a:pt x="12" y="2"/>
                    </a:moveTo>
                    <a:cubicBezTo>
                      <a:pt x="21" y="0"/>
                      <a:pt x="22" y="7"/>
                      <a:pt x="23" y="13"/>
                    </a:cubicBezTo>
                    <a:cubicBezTo>
                      <a:pt x="23" y="16"/>
                      <a:pt x="23" y="18"/>
                      <a:pt x="23" y="20"/>
                    </a:cubicBezTo>
                    <a:cubicBezTo>
                      <a:pt x="27" y="35"/>
                      <a:pt x="51" y="21"/>
                      <a:pt x="51" y="40"/>
                    </a:cubicBezTo>
                    <a:cubicBezTo>
                      <a:pt x="41" y="40"/>
                      <a:pt x="32" y="40"/>
                      <a:pt x="23" y="41"/>
                    </a:cubicBezTo>
                    <a:cubicBezTo>
                      <a:pt x="0" y="33"/>
                      <a:pt x="12" y="15"/>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80" name="公众号：叶宏泽演示研究所-1-66">
                <a:extLst>
                  <a:ext uri="{FF2B5EF4-FFF2-40B4-BE49-F238E27FC236}">
                    <a16:creationId xmlns:a16="http://schemas.microsoft.com/office/drawing/2014/main" id="{F2ACB644-755E-C648-A2AD-9477D7B29AE0}"/>
                  </a:ext>
                </a:extLst>
              </p:cNvPr>
              <p:cNvSpPr>
                <a:spLocks/>
              </p:cNvSpPr>
              <p:nvPr>
                <p:custDataLst>
                  <p:tags r:id="rId68"/>
                </p:custDataLst>
              </p:nvPr>
            </p:nvSpPr>
            <p:spPr bwMode="auto">
              <a:xfrm>
                <a:off x="1053" y="134"/>
                <a:ext cx="30" cy="64"/>
              </a:xfrm>
              <a:custGeom>
                <a:avLst/>
                <a:gdLst>
                  <a:gd name="T0" fmla="*/ 23 w 23"/>
                  <a:gd name="T1" fmla="*/ 7 h 48"/>
                  <a:gd name="T2" fmla="*/ 23 w 23"/>
                  <a:gd name="T3" fmla="*/ 48 h 48"/>
                  <a:gd name="T4" fmla="*/ 2 w 23"/>
                  <a:gd name="T5" fmla="*/ 14 h 48"/>
                  <a:gd name="T6" fmla="*/ 22 w 23"/>
                  <a:gd name="T7" fmla="*/ 1 h 48"/>
                  <a:gd name="T8" fmla="*/ 23 w 23"/>
                  <a:gd name="T9" fmla="*/ 7 h 48"/>
                </a:gdLst>
                <a:ahLst/>
                <a:cxnLst>
                  <a:cxn ang="0">
                    <a:pos x="T0" y="T1"/>
                  </a:cxn>
                  <a:cxn ang="0">
                    <a:pos x="T2" y="T3"/>
                  </a:cxn>
                  <a:cxn ang="0">
                    <a:pos x="T4" y="T5"/>
                  </a:cxn>
                  <a:cxn ang="0">
                    <a:pos x="T6" y="T7"/>
                  </a:cxn>
                  <a:cxn ang="0">
                    <a:pos x="T8" y="T9"/>
                  </a:cxn>
                </a:cxnLst>
                <a:rect l="0" t="0" r="r" b="b"/>
                <a:pathLst>
                  <a:path w="23" h="48">
                    <a:moveTo>
                      <a:pt x="23" y="7"/>
                    </a:moveTo>
                    <a:cubicBezTo>
                      <a:pt x="23" y="21"/>
                      <a:pt x="23" y="35"/>
                      <a:pt x="23" y="48"/>
                    </a:cubicBezTo>
                    <a:cubicBezTo>
                      <a:pt x="0" y="46"/>
                      <a:pt x="8" y="26"/>
                      <a:pt x="2" y="14"/>
                    </a:cubicBezTo>
                    <a:cubicBezTo>
                      <a:pt x="3" y="1"/>
                      <a:pt x="12" y="0"/>
                      <a:pt x="22" y="1"/>
                    </a:cubicBezTo>
                    <a:cubicBezTo>
                      <a:pt x="23" y="3"/>
                      <a:pt x="23" y="5"/>
                      <a:pt x="2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81" name="公众号：叶宏泽演示研究所-1-67">
                <a:extLst>
                  <a:ext uri="{FF2B5EF4-FFF2-40B4-BE49-F238E27FC236}">
                    <a16:creationId xmlns:a16="http://schemas.microsoft.com/office/drawing/2014/main" id="{DBD81F5F-7F75-8949-9DBF-854C06D121C4}"/>
                  </a:ext>
                </a:extLst>
              </p:cNvPr>
              <p:cNvSpPr>
                <a:spLocks/>
              </p:cNvSpPr>
              <p:nvPr>
                <p:custDataLst>
                  <p:tags r:id="rId69"/>
                </p:custDataLst>
              </p:nvPr>
            </p:nvSpPr>
            <p:spPr bwMode="auto">
              <a:xfrm>
                <a:off x="940" y="2930"/>
                <a:ext cx="106" cy="38"/>
              </a:xfrm>
              <a:custGeom>
                <a:avLst/>
                <a:gdLst>
                  <a:gd name="T0" fmla="*/ 79 w 79"/>
                  <a:gd name="T1" fmla="*/ 1 h 28"/>
                  <a:gd name="T2" fmla="*/ 44 w 79"/>
                  <a:gd name="T3" fmla="*/ 17 h 28"/>
                  <a:gd name="T4" fmla="*/ 10 w 79"/>
                  <a:gd name="T5" fmla="*/ 28 h 28"/>
                  <a:gd name="T6" fmla="*/ 6 w 79"/>
                  <a:gd name="T7" fmla="*/ 6 h 28"/>
                  <a:gd name="T8" fmla="*/ 28 w 79"/>
                  <a:gd name="T9" fmla="*/ 5 h 28"/>
                  <a:gd name="T10" fmla="*/ 79 w 79"/>
                  <a:gd name="T11" fmla="*/ 1 h 28"/>
                </a:gdLst>
                <a:ahLst/>
                <a:cxnLst>
                  <a:cxn ang="0">
                    <a:pos x="T0" y="T1"/>
                  </a:cxn>
                  <a:cxn ang="0">
                    <a:pos x="T2" y="T3"/>
                  </a:cxn>
                  <a:cxn ang="0">
                    <a:pos x="T4" y="T5"/>
                  </a:cxn>
                  <a:cxn ang="0">
                    <a:pos x="T6" y="T7"/>
                  </a:cxn>
                  <a:cxn ang="0">
                    <a:pos x="T8" y="T9"/>
                  </a:cxn>
                  <a:cxn ang="0">
                    <a:pos x="T10" y="T11"/>
                  </a:cxn>
                </a:cxnLst>
                <a:rect l="0" t="0" r="r" b="b"/>
                <a:pathLst>
                  <a:path w="79" h="28">
                    <a:moveTo>
                      <a:pt x="79" y="1"/>
                    </a:moveTo>
                    <a:cubicBezTo>
                      <a:pt x="75" y="25"/>
                      <a:pt x="57" y="14"/>
                      <a:pt x="44" y="17"/>
                    </a:cubicBezTo>
                    <a:cubicBezTo>
                      <a:pt x="32" y="19"/>
                      <a:pt x="16" y="8"/>
                      <a:pt x="10" y="28"/>
                    </a:cubicBezTo>
                    <a:cubicBezTo>
                      <a:pt x="0" y="22"/>
                      <a:pt x="2" y="12"/>
                      <a:pt x="6" y="6"/>
                    </a:cubicBezTo>
                    <a:cubicBezTo>
                      <a:pt x="11" y="0"/>
                      <a:pt x="21" y="0"/>
                      <a:pt x="28" y="5"/>
                    </a:cubicBezTo>
                    <a:cubicBezTo>
                      <a:pt x="46" y="15"/>
                      <a:pt x="63" y="13"/>
                      <a:pt x="7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82" name="公众号：叶宏泽演示研究所-1-68">
                <a:extLst>
                  <a:ext uri="{FF2B5EF4-FFF2-40B4-BE49-F238E27FC236}">
                    <a16:creationId xmlns:a16="http://schemas.microsoft.com/office/drawing/2014/main" id="{B3658D1C-BD14-F640-81F8-DD9C3172055A}"/>
                  </a:ext>
                </a:extLst>
              </p:cNvPr>
              <p:cNvSpPr>
                <a:spLocks/>
              </p:cNvSpPr>
              <p:nvPr>
                <p:custDataLst>
                  <p:tags r:id="rId70"/>
                </p:custDataLst>
              </p:nvPr>
            </p:nvSpPr>
            <p:spPr bwMode="auto">
              <a:xfrm>
                <a:off x="861" y="282"/>
                <a:ext cx="45" cy="40"/>
              </a:xfrm>
              <a:custGeom>
                <a:avLst/>
                <a:gdLst>
                  <a:gd name="T0" fmla="*/ 34 w 34"/>
                  <a:gd name="T1" fmla="*/ 22 h 30"/>
                  <a:gd name="T2" fmla="*/ 13 w 34"/>
                  <a:gd name="T3" fmla="*/ 29 h 30"/>
                  <a:gd name="T4" fmla="*/ 0 w 34"/>
                  <a:gd name="T5" fmla="*/ 8 h 30"/>
                  <a:gd name="T6" fmla="*/ 20 w 34"/>
                  <a:gd name="T7" fmla="*/ 1 h 30"/>
                  <a:gd name="T8" fmla="*/ 34 w 34"/>
                  <a:gd name="T9" fmla="*/ 22 h 30"/>
                </a:gdLst>
                <a:ahLst/>
                <a:cxnLst>
                  <a:cxn ang="0">
                    <a:pos x="T0" y="T1"/>
                  </a:cxn>
                  <a:cxn ang="0">
                    <a:pos x="T2" y="T3"/>
                  </a:cxn>
                  <a:cxn ang="0">
                    <a:pos x="T4" y="T5"/>
                  </a:cxn>
                  <a:cxn ang="0">
                    <a:pos x="T6" y="T7"/>
                  </a:cxn>
                  <a:cxn ang="0">
                    <a:pos x="T8" y="T9"/>
                  </a:cxn>
                </a:cxnLst>
                <a:rect l="0" t="0" r="r" b="b"/>
                <a:pathLst>
                  <a:path w="34" h="30">
                    <a:moveTo>
                      <a:pt x="34" y="22"/>
                    </a:moveTo>
                    <a:cubicBezTo>
                      <a:pt x="29" y="30"/>
                      <a:pt x="20" y="29"/>
                      <a:pt x="13" y="29"/>
                    </a:cubicBezTo>
                    <a:cubicBezTo>
                      <a:pt x="4" y="24"/>
                      <a:pt x="0" y="17"/>
                      <a:pt x="0" y="8"/>
                    </a:cubicBezTo>
                    <a:cubicBezTo>
                      <a:pt x="5" y="0"/>
                      <a:pt x="13" y="2"/>
                      <a:pt x="20" y="1"/>
                    </a:cubicBezTo>
                    <a:cubicBezTo>
                      <a:pt x="30" y="5"/>
                      <a:pt x="32" y="13"/>
                      <a:pt x="34"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83" name="公众号：叶宏泽演示研究所-1-69">
                <a:extLst>
                  <a:ext uri="{FF2B5EF4-FFF2-40B4-BE49-F238E27FC236}">
                    <a16:creationId xmlns:a16="http://schemas.microsoft.com/office/drawing/2014/main" id="{DA39C1D5-CFEA-3849-B614-63E9C3303BCF}"/>
                  </a:ext>
                </a:extLst>
              </p:cNvPr>
              <p:cNvSpPr>
                <a:spLocks/>
              </p:cNvSpPr>
              <p:nvPr>
                <p:custDataLst>
                  <p:tags r:id="rId71"/>
                </p:custDataLst>
              </p:nvPr>
            </p:nvSpPr>
            <p:spPr bwMode="auto">
              <a:xfrm>
                <a:off x="2277" y="3083"/>
                <a:ext cx="78" cy="54"/>
              </a:xfrm>
              <a:custGeom>
                <a:avLst/>
                <a:gdLst>
                  <a:gd name="T0" fmla="*/ 28 w 58"/>
                  <a:gd name="T1" fmla="*/ 40 h 40"/>
                  <a:gd name="T2" fmla="*/ 0 w 58"/>
                  <a:gd name="T3" fmla="*/ 20 h 40"/>
                  <a:gd name="T4" fmla="*/ 58 w 58"/>
                  <a:gd name="T5" fmla="*/ 22 h 40"/>
                  <a:gd name="T6" fmla="*/ 28 w 58"/>
                  <a:gd name="T7" fmla="*/ 40 h 40"/>
                </a:gdLst>
                <a:ahLst/>
                <a:cxnLst>
                  <a:cxn ang="0">
                    <a:pos x="T0" y="T1"/>
                  </a:cxn>
                  <a:cxn ang="0">
                    <a:pos x="T2" y="T3"/>
                  </a:cxn>
                  <a:cxn ang="0">
                    <a:pos x="T4" y="T5"/>
                  </a:cxn>
                  <a:cxn ang="0">
                    <a:pos x="T6" y="T7"/>
                  </a:cxn>
                </a:cxnLst>
                <a:rect l="0" t="0" r="r" b="b"/>
                <a:pathLst>
                  <a:path w="58" h="40">
                    <a:moveTo>
                      <a:pt x="28" y="40"/>
                    </a:moveTo>
                    <a:cubicBezTo>
                      <a:pt x="28" y="21"/>
                      <a:pt x="4" y="35"/>
                      <a:pt x="0" y="20"/>
                    </a:cubicBezTo>
                    <a:cubicBezTo>
                      <a:pt x="19" y="26"/>
                      <a:pt x="38" y="0"/>
                      <a:pt x="58" y="22"/>
                    </a:cubicBezTo>
                    <a:cubicBezTo>
                      <a:pt x="48" y="28"/>
                      <a:pt x="38" y="34"/>
                      <a:pt x="28"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84" name="公众号：叶宏泽演示研究所-1-70">
                <a:extLst>
                  <a:ext uri="{FF2B5EF4-FFF2-40B4-BE49-F238E27FC236}">
                    <a16:creationId xmlns:a16="http://schemas.microsoft.com/office/drawing/2014/main" id="{153FD3A7-538C-F348-A241-7EC75DE6C1A5}"/>
                  </a:ext>
                </a:extLst>
              </p:cNvPr>
              <p:cNvSpPr>
                <a:spLocks/>
              </p:cNvSpPr>
              <p:nvPr>
                <p:custDataLst>
                  <p:tags r:id="rId72"/>
                </p:custDataLst>
              </p:nvPr>
            </p:nvSpPr>
            <p:spPr bwMode="auto">
              <a:xfrm>
                <a:off x="2696" y="2985"/>
                <a:ext cx="49" cy="50"/>
              </a:xfrm>
              <a:custGeom>
                <a:avLst/>
                <a:gdLst>
                  <a:gd name="T0" fmla="*/ 0 w 36"/>
                  <a:gd name="T1" fmla="*/ 16 h 37"/>
                  <a:gd name="T2" fmla="*/ 36 w 36"/>
                  <a:gd name="T3" fmla="*/ 3 h 37"/>
                  <a:gd name="T4" fmla="*/ 12 w 36"/>
                  <a:gd name="T5" fmla="*/ 33 h 37"/>
                  <a:gd name="T6" fmla="*/ 0 w 36"/>
                  <a:gd name="T7" fmla="*/ 16 h 37"/>
                </a:gdLst>
                <a:ahLst/>
                <a:cxnLst>
                  <a:cxn ang="0">
                    <a:pos x="T0" y="T1"/>
                  </a:cxn>
                  <a:cxn ang="0">
                    <a:pos x="T2" y="T3"/>
                  </a:cxn>
                  <a:cxn ang="0">
                    <a:pos x="T4" y="T5"/>
                  </a:cxn>
                  <a:cxn ang="0">
                    <a:pos x="T6" y="T7"/>
                  </a:cxn>
                </a:cxnLst>
                <a:rect l="0" t="0" r="r" b="b"/>
                <a:pathLst>
                  <a:path w="36" h="37">
                    <a:moveTo>
                      <a:pt x="0" y="16"/>
                    </a:moveTo>
                    <a:cubicBezTo>
                      <a:pt x="9" y="3"/>
                      <a:pt x="21" y="0"/>
                      <a:pt x="36" y="3"/>
                    </a:cubicBezTo>
                    <a:cubicBezTo>
                      <a:pt x="32" y="16"/>
                      <a:pt x="24" y="29"/>
                      <a:pt x="12" y="33"/>
                    </a:cubicBezTo>
                    <a:cubicBezTo>
                      <a:pt x="3" y="37"/>
                      <a:pt x="2" y="24"/>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85" name="公众号：叶宏泽演示研究所-1-71">
                <a:extLst>
                  <a:ext uri="{FF2B5EF4-FFF2-40B4-BE49-F238E27FC236}">
                    <a16:creationId xmlns:a16="http://schemas.microsoft.com/office/drawing/2014/main" id="{8DD322CF-8E7A-AD42-AD00-99781E65D7B8}"/>
                  </a:ext>
                </a:extLst>
              </p:cNvPr>
              <p:cNvSpPr>
                <a:spLocks/>
              </p:cNvSpPr>
              <p:nvPr>
                <p:custDataLst>
                  <p:tags r:id="rId73"/>
                </p:custDataLst>
              </p:nvPr>
            </p:nvSpPr>
            <p:spPr bwMode="auto">
              <a:xfrm>
                <a:off x="729" y="2572"/>
                <a:ext cx="35" cy="43"/>
              </a:xfrm>
              <a:custGeom>
                <a:avLst/>
                <a:gdLst>
                  <a:gd name="T0" fmla="*/ 25 w 26"/>
                  <a:gd name="T1" fmla="*/ 22 h 32"/>
                  <a:gd name="T2" fmla="*/ 18 w 26"/>
                  <a:gd name="T3" fmla="*/ 32 h 32"/>
                  <a:gd name="T4" fmla="*/ 1 w 26"/>
                  <a:gd name="T5" fmla="*/ 14 h 32"/>
                  <a:gd name="T6" fmla="*/ 7 w 26"/>
                  <a:gd name="T7" fmla="*/ 0 h 32"/>
                  <a:gd name="T8" fmla="*/ 25 w 26"/>
                  <a:gd name="T9" fmla="*/ 22 h 32"/>
                </a:gdLst>
                <a:ahLst/>
                <a:cxnLst>
                  <a:cxn ang="0">
                    <a:pos x="T0" y="T1"/>
                  </a:cxn>
                  <a:cxn ang="0">
                    <a:pos x="T2" y="T3"/>
                  </a:cxn>
                  <a:cxn ang="0">
                    <a:pos x="T4" y="T5"/>
                  </a:cxn>
                  <a:cxn ang="0">
                    <a:pos x="T6" y="T7"/>
                  </a:cxn>
                  <a:cxn ang="0">
                    <a:pos x="T8" y="T9"/>
                  </a:cxn>
                </a:cxnLst>
                <a:rect l="0" t="0" r="r" b="b"/>
                <a:pathLst>
                  <a:path w="26" h="32">
                    <a:moveTo>
                      <a:pt x="25" y="22"/>
                    </a:moveTo>
                    <a:cubicBezTo>
                      <a:pt x="26" y="28"/>
                      <a:pt x="23" y="31"/>
                      <a:pt x="18" y="32"/>
                    </a:cubicBezTo>
                    <a:cubicBezTo>
                      <a:pt x="7" y="32"/>
                      <a:pt x="2" y="24"/>
                      <a:pt x="1" y="14"/>
                    </a:cubicBezTo>
                    <a:cubicBezTo>
                      <a:pt x="0" y="8"/>
                      <a:pt x="1" y="0"/>
                      <a:pt x="7" y="0"/>
                    </a:cubicBezTo>
                    <a:cubicBezTo>
                      <a:pt x="19" y="1"/>
                      <a:pt x="19" y="15"/>
                      <a:pt x="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86" name="公众号：叶宏泽演示研究所-1-72">
                <a:extLst>
                  <a:ext uri="{FF2B5EF4-FFF2-40B4-BE49-F238E27FC236}">
                    <a16:creationId xmlns:a16="http://schemas.microsoft.com/office/drawing/2014/main" id="{3FEF45BD-1A22-3646-BB4E-B29867D50A84}"/>
                  </a:ext>
                </a:extLst>
              </p:cNvPr>
              <p:cNvSpPr>
                <a:spLocks/>
              </p:cNvSpPr>
              <p:nvPr>
                <p:custDataLst>
                  <p:tags r:id="rId74"/>
                </p:custDataLst>
              </p:nvPr>
            </p:nvSpPr>
            <p:spPr bwMode="auto">
              <a:xfrm>
                <a:off x="2124" y="3160"/>
                <a:ext cx="88" cy="41"/>
              </a:xfrm>
              <a:custGeom>
                <a:avLst/>
                <a:gdLst>
                  <a:gd name="T0" fmla="*/ 25 w 66"/>
                  <a:gd name="T1" fmla="*/ 0 h 31"/>
                  <a:gd name="T2" fmla="*/ 66 w 66"/>
                  <a:gd name="T3" fmla="*/ 18 h 31"/>
                  <a:gd name="T4" fmla="*/ 29 w 66"/>
                  <a:gd name="T5" fmla="*/ 18 h 31"/>
                  <a:gd name="T6" fmla="*/ 6 w 66"/>
                  <a:gd name="T7" fmla="*/ 21 h 31"/>
                  <a:gd name="T8" fmla="*/ 25 w 66"/>
                  <a:gd name="T9" fmla="*/ 0 h 31"/>
                </a:gdLst>
                <a:ahLst/>
                <a:cxnLst>
                  <a:cxn ang="0">
                    <a:pos x="T0" y="T1"/>
                  </a:cxn>
                  <a:cxn ang="0">
                    <a:pos x="T2" y="T3"/>
                  </a:cxn>
                  <a:cxn ang="0">
                    <a:pos x="T4" y="T5"/>
                  </a:cxn>
                  <a:cxn ang="0">
                    <a:pos x="T6" y="T7"/>
                  </a:cxn>
                  <a:cxn ang="0">
                    <a:pos x="T8" y="T9"/>
                  </a:cxn>
                </a:cxnLst>
                <a:rect l="0" t="0" r="r" b="b"/>
                <a:pathLst>
                  <a:path w="66" h="31">
                    <a:moveTo>
                      <a:pt x="25" y="0"/>
                    </a:moveTo>
                    <a:cubicBezTo>
                      <a:pt x="31" y="22"/>
                      <a:pt x="57" y="1"/>
                      <a:pt x="66" y="18"/>
                    </a:cubicBezTo>
                    <a:cubicBezTo>
                      <a:pt x="54" y="18"/>
                      <a:pt x="41" y="16"/>
                      <a:pt x="29" y="18"/>
                    </a:cubicBezTo>
                    <a:cubicBezTo>
                      <a:pt x="21" y="20"/>
                      <a:pt x="11" y="31"/>
                      <a:pt x="6" y="21"/>
                    </a:cubicBezTo>
                    <a:cubicBezTo>
                      <a:pt x="0" y="8"/>
                      <a:pt x="15" y="4"/>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87" name="公众号：叶宏泽演示研究所-1-73">
                <a:extLst>
                  <a:ext uri="{FF2B5EF4-FFF2-40B4-BE49-F238E27FC236}">
                    <a16:creationId xmlns:a16="http://schemas.microsoft.com/office/drawing/2014/main" id="{9E609DE4-32A3-4B41-87A2-434C33C483AA}"/>
                  </a:ext>
                </a:extLst>
              </p:cNvPr>
              <p:cNvSpPr>
                <a:spLocks/>
              </p:cNvSpPr>
              <p:nvPr>
                <p:custDataLst>
                  <p:tags r:id="rId75"/>
                </p:custDataLst>
              </p:nvPr>
            </p:nvSpPr>
            <p:spPr bwMode="auto">
              <a:xfrm>
                <a:off x="841" y="245"/>
                <a:ext cx="47" cy="47"/>
              </a:xfrm>
              <a:custGeom>
                <a:avLst/>
                <a:gdLst>
                  <a:gd name="T0" fmla="*/ 35 w 35"/>
                  <a:gd name="T1" fmla="*/ 28 h 35"/>
                  <a:gd name="T2" fmla="*/ 15 w 35"/>
                  <a:gd name="T3" fmla="*/ 35 h 35"/>
                  <a:gd name="T4" fmla="*/ 0 w 35"/>
                  <a:gd name="T5" fmla="*/ 14 h 35"/>
                  <a:gd name="T6" fmla="*/ 20 w 35"/>
                  <a:gd name="T7" fmla="*/ 0 h 35"/>
                  <a:gd name="T8" fmla="*/ 35 w 35"/>
                  <a:gd name="T9" fmla="*/ 28 h 35"/>
                </a:gdLst>
                <a:ahLst/>
                <a:cxnLst>
                  <a:cxn ang="0">
                    <a:pos x="T0" y="T1"/>
                  </a:cxn>
                  <a:cxn ang="0">
                    <a:pos x="T2" y="T3"/>
                  </a:cxn>
                  <a:cxn ang="0">
                    <a:pos x="T4" y="T5"/>
                  </a:cxn>
                  <a:cxn ang="0">
                    <a:pos x="T6" y="T7"/>
                  </a:cxn>
                  <a:cxn ang="0">
                    <a:pos x="T8" y="T9"/>
                  </a:cxn>
                </a:cxnLst>
                <a:rect l="0" t="0" r="r" b="b"/>
                <a:pathLst>
                  <a:path w="35" h="35">
                    <a:moveTo>
                      <a:pt x="35" y="28"/>
                    </a:moveTo>
                    <a:cubicBezTo>
                      <a:pt x="28" y="29"/>
                      <a:pt x="20" y="27"/>
                      <a:pt x="15" y="35"/>
                    </a:cubicBezTo>
                    <a:cubicBezTo>
                      <a:pt x="8" y="29"/>
                      <a:pt x="0" y="24"/>
                      <a:pt x="0" y="14"/>
                    </a:cubicBezTo>
                    <a:cubicBezTo>
                      <a:pt x="11" y="15"/>
                      <a:pt x="14" y="6"/>
                      <a:pt x="20" y="0"/>
                    </a:cubicBezTo>
                    <a:cubicBezTo>
                      <a:pt x="25" y="10"/>
                      <a:pt x="30" y="19"/>
                      <a:pt x="35"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88" name="公众号：叶宏泽演示研究所-1-74">
                <a:extLst>
                  <a:ext uri="{FF2B5EF4-FFF2-40B4-BE49-F238E27FC236}">
                    <a16:creationId xmlns:a16="http://schemas.microsoft.com/office/drawing/2014/main" id="{7674DDA4-0834-2643-AB8E-E67C1D57A739}"/>
                  </a:ext>
                </a:extLst>
              </p:cNvPr>
              <p:cNvSpPr>
                <a:spLocks/>
              </p:cNvSpPr>
              <p:nvPr>
                <p:custDataLst>
                  <p:tags r:id="rId76"/>
                </p:custDataLst>
              </p:nvPr>
            </p:nvSpPr>
            <p:spPr bwMode="auto">
              <a:xfrm>
                <a:off x="1586" y="78"/>
                <a:ext cx="48" cy="22"/>
              </a:xfrm>
              <a:custGeom>
                <a:avLst/>
                <a:gdLst>
                  <a:gd name="T0" fmla="*/ 0 w 36"/>
                  <a:gd name="T1" fmla="*/ 0 h 17"/>
                  <a:gd name="T2" fmla="*/ 34 w 36"/>
                  <a:gd name="T3" fmla="*/ 0 h 17"/>
                  <a:gd name="T4" fmla="*/ 20 w 36"/>
                  <a:gd name="T5" fmla="*/ 17 h 17"/>
                  <a:gd name="T6" fmla="*/ 0 w 36"/>
                  <a:gd name="T7" fmla="*/ 0 h 17"/>
                </a:gdLst>
                <a:ahLst/>
                <a:cxnLst>
                  <a:cxn ang="0">
                    <a:pos x="T0" y="T1"/>
                  </a:cxn>
                  <a:cxn ang="0">
                    <a:pos x="T2" y="T3"/>
                  </a:cxn>
                  <a:cxn ang="0">
                    <a:pos x="T4" y="T5"/>
                  </a:cxn>
                  <a:cxn ang="0">
                    <a:pos x="T6" y="T7"/>
                  </a:cxn>
                </a:cxnLst>
                <a:rect l="0" t="0" r="r" b="b"/>
                <a:pathLst>
                  <a:path w="36" h="17">
                    <a:moveTo>
                      <a:pt x="0" y="0"/>
                    </a:moveTo>
                    <a:cubicBezTo>
                      <a:pt x="12" y="0"/>
                      <a:pt x="23" y="0"/>
                      <a:pt x="34" y="0"/>
                    </a:cubicBezTo>
                    <a:cubicBezTo>
                      <a:pt x="36" y="11"/>
                      <a:pt x="31" y="17"/>
                      <a:pt x="20" y="17"/>
                    </a:cubicBezTo>
                    <a:cubicBezTo>
                      <a:pt x="9" y="17"/>
                      <a:pt x="0" y="1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89" name="公众号：叶宏泽演示研究所-1-75">
                <a:extLst>
                  <a:ext uri="{FF2B5EF4-FFF2-40B4-BE49-F238E27FC236}">
                    <a16:creationId xmlns:a16="http://schemas.microsoft.com/office/drawing/2014/main" id="{0D9D0955-3885-0D44-9C76-E70EF9D04309}"/>
                  </a:ext>
                </a:extLst>
              </p:cNvPr>
              <p:cNvSpPr>
                <a:spLocks/>
              </p:cNvSpPr>
              <p:nvPr>
                <p:custDataLst>
                  <p:tags r:id="rId77"/>
                </p:custDataLst>
              </p:nvPr>
            </p:nvSpPr>
            <p:spPr bwMode="auto">
              <a:xfrm>
                <a:off x="1082" y="2866"/>
                <a:ext cx="55" cy="39"/>
              </a:xfrm>
              <a:custGeom>
                <a:avLst/>
                <a:gdLst>
                  <a:gd name="T0" fmla="*/ 21 w 41"/>
                  <a:gd name="T1" fmla="*/ 29 h 29"/>
                  <a:gd name="T2" fmla="*/ 0 w 41"/>
                  <a:gd name="T3" fmla="*/ 22 h 29"/>
                  <a:gd name="T4" fmla="*/ 28 w 41"/>
                  <a:gd name="T5" fmla="*/ 7 h 29"/>
                  <a:gd name="T6" fmla="*/ 21 w 41"/>
                  <a:gd name="T7" fmla="*/ 29 h 29"/>
                </a:gdLst>
                <a:ahLst/>
                <a:cxnLst>
                  <a:cxn ang="0">
                    <a:pos x="T0" y="T1"/>
                  </a:cxn>
                  <a:cxn ang="0">
                    <a:pos x="T2" y="T3"/>
                  </a:cxn>
                  <a:cxn ang="0">
                    <a:pos x="T4" y="T5"/>
                  </a:cxn>
                  <a:cxn ang="0">
                    <a:pos x="T6" y="T7"/>
                  </a:cxn>
                </a:cxnLst>
                <a:rect l="0" t="0" r="r" b="b"/>
                <a:pathLst>
                  <a:path w="41" h="29">
                    <a:moveTo>
                      <a:pt x="21" y="29"/>
                    </a:moveTo>
                    <a:cubicBezTo>
                      <a:pt x="14" y="27"/>
                      <a:pt x="7" y="24"/>
                      <a:pt x="0" y="22"/>
                    </a:cubicBezTo>
                    <a:cubicBezTo>
                      <a:pt x="6" y="10"/>
                      <a:pt x="18" y="0"/>
                      <a:pt x="28" y="7"/>
                    </a:cubicBezTo>
                    <a:cubicBezTo>
                      <a:pt x="41" y="14"/>
                      <a:pt x="27" y="22"/>
                      <a:pt x="21"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90" name="公众号：叶宏泽演示研究所-1-76">
                <a:extLst>
                  <a:ext uri="{FF2B5EF4-FFF2-40B4-BE49-F238E27FC236}">
                    <a16:creationId xmlns:a16="http://schemas.microsoft.com/office/drawing/2014/main" id="{741630F2-585E-8947-975A-4A5D647528C5}"/>
                  </a:ext>
                </a:extLst>
              </p:cNvPr>
              <p:cNvSpPr>
                <a:spLocks/>
              </p:cNvSpPr>
              <p:nvPr>
                <p:custDataLst>
                  <p:tags r:id="rId78"/>
                </p:custDataLst>
              </p:nvPr>
            </p:nvSpPr>
            <p:spPr bwMode="auto">
              <a:xfrm>
                <a:off x="2628" y="255"/>
                <a:ext cx="30" cy="29"/>
              </a:xfrm>
              <a:custGeom>
                <a:avLst/>
                <a:gdLst>
                  <a:gd name="T0" fmla="*/ 0 w 22"/>
                  <a:gd name="T1" fmla="*/ 9 h 22"/>
                  <a:gd name="T2" fmla="*/ 21 w 22"/>
                  <a:gd name="T3" fmla="*/ 0 h 22"/>
                  <a:gd name="T4" fmla="*/ 11 w 22"/>
                  <a:gd name="T5" fmla="*/ 19 h 22"/>
                  <a:gd name="T6" fmla="*/ 0 w 22"/>
                  <a:gd name="T7" fmla="*/ 9 h 22"/>
                </a:gdLst>
                <a:ahLst/>
                <a:cxnLst>
                  <a:cxn ang="0">
                    <a:pos x="T0" y="T1"/>
                  </a:cxn>
                  <a:cxn ang="0">
                    <a:pos x="T2" y="T3"/>
                  </a:cxn>
                  <a:cxn ang="0">
                    <a:pos x="T4" y="T5"/>
                  </a:cxn>
                  <a:cxn ang="0">
                    <a:pos x="T6" y="T7"/>
                  </a:cxn>
                </a:cxnLst>
                <a:rect l="0" t="0" r="r" b="b"/>
                <a:pathLst>
                  <a:path w="22" h="22">
                    <a:moveTo>
                      <a:pt x="0" y="9"/>
                    </a:moveTo>
                    <a:cubicBezTo>
                      <a:pt x="7" y="6"/>
                      <a:pt x="14" y="3"/>
                      <a:pt x="21" y="0"/>
                    </a:cubicBezTo>
                    <a:cubicBezTo>
                      <a:pt x="22" y="9"/>
                      <a:pt x="19" y="17"/>
                      <a:pt x="11" y="19"/>
                    </a:cubicBezTo>
                    <a:cubicBezTo>
                      <a:pt x="4" y="22"/>
                      <a:pt x="3" y="13"/>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91" name="公众号：叶宏泽演示研究所-1-77">
                <a:extLst>
                  <a:ext uri="{FF2B5EF4-FFF2-40B4-BE49-F238E27FC236}">
                    <a16:creationId xmlns:a16="http://schemas.microsoft.com/office/drawing/2014/main" id="{F9F0BD1D-4608-024B-A90A-C81BACCA504D}"/>
                  </a:ext>
                </a:extLst>
              </p:cNvPr>
              <p:cNvSpPr>
                <a:spLocks/>
              </p:cNvSpPr>
              <p:nvPr>
                <p:custDataLst>
                  <p:tags r:id="rId79"/>
                </p:custDataLst>
              </p:nvPr>
            </p:nvSpPr>
            <p:spPr bwMode="auto">
              <a:xfrm>
                <a:off x="2621" y="449"/>
                <a:ext cx="28" cy="23"/>
              </a:xfrm>
              <a:custGeom>
                <a:avLst/>
                <a:gdLst>
                  <a:gd name="T0" fmla="*/ 21 w 21"/>
                  <a:gd name="T1" fmla="*/ 16 h 17"/>
                  <a:gd name="T2" fmla="*/ 0 w 21"/>
                  <a:gd name="T3" fmla="*/ 2 h 17"/>
                  <a:gd name="T4" fmla="*/ 21 w 21"/>
                  <a:gd name="T5" fmla="*/ 16 h 17"/>
                </a:gdLst>
                <a:ahLst/>
                <a:cxnLst>
                  <a:cxn ang="0">
                    <a:pos x="T0" y="T1"/>
                  </a:cxn>
                  <a:cxn ang="0">
                    <a:pos x="T2" y="T3"/>
                  </a:cxn>
                  <a:cxn ang="0">
                    <a:pos x="T4" y="T5"/>
                  </a:cxn>
                </a:cxnLst>
                <a:rect l="0" t="0" r="r" b="b"/>
                <a:pathLst>
                  <a:path w="21" h="17">
                    <a:moveTo>
                      <a:pt x="21" y="16"/>
                    </a:moveTo>
                    <a:cubicBezTo>
                      <a:pt x="10" y="17"/>
                      <a:pt x="1" y="15"/>
                      <a:pt x="0" y="2"/>
                    </a:cubicBezTo>
                    <a:cubicBezTo>
                      <a:pt x="12" y="0"/>
                      <a:pt x="16" y="9"/>
                      <a:pt x="2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92" name="公众号：叶宏泽演示研究所-1-78">
                <a:extLst>
                  <a:ext uri="{FF2B5EF4-FFF2-40B4-BE49-F238E27FC236}">
                    <a16:creationId xmlns:a16="http://schemas.microsoft.com/office/drawing/2014/main" id="{E9E5FF0E-A69D-F14D-88EF-2E32A35E6D39}"/>
                  </a:ext>
                </a:extLst>
              </p:cNvPr>
              <p:cNvSpPr>
                <a:spLocks/>
              </p:cNvSpPr>
              <p:nvPr>
                <p:custDataLst>
                  <p:tags r:id="rId80"/>
                </p:custDataLst>
              </p:nvPr>
            </p:nvSpPr>
            <p:spPr bwMode="auto">
              <a:xfrm>
                <a:off x="905" y="210"/>
                <a:ext cx="28" cy="21"/>
              </a:xfrm>
              <a:custGeom>
                <a:avLst/>
                <a:gdLst>
                  <a:gd name="T0" fmla="*/ 21 w 21"/>
                  <a:gd name="T1" fmla="*/ 13 h 15"/>
                  <a:gd name="T2" fmla="*/ 0 w 21"/>
                  <a:gd name="T3" fmla="*/ 0 h 15"/>
                  <a:gd name="T4" fmla="*/ 21 w 21"/>
                  <a:gd name="T5" fmla="*/ 13 h 15"/>
                </a:gdLst>
                <a:ahLst/>
                <a:cxnLst>
                  <a:cxn ang="0">
                    <a:pos x="T0" y="T1"/>
                  </a:cxn>
                  <a:cxn ang="0">
                    <a:pos x="T2" y="T3"/>
                  </a:cxn>
                  <a:cxn ang="0">
                    <a:pos x="T4" y="T5"/>
                  </a:cxn>
                </a:cxnLst>
                <a:rect l="0" t="0" r="r" b="b"/>
                <a:pathLst>
                  <a:path w="21" h="15">
                    <a:moveTo>
                      <a:pt x="21" y="13"/>
                    </a:moveTo>
                    <a:cubicBezTo>
                      <a:pt x="11" y="15"/>
                      <a:pt x="2" y="13"/>
                      <a:pt x="0" y="0"/>
                    </a:cubicBezTo>
                    <a:cubicBezTo>
                      <a:pt x="7" y="4"/>
                      <a:pt x="14" y="8"/>
                      <a:pt x="2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93" name="公众号：叶宏泽演示研究所-1-79">
                <a:extLst>
                  <a:ext uri="{FF2B5EF4-FFF2-40B4-BE49-F238E27FC236}">
                    <a16:creationId xmlns:a16="http://schemas.microsoft.com/office/drawing/2014/main" id="{14481646-B008-C549-9FF7-5FADE9AD75FF}"/>
                  </a:ext>
                </a:extLst>
              </p:cNvPr>
              <p:cNvSpPr>
                <a:spLocks/>
              </p:cNvSpPr>
              <p:nvPr>
                <p:custDataLst>
                  <p:tags r:id="rId81"/>
                </p:custDataLst>
              </p:nvPr>
            </p:nvSpPr>
            <p:spPr bwMode="auto">
              <a:xfrm>
                <a:off x="2649" y="471"/>
                <a:ext cx="27" cy="20"/>
              </a:xfrm>
              <a:custGeom>
                <a:avLst/>
                <a:gdLst>
                  <a:gd name="T0" fmla="*/ 20 w 20"/>
                  <a:gd name="T1" fmla="*/ 14 h 15"/>
                  <a:gd name="T2" fmla="*/ 0 w 20"/>
                  <a:gd name="T3" fmla="*/ 0 h 15"/>
                  <a:gd name="T4" fmla="*/ 20 w 20"/>
                  <a:gd name="T5" fmla="*/ 14 h 15"/>
                </a:gdLst>
                <a:ahLst/>
                <a:cxnLst>
                  <a:cxn ang="0">
                    <a:pos x="T0" y="T1"/>
                  </a:cxn>
                  <a:cxn ang="0">
                    <a:pos x="T2" y="T3"/>
                  </a:cxn>
                  <a:cxn ang="0">
                    <a:pos x="T4" y="T5"/>
                  </a:cxn>
                </a:cxnLst>
                <a:rect l="0" t="0" r="r" b="b"/>
                <a:pathLst>
                  <a:path w="20" h="15">
                    <a:moveTo>
                      <a:pt x="20" y="14"/>
                    </a:moveTo>
                    <a:cubicBezTo>
                      <a:pt x="10" y="15"/>
                      <a:pt x="1" y="13"/>
                      <a:pt x="0" y="0"/>
                    </a:cubicBezTo>
                    <a:cubicBezTo>
                      <a:pt x="7" y="5"/>
                      <a:pt x="13" y="10"/>
                      <a:pt x="2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94" name="公众号：叶宏泽演示研究所-1-80">
                <a:extLst>
                  <a:ext uri="{FF2B5EF4-FFF2-40B4-BE49-F238E27FC236}">
                    <a16:creationId xmlns:a16="http://schemas.microsoft.com/office/drawing/2014/main" id="{B161BEF8-06FB-AF45-9A97-3F3C4253D9DD}"/>
                  </a:ext>
                </a:extLst>
              </p:cNvPr>
              <p:cNvSpPr>
                <a:spLocks/>
              </p:cNvSpPr>
              <p:nvPr>
                <p:custDataLst>
                  <p:tags r:id="rId82"/>
                </p:custDataLst>
              </p:nvPr>
            </p:nvSpPr>
            <p:spPr bwMode="auto">
              <a:xfrm>
                <a:off x="878" y="223"/>
                <a:ext cx="19" cy="25"/>
              </a:xfrm>
              <a:custGeom>
                <a:avLst/>
                <a:gdLst>
                  <a:gd name="T0" fmla="*/ 0 w 14"/>
                  <a:gd name="T1" fmla="*/ 11 h 19"/>
                  <a:gd name="T2" fmla="*/ 14 w 14"/>
                  <a:gd name="T3" fmla="*/ 17 h 19"/>
                  <a:gd name="T4" fmla="*/ 0 w 14"/>
                  <a:gd name="T5" fmla="*/ 11 h 19"/>
                </a:gdLst>
                <a:ahLst/>
                <a:cxnLst>
                  <a:cxn ang="0">
                    <a:pos x="T0" y="T1"/>
                  </a:cxn>
                  <a:cxn ang="0">
                    <a:pos x="T2" y="T3"/>
                  </a:cxn>
                  <a:cxn ang="0">
                    <a:pos x="T4" y="T5"/>
                  </a:cxn>
                </a:cxnLst>
                <a:rect l="0" t="0" r="r" b="b"/>
                <a:pathLst>
                  <a:path w="14" h="19">
                    <a:moveTo>
                      <a:pt x="0" y="11"/>
                    </a:moveTo>
                    <a:cubicBezTo>
                      <a:pt x="10" y="0"/>
                      <a:pt x="13" y="7"/>
                      <a:pt x="14" y="17"/>
                    </a:cubicBezTo>
                    <a:cubicBezTo>
                      <a:pt x="8" y="17"/>
                      <a:pt x="2" y="19"/>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95" name="公众号：叶宏泽演示研究所-1-81">
                <a:extLst>
                  <a:ext uri="{FF2B5EF4-FFF2-40B4-BE49-F238E27FC236}">
                    <a16:creationId xmlns:a16="http://schemas.microsoft.com/office/drawing/2014/main" id="{7D6999B4-A633-4142-ACFC-25403FD41E00}"/>
                  </a:ext>
                </a:extLst>
              </p:cNvPr>
              <p:cNvSpPr>
                <a:spLocks/>
              </p:cNvSpPr>
              <p:nvPr>
                <p:custDataLst>
                  <p:tags r:id="rId83"/>
                </p:custDataLst>
              </p:nvPr>
            </p:nvSpPr>
            <p:spPr bwMode="auto">
              <a:xfrm>
                <a:off x="260" y="1617"/>
                <a:ext cx="22" cy="12"/>
              </a:xfrm>
              <a:custGeom>
                <a:avLst/>
                <a:gdLst>
                  <a:gd name="T0" fmla="*/ 2 w 16"/>
                  <a:gd name="T1" fmla="*/ 0 h 9"/>
                  <a:gd name="T2" fmla="*/ 16 w 16"/>
                  <a:gd name="T3" fmla="*/ 7 h 9"/>
                  <a:gd name="T4" fmla="*/ 13 w 16"/>
                  <a:gd name="T5" fmla="*/ 9 h 9"/>
                  <a:gd name="T6" fmla="*/ 0 w 16"/>
                  <a:gd name="T7" fmla="*/ 2 h 9"/>
                  <a:gd name="T8" fmla="*/ 2 w 16"/>
                  <a:gd name="T9" fmla="*/ 0 h 9"/>
                </a:gdLst>
                <a:ahLst/>
                <a:cxnLst>
                  <a:cxn ang="0">
                    <a:pos x="T0" y="T1"/>
                  </a:cxn>
                  <a:cxn ang="0">
                    <a:pos x="T2" y="T3"/>
                  </a:cxn>
                  <a:cxn ang="0">
                    <a:pos x="T4" y="T5"/>
                  </a:cxn>
                  <a:cxn ang="0">
                    <a:pos x="T6" y="T7"/>
                  </a:cxn>
                  <a:cxn ang="0">
                    <a:pos x="T8" y="T9"/>
                  </a:cxn>
                </a:cxnLst>
                <a:rect l="0" t="0" r="r" b="b"/>
                <a:pathLst>
                  <a:path w="16" h="9">
                    <a:moveTo>
                      <a:pt x="2" y="0"/>
                    </a:moveTo>
                    <a:cubicBezTo>
                      <a:pt x="7" y="2"/>
                      <a:pt x="11" y="5"/>
                      <a:pt x="16" y="7"/>
                    </a:cubicBezTo>
                    <a:cubicBezTo>
                      <a:pt x="16" y="7"/>
                      <a:pt x="13" y="9"/>
                      <a:pt x="13" y="9"/>
                    </a:cubicBezTo>
                    <a:cubicBezTo>
                      <a:pt x="9" y="7"/>
                      <a:pt x="5" y="5"/>
                      <a:pt x="0" y="2"/>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96" name="公众号：叶宏泽演示研究所-1-82">
                <a:extLst>
                  <a:ext uri="{FF2B5EF4-FFF2-40B4-BE49-F238E27FC236}">
                    <a16:creationId xmlns:a16="http://schemas.microsoft.com/office/drawing/2014/main" id="{B837345A-E499-E944-ADB2-0FE452E1EF57}"/>
                  </a:ext>
                </a:extLst>
              </p:cNvPr>
              <p:cNvSpPr>
                <a:spLocks/>
              </p:cNvSpPr>
              <p:nvPr>
                <p:custDataLst>
                  <p:tags r:id="rId84"/>
                </p:custDataLst>
              </p:nvPr>
            </p:nvSpPr>
            <p:spPr bwMode="auto">
              <a:xfrm>
                <a:off x="2648" y="2991"/>
                <a:ext cx="12" cy="8"/>
              </a:xfrm>
              <a:custGeom>
                <a:avLst/>
                <a:gdLst>
                  <a:gd name="T0" fmla="*/ 9 w 9"/>
                  <a:gd name="T1" fmla="*/ 0 h 6"/>
                  <a:gd name="T2" fmla="*/ 3 w 9"/>
                  <a:gd name="T3" fmla="*/ 6 h 6"/>
                  <a:gd name="T4" fmla="*/ 0 w 9"/>
                  <a:gd name="T5" fmla="*/ 1 h 6"/>
                  <a:gd name="T6" fmla="*/ 9 w 9"/>
                  <a:gd name="T7" fmla="*/ 0 h 6"/>
                </a:gdLst>
                <a:ahLst/>
                <a:cxnLst>
                  <a:cxn ang="0">
                    <a:pos x="T0" y="T1"/>
                  </a:cxn>
                  <a:cxn ang="0">
                    <a:pos x="T2" y="T3"/>
                  </a:cxn>
                  <a:cxn ang="0">
                    <a:pos x="T4" y="T5"/>
                  </a:cxn>
                  <a:cxn ang="0">
                    <a:pos x="T6" y="T7"/>
                  </a:cxn>
                </a:cxnLst>
                <a:rect l="0" t="0" r="r" b="b"/>
                <a:pathLst>
                  <a:path w="9" h="6">
                    <a:moveTo>
                      <a:pt x="9" y="0"/>
                    </a:moveTo>
                    <a:cubicBezTo>
                      <a:pt x="7" y="2"/>
                      <a:pt x="5" y="4"/>
                      <a:pt x="3" y="6"/>
                    </a:cubicBezTo>
                    <a:cubicBezTo>
                      <a:pt x="2" y="4"/>
                      <a:pt x="1" y="3"/>
                      <a:pt x="0" y="1"/>
                    </a:cubicBezTo>
                    <a:cubicBezTo>
                      <a:pt x="3" y="1"/>
                      <a:pt x="6"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97" name="公众号：叶宏泽演示研究所-1-83">
                <a:extLst>
                  <a:ext uri="{FF2B5EF4-FFF2-40B4-BE49-F238E27FC236}">
                    <a16:creationId xmlns:a16="http://schemas.microsoft.com/office/drawing/2014/main" id="{77007644-6CF5-DF42-A54C-3677C7A0CBB6}"/>
                  </a:ext>
                </a:extLst>
              </p:cNvPr>
              <p:cNvSpPr>
                <a:spLocks/>
              </p:cNvSpPr>
              <p:nvPr>
                <p:custDataLst>
                  <p:tags r:id="rId85"/>
                </p:custDataLst>
              </p:nvPr>
            </p:nvSpPr>
            <p:spPr bwMode="auto">
              <a:xfrm>
                <a:off x="2658" y="236"/>
                <a:ext cx="10" cy="15"/>
              </a:xfrm>
              <a:custGeom>
                <a:avLst/>
                <a:gdLst>
                  <a:gd name="T0" fmla="*/ 0 w 8"/>
                  <a:gd name="T1" fmla="*/ 11 h 11"/>
                  <a:gd name="T2" fmla="*/ 7 w 8"/>
                  <a:gd name="T3" fmla="*/ 0 h 11"/>
                  <a:gd name="T4" fmla="*/ 0 w 8"/>
                  <a:gd name="T5" fmla="*/ 11 h 11"/>
                </a:gdLst>
                <a:ahLst/>
                <a:cxnLst>
                  <a:cxn ang="0">
                    <a:pos x="T0" y="T1"/>
                  </a:cxn>
                  <a:cxn ang="0">
                    <a:pos x="T2" y="T3"/>
                  </a:cxn>
                  <a:cxn ang="0">
                    <a:pos x="T4" y="T5"/>
                  </a:cxn>
                </a:cxnLst>
                <a:rect l="0" t="0" r="r" b="b"/>
                <a:pathLst>
                  <a:path w="8" h="11">
                    <a:moveTo>
                      <a:pt x="0" y="11"/>
                    </a:moveTo>
                    <a:cubicBezTo>
                      <a:pt x="2" y="7"/>
                      <a:pt x="5" y="4"/>
                      <a:pt x="7" y="0"/>
                    </a:cubicBezTo>
                    <a:cubicBezTo>
                      <a:pt x="8" y="6"/>
                      <a:pt x="7" y="10"/>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98" name="公众号：叶宏泽演示研究所-1-84">
                <a:extLst>
                  <a:ext uri="{FF2B5EF4-FFF2-40B4-BE49-F238E27FC236}">
                    <a16:creationId xmlns:a16="http://schemas.microsoft.com/office/drawing/2014/main" id="{3A40F9D6-7D1E-5244-998D-C62D63F42275}"/>
                  </a:ext>
                </a:extLst>
              </p:cNvPr>
              <p:cNvSpPr>
                <a:spLocks/>
              </p:cNvSpPr>
              <p:nvPr>
                <p:custDataLst>
                  <p:tags r:id="rId86"/>
                </p:custDataLst>
              </p:nvPr>
            </p:nvSpPr>
            <p:spPr bwMode="auto">
              <a:xfrm>
                <a:off x="2949" y="452"/>
                <a:ext cx="10" cy="8"/>
              </a:xfrm>
              <a:custGeom>
                <a:avLst/>
                <a:gdLst>
                  <a:gd name="T0" fmla="*/ 0 w 8"/>
                  <a:gd name="T1" fmla="*/ 6 h 6"/>
                  <a:gd name="T2" fmla="*/ 8 w 8"/>
                  <a:gd name="T3" fmla="*/ 0 h 6"/>
                  <a:gd name="T4" fmla="*/ 0 w 8"/>
                  <a:gd name="T5" fmla="*/ 6 h 6"/>
                </a:gdLst>
                <a:ahLst/>
                <a:cxnLst>
                  <a:cxn ang="0">
                    <a:pos x="T0" y="T1"/>
                  </a:cxn>
                  <a:cxn ang="0">
                    <a:pos x="T2" y="T3"/>
                  </a:cxn>
                  <a:cxn ang="0">
                    <a:pos x="T4" y="T5"/>
                  </a:cxn>
                </a:cxnLst>
                <a:rect l="0" t="0" r="r" b="b"/>
                <a:pathLst>
                  <a:path w="8" h="6">
                    <a:moveTo>
                      <a:pt x="0" y="6"/>
                    </a:moveTo>
                    <a:cubicBezTo>
                      <a:pt x="2" y="4"/>
                      <a:pt x="5" y="2"/>
                      <a:pt x="8" y="0"/>
                    </a:cubicBezTo>
                    <a:cubicBezTo>
                      <a:pt x="5" y="2"/>
                      <a:pt x="2"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99" name="公众号：叶宏泽演示研究所-1-85">
                <a:extLst>
                  <a:ext uri="{FF2B5EF4-FFF2-40B4-BE49-F238E27FC236}">
                    <a16:creationId xmlns:a16="http://schemas.microsoft.com/office/drawing/2014/main" id="{674EF385-5176-F64F-A817-574FE8C31428}"/>
                  </a:ext>
                </a:extLst>
              </p:cNvPr>
              <p:cNvSpPr>
                <a:spLocks/>
              </p:cNvSpPr>
              <p:nvPr>
                <p:custDataLst>
                  <p:tags r:id="rId87"/>
                </p:custDataLst>
              </p:nvPr>
            </p:nvSpPr>
            <p:spPr bwMode="auto">
              <a:xfrm>
                <a:off x="432" y="2536"/>
                <a:ext cx="159" cy="117"/>
              </a:xfrm>
              <a:custGeom>
                <a:avLst/>
                <a:gdLst>
                  <a:gd name="T0" fmla="*/ 71 w 119"/>
                  <a:gd name="T1" fmla="*/ 62 h 87"/>
                  <a:gd name="T2" fmla="*/ 20 w 119"/>
                  <a:gd name="T3" fmla="*/ 85 h 87"/>
                  <a:gd name="T4" fmla="*/ 7 w 119"/>
                  <a:gd name="T5" fmla="*/ 86 h 87"/>
                  <a:gd name="T6" fmla="*/ 2 w 119"/>
                  <a:gd name="T7" fmla="*/ 72 h 87"/>
                  <a:gd name="T8" fmla="*/ 31 w 119"/>
                  <a:gd name="T9" fmla="*/ 33 h 87"/>
                  <a:gd name="T10" fmla="*/ 85 w 119"/>
                  <a:gd name="T11" fmla="*/ 5 h 87"/>
                  <a:gd name="T12" fmla="*/ 113 w 119"/>
                  <a:gd name="T13" fmla="*/ 17 h 87"/>
                  <a:gd name="T14" fmla="*/ 95 w 119"/>
                  <a:gd name="T15" fmla="*/ 33 h 87"/>
                  <a:gd name="T16" fmla="*/ 71 w 119"/>
                  <a:gd name="T17" fmla="*/ 62 h 87"/>
                  <a:gd name="T18" fmla="*/ 71 w 119"/>
                  <a:gd name="T19" fmla="*/ 6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9" h="87">
                    <a:moveTo>
                      <a:pt x="71" y="62"/>
                    </a:moveTo>
                    <a:cubicBezTo>
                      <a:pt x="54" y="69"/>
                      <a:pt x="31" y="65"/>
                      <a:pt x="20" y="85"/>
                    </a:cubicBezTo>
                    <a:cubicBezTo>
                      <a:pt x="19" y="87"/>
                      <a:pt x="11" y="87"/>
                      <a:pt x="7" y="86"/>
                    </a:cubicBezTo>
                    <a:cubicBezTo>
                      <a:pt x="0" y="84"/>
                      <a:pt x="3" y="78"/>
                      <a:pt x="2" y="72"/>
                    </a:cubicBezTo>
                    <a:cubicBezTo>
                      <a:pt x="2" y="51"/>
                      <a:pt x="20" y="45"/>
                      <a:pt x="31" y="33"/>
                    </a:cubicBezTo>
                    <a:cubicBezTo>
                      <a:pt x="46" y="17"/>
                      <a:pt x="67" y="14"/>
                      <a:pt x="85" y="5"/>
                    </a:cubicBezTo>
                    <a:cubicBezTo>
                      <a:pt x="96" y="0"/>
                      <a:pt x="109" y="3"/>
                      <a:pt x="113" y="17"/>
                    </a:cubicBezTo>
                    <a:cubicBezTo>
                      <a:pt x="119" y="36"/>
                      <a:pt x="103" y="29"/>
                      <a:pt x="95" y="33"/>
                    </a:cubicBezTo>
                    <a:cubicBezTo>
                      <a:pt x="82" y="38"/>
                      <a:pt x="70" y="44"/>
                      <a:pt x="71" y="62"/>
                    </a:cubicBezTo>
                    <a:cubicBezTo>
                      <a:pt x="71" y="62"/>
                      <a:pt x="71" y="62"/>
                      <a:pt x="7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100" name="公众号：叶宏泽演示研究所-1-86">
                <a:extLst>
                  <a:ext uri="{FF2B5EF4-FFF2-40B4-BE49-F238E27FC236}">
                    <a16:creationId xmlns:a16="http://schemas.microsoft.com/office/drawing/2014/main" id="{2B4B32D4-88D1-1C4C-85EC-3EE9600C4845}"/>
                  </a:ext>
                </a:extLst>
              </p:cNvPr>
              <p:cNvSpPr>
                <a:spLocks/>
              </p:cNvSpPr>
              <p:nvPr>
                <p:custDataLst>
                  <p:tags r:id="rId88"/>
                </p:custDataLst>
              </p:nvPr>
            </p:nvSpPr>
            <p:spPr bwMode="auto">
              <a:xfrm>
                <a:off x="213" y="1607"/>
                <a:ext cx="65" cy="52"/>
              </a:xfrm>
              <a:custGeom>
                <a:avLst/>
                <a:gdLst>
                  <a:gd name="T0" fmla="*/ 35 w 48"/>
                  <a:gd name="T1" fmla="*/ 10 h 39"/>
                  <a:gd name="T2" fmla="*/ 48 w 48"/>
                  <a:gd name="T3" fmla="*/ 17 h 39"/>
                  <a:gd name="T4" fmla="*/ 9 w 48"/>
                  <a:gd name="T5" fmla="*/ 26 h 39"/>
                  <a:gd name="T6" fmla="*/ 10 w 48"/>
                  <a:gd name="T7" fmla="*/ 9 h 39"/>
                  <a:gd name="T8" fmla="*/ 35 w 48"/>
                  <a:gd name="T9" fmla="*/ 10 h 39"/>
                </a:gdLst>
                <a:ahLst/>
                <a:cxnLst>
                  <a:cxn ang="0">
                    <a:pos x="T0" y="T1"/>
                  </a:cxn>
                  <a:cxn ang="0">
                    <a:pos x="T2" y="T3"/>
                  </a:cxn>
                  <a:cxn ang="0">
                    <a:pos x="T4" y="T5"/>
                  </a:cxn>
                  <a:cxn ang="0">
                    <a:pos x="T6" y="T7"/>
                  </a:cxn>
                  <a:cxn ang="0">
                    <a:pos x="T8" y="T9"/>
                  </a:cxn>
                </a:cxnLst>
                <a:rect l="0" t="0" r="r" b="b"/>
                <a:pathLst>
                  <a:path w="48" h="39">
                    <a:moveTo>
                      <a:pt x="35" y="10"/>
                    </a:moveTo>
                    <a:cubicBezTo>
                      <a:pt x="40" y="13"/>
                      <a:pt x="44" y="15"/>
                      <a:pt x="48" y="17"/>
                    </a:cubicBezTo>
                    <a:cubicBezTo>
                      <a:pt x="40" y="39"/>
                      <a:pt x="22" y="28"/>
                      <a:pt x="9" y="26"/>
                    </a:cubicBezTo>
                    <a:cubicBezTo>
                      <a:pt x="0" y="24"/>
                      <a:pt x="8" y="15"/>
                      <a:pt x="10" y="9"/>
                    </a:cubicBezTo>
                    <a:cubicBezTo>
                      <a:pt x="19" y="0"/>
                      <a:pt x="27" y="7"/>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sp>
            <p:nvSpPr>
              <p:cNvPr id="101" name="公众号：叶宏泽演示研究所-1-87">
                <a:extLst>
                  <a:ext uri="{FF2B5EF4-FFF2-40B4-BE49-F238E27FC236}">
                    <a16:creationId xmlns:a16="http://schemas.microsoft.com/office/drawing/2014/main" id="{D3B8DEBA-37F1-5A47-9F5B-53502B365669}"/>
                  </a:ext>
                </a:extLst>
              </p:cNvPr>
              <p:cNvSpPr>
                <a:spLocks/>
              </p:cNvSpPr>
              <p:nvPr>
                <p:custDataLst>
                  <p:tags r:id="rId89"/>
                </p:custDataLst>
              </p:nvPr>
            </p:nvSpPr>
            <p:spPr bwMode="auto">
              <a:xfrm>
                <a:off x="1553" y="3272"/>
                <a:ext cx="12" cy="12"/>
              </a:xfrm>
              <a:custGeom>
                <a:avLst/>
                <a:gdLst>
                  <a:gd name="T0" fmla="*/ 0 w 9"/>
                  <a:gd name="T1" fmla="*/ 4 h 9"/>
                  <a:gd name="T2" fmla="*/ 5 w 9"/>
                  <a:gd name="T3" fmla="*/ 0 h 9"/>
                  <a:gd name="T4" fmla="*/ 9 w 9"/>
                  <a:gd name="T5" fmla="*/ 7 h 9"/>
                  <a:gd name="T6" fmla="*/ 3 w 9"/>
                  <a:gd name="T7" fmla="*/ 8 h 9"/>
                  <a:gd name="T8" fmla="*/ 0 w 9"/>
                  <a:gd name="T9" fmla="*/ 4 h 9"/>
                </a:gdLst>
                <a:ahLst/>
                <a:cxnLst>
                  <a:cxn ang="0">
                    <a:pos x="T0" y="T1"/>
                  </a:cxn>
                  <a:cxn ang="0">
                    <a:pos x="T2" y="T3"/>
                  </a:cxn>
                  <a:cxn ang="0">
                    <a:pos x="T4" y="T5"/>
                  </a:cxn>
                  <a:cxn ang="0">
                    <a:pos x="T6" y="T7"/>
                  </a:cxn>
                  <a:cxn ang="0">
                    <a:pos x="T8" y="T9"/>
                  </a:cxn>
                </a:cxnLst>
                <a:rect l="0" t="0" r="r" b="b"/>
                <a:pathLst>
                  <a:path w="9" h="9">
                    <a:moveTo>
                      <a:pt x="0" y="4"/>
                    </a:moveTo>
                    <a:cubicBezTo>
                      <a:pt x="2" y="2"/>
                      <a:pt x="3" y="1"/>
                      <a:pt x="5" y="0"/>
                    </a:cubicBezTo>
                    <a:cubicBezTo>
                      <a:pt x="6" y="2"/>
                      <a:pt x="7" y="4"/>
                      <a:pt x="9" y="7"/>
                    </a:cubicBezTo>
                    <a:cubicBezTo>
                      <a:pt x="7" y="7"/>
                      <a:pt x="5" y="9"/>
                      <a:pt x="3" y="8"/>
                    </a:cubicBezTo>
                    <a:cubicBezTo>
                      <a:pt x="2" y="8"/>
                      <a:pt x="1"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2400"/>
              </a:p>
            </p:txBody>
          </p:sp>
        </p:grpSp>
        <p:sp>
          <p:nvSpPr>
            <p:cNvPr id="15" name="公众号：叶宏泽演示研究所-1-88">
              <a:extLst>
                <a:ext uri="{FF2B5EF4-FFF2-40B4-BE49-F238E27FC236}">
                  <a16:creationId xmlns:a16="http://schemas.microsoft.com/office/drawing/2014/main" id="{360C8C9C-B3B9-AB48-8557-3F2DFCF9A258}"/>
                </a:ext>
              </a:extLst>
            </p:cNvPr>
            <p:cNvSpPr/>
            <p:nvPr>
              <p:custDataLst>
                <p:tags r:id="rId3"/>
              </p:custDataLst>
            </p:nvPr>
          </p:nvSpPr>
          <p:spPr>
            <a:xfrm>
              <a:off x="642938" y="-6261100"/>
              <a:ext cx="5143500" cy="5143500"/>
            </a:xfrm>
            <a:prstGeom prst="donut">
              <a:avLst>
                <a:gd name="adj" fmla="val 53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grpSp>
      <p:grpSp>
        <p:nvGrpSpPr>
          <p:cNvPr id="102" name="组合 101">
            <a:extLst>
              <a:ext uri="{FF2B5EF4-FFF2-40B4-BE49-F238E27FC236}">
                <a16:creationId xmlns:a16="http://schemas.microsoft.com/office/drawing/2014/main" id="{B992A1D0-93CA-1A44-9CA4-85BFCE336BD8}"/>
              </a:ext>
            </a:extLst>
          </p:cNvPr>
          <p:cNvGrpSpPr/>
          <p:nvPr/>
        </p:nvGrpSpPr>
        <p:grpSpPr>
          <a:xfrm>
            <a:off x="-830385" y="475046"/>
            <a:ext cx="1660770" cy="167665"/>
            <a:chOff x="6429877" y="2075668"/>
            <a:chExt cx="1982046" cy="109699"/>
          </a:xfrm>
          <a:solidFill>
            <a:srgbClr val="004E98"/>
          </a:solidFill>
        </p:grpSpPr>
        <p:sp>
          <p:nvSpPr>
            <p:cNvPr id="103" name="矩形: 圆角 26">
              <a:extLst>
                <a:ext uri="{FF2B5EF4-FFF2-40B4-BE49-F238E27FC236}">
                  <a16:creationId xmlns:a16="http://schemas.microsoft.com/office/drawing/2014/main" id="{C133C35F-8017-1543-A31B-F727A1887DB6}"/>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104" name="矩形: 圆角 41">
              <a:extLst>
                <a:ext uri="{FF2B5EF4-FFF2-40B4-BE49-F238E27FC236}">
                  <a16:creationId xmlns:a16="http://schemas.microsoft.com/office/drawing/2014/main" id="{6C344BB9-686D-6941-B30E-1B3EA8680976}"/>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105" name="矩形: 圆角 42">
              <a:extLst>
                <a:ext uri="{FF2B5EF4-FFF2-40B4-BE49-F238E27FC236}">
                  <a16:creationId xmlns:a16="http://schemas.microsoft.com/office/drawing/2014/main" id="{00101336-CCD1-2145-94D2-9E4D73CBE5DD}"/>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106" name="文本框 105">
            <a:extLst>
              <a:ext uri="{FF2B5EF4-FFF2-40B4-BE49-F238E27FC236}">
                <a16:creationId xmlns:a16="http://schemas.microsoft.com/office/drawing/2014/main" id="{9E672F37-8894-7847-A35B-F53CE781C100}"/>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文献综述</a:t>
            </a:r>
          </a:p>
        </p:txBody>
      </p:sp>
      <p:pic>
        <p:nvPicPr>
          <p:cNvPr id="107" name="图片 106">
            <a:extLst>
              <a:ext uri="{FF2B5EF4-FFF2-40B4-BE49-F238E27FC236}">
                <a16:creationId xmlns:a16="http://schemas.microsoft.com/office/drawing/2014/main" id="{911EAE9F-1E36-D840-9AAA-16C7DF3AB30B}"/>
              </a:ext>
            </a:extLst>
          </p:cNvPr>
          <p:cNvPicPr>
            <a:picLocks noChangeAspect="1"/>
          </p:cNvPicPr>
          <p:nvPr/>
        </p:nvPicPr>
        <p:blipFill>
          <a:blip r:embed="rId91"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108" name="直线连接符 107">
            <a:extLst>
              <a:ext uri="{FF2B5EF4-FFF2-40B4-BE49-F238E27FC236}">
                <a16:creationId xmlns:a16="http://schemas.microsoft.com/office/drawing/2014/main" id="{14160F4A-9896-9B46-B844-58A5CECD9F68}"/>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109" name="矩形 108">
            <a:extLst>
              <a:ext uri="{FF2B5EF4-FFF2-40B4-BE49-F238E27FC236}">
                <a16:creationId xmlns:a16="http://schemas.microsoft.com/office/drawing/2014/main" id="{7DC5DD83-92DF-8C45-9BB4-D193B65B29E6}"/>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0" name="文本框 109">
            <a:extLst>
              <a:ext uri="{FF2B5EF4-FFF2-40B4-BE49-F238E27FC236}">
                <a16:creationId xmlns:a16="http://schemas.microsoft.com/office/drawing/2014/main" id="{C612B532-1792-9945-BC42-2B28EDDD9467}"/>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3411748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a:extLst>
              <a:ext uri="{FF2B5EF4-FFF2-40B4-BE49-F238E27FC236}">
                <a16:creationId xmlns:a16="http://schemas.microsoft.com/office/drawing/2014/main" id="{B05D605A-0487-074E-8BD2-678058041983}"/>
              </a:ext>
            </a:extLst>
          </p:cNvPr>
          <p:cNvGrpSpPr/>
          <p:nvPr/>
        </p:nvGrpSpPr>
        <p:grpSpPr>
          <a:xfrm>
            <a:off x="-830385" y="475046"/>
            <a:ext cx="1660770" cy="167665"/>
            <a:chOff x="6429877" y="2075668"/>
            <a:chExt cx="1982046" cy="109699"/>
          </a:xfrm>
          <a:solidFill>
            <a:srgbClr val="004E98"/>
          </a:solidFill>
        </p:grpSpPr>
        <p:sp>
          <p:nvSpPr>
            <p:cNvPr id="74" name="矩形: 圆角 26">
              <a:extLst>
                <a:ext uri="{FF2B5EF4-FFF2-40B4-BE49-F238E27FC236}">
                  <a16:creationId xmlns:a16="http://schemas.microsoft.com/office/drawing/2014/main" id="{F74B591B-278C-3E4B-ABC5-FC3A169E86C5}"/>
                </a:ext>
              </a:extLst>
            </p:cNvPr>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75" name="矩形: 圆角 41">
              <a:extLst>
                <a:ext uri="{FF2B5EF4-FFF2-40B4-BE49-F238E27FC236}">
                  <a16:creationId xmlns:a16="http://schemas.microsoft.com/office/drawing/2014/main" id="{5C52E9B8-CF83-7E43-AE0E-532EAAE3BF88}"/>
                </a:ext>
              </a:extLst>
            </p:cNvPr>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76" name="矩形: 圆角 42">
              <a:extLst>
                <a:ext uri="{FF2B5EF4-FFF2-40B4-BE49-F238E27FC236}">
                  <a16:creationId xmlns:a16="http://schemas.microsoft.com/office/drawing/2014/main" id="{3A2583BF-4C00-9840-BD37-106614E2587A}"/>
                </a:ext>
              </a:extLst>
            </p:cNvPr>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77" name="文本框 76">
            <a:extLst>
              <a:ext uri="{FF2B5EF4-FFF2-40B4-BE49-F238E27FC236}">
                <a16:creationId xmlns:a16="http://schemas.microsoft.com/office/drawing/2014/main" id="{C886C55D-1D74-E54D-AA4E-45AFFFA04E8B}"/>
              </a:ext>
            </a:extLst>
          </p:cNvPr>
          <p:cNvSpPr txBox="1"/>
          <p:nvPr/>
        </p:nvSpPr>
        <p:spPr>
          <a:xfrm>
            <a:off x="941596" y="351598"/>
            <a:ext cx="3403600" cy="461665"/>
          </a:xfrm>
          <a:prstGeom prst="rect">
            <a:avLst/>
          </a:prstGeom>
          <a:noFill/>
        </p:spPr>
        <p:txBody>
          <a:bodyPr wrap="square" rtlCol="0">
            <a:spAutoFit/>
          </a:bodyPr>
          <a:lstStyle/>
          <a:p>
            <a:r>
              <a:rPr kumimoji="1" lang="zh-CN" altLang="en-US" sz="2400" b="1" dirty="0">
                <a:solidFill>
                  <a:schemeClr val="tx1">
                    <a:lumMod val="75000"/>
                    <a:lumOff val="25000"/>
                  </a:schemeClr>
                </a:solidFill>
                <a:latin typeface="FZZhengHeiS-DB-GB" panose="02000000000000000000" pitchFamily="2" charset="-122"/>
                <a:ea typeface="FZZhengHeiS-DB-GB" panose="02000000000000000000" pitchFamily="2" charset="-122"/>
              </a:rPr>
              <a:t>白板</a:t>
            </a:r>
          </a:p>
        </p:txBody>
      </p:sp>
      <p:pic>
        <p:nvPicPr>
          <p:cNvPr id="78" name="图片 77">
            <a:extLst>
              <a:ext uri="{FF2B5EF4-FFF2-40B4-BE49-F238E27FC236}">
                <a16:creationId xmlns:a16="http://schemas.microsoft.com/office/drawing/2014/main" id="{79A715E9-0BEB-5349-AA29-D87A1BA2A10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cxnSp>
        <p:nvCxnSpPr>
          <p:cNvPr id="79" name="直线连接符 78">
            <a:extLst>
              <a:ext uri="{FF2B5EF4-FFF2-40B4-BE49-F238E27FC236}">
                <a16:creationId xmlns:a16="http://schemas.microsoft.com/office/drawing/2014/main" id="{10A4F790-0EC1-CD4B-A3E1-2924FBA92290}"/>
              </a:ext>
            </a:extLst>
          </p:cNvPr>
          <p:cNvCxnSpPr>
            <a:cxnSpLocks/>
          </p:cNvCxnSpPr>
          <p:nvPr/>
        </p:nvCxnSpPr>
        <p:spPr>
          <a:xfrm>
            <a:off x="941596" y="889686"/>
            <a:ext cx="10801927" cy="0"/>
          </a:xfrm>
          <a:prstGeom prst="line">
            <a:avLst/>
          </a:prstGeom>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C2512F3B-B993-3E4A-A4ED-B5F016C7DDC8}"/>
              </a:ext>
            </a:extLst>
          </p:cNvPr>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1" name="文本框 80">
            <a:extLst>
              <a:ext uri="{FF2B5EF4-FFF2-40B4-BE49-F238E27FC236}">
                <a16:creationId xmlns:a16="http://schemas.microsoft.com/office/drawing/2014/main" id="{1A99496A-B8A8-ED43-8C73-A3D2C09B918C}"/>
              </a:ext>
            </a:extLst>
          </p:cNvPr>
          <p:cNvSpPr txBox="1"/>
          <p:nvPr/>
        </p:nvSpPr>
        <p:spPr>
          <a:xfrm>
            <a:off x="0" y="6568644"/>
            <a:ext cx="2224216" cy="307777"/>
          </a:xfrm>
          <a:prstGeom prst="rect">
            <a:avLst/>
          </a:prstGeom>
          <a:noFill/>
        </p:spPr>
        <p:txBody>
          <a:bodyPr wrap="square" rtlCol="0">
            <a:spAutoFit/>
          </a:bodyPr>
          <a:lstStyle/>
          <a:p>
            <a:pPr algn="ctr"/>
            <a:r>
              <a:rPr kumimoji="1" lang="zh-CN" altLang="en-US" sz="1400" dirty="0">
                <a:solidFill>
                  <a:schemeClr val="bg1"/>
                </a:solidFill>
                <a:latin typeface="FZZhengHeiS-DB-GB" panose="02000000000000000000" pitchFamily="2" charset="-122"/>
                <a:ea typeface="FZZhengHeiS-DB-GB" panose="02000000000000000000" pitchFamily="2" charset="-122"/>
              </a:rPr>
              <a:t>艰苦朴素  求真务实</a:t>
            </a:r>
          </a:p>
        </p:txBody>
      </p:sp>
    </p:spTree>
    <p:extLst>
      <p:ext uri="{BB962C8B-B14F-4D97-AF65-F5344CB8AC3E}">
        <p14:creationId xmlns:p14="http://schemas.microsoft.com/office/powerpoint/2010/main" val="1461215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DF3C0C3-A7F8-9E42-B1B2-DF4108AE93B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060"/>
            <a:ext cx="12192000" cy="6847879"/>
          </a:xfrm>
          <a:prstGeom prst="rect">
            <a:avLst/>
          </a:prstGeom>
        </p:spPr>
      </p:pic>
      <p:sp>
        <p:nvSpPr>
          <p:cNvPr id="4" name="文本框 3">
            <a:extLst>
              <a:ext uri="{FF2B5EF4-FFF2-40B4-BE49-F238E27FC236}">
                <a16:creationId xmlns:a16="http://schemas.microsoft.com/office/drawing/2014/main" id="{F8939010-75C4-8149-9313-FED37C129112}"/>
              </a:ext>
            </a:extLst>
          </p:cNvPr>
          <p:cNvSpPr txBox="1"/>
          <p:nvPr/>
        </p:nvSpPr>
        <p:spPr>
          <a:xfrm>
            <a:off x="757879" y="2645457"/>
            <a:ext cx="10676238" cy="1488869"/>
          </a:xfrm>
          <a:prstGeom prst="rect">
            <a:avLst/>
          </a:prstGeom>
          <a:noFill/>
        </p:spPr>
        <p:txBody>
          <a:bodyPr wrap="square" rtlCol="0">
            <a:spAutoFit/>
          </a:bodyPr>
          <a:lstStyle/>
          <a:p>
            <a:pPr algn="ctr">
              <a:lnSpc>
                <a:spcPct val="150000"/>
              </a:lnSpc>
            </a:pPr>
            <a:r>
              <a:rPr kumimoji="1" lang="zh-CN" altLang="en-US" sz="6600" b="1" dirty="0">
                <a:solidFill>
                  <a:schemeClr val="bg1"/>
                </a:solidFill>
                <a:latin typeface="FZZhengHeiS-DB-GB" panose="02000000000000000000" pitchFamily="2" charset="-122"/>
                <a:ea typeface="FZZhengHeiS-DB-GB" panose="02000000000000000000" pitchFamily="2" charset="-122"/>
              </a:rPr>
              <a:t>谢 谢 观 看</a:t>
            </a:r>
          </a:p>
        </p:txBody>
      </p:sp>
      <p:sp>
        <p:nvSpPr>
          <p:cNvPr id="5" name="矩形 4">
            <a:extLst>
              <a:ext uri="{FF2B5EF4-FFF2-40B4-BE49-F238E27FC236}">
                <a16:creationId xmlns:a16="http://schemas.microsoft.com/office/drawing/2014/main" id="{F378A798-2319-4711-A5EA-EBB2A0E4F5AD}"/>
              </a:ext>
            </a:extLst>
          </p:cNvPr>
          <p:cNvSpPr/>
          <p:nvPr/>
        </p:nvSpPr>
        <p:spPr>
          <a:xfrm>
            <a:off x="4162166" y="689022"/>
            <a:ext cx="3861979" cy="1012810"/>
          </a:xfrm>
          <a:prstGeom prst="rect">
            <a:avLst/>
          </a:prstGeom>
          <a:blipFill>
            <a:blip r:embed="rId3"/>
            <a:stretch>
              <a:fillRect/>
            </a:stretch>
          </a:blipFill>
          <a:ln>
            <a:no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193659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D50E871C-92D3-6D43-97F5-B2793BB232CB}"/>
              </a:ext>
            </a:extLst>
          </p:cNvPr>
          <p:cNvSpPr/>
          <p:nvPr/>
        </p:nvSpPr>
        <p:spPr>
          <a:xfrm>
            <a:off x="0" y="699448"/>
            <a:ext cx="12192000" cy="5459104"/>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7" name="文本框 6">
            <a:extLst>
              <a:ext uri="{FF2B5EF4-FFF2-40B4-BE49-F238E27FC236}">
                <a16:creationId xmlns:a16="http://schemas.microsoft.com/office/drawing/2014/main" id="{25CF984B-8C99-6148-9EA8-7C2348449C59}"/>
              </a:ext>
            </a:extLst>
          </p:cNvPr>
          <p:cNvSpPr txBox="1"/>
          <p:nvPr/>
        </p:nvSpPr>
        <p:spPr>
          <a:xfrm>
            <a:off x="2250979" y="1661168"/>
            <a:ext cx="1398016" cy="420564"/>
          </a:xfrm>
          <a:prstGeom prst="rect">
            <a:avLst/>
          </a:prstGeom>
          <a:noFill/>
        </p:spPr>
        <p:txBody>
          <a:bodyPr wrap="square" rtlCol="0">
            <a:spAutoFit/>
          </a:bodyPr>
          <a:lstStyle/>
          <a:p>
            <a:r>
              <a:rPr kumimoji="1" lang="zh-CN" altLang="en-US" sz="2133" dirty="0">
                <a:solidFill>
                  <a:srgbClr val="64676E"/>
                </a:solidFill>
                <a:latin typeface="FZZhengHeiS-DB-GB" panose="02000000000000000000" pitchFamily="2" charset="-122"/>
                <a:ea typeface="FZZhengHeiS-DB-GB" panose="02000000000000000000" pitchFamily="2" charset="-122"/>
              </a:rPr>
              <a:t>标题字体</a:t>
            </a:r>
          </a:p>
        </p:txBody>
      </p:sp>
      <p:sp>
        <p:nvSpPr>
          <p:cNvPr id="8" name="文本框 7">
            <a:extLst>
              <a:ext uri="{FF2B5EF4-FFF2-40B4-BE49-F238E27FC236}">
                <a16:creationId xmlns:a16="http://schemas.microsoft.com/office/drawing/2014/main" id="{21DD3CDD-B5D3-3942-9FDD-9CDD368B5F25}"/>
              </a:ext>
            </a:extLst>
          </p:cNvPr>
          <p:cNvSpPr txBox="1"/>
          <p:nvPr/>
        </p:nvSpPr>
        <p:spPr>
          <a:xfrm>
            <a:off x="2250978" y="2467324"/>
            <a:ext cx="3319828" cy="502766"/>
          </a:xfrm>
          <a:prstGeom prst="rect">
            <a:avLst/>
          </a:prstGeom>
          <a:noFill/>
        </p:spPr>
        <p:txBody>
          <a:bodyPr wrap="square" rtlCol="0">
            <a:spAutoFit/>
          </a:bodyPr>
          <a:lstStyle/>
          <a:p>
            <a:r>
              <a:rPr kumimoji="1" lang="zh-CN" altLang="en-US" sz="2667" dirty="0">
                <a:solidFill>
                  <a:srgbClr val="64676E"/>
                </a:solidFill>
                <a:latin typeface="FZZhengHeiS-DB-GB" panose="02000000000000000000" pitchFamily="2" charset="-122"/>
                <a:ea typeface="FZZhengHeiS-DB-GB" panose="02000000000000000000" pitchFamily="2" charset="-122"/>
              </a:rPr>
              <a:t>方正正中黑简体</a:t>
            </a:r>
            <a:endParaRPr kumimoji="1" lang="en-US" altLang="zh-CN" sz="2667" dirty="0">
              <a:solidFill>
                <a:srgbClr val="64676E"/>
              </a:solidFill>
              <a:latin typeface="FZZhengHeiS-DB-GB" panose="02000000000000000000" pitchFamily="2" charset="-122"/>
              <a:ea typeface="FZZhengHeiS-DB-GB" panose="02000000000000000000" pitchFamily="2" charset="-122"/>
            </a:endParaRPr>
          </a:p>
        </p:txBody>
      </p:sp>
      <p:cxnSp>
        <p:nvCxnSpPr>
          <p:cNvPr id="3" name="直线连接符 2">
            <a:extLst>
              <a:ext uri="{FF2B5EF4-FFF2-40B4-BE49-F238E27FC236}">
                <a16:creationId xmlns:a16="http://schemas.microsoft.com/office/drawing/2014/main" id="{E9FBAE31-8E99-364D-BD55-5B94B74FEF9B}"/>
              </a:ext>
            </a:extLst>
          </p:cNvPr>
          <p:cNvCxnSpPr>
            <a:cxnSpLocks/>
          </p:cNvCxnSpPr>
          <p:nvPr/>
        </p:nvCxnSpPr>
        <p:spPr>
          <a:xfrm>
            <a:off x="2307876" y="2309011"/>
            <a:ext cx="2981577" cy="0"/>
          </a:xfrm>
          <a:prstGeom prst="line">
            <a:avLst/>
          </a:prstGeom>
          <a:ln w="38100" cmpd="thickThin">
            <a:solidFill>
              <a:srgbClr val="64676E"/>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B11A09F1-00E4-B842-8467-C07DC31D4C3C}"/>
              </a:ext>
            </a:extLst>
          </p:cNvPr>
          <p:cNvCxnSpPr>
            <a:cxnSpLocks/>
          </p:cNvCxnSpPr>
          <p:nvPr/>
        </p:nvCxnSpPr>
        <p:spPr>
          <a:xfrm>
            <a:off x="2307876" y="3297055"/>
            <a:ext cx="2981577" cy="0"/>
          </a:xfrm>
          <a:prstGeom prst="line">
            <a:avLst/>
          </a:prstGeom>
          <a:ln w="3175" cmpd="thickThin">
            <a:solidFill>
              <a:srgbClr val="64676E">
                <a:alpha val="31000"/>
              </a:srgbClr>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8459A02-3D61-6747-A251-65150DD89722}"/>
              </a:ext>
            </a:extLst>
          </p:cNvPr>
          <p:cNvSpPr txBox="1"/>
          <p:nvPr/>
        </p:nvSpPr>
        <p:spPr>
          <a:xfrm>
            <a:off x="6764409" y="1661168"/>
            <a:ext cx="1398016" cy="420564"/>
          </a:xfrm>
          <a:prstGeom prst="rect">
            <a:avLst/>
          </a:prstGeom>
          <a:noFill/>
        </p:spPr>
        <p:txBody>
          <a:bodyPr wrap="square" rtlCol="0">
            <a:spAutoFit/>
          </a:bodyPr>
          <a:lstStyle/>
          <a:p>
            <a:r>
              <a:rPr kumimoji="1" lang="zh-CN" altLang="en-US" sz="2133" dirty="0">
                <a:solidFill>
                  <a:srgbClr val="64676E"/>
                </a:solidFill>
                <a:latin typeface="Microsoft YaHei Light" panose="020B0503020204020204" pitchFamily="34" charset="-122"/>
                <a:ea typeface="Microsoft YaHei Light" panose="020B0503020204020204" pitchFamily="34" charset="-122"/>
              </a:rPr>
              <a:t>正文字体</a:t>
            </a:r>
          </a:p>
        </p:txBody>
      </p:sp>
      <p:sp>
        <p:nvSpPr>
          <p:cNvPr id="18" name="文本框 17">
            <a:extLst>
              <a:ext uri="{FF2B5EF4-FFF2-40B4-BE49-F238E27FC236}">
                <a16:creationId xmlns:a16="http://schemas.microsoft.com/office/drawing/2014/main" id="{576A1896-182D-3945-B58B-0632E3F75FD5}"/>
              </a:ext>
            </a:extLst>
          </p:cNvPr>
          <p:cNvSpPr txBox="1"/>
          <p:nvPr/>
        </p:nvSpPr>
        <p:spPr>
          <a:xfrm>
            <a:off x="6764408" y="2467323"/>
            <a:ext cx="3119715" cy="502766"/>
          </a:xfrm>
          <a:prstGeom prst="rect">
            <a:avLst/>
          </a:prstGeom>
          <a:noFill/>
        </p:spPr>
        <p:txBody>
          <a:bodyPr wrap="square" rtlCol="0">
            <a:spAutoFit/>
          </a:bodyPr>
          <a:lstStyle/>
          <a:p>
            <a:r>
              <a:rPr kumimoji="1" lang="zh-CN" altLang="en-US" sz="2667" dirty="0">
                <a:solidFill>
                  <a:srgbClr val="64676E"/>
                </a:solidFill>
                <a:latin typeface="Microsoft YaHei Light" panose="020B0503020204020204" pitchFamily="34" charset="-122"/>
                <a:ea typeface="Microsoft YaHei Light" panose="020B0503020204020204" pitchFamily="34" charset="-122"/>
              </a:rPr>
              <a:t>微软雅黑  </a:t>
            </a:r>
            <a:r>
              <a:rPr kumimoji="1" lang="en-US" altLang="zh-CN" sz="2667" dirty="0">
                <a:solidFill>
                  <a:srgbClr val="64676E"/>
                </a:solidFill>
                <a:latin typeface="Microsoft YaHei Light" panose="020B0503020204020204" pitchFamily="34" charset="-122"/>
                <a:ea typeface="Microsoft YaHei Light" panose="020B0503020204020204" pitchFamily="34" charset="-122"/>
              </a:rPr>
              <a:t>Light</a:t>
            </a:r>
            <a:endParaRPr kumimoji="1" lang="zh-CN" altLang="en-US" sz="2667" dirty="0">
              <a:solidFill>
                <a:srgbClr val="64676E"/>
              </a:solidFill>
              <a:latin typeface="Microsoft YaHei Light" panose="020B0503020204020204" pitchFamily="34" charset="-122"/>
              <a:ea typeface="Microsoft YaHei Light" panose="020B0503020204020204" pitchFamily="34" charset="-122"/>
            </a:endParaRPr>
          </a:p>
        </p:txBody>
      </p:sp>
      <p:cxnSp>
        <p:nvCxnSpPr>
          <p:cNvPr id="19" name="直线连接符 18">
            <a:extLst>
              <a:ext uri="{FF2B5EF4-FFF2-40B4-BE49-F238E27FC236}">
                <a16:creationId xmlns:a16="http://schemas.microsoft.com/office/drawing/2014/main" id="{5E27819E-7F90-224D-BAA1-7DA27C1642EE}"/>
              </a:ext>
            </a:extLst>
          </p:cNvPr>
          <p:cNvCxnSpPr>
            <a:cxnSpLocks/>
          </p:cNvCxnSpPr>
          <p:nvPr/>
        </p:nvCxnSpPr>
        <p:spPr>
          <a:xfrm>
            <a:off x="6821305" y="2309011"/>
            <a:ext cx="2397760" cy="0"/>
          </a:xfrm>
          <a:prstGeom prst="line">
            <a:avLst/>
          </a:prstGeom>
          <a:ln w="38100" cmpd="thickThin">
            <a:solidFill>
              <a:srgbClr val="64676E"/>
            </a:solidFill>
          </a:ln>
        </p:spPr>
        <p:style>
          <a:lnRef idx="1">
            <a:schemeClr val="accent1"/>
          </a:lnRef>
          <a:fillRef idx="0">
            <a:schemeClr val="accent1"/>
          </a:fillRef>
          <a:effectRef idx="0">
            <a:schemeClr val="accent1"/>
          </a:effectRef>
          <a:fontRef idx="minor">
            <a:schemeClr val="tx1"/>
          </a:fontRef>
        </p:style>
      </p:cxnSp>
      <p:cxnSp>
        <p:nvCxnSpPr>
          <p:cNvPr id="20" name="直线连接符 19">
            <a:extLst>
              <a:ext uri="{FF2B5EF4-FFF2-40B4-BE49-F238E27FC236}">
                <a16:creationId xmlns:a16="http://schemas.microsoft.com/office/drawing/2014/main" id="{EF1E37AA-04ED-E44A-A2A0-9312F4F72BF4}"/>
              </a:ext>
            </a:extLst>
          </p:cNvPr>
          <p:cNvCxnSpPr>
            <a:cxnSpLocks/>
          </p:cNvCxnSpPr>
          <p:nvPr/>
        </p:nvCxnSpPr>
        <p:spPr>
          <a:xfrm>
            <a:off x="6821305" y="3297055"/>
            <a:ext cx="2397760" cy="0"/>
          </a:xfrm>
          <a:prstGeom prst="line">
            <a:avLst/>
          </a:prstGeom>
          <a:ln w="3175" cmpd="thickThin">
            <a:solidFill>
              <a:srgbClr val="64676E">
                <a:alpha val="31000"/>
              </a:srgb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603E95A3-F5C6-CD4F-92DC-4960E6E5B195}"/>
              </a:ext>
            </a:extLst>
          </p:cNvPr>
          <p:cNvSpPr txBox="1"/>
          <p:nvPr/>
        </p:nvSpPr>
        <p:spPr>
          <a:xfrm>
            <a:off x="2250979" y="3677533"/>
            <a:ext cx="1398016" cy="420564"/>
          </a:xfrm>
          <a:prstGeom prst="rect">
            <a:avLst/>
          </a:prstGeom>
          <a:noFill/>
        </p:spPr>
        <p:txBody>
          <a:bodyPr wrap="square" rtlCol="0">
            <a:spAutoFit/>
          </a:bodyPr>
          <a:lstStyle/>
          <a:p>
            <a:r>
              <a:rPr kumimoji="1" lang="zh-CN" altLang="en-US" sz="2133" dirty="0">
                <a:solidFill>
                  <a:srgbClr val="64676E"/>
                </a:solidFill>
                <a:latin typeface="FZZhengHeiS-DB-GB" panose="02000000000000000000" pitchFamily="2" charset="-122"/>
                <a:ea typeface="FZZhengHeiS-DB-GB" panose="02000000000000000000" pitchFamily="2" charset="-122"/>
              </a:rPr>
              <a:t>色彩规范</a:t>
            </a:r>
          </a:p>
        </p:txBody>
      </p:sp>
      <p:sp>
        <p:nvSpPr>
          <p:cNvPr id="2" name="圆角矩形 1">
            <a:extLst>
              <a:ext uri="{FF2B5EF4-FFF2-40B4-BE49-F238E27FC236}">
                <a16:creationId xmlns:a16="http://schemas.microsoft.com/office/drawing/2014/main" id="{CE96532E-E49B-D64A-B502-F24141B2788D}"/>
              </a:ext>
            </a:extLst>
          </p:cNvPr>
          <p:cNvSpPr/>
          <p:nvPr/>
        </p:nvSpPr>
        <p:spPr>
          <a:xfrm>
            <a:off x="2307876" y="4464979"/>
            <a:ext cx="897854" cy="897854"/>
          </a:xfrm>
          <a:prstGeom prst="roundRect">
            <a:avLst/>
          </a:prstGeom>
          <a:solidFill>
            <a:srgbClr val="004E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圆角矩形 12">
            <a:extLst>
              <a:ext uri="{FF2B5EF4-FFF2-40B4-BE49-F238E27FC236}">
                <a16:creationId xmlns:a16="http://schemas.microsoft.com/office/drawing/2014/main" id="{659D7A82-2A3B-3A45-99C8-E8FD9C0DE34D}"/>
              </a:ext>
            </a:extLst>
          </p:cNvPr>
          <p:cNvSpPr/>
          <p:nvPr/>
        </p:nvSpPr>
        <p:spPr>
          <a:xfrm>
            <a:off x="3861751" y="4464979"/>
            <a:ext cx="897854" cy="897854"/>
          </a:xfrm>
          <a:prstGeom prst="roundRect">
            <a:avLst/>
          </a:prstGeom>
          <a:solidFill>
            <a:srgbClr val="004E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圆角矩形 13">
            <a:extLst>
              <a:ext uri="{FF2B5EF4-FFF2-40B4-BE49-F238E27FC236}">
                <a16:creationId xmlns:a16="http://schemas.microsoft.com/office/drawing/2014/main" id="{279F4FB0-42D5-6541-B5A8-901F93C3D2DB}"/>
              </a:ext>
            </a:extLst>
          </p:cNvPr>
          <p:cNvSpPr/>
          <p:nvPr/>
        </p:nvSpPr>
        <p:spPr>
          <a:xfrm>
            <a:off x="5415626" y="4464979"/>
            <a:ext cx="897854" cy="897854"/>
          </a:xfrm>
          <a:prstGeom prst="roundRect">
            <a:avLst/>
          </a:prstGeom>
          <a:solidFill>
            <a:srgbClr val="004E96">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C60357D8-A00F-874B-A1FB-8721469F88B0}"/>
              </a:ext>
            </a:extLst>
          </p:cNvPr>
          <p:cNvSpPr txBox="1"/>
          <p:nvPr/>
        </p:nvSpPr>
        <p:spPr>
          <a:xfrm>
            <a:off x="2193152" y="5483693"/>
            <a:ext cx="1127302" cy="276999"/>
          </a:xfrm>
          <a:prstGeom prst="rect">
            <a:avLst/>
          </a:prstGeom>
          <a:noFill/>
        </p:spPr>
        <p:txBody>
          <a:bodyPr wrap="square" rtlCol="0">
            <a:spAutoFit/>
          </a:bodyPr>
          <a:lstStyle/>
          <a:p>
            <a:pPr algn="ctr"/>
            <a:r>
              <a:rPr kumimoji="1" lang="zh-CN" altLang="en-US" sz="1200" dirty="0">
                <a:latin typeface="Microsoft YaHei Light" panose="020B0503020204020204" pitchFamily="34" charset="-122"/>
                <a:ea typeface="Microsoft YaHei Light" panose="020B0503020204020204" pitchFamily="34" charset="-122"/>
              </a:rPr>
              <a:t>（</a:t>
            </a:r>
            <a:r>
              <a:rPr kumimoji="1" lang="en-US" altLang="zh-CN" sz="1200" dirty="0">
                <a:latin typeface="Microsoft YaHei Light" panose="020B0503020204020204" pitchFamily="34" charset="-122"/>
                <a:ea typeface="Microsoft YaHei Light" panose="020B0503020204020204" pitchFamily="34" charset="-122"/>
              </a:rPr>
              <a:t>9</a:t>
            </a:r>
            <a:r>
              <a:rPr kumimoji="1" lang="zh-CN" altLang="en-US" sz="1200" dirty="0">
                <a:latin typeface="Microsoft YaHei Light" panose="020B0503020204020204" pitchFamily="34" charset="-122"/>
                <a:ea typeface="Microsoft YaHei Light" panose="020B0503020204020204" pitchFamily="34" charset="-122"/>
              </a:rPr>
              <a:t>，</a:t>
            </a:r>
            <a:r>
              <a:rPr kumimoji="1" lang="en-US" altLang="zh-CN" sz="1200" dirty="0">
                <a:latin typeface="Microsoft YaHei Light" panose="020B0503020204020204" pitchFamily="34" charset="-122"/>
                <a:ea typeface="Microsoft YaHei Light" panose="020B0503020204020204" pitchFamily="34" charset="-122"/>
              </a:rPr>
              <a:t>80</a:t>
            </a:r>
            <a:r>
              <a:rPr kumimoji="1" lang="zh-CN" altLang="en-US" sz="1200" dirty="0">
                <a:latin typeface="Microsoft YaHei Light" panose="020B0503020204020204" pitchFamily="34" charset="-122"/>
                <a:ea typeface="Microsoft YaHei Light" panose="020B0503020204020204" pitchFamily="34" charset="-122"/>
              </a:rPr>
              <a:t>，</a:t>
            </a:r>
            <a:r>
              <a:rPr kumimoji="1" lang="en-US" altLang="zh-CN" sz="1200" dirty="0">
                <a:latin typeface="Microsoft YaHei Light" panose="020B0503020204020204" pitchFamily="34" charset="-122"/>
                <a:ea typeface="Microsoft YaHei Light" panose="020B0503020204020204" pitchFamily="34" charset="-122"/>
              </a:rPr>
              <a:t>148</a:t>
            </a:r>
            <a:r>
              <a:rPr kumimoji="1" lang="zh-CN" altLang="en-US" sz="1200" dirty="0">
                <a:latin typeface="Microsoft YaHei Light" panose="020B0503020204020204" pitchFamily="34" charset="-122"/>
                <a:ea typeface="Microsoft YaHei Light" panose="020B0503020204020204" pitchFamily="34" charset="-122"/>
              </a:rPr>
              <a:t>）</a:t>
            </a:r>
          </a:p>
        </p:txBody>
      </p:sp>
      <p:sp>
        <p:nvSpPr>
          <p:cNvPr id="21" name="文本框 20">
            <a:extLst>
              <a:ext uri="{FF2B5EF4-FFF2-40B4-BE49-F238E27FC236}">
                <a16:creationId xmlns:a16="http://schemas.microsoft.com/office/drawing/2014/main" id="{666D0082-D1EF-4247-A222-49FD3282FF75}"/>
              </a:ext>
            </a:extLst>
          </p:cNvPr>
          <p:cNvSpPr txBox="1"/>
          <p:nvPr/>
        </p:nvSpPr>
        <p:spPr>
          <a:xfrm>
            <a:off x="3651852" y="5483693"/>
            <a:ext cx="1317652" cy="276999"/>
          </a:xfrm>
          <a:prstGeom prst="rect">
            <a:avLst/>
          </a:prstGeom>
          <a:noFill/>
        </p:spPr>
        <p:txBody>
          <a:bodyPr wrap="square" rtlCol="0">
            <a:spAutoFit/>
          </a:bodyPr>
          <a:lstStyle/>
          <a:p>
            <a:pPr algn="ctr"/>
            <a:r>
              <a:rPr kumimoji="1" lang="zh-CN" altLang="en-US" sz="1200" dirty="0">
                <a:latin typeface="Microsoft YaHei Light" panose="020B0503020204020204" pitchFamily="34" charset="-122"/>
                <a:ea typeface="Microsoft YaHei Light" panose="020B0503020204020204" pitchFamily="34" charset="-122"/>
              </a:rPr>
              <a:t>（</a:t>
            </a:r>
            <a:r>
              <a:rPr kumimoji="1" lang="en-US" altLang="zh-CN" sz="1200" dirty="0">
                <a:latin typeface="Microsoft YaHei Light" panose="020B0503020204020204" pitchFamily="34" charset="-122"/>
                <a:ea typeface="Microsoft YaHei Light" panose="020B0503020204020204" pitchFamily="34" charset="-122"/>
              </a:rPr>
              <a:t>52</a:t>
            </a:r>
            <a:r>
              <a:rPr kumimoji="1" lang="zh-CN" altLang="en-US" sz="1200" dirty="0">
                <a:latin typeface="Microsoft YaHei Light" panose="020B0503020204020204" pitchFamily="34" charset="-122"/>
                <a:ea typeface="Microsoft YaHei Light" panose="020B0503020204020204" pitchFamily="34" charset="-122"/>
              </a:rPr>
              <a:t>，</a:t>
            </a:r>
            <a:r>
              <a:rPr kumimoji="1" lang="en-US" altLang="zh-CN" sz="1200" dirty="0">
                <a:latin typeface="Microsoft YaHei Light" panose="020B0503020204020204" pitchFamily="34" charset="-122"/>
                <a:ea typeface="Microsoft YaHei Light" panose="020B0503020204020204" pitchFamily="34" charset="-122"/>
              </a:rPr>
              <a:t>122</a:t>
            </a:r>
            <a:r>
              <a:rPr kumimoji="1" lang="zh-CN" altLang="en-US" sz="1200" dirty="0">
                <a:latin typeface="Microsoft YaHei Light" panose="020B0503020204020204" pitchFamily="34" charset="-122"/>
                <a:ea typeface="Microsoft YaHei Light" panose="020B0503020204020204" pitchFamily="34" charset="-122"/>
              </a:rPr>
              <a:t>，</a:t>
            </a:r>
            <a:r>
              <a:rPr kumimoji="1" lang="en-US" altLang="zh-CN" sz="1200" dirty="0">
                <a:latin typeface="Microsoft YaHei Light" panose="020B0503020204020204" pitchFamily="34" charset="-122"/>
                <a:ea typeface="Microsoft YaHei Light" panose="020B0503020204020204" pitchFamily="34" charset="-122"/>
              </a:rPr>
              <a:t>167</a:t>
            </a:r>
            <a:r>
              <a:rPr kumimoji="1" lang="zh-CN" altLang="en-US" sz="1200" dirty="0">
                <a:latin typeface="Microsoft YaHei Light" panose="020B0503020204020204" pitchFamily="34" charset="-122"/>
                <a:ea typeface="Microsoft YaHei Light" panose="020B0503020204020204" pitchFamily="34" charset="-122"/>
              </a:rPr>
              <a:t>）</a:t>
            </a:r>
          </a:p>
        </p:txBody>
      </p:sp>
      <p:sp>
        <p:nvSpPr>
          <p:cNvPr id="22" name="文本框 21">
            <a:extLst>
              <a:ext uri="{FF2B5EF4-FFF2-40B4-BE49-F238E27FC236}">
                <a16:creationId xmlns:a16="http://schemas.microsoft.com/office/drawing/2014/main" id="{2FA9AA19-34C7-1B47-AFAF-D28A139A5478}"/>
              </a:ext>
            </a:extLst>
          </p:cNvPr>
          <p:cNvSpPr txBox="1"/>
          <p:nvPr/>
        </p:nvSpPr>
        <p:spPr>
          <a:xfrm>
            <a:off x="5121629" y="5483693"/>
            <a:ext cx="1485847" cy="276998"/>
          </a:xfrm>
          <a:prstGeom prst="rect">
            <a:avLst/>
          </a:prstGeom>
          <a:noFill/>
        </p:spPr>
        <p:txBody>
          <a:bodyPr wrap="square" rtlCol="0">
            <a:spAutoFit/>
          </a:bodyPr>
          <a:lstStyle/>
          <a:p>
            <a:pPr algn="ctr"/>
            <a:r>
              <a:rPr kumimoji="1" lang="zh-CN" altLang="en-US" sz="1200" dirty="0">
                <a:latin typeface="Microsoft YaHei Light" panose="020B0503020204020204" pitchFamily="34" charset="-122"/>
                <a:ea typeface="Microsoft YaHei Light" panose="020B0503020204020204" pitchFamily="34" charset="-122"/>
              </a:rPr>
              <a:t>（</a:t>
            </a:r>
            <a:r>
              <a:rPr kumimoji="1" lang="en-US" altLang="zh-CN" sz="1200" dirty="0">
                <a:latin typeface="Microsoft YaHei Light" panose="020B0503020204020204" pitchFamily="34" charset="-122"/>
                <a:ea typeface="Microsoft YaHei Light" panose="020B0503020204020204" pitchFamily="34" charset="-122"/>
              </a:rPr>
              <a:t>124</a:t>
            </a:r>
            <a:r>
              <a:rPr kumimoji="1" lang="zh-CN" altLang="en-US" sz="1200" dirty="0">
                <a:latin typeface="Microsoft YaHei Light" panose="020B0503020204020204" pitchFamily="34" charset="-122"/>
                <a:ea typeface="Microsoft YaHei Light" panose="020B0503020204020204" pitchFamily="34" charset="-122"/>
              </a:rPr>
              <a:t>，</a:t>
            </a:r>
            <a:r>
              <a:rPr kumimoji="1" lang="en-US" altLang="zh-CN" sz="1200" dirty="0">
                <a:latin typeface="Microsoft YaHei Light" panose="020B0503020204020204" pitchFamily="34" charset="-122"/>
                <a:ea typeface="Microsoft YaHei Light" panose="020B0503020204020204" pitchFamily="34" charset="-122"/>
              </a:rPr>
              <a:t>163</a:t>
            </a:r>
            <a:r>
              <a:rPr kumimoji="1" lang="zh-CN" altLang="en-US" sz="1200" dirty="0">
                <a:latin typeface="Microsoft YaHei Light" panose="020B0503020204020204" pitchFamily="34" charset="-122"/>
                <a:ea typeface="Microsoft YaHei Light" panose="020B0503020204020204" pitchFamily="34" charset="-122"/>
              </a:rPr>
              <a:t>，</a:t>
            </a:r>
            <a:r>
              <a:rPr kumimoji="1" lang="en-US" altLang="zh-CN" sz="1200" dirty="0">
                <a:latin typeface="Microsoft YaHei Light" panose="020B0503020204020204" pitchFamily="34" charset="-122"/>
                <a:ea typeface="Microsoft YaHei Light" panose="020B0503020204020204" pitchFamily="34" charset="-122"/>
              </a:rPr>
              <a:t>196</a:t>
            </a:r>
            <a:r>
              <a:rPr kumimoji="1" lang="zh-CN" altLang="en-US" sz="1200" dirty="0">
                <a:latin typeface="Microsoft YaHei Light" panose="020B0503020204020204" pitchFamily="34" charset="-122"/>
                <a:ea typeface="Microsoft YaHei Light" panose="020B0503020204020204" pitchFamily="34" charset="-122"/>
              </a:rPr>
              <a:t>）</a:t>
            </a:r>
          </a:p>
        </p:txBody>
      </p:sp>
      <p:pic>
        <p:nvPicPr>
          <p:cNvPr id="24" name="图片 23">
            <a:extLst>
              <a:ext uri="{FF2B5EF4-FFF2-40B4-BE49-F238E27FC236}">
                <a16:creationId xmlns:a16="http://schemas.microsoft.com/office/drawing/2014/main" id="{9167059A-E33A-0146-BB1D-C9507BA5CFE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1706987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Freeform 1">
            <a:extLst>
              <a:ext uri="{FF2B5EF4-FFF2-40B4-BE49-F238E27FC236}">
                <a16:creationId xmlns:a16="http://schemas.microsoft.com/office/drawing/2014/main" id="{CBFB8025-080B-3240-8AEF-7A174D13E2A0}"/>
              </a:ext>
            </a:extLst>
          </p:cNvPr>
          <p:cNvSpPr>
            <a:spLocks noChangeAspect="1" noChangeArrowheads="1"/>
          </p:cNvSpPr>
          <p:nvPr/>
        </p:nvSpPr>
        <p:spPr bwMode="auto">
          <a:xfrm>
            <a:off x="1653692" y="1515974"/>
            <a:ext cx="326389" cy="433905"/>
          </a:xfrm>
          <a:custGeom>
            <a:avLst/>
            <a:gdLst>
              <a:gd name="T0" fmla="*/ 196790 w 1948"/>
              <a:gd name="T1" fmla="*/ 359861 h 2596"/>
              <a:gd name="T2" fmla="*/ 10401 w 1948"/>
              <a:gd name="T3" fmla="*/ 359861 h 2596"/>
              <a:gd name="T4" fmla="*/ 0 w 1948"/>
              <a:gd name="T5" fmla="*/ 349461 h 2596"/>
              <a:gd name="T6" fmla="*/ 0 w 1948"/>
              <a:gd name="T7" fmla="*/ 10401 h 2596"/>
              <a:gd name="T8" fmla="*/ 10401 w 1948"/>
              <a:gd name="T9" fmla="*/ 0 h 2596"/>
              <a:gd name="T10" fmla="*/ 259058 w 1948"/>
              <a:gd name="T11" fmla="*/ 0 h 2596"/>
              <a:gd name="T12" fmla="*/ 269321 w 1948"/>
              <a:gd name="T13" fmla="*/ 10401 h 2596"/>
              <a:gd name="T14" fmla="*/ 269321 w 1948"/>
              <a:gd name="T15" fmla="*/ 288444 h 2596"/>
              <a:gd name="T16" fmla="*/ 259058 w 1948"/>
              <a:gd name="T17" fmla="*/ 298706 h 2596"/>
              <a:gd name="T18" fmla="*/ 248657 w 1948"/>
              <a:gd name="T19" fmla="*/ 288444 h 2596"/>
              <a:gd name="T20" fmla="*/ 248657 w 1948"/>
              <a:gd name="T21" fmla="*/ 20663 h 2596"/>
              <a:gd name="T22" fmla="*/ 20664 w 1948"/>
              <a:gd name="T23" fmla="*/ 20663 h 2596"/>
              <a:gd name="T24" fmla="*/ 20664 w 1948"/>
              <a:gd name="T25" fmla="*/ 339060 h 2596"/>
              <a:gd name="T26" fmla="*/ 196790 w 1948"/>
              <a:gd name="T27" fmla="*/ 339060 h 2596"/>
              <a:gd name="T28" fmla="*/ 207191 w 1948"/>
              <a:gd name="T29" fmla="*/ 349461 h 2596"/>
              <a:gd name="T30" fmla="*/ 196790 w 1948"/>
              <a:gd name="T31" fmla="*/ 359861 h 2596"/>
              <a:gd name="T32" fmla="*/ 213155 w 1948"/>
              <a:gd name="T33" fmla="*/ 103035 h 2596"/>
              <a:gd name="T34" fmla="*/ 56166 w 1948"/>
              <a:gd name="T35" fmla="*/ 103035 h 2596"/>
              <a:gd name="T36" fmla="*/ 45765 w 1948"/>
              <a:gd name="T37" fmla="*/ 92635 h 2596"/>
              <a:gd name="T38" fmla="*/ 56166 w 1948"/>
              <a:gd name="T39" fmla="*/ 82373 h 2596"/>
              <a:gd name="T40" fmla="*/ 213155 w 1948"/>
              <a:gd name="T41" fmla="*/ 82373 h 2596"/>
              <a:gd name="T42" fmla="*/ 223556 w 1948"/>
              <a:gd name="T43" fmla="*/ 92635 h 2596"/>
              <a:gd name="T44" fmla="*/ 213155 w 1948"/>
              <a:gd name="T45" fmla="*/ 103035 h 2596"/>
              <a:gd name="T46" fmla="*/ 213155 w 1948"/>
              <a:gd name="T47" fmla="*/ 161279 h 2596"/>
              <a:gd name="T48" fmla="*/ 56166 w 1948"/>
              <a:gd name="T49" fmla="*/ 161279 h 2596"/>
              <a:gd name="T50" fmla="*/ 45765 w 1948"/>
              <a:gd name="T51" fmla="*/ 150878 h 2596"/>
              <a:gd name="T52" fmla="*/ 56166 w 1948"/>
              <a:gd name="T53" fmla="*/ 140478 h 2596"/>
              <a:gd name="T54" fmla="*/ 213155 w 1948"/>
              <a:gd name="T55" fmla="*/ 140478 h 2596"/>
              <a:gd name="T56" fmla="*/ 223556 w 1948"/>
              <a:gd name="T57" fmla="*/ 150878 h 2596"/>
              <a:gd name="T58" fmla="*/ 213155 w 1948"/>
              <a:gd name="T59" fmla="*/ 161279 h 2596"/>
              <a:gd name="T60" fmla="*/ 138682 w 1948"/>
              <a:gd name="T61" fmla="*/ 277488 h 2596"/>
              <a:gd name="T62" fmla="*/ 56166 w 1948"/>
              <a:gd name="T63" fmla="*/ 277488 h 2596"/>
              <a:gd name="T64" fmla="*/ 45765 w 1948"/>
              <a:gd name="T65" fmla="*/ 267088 h 2596"/>
              <a:gd name="T66" fmla="*/ 56166 w 1948"/>
              <a:gd name="T67" fmla="*/ 256826 h 2596"/>
              <a:gd name="T68" fmla="*/ 138682 w 1948"/>
              <a:gd name="T69" fmla="*/ 256826 h 2596"/>
              <a:gd name="T70" fmla="*/ 149083 w 1948"/>
              <a:gd name="T71" fmla="*/ 267088 h 2596"/>
              <a:gd name="T72" fmla="*/ 138682 w 1948"/>
              <a:gd name="T73" fmla="*/ 277488 h 2596"/>
              <a:gd name="T74" fmla="*/ 213155 w 1948"/>
              <a:gd name="T75" fmla="*/ 219245 h 2596"/>
              <a:gd name="T76" fmla="*/ 56166 w 1948"/>
              <a:gd name="T77" fmla="*/ 219245 h 2596"/>
              <a:gd name="T78" fmla="*/ 45765 w 1948"/>
              <a:gd name="T79" fmla="*/ 208983 h 2596"/>
              <a:gd name="T80" fmla="*/ 56166 w 1948"/>
              <a:gd name="T81" fmla="*/ 198582 h 2596"/>
              <a:gd name="T82" fmla="*/ 213155 w 1948"/>
              <a:gd name="T83" fmla="*/ 198582 h 2596"/>
              <a:gd name="T84" fmla="*/ 223556 w 1948"/>
              <a:gd name="T85" fmla="*/ 208983 h 2596"/>
              <a:gd name="T86" fmla="*/ 213155 w 1948"/>
              <a:gd name="T87" fmla="*/ 219245 h 2596"/>
              <a:gd name="T88" fmla="*/ 200257 w 1948"/>
              <a:gd name="T89" fmla="*/ 335177 h 2596"/>
              <a:gd name="T90" fmla="*/ 169192 w 1948"/>
              <a:gd name="T91" fmla="*/ 322142 h 2596"/>
              <a:gd name="T92" fmla="*/ 169192 w 1948"/>
              <a:gd name="T93" fmla="*/ 259738 h 2596"/>
              <a:gd name="T94" fmla="*/ 200257 w 1948"/>
              <a:gd name="T95" fmla="*/ 246841 h 2596"/>
              <a:gd name="T96" fmla="*/ 231461 w 1948"/>
              <a:gd name="T97" fmla="*/ 259738 h 2596"/>
              <a:gd name="T98" fmla="*/ 237979 w 1948"/>
              <a:gd name="T99" fmla="*/ 313821 h 2596"/>
              <a:gd name="T100" fmla="*/ 265993 w 1948"/>
              <a:gd name="T101" fmla="*/ 341972 h 2596"/>
              <a:gd name="T102" fmla="*/ 265993 w 1948"/>
              <a:gd name="T103" fmla="*/ 356533 h 2596"/>
              <a:gd name="T104" fmla="*/ 258642 w 1948"/>
              <a:gd name="T105" fmla="*/ 359584 h 2596"/>
              <a:gd name="T106" fmla="*/ 251292 w 1948"/>
              <a:gd name="T107" fmla="*/ 356533 h 2596"/>
              <a:gd name="T108" fmla="*/ 223417 w 1948"/>
              <a:gd name="T109" fmla="*/ 328521 h 2596"/>
              <a:gd name="T110" fmla="*/ 200257 w 1948"/>
              <a:gd name="T111" fmla="*/ 335177 h 2596"/>
              <a:gd name="T112" fmla="*/ 200257 w 1948"/>
              <a:gd name="T113" fmla="*/ 267504 h 2596"/>
              <a:gd name="T114" fmla="*/ 183754 w 1948"/>
              <a:gd name="T115" fmla="*/ 274438 h 2596"/>
              <a:gd name="T116" fmla="*/ 183754 w 1948"/>
              <a:gd name="T117" fmla="*/ 307581 h 2596"/>
              <a:gd name="T118" fmla="*/ 200257 w 1948"/>
              <a:gd name="T119" fmla="*/ 314376 h 2596"/>
              <a:gd name="T120" fmla="*/ 216760 w 1948"/>
              <a:gd name="T121" fmla="*/ 307581 h 2596"/>
              <a:gd name="T122" fmla="*/ 216760 w 1948"/>
              <a:gd name="T123" fmla="*/ 274438 h 2596"/>
              <a:gd name="T124" fmla="*/ 200257 w 1948"/>
              <a:gd name="T125" fmla="*/ 267504 h 259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948" h="2596">
                <a:moveTo>
                  <a:pt x="1419" y="2595"/>
                </a:moveTo>
                <a:lnTo>
                  <a:pt x="75" y="2595"/>
                </a:lnTo>
                <a:cubicBezTo>
                  <a:pt x="33" y="2595"/>
                  <a:pt x="0" y="2561"/>
                  <a:pt x="0" y="2520"/>
                </a:cubicBezTo>
                <a:lnTo>
                  <a:pt x="0" y="75"/>
                </a:lnTo>
                <a:cubicBezTo>
                  <a:pt x="0" y="34"/>
                  <a:pt x="33" y="0"/>
                  <a:pt x="75" y="0"/>
                </a:cubicBezTo>
                <a:lnTo>
                  <a:pt x="1868" y="0"/>
                </a:lnTo>
                <a:cubicBezTo>
                  <a:pt x="1909" y="0"/>
                  <a:pt x="1942" y="34"/>
                  <a:pt x="1942" y="75"/>
                </a:cubicBezTo>
                <a:lnTo>
                  <a:pt x="1942" y="2080"/>
                </a:lnTo>
                <a:cubicBezTo>
                  <a:pt x="1942" y="2121"/>
                  <a:pt x="1910" y="2154"/>
                  <a:pt x="1868" y="2154"/>
                </a:cubicBezTo>
                <a:cubicBezTo>
                  <a:pt x="1827" y="2154"/>
                  <a:pt x="1793" y="2121"/>
                  <a:pt x="1793" y="2080"/>
                </a:cubicBezTo>
                <a:lnTo>
                  <a:pt x="1793" y="149"/>
                </a:lnTo>
                <a:lnTo>
                  <a:pt x="149" y="149"/>
                </a:lnTo>
                <a:lnTo>
                  <a:pt x="149" y="2445"/>
                </a:lnTo>
                <a:lnTo>
                  <a:pt x="1419" y="2445"/>
                </a:lnTo>
                <a:cubicBezTo>
                  <a:pt x="1460" y="2445"/>
                  <a:pt x="1494" y="2479"/>
                  <a:pt x="1494" y="2520"/>
                </a:cubicBezTo>
                <a:cubicBezTo>
                  <a:pt x="1494" y="2561"/>
                  <a:pt x="1460" y="2595"/>
                  <a:pt x="1419" y="2595"/>
                </a:cubicBezTo>
                <a:close/>
                <a:moveTo>
                  <a:pt x="1537" y="743"/>
                </a:moveTo>
                <a:lnTo>
                  <a:pt x="405" y="743"/>
                </a:lnTo>
                <a:cubicBezTo>
                  <a:pt x="364" y="743"/>
                  <a:pt x="330" y="709"/>
                  <a:pt x="330" y="668"/>
                </a:cubicBezTo>
                <a:cubicBezTo>
                  <a:pt x="330" y="626"/>
                  <a:pt x="364" y="594"/>
                  <a:pt x="405" y="594"/>
                </a:cubicBezTo>
                <a:lnTo>
                  <a:pt x="1537" y="594"/>
                </a:lnTo>
                <a:cubicBezTo>
                  <a:pt x="1579" y="594"/>
                  <a:pt x="1612" y="626"/>
                  <a:pt x="1612" y="668"/>
                </a:cubicBezTo>
                <a:cubicBezTo>
                  <a:pt x="1612" y="709"/>
                  <a:pt x="1579" y="743"/>
                  <a:pt x="1537" y="743"/>
                </a:cubicBezTo>
                <a:close/>
                <a:moveTo>
                  <a:pt x="1537" y="1163"/>
                </a:moveTo>
                <a:lnTo>
                  <a:pt x="405" y="1163"/>
                </a:lnTo>
                <a:cubicBezTo>
                  <a:pt x="364" y="1163"/>
                  <a:pt x="330" y="1129"/>
                  <a:pt x="330" y="1088"/>
                </a:cubicBezTo>
                <a:cubicBezTo>
                  <a:pt x="330" y="1047"/>
                  <a:pt x="364" y="1013"/>
                  <a:pt x="405" y="1013"/>
                </a:cubicBezTo>
                <a:lnTo>
                  <a:pt x="1537" y="1013"/>
                </a:lnTo>
                <a:cubicBezTo>
                  <a:pt x="1579" y="1013"/>
                  <a:pt x="1612" y="1047"/>
                  <a:pt x="1612" y="1088"/>
                </a:cubicBezTo>
                <a:cubicBezTo>
                  <a:pt x="1612" y="1129"/>
                  <a:pt x="1579" y="1163"/>
                  <a:pt x="1537" y="1163"/>
                </a:cubicBezTo>
                <a:close/>
                <a:moveTo>
                  <a:pt x="1000" y="2001"/>
                </a:moveTo>
                <a:lnTo>
                  <a:pt x="405" y="2001"/>
                </a:lnTo>
                <a:cubicBezTo>
                  <a:pt x="364" y="2001"/>
                  <a:pt x="330" y="1968"/>
                  <a:pt x="330" y="1926"/>
                </a:cubicBezTo>
                <a:cubicBezTo>
                  <a:pt x="330" y="1885"/>
                  <a:pt x="364" y="1852"/>
                  <a:pt x="405" y="1852"/>
                </a:cubicBezTo>
                <a:lnTo>
                  <a:pt x="1000" y="1852"/>
                </a:lnTo>
                <a:cubicBezTo>
                  <a:pt x="1042" y="1852"/>
                  <a:pt x="1075" y="1885"/>
                  <a:pt x="1075" y="1926"/>
                </a:cubicBezTo>
                <a:cubicBezTo>
                  <a:pt x="1075" y="1968"/>
                  <a:pt x="1042" y="2001"/>
                  <a:pt x="1000" y="2001"/>
                </a:cubicBezTo>
                <a:close/>
                <a:moveTo>
                  <a:pt x="1537" y="1581"/>
                </a:moveTo>
                <a:lnTo>
                  <a:pt x="405" y="1581"/>
                </a:lnTo>
                <a:cubicBezTo>
                  <a:pt x="364" y="1581"/>
                  <a:pt x="330" y="1549"/>
                  <a:pt x="330" y="1507"/>
                </a:cubicBezTo>
                <a:cubicBezTo>
                  <a:pt x="330" y="1466"/>
                  <a:pt x="364" y="1432"/>
                  <a:pt x="405" y="1432"/>
                </a:cubicBezTo>
                <a:lnTo>
                  <a:pt x="1537" y="1432"/>
                </a:lnTo>
                <a:cubicBezTo>
                  <a:pt x="1579" y="1432"/>
                  <a:pt x="1612" y="1466"/>
                  <a:pt x="1612" y="1507"/>
                </a:cubicBezTo>
                <a:cubicBezTo>
                  <a:pt x="1612" y="1549"/>
                  <a:pt x="1579" y="1581"/>
                  <a:pt x="1537" y="1581"/>
                </a:cubicBezTo>
                <a:close/>
                <a:moveTo>
                  <a:pt x="1444" y="2417"/>
                </a:moveTo>
                <a:cubicBezTo>
                  <a:pt x="1359" y="2417"/>
                  <a:pt x="1280" y="2383"/>
                  <a:pt x="1220" y="2323"/>
                </a:cubicBezTo>
                <a:cubicBezTo>
                  <a:pt x="1096" y="2199"/>
                  <a:pt x="1096" y="1997"/>
                  <a:pt x="1220" y="1873"/>
                </a:cubicBezTo>
                <a:cubicBezTo>
                  <a:pt x="1280" y="1813"/>
                  <a:pt x="1359" y="1780"/>
                  <a:pt x="1444" y="1780"/>
                </a:cubicBezTo>
                <a:cubicBezTo>
                  <a:pt x="1529" y="1780"/>
                  <a:pt x="1609" y="1813"/>
                  <a:pt x="1669" y="1873"/>
                </a:cubicBezTo>
                <a:cubicBezTo>
                  <a:pt x="1774" y="1979"/>
                  <a:pt x="1790" y="2141"/>
                  <a:pt x="1716" y="2263"/>
                </a:cubicBezTo>
                <a:lnTo>
                  <a:pt x="1918" y="2466"/>
                </a:lnTo>
                <a:cubicBezTo>
                  <a:pt x="1947" y="2495"/>
                  <a:pt x="1947" y="2542"/>
                  <a:pt x="1918" y="2571"/>
                </a:cubicBezTo>
                <a:cubicBezTo>
                  <a:pt x="1903" y="2586"/>
                  <a:pt x="1884" y="2593"/>
                  <a:pt x="1865" y="2593"/>
                </a:cubicBezTo>
                <a:cubicBezTo>
                  <a:pt x="1846" y="2593"/>
                  <a:pt x="1827" y="2586"/>
                  <a:pt x="1812" y="2571"/>
                </a:cubicBezTo>
                <a:lnTo>
                  <a:pt x="1611" y="2369"/>
                </a:lnTo>
                <a:cubicBezTo>
                  <a:pt x="1561" y="2400"/>
                  <a:pt x="1504" y="2417"/>
                  <a:pt x="1444" y="2417"/>
                </a:cubicBezTo>
                <a:close/>
                <a:moveTo>
                  <a:pt x="1444" y="1929"/>
                </a:moveTo>
                <a:cubicBezTo>
                  <a:pt x="1399" y="1929"/>
                  <a:pt x="1357" y="1947"/>
                  <a:pt x="1325" y="1979"/>
                </a:cubicBezTo>
                <a:cubicBezTo>
                  <a:pt x="1260" y="2045"/>
                  <a:pt x="1260" y="2152"/>
                  <a:pt x="1325" y="2218"/>
                </a:cubicBezTo>
                <a:cubicBezTo>
                  <a:pt x="1357" y="2250"/>
                  <a:pt x="1399" y="2267"/>
                  <a:pt x="1444" y="2267"/>
                </a:cubicBezTo>
                <a:cubicBezTo>
                  <a:pt x="1489" y="2267"/>
                  <a:pt x="1531" y="2250"/>
                  <a:pt x="1563" y="2218"/>
                </a:cubicBezTo>
                <a:cubicBezTo>
                  <a:pt x="1629" y="2152"/>
                  <a:pt x="1629" y="2045"/>
                  <a:pt x="1563" y="1979"/>
                </a:cubicBezTo>
                <a:cubicBezTo>
                  <a:pt x="1531" y="1947"/>
                  <a:pt x="1489" y="1929"/>
                  <a:pt x="1444" y="192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74" name="Freeform 2">
            <a:extLst>
              <a:ext uri="{FF2B5EF4-FFF2-40B4-BE49-F238E27FC236}">
                <a16:creationId xmlns:a16="http://schemas.microsoft.com/office/drawing/2014/main" id="{A45D4D50-C4F0-9444-887C-C1521FA5A1CC}"/>
              </a:ext>
            </a:extLst>
          </p:cNvPr>
          <p:cNvSpPr>
            <a:spLocks noChangeAspect="1" noChangeArrowheads="1"/>
          </p:cNvSpPr>
          <p:nvPr/>
        </p:nvSpPr>
        <p:spPr bwMode="auto">
          <a:xfrm>
            <a:off x="2371750" y="1515974"/>
            <a:ext cx="422385" cy="433905"/>
          </a:xfrm>
          <a:custGeom>
            <a:avLst/>
            <a:gdLst>
              <a:gd name="T0" fmla="*/ 112995 w 2514"/>
              <a:gd name="T1" fmla="*/ 312555 h 2595"/>
              <a:gd name="T2" fmla="*/ 235845 w 2514"/>
              <a:gd name="T3" fmla="*/ 312555 h 2595"/>
              <a:gd name="T4" fmla="*/ 236401 w 2514"/>
              <a:gd name="T5" fmla="*/ 302705 h 2595"/>
              <a:gd name="T6" fmla="*/ 236539 w 2514"/>
              <a:gd name="T7" fmla="*/ 299653 h 2595"/>
              <a:gd name="T8" fmla="*/ 196561 w 2514"/>
              <a:gd name="T9" fmla="*/ 242220 h 2595"/>
              <a:gd name="T10" fmla="*/ 216134 w 2514"/>
              <a:gd name="T11" fmla="*/ 206983 h 2595"/>
              <a:gd name="T12" fmla="*/ 174490 w 2514"/>
              <a:gd name="T13" fmla="*/ 165364 h 2595"/>
              <a:gd name="T14" fmla="*/ 132845 w 2514"/>
              <a:gd name="T15" fmla="*/ 206983 h 2595"/>
              <a:gd name="T16" fmla="*/ 152279 w 2514"/>
              <a:gd name="T17" fmla="*/ 242081 h 2595"/>
              <a:gd name="T18" fmla="*/ 112301 w 2514"/>
              <a:gd name="T19" fmla="*/ 299653 h 2595"/>
              <a:gd name="T20" fmla="*/ 112440 w 2514"/>
              <a:gd name="T21" fmla="*/ 302705 h 2595"/>
              <a:gd name="T22" fmla="*/ 112995 w 2514"/>
              <a:gd name="T23" fmla="*/ 312555 h 2595"/>
              <a:gd name="T24" fmla="*/ 174490 w 2514"/>
              <a:gd name="T25" fmla="*/ 186035 h 2595"/>
              <a:gd name="T26" fmla="*/ 195450 w 2514"/>
              <a:gd name="T27" fmla="*/ 206983 h 2595"/>
              <a:gd name="T28" fmla="*/ 174490 w 2514"/>
              <a:gd name="T29" fmla="*/ 227792 h 2595"/>
              <a:gd name="T30" fmla="*/ 153667 w 2514"/>
              <a:gd name="T31" fmla="*/ 206983 h 2595"/>
              <a:gd name="T32" fmla="*/ 174490 w 2514"/>
              <a:gd name="T33" fmla="*/ 186035 h 2595"/>
              <a:gd name="T34" fmla="*/ 174490 w 2514"/>
              <a:gd name="T35" fmla="*/ 258867 h 2595"/>
              <a:gd name="T36" fmla="*/ 215023 w 2514"/>
              <a:gd name="T37" fmla="*/ 291884 h 2595"/>
              <a:gd name="T38" fmla="*/ 133817 w 2514"/>
              <a:gd name="T39" fmla="*/ 291884 h 2595"/>
              <a:gd name="T40" fmla="*/ 174490 w 2514"/>
              <a:gd name="T41" fmla="*/ 258867 h 2595"/>
              <a:gd name="T42" fmla="*/ 338568 w 2514"/>
              <a:gd name="T43" fmla="*/ 40092 h 2595"/>
              <a:gd name="T44" fmla="*/ 295674 w 2514"/>
              <a:gd name="T45" fmla="*/ 40092 h 2595"/>
              <a:gd name="T46" fmla="*/ 295674 w 2514"/>
              <a:gd name="T47" fmla="*/ 10405 h 2595"/>
              <a:gd name="T48" fmla="*/ 285263 w 2514"/>
              <a:gd name="T49" fmla="*/ 0 h 2595"/>
              <a:gd name="T50" fmla="*/ 274991 w 2514"/>
              <a:gd name="T51" fmla="*/ 10405 h 2595"/>
              <a:gd name="T52" fmla="*/ 274991 w 2514"/>
              <a:gd name="T53" fmla="*/ 40092 h 2595"/>
              <a:gd name="T54" fmla="*/ 78152 w 2514"/>
              <a:gd name="T55" fmla="*/ 40092 h 2595"/>
              <a:gd name="T56" fmla="*/ 78152 w 2514"/>
              <a:gd name="T57" fmla="*/ 10405 h 2595"/>
              <a:gd name="T58" fmla="*/ 67741 w 2514"/>
              <a:gd name="T59" fmla="*/ 0 h 2595"/>
              <a:gd name="T60" fmla="*/ 57469 w 2514"/>
              <a:gd name="T61" fmla="*/ 10405 h 2595"/>
              <a:gd name="T62" fmla="*/ 57469 w 2514"/>
              <a:gd name="T63" fmla="*/ 40092 h 2595"/>
              <a:gd name="T64" fmla="*/ 10272 w 2514"/>
              <a:gd name="T65" fmla="*/ 40092 h 2595"/>
              <a:gd name="T66" fmla="*/ 0 w 2514"/>
              <a:gd name="T67" fmla="*/ 50358 h 2595"/>
              <a:gd name="T68" fmla="*/ 0 w 2514"/>
              <a:gd name="T69" fmla="*/ 349595 h 2595"/>
              <a:gd name="T70" fmla="*/ 10272 w 2514"/>
              <a:gd name="T71" fmla="*/ 359861 h 2595"/>
              <a:gd name="T72" fmla="*/ 338568 w 2514"/>
              <a:gd name="T73" fmla="*/ 359861 h 2595"/>
              <a:gd name="T74" fmla="*/ 348840 w 2514"/>
              <a:gd name="T75" fmla="*/ 349595 h 2595"/>
              <a:gd name="T76" fmla="*/ 348840 w 2514"/>
              <a:gd name="T77" fmla="*/ 50358 h 2595"/>
              <a:gd name="T78" fmla="*/ 338568 w 2514"/>
              <a:gd name="T79" fmla="*/ 40092 h 2595"/>
              <a:gd name="T80" fmla="*/ 328157 w 2514"/>
              <a:gd name="T81" fmla="*/ 339191 h 2595"/>
              <a:gd name="T82" fmla="*/ 20683 w 2514"/>
              <a:gd name="T83" fmla="*/ 339191 h 2595"/>
              <a:gd name="T84" fmla="*/ 20683 w 2514"/>
              <a:gd name="T85" fmla="*/ 139145 h 2595"/>
              <a:gd name="T86" fmla="*/ 328157 w 2514"/>
              <a:gd name="T87" fmla="*/ 139145 h 2595"/>
              <a:gd name="T88" fmla="*/ 328157 w 2514"/>
              <a:gd name="T89" fmla="*/ 339191 h 2595"/>
              <a:gd name="T90" fmla="*/ 328157 w 2514"/>
              <a:gd name="T91" fmla="*/ 118335 h 2595"/>
              <a:gd name="T92" fmla="*/ 20683 w 2514"/>
              <a:gd name="T93" fmla="*/ 118335 h 2595"/>
              <a:gd name="T94" fmla="*/ 20683 w 2514"/>
              <a:gd name="T95" fmla="*/ 60763 h 2595"/>
              <a:gd name="T96" fmla="*/ 57469 w 2514"/>
              <a:gd name="T97" fmla="*/ 60763 h 2595"/>
              <a:gd name="T98" fmla="*/ 57469 w 2514"/>
              <a:gd name="T99" fmla="*/ 89618 h 2595"/>
              <a:gd name="T100" fmla="*/ 67741 w 2514"/>
              <a:gd name="T101" fmla="*/ 100023 h 2595"/>
              <a:gd name="T102" fmla="*/ 78152 w 2514"/>
              <a:gd name="T103" fmla="*/ 89618 h 2595"/>
              <a:gd name="T104" fmla="*/ 78152 w 2514"/>
              <a:gd name="T105" fmla="*/ 60763 h 2595"/>
              <a:gd name="T106" fmla="*/ 274991 w 2514"/>
              <a:gd name="T107" fmla="*/ 60763 h 2595"/>
              <a:gd name="T108" fmla="*/ 274991 w 2514"/>
              <a:gd name="T109" fmla="*/ 89618 h 2595"/>
              <a:gd name="T110" fmla="*/ 285263 w 2514"/>
              <a:gd name="T111" fmla="*/ 100023 h 2595"/>
              <a:gd name="T112" fmla="*/ 295674 w 2514"/>
              <a:gd name="T113" fmla="*/ 89618 h 2595"/>
              <a:gd name="T114" fmla="*/ 295674 w 2514"/>
              <a:gd name="T115" fmla="*/ 60763 h 2595"/>
              <a:gd name="T116" fmla="*/ 328157 w 2514"/>
              <a:gd name="T117" fmla="*/ 60763 h 2595"/>
              <a:gd name="T118" fmla="*/ 328157 w 2514"/>
              <a:gd name="T119" fmla="*/ 118335 h 259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514" h="2595">
                <a:moveTo>
                  <a:pt x="814" y="2253"/>
                </a:moveTo>
                <a:lnTo>
                  <a:pt x="1699" y="2253"/>
                </a:lnTo>
                <a:lnTo>
                  <a:pt x="1703" y="2182"/>
                </a:lnTo>
                <a:cubicBezTo>
                  <a:pt x="1703" y="2175"/>
                  <a:pt x="1704" y="2167"/>
                  <a:pt x="1704" y="2160"/>
                </a:cubicBezTo>
                <a:cubicBezTo>
                  <a:pt x="1704" y="1971"/>
                  <a:pt x="1584" y="1810"/>
                  <a:pt x="1416" y="1746"/>
                </a:cubicBezTo>
                <a:cubicBezTo>
                  <a:pt x="1501" y="1693"/>
                  <a:pt x="1557" y="1599"/>
                  <a:pt x="1557" y="1492"/>
                </a:cubicBezTo>
                <a:cubicBezTo>
                  <a:pt x="1557" y="1326"/>
                  <a:pt x="1423" y="1192"/>
                  <a:pt x="1257" y="1192"/>
                </a:cubicBezTo>
                <a:cubicBezTo>
                  <a:pt x="1092" y="1192"/>
                  <a:pt x="957" y="1326"/>
                  <a:pt x="957" y="1492"/>
                </a:cubicBezTo>
                <a:cubicBezTo>
                  <a:pt x="957" y="1598"/>
                  <a:pt x="1013" y="1692"/>
                  <a:pt x="1097" y="1745"/>
                </a:cubicBezTo>
                <a:cubicBezTo>
                  <a:pt x="929" y="1809"/>
                  <a:pt x="809" y="1971"/>
                  <a:pt x="809" y="2160"/>
                </a:cubicBezTo>
                <a:cubicBezTo>
                  <a:pt x="809" y="2167"/>
                  <a:pt x="810" y="2175"/>
                  <a:pt x="810" y="2182"/>
                </a:cubicBezTo>
                <a:lnTo>
                  <a:pt x="814" y="2253"/>
                </a:lnTo>
                <a:close/>
                <a:moveTo>
                  <a:pt x="1257" y="1341"/>
                </a:moveTo>
                <a:cubicBezTo>
                  <a:pt x="1340" y="1341"/>
                  <a:pt x="1408" y="1408"/>
                  <a:pt x="1408" y="1492"/>
                </a:cubicBezTo>
                <a:cubicBezTo>
                  <a:pt x="1408" y="1575"/>
                  <a:pt x="1341" y="1642"/>
                  <a:pt x="1257" y="1642"/>
                </a:cubicBezTo>
                <a:cubicBezTo>
                  <a:pt x="1174" y="1642"/>
                  <a:pt x="1107" y="1575"/>
                  <a:pt x="1107" y="1492"/>
                </a:cubicBezTo>
                <a:cubicBezTo>
                  <a:pt x="1107" y="1408"/>
                  <a:pt x="1174" y="1341"/>
                  <a:pt x="1257" y="1341"/>
                </a:cubicBezTo>
                <a:close/>
                <a:moveTo>
                  <a:pt x="1257" y="1866"/>
                </a:moveTo>
                <a:cubicBezTo>
                  <a:pt x="1401" y="1866"/>
                  <a:pt x="1522" y="1968"/>
                  <a:pt x="1549" y="2104"/>
                </a:cubicBezTo>
                <a:lnTo>
                  <a:pt x="964" y="2104"/>
                </a:lnTo>
                <a:cubicBezTo>
                  <a:pt x="991" y="1968"/>
                  <a:pt x="1112" y="1866"/>
                  <a:pt x="1257" y="1866"/>
                </a:cubicBezTo>
                <a:close/>
                <a:moveTo>
                  <a:pt x="2439" y="289"/>
                </a:moveTo>
                <a:lnTo>
                  <a:pt x="2130" y="289"/>
                </a:lnTo>
                <a:lnTo>
                  <a:pt x="2130" y="75"/>
                </a:lnTo>
                <a:cubicBezTo>
                  <a:pt x="2130" y="33"/>
                  <a:pt x="2097" y="0"/>
                  <a:pt x="2055" y="0"/>
                </a:cubicBezTo>
                <a:cubicBezTo>
                  <a:pt x="2014" y="0"/>
                  <a:pt x="1981" y="33"/>
                  <a:pt x="1981" y="75"/>
                </a:cubicBezTo>
                <a:lnTo>
                  <a:pt x="1981" y="289"/>
                </a:lnTo>
                <a:lnTo>
                  <a:pt x="563" y="289"/>
                </a:lnTo>
                <a:lnTo>
                  <a:pt x="563" y="75"/>
                </a:lnTo>
                <a:cubicBezTo>
                  <a:pt x="563" y="33"/>
                  <a:pt x="529" y="0"/>
                  <a:pt x="488" y="0"/>
                </a:cubicBezTo>
                <a:cubicBezTo>
                  <a:pt x="446" y="0"/>
                  <a:pt x="414" y="33"/>
                  <a:pt x="414" y="75"/>
                </a:cubicBezTo>
                <a:lnTo>
                  <a:pt x="414" y="289"/>
                </a:lnTo>
                <a:lnTo>
                  <a:pt x="74" y="289"/>
                </a:lnTo>
                <a:cubicBezTo>
                  <a:pt x="33" y="289"/>
                  <a:pt x="0" y="322"/>
                  <a:pt x="0" y="363"/>
                </a:cubicBezTo>
                <a:lnTo>
                  <a:pt x="0" y="2520"/>
                </a:lnTo>
                <a:cubicBezTo>
                  <a:pt x="0" y="2561"/>
                  <a:pt x="33" y="2594"/>
                  <a:pt x="74" y="2594"/>
                </a:cubicBezTo>
                <a:lnTo>
                  <a:pt x="2439" y="2594"/>
                </a:lnTo>
                <a:cubicBezTo>
                  <a:pt x="2480" y="2594"/>
                  <a:pt x="2513" y="2561"/>
                  <a:pt x="2513" y="2520"/>
                </a:cubicBezTo>
                <a:lnTo>
                  <a:pt x="2513" y="363"/>
                </a:lnTo>
                <a:cubicBezTo>
                  <a:pt x="2513" y="322"/>
                  <a:pt x="2480" y="289"/>
                  <a:pt x="2439" y="289"/>
                </a:cubicBezTo>
                <a:close/>
                <a:moveTo>
                  <a:pt x="2364" y="2445"/>
                </a:moveTo>
                <a:lnTo>
                  <a:pt x="149" y="2445"/>
                </a:lnTo>
                <a:lnTo>
                  <a:pt x="149" y="1003"/>
                </a:lnTo>
                <a:lnTo>
                  <a:pt x="2364" y="1003"/>
                </a:lnTo>
                <a:lnTo>
                  <a:pt x="2364" y="2445"/>
                </a:lnTo>
                <a:close/>
                <a:moveTo>
                  <a:pt x="2364" y="853"/>
                </a:moveTo>
                <a:lnTo>
                  <a:pt x="149" y="853"/>
                </a:lnTo>
                <a:lnTo>
                  <a:pt x="149" y="438"/>
                </a:lnTo>
                <a:lnTo>
                  <a:pt x="414" y="438"/>
                </a:lnTo>
                <a:lnTo>
                  <a:pt x="414" y="646"/>
                </a:lnTo>
                <a:cubicBezTo>
                  <a:pt x="414" y="688"/>
                  <a:pt x="446" y="721"/>
                  <a:pt x="488" y="721"/>
                </a:cubicBezTo>
                <a:cubicBezTo>
                  <a:pt x="529" y="721"/>
                  <a:pt x="563" y="688"/>
                  <a:pt x="563" y="646"/>
                </a:cubicBezTo>
                <a:lnTo>
                  <a:pt x="563" y="438"/>
                </a:lnTo>
                <a:lnTo>
                  <a:pt x="1981" y="438"/>
                </a:lnTo>
                <a:lnTo>
                  <a:pt x="1981" y="646"/>
                </a:lnTo>
                <a:cubicBezTo>
                  <a:pt x="1981" y="688"/>
                  <a:pt x="2014" y="721"/>
                  <a:pt x="2055" y="721"/>
                </a:cubicBezTo>
                <a:cubicBezTo>
                  <a:pt x="2097" y="721"/>
                  <a:pt x="2130" y="688"/>
                  <a:pt x="2130" y="646"/>
                </a:cubicBezTo>
                <a:lnTo>
                  <a:pt x="2130" y="438"/>
                </a:lnTo>
                <a:lnTo>
                  <a:pt x="2364" y="438"/>
                </a:lnTo>
                <a:lnTo>
                  <a:pt x="2364" y="853"/>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75" name="Freeform 6">
            <a:extLst>
              <a:ext uri="{FF2B5EF4-FFF2-40B4-BE49-F238E27FC236}">
                <a16:creationId xmlns:a16="http://schemas.microsoft.com/office/drawing/2014/main" id="{1EF706F4-D949-0D45-B3ED-CC62DE13E17E}"/>
              </a:ext>
            </a:extLst>
          </p:cNvPr>
          <p:cNvSpPr>
            <a:spLocks noChangeAspect="1" noChangeArrowheads="1"/>
          </p:cNvSpPr>
          <p:nvPr/>
        </p:nvSpPr>
        <p:spPr bwMode="auto">
          <a:xfrm>
            <a:off x="820443" y="2418342"/>
            <a:ext cx="535663" cy="435825"/>
          </a:xfrm>
          <a:custGeom>
            <a:avLst/>
            <a:gdLst>
              <a:gd name="T0" fmla="*/ 149591 w 2608"/>
              <a:gd name="T1" fmla="*/ 190429 h 2123"/>
              <a:gd name="T2" fmla="*/ 244909 w 2608"/>
              <a:gd name="T3" fmla="*/ 95299 h 2123"/>
              <a:gd name="T4" fmla="*/ 149591 w 2608"/>
              <a:gd name="T5" fmla="*/ 0 h 2123"/>
              <a:gd name="T6" fmla="*/ 54104 w 2608"/>
              <a:gd name="T7" fmla="*/ 95299 h 2123"/>
              <a:gd name="T8" fmla="*/ 149591 w 2608"/>
              <a:gd name="T9" fmla="*/ 190429 h 2123"/>
              <a:gd name="T10" fmla="*/ 149591 w 2608"/>
              <a:gd name="T11" fmla="*/ 25266 h 2123"/>
              <a:gd name="T12" fmla="*/ 219807 w 2608"/>
              <a:gd name="T13" fmla="*/ 95299 h 2123"/>
              <a:gd name="T14" fmla="*/ 149591 w 2608"/>
              <a:gd name="T15" fmla="*/ 165332 h 2123"/>
              <a:gd name="T16" fmla="*/ 79544 w 2608"/>
              <a:gd name="T17" fmla="*/ 95299 h 2123"/>
              <a:gd name="T18" fmla="*/ 149591 w 2608"/>
              <a:gd name="T19" fmla="*/ 25266 h 2123"/>
              <a:gd name="T20" fmla="*/ 354303 w 2608"/>
              <a:gd name="T21" fmla="*/ 192972 h 2123"/>
              <a:gd name="T22" fmla="*/ 396704 w 2608"/>
              <a:gd name="T23" fmla="*/ 129553 h 2123"/>
              <a:gd name="T24" fmla="*/ 327506 w 2608"/>
              <a:gd name="T25" fmla="*/ 60537 h 2123"/>
              <a:gd name="T26" fmla="*/ 258477 w 2608"/>
              <a:gd name="T27" fmla="*/ 129553 h 2123"/>
              <a:gd name="T28" fmla="*/ 307662 w 2608"/>
              <a:gd name="T29" fmla="*/ 195346 h 2123"/>
              <a:gd name="T30" fmla="*/ 252032 w 2608"/>
              <a:gd name="T31" fmla="*/ 232821 h 2123"/>
              <a:gd name="T32" fmla="*/ 149421 w 2608"/>
              <a:gd name="T33" fmla="*/ 192294 h 2123"/>
              <a:gd name="T34" fmla="*/ 43758 w 2608"/>
              <a:gd name="T35" fmla="*/ 235535 h 2123"/>
              <a:gd name="T36" fmla="*/ 0 w 2608"/>
              <a:gd name="T37" fmla="*/ 340160 h 2123"/>
              <a:gd name="T38" fmla="*/ 170 w 2608"/>
              <a:gd name="T39" fmla="*/ 347791 h 2123"/>
              <a:gd name="T40" fmla="*/ 848 w 2608"/>
              <a:gd name="T41" fmla="*/ 359830 h 2123"/>
              <a:gd name="T42" fmla="*/ 297825 w 2608"/>
              <a:gd name="T43" fmla="*/ 359830 h 2123"/>
              <a:gd name="T44" fmla="*/ 298504 w 2608"/>
              <a:gd name="T45" fmla="*/ 347791 h 2123"/>
              <a:gd name="T46" fmla="*/ 298673 w 2608"/>
              <a:gd name="T47" fmla="*/ 340160 h 2123"/>
              <a:gd name="T48" fmla="*/ 296299 w 2608"/>
              <a:gd name="T49" fmla="*/ 313707 h 2123"/>
              <a:gd name="T50" fmla="*/ 441480 w 2608"/>
              <a:gd name="T51" fmla="*/ 313707 h 2123"/>
              <a:gd name="T52" fmla="*/ 441989 w 2608"/>
              <a:gd name="T53" fmla="*/ 301667 h 2123"/>
              <a:gd name="T54" fmla="*/ 442158 w 2608"/>
              <a:gd name="T55" fmla="*/ 296241 h 2123"/>
              <a:gd name="T56" fmla="*/ 354303 w 2608"/>
              <a:gd name="T57" fmla="*/ 192972 h 2123"/>
              <a:gd name="T58" fmla="*/ 283748 w 2608"/>
              <a:gd name="T59" fmla="*/ 129553 h 2123"/>
              <a:gd name="T60" fmla="*/ 327506 w 2608"/>
              <a:gd name="T61" fmla="*/ 85803 h 2123"/>
              <a:gd name="T62" fmla="*/ 371264 w 2608"/>
              <a:gd name="T63" fmla="*/ 129553 h 2123"/>
              <a:gd name="T64" fmla="*/ 327506 w 2608"/>
              <a:gd name="T65" fmla="*/ 173132 h 2123"/>
              <a:gd name="T66" fmla="*/ 283748 w 2608"/>
              <a:gd name="T67" fmla="*/ 129553 h 2123"/>
              <a:gd name="T68" fmla="*/ 25441 w 2608"/>
              <a:gd name="T69" fmla="*/ 334564 h 2123"/>
              <a:gd name="T70" fmla="*/ 149421 w 2608"/>
              <a:gd name="T71" fmla="*/ 217560 h 2123"/>
              <a:gd name="T72" fmla="*/ 273233 w 2608"/>
              <a:gd name="T73" fmla="*/ 334564 h 2123"/>
              <a:gd name="T74" fmla="*/ 25441 w 2608"/>
              <a:gd name="T75" fmla="*/ 334564 h 2123"/>
              <a:gd name="T76" fmla="*/ 289345 w 2608"/>
              <a:gd name="T77" fmla="*/ 288441 h 2123"/>
              <a:gd name="T78" fmla="*/ 269332 w 2608"/>
              <a:gd name="T79" fmla="*/ 252153 h 2123"/>
              <a:gd name="T80" fmla="*/ 336325 w 2608"/>
              <a:gd name="T81" fmla="*/ 216712 h 2123"/>
              <a:gd name="T82" fmla="*/ 416548 w 2608"/>
              <a:gd name="T83" fmla="*/ 288441 h 2123"/>
              <a:gd name="T84" fmla="*/ 289345 w 2608"/>
              <a:gd name="T85" fmla="*/ 288441 h 21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608" h="2123">
                <a:moveTo>
                  <a:pt x="882" y="1123"/>
                </a:moveTo>
                <a:cubicBezTo>
                  <a:pt x="1193" y="1123"/>
                  <a:pt x="1444" y="872"/>
                  <a:pt x="1444" y="562"/>
                </a:cubicBezTo>
                <a:cubicBezTo>
                  <a:pt x="1444" y="252"/>
                  <a:pt x="1192" y="0"/>
                  <a:pt x="882" y="0"/>
                </a:cubicBezTo>
                <a:cubicBezTo>
                  <a:pt x="571" y="0"/>
                  <a:pt x="319" y="252"/>
                  <a:pt x="319" y="562"/>
                </a:cubicBezTo>
                <a:cubicBezTo>
                  <a:pt x="319" y="872"/>
                  <a:pt x="572" y="1123"/>
                  <a:pt x="882" y="1123"/>
                </a:cubicBezTo>
                <a:close/>
                <a:moveTo>
                  <a:pt x="882" y="149"/>
                </a:moveTo>
                <a:cubicBezTo>
                  <a:pt x="1111" y="149"/>
                  <a:pt x="1296" y="334"/>
                  <a:pt x="1296" y="562"/>
                </a:cubicBezTo>
                <a:cubicBezTo>
                  <a:pt x="1296" y="790"/>
                  <a:pt x="1110" y="975"/>
                  <a:pt x="882" y="975"/>
                </a:cubicBezTo>
                <a:cubicBezTo>
                  <a:pt x="653" y="975"/>
                  <a:pt x="469" y="790"/>
                  <a:pt x="469" y="562"/>
                </a:cubicBezTo>
                <a:cubicBezTo>
                  <a:pt x="469" y="334"/>
                  <a:pt x="654" y="149"/>
                  <a:pt x="882" y="149"/>
                </a:cubicBezTo>
                <a:close/>
                <a:moveTo>
                  <a:pt x="2089" y="1138"/>
                </a:moveTo>
                <a:cubicBezTo>
                  <a:pt x="2235" y="1076"/>
                  <a:pt x="2339" y="932"/>
                  <a:pt x="2339" y="764"/>
                </a:cubicBezTo>
                <a:cubicBezTo>
                  <a:pt x="2339" y="539"/>
                  <a:pt x="2156" y="357"/>
                  <a:pt x="1931" y="357"/>
                </a:cubicBezTo>
                <a:cubicBezTo>
                  <a:pt x="1707" y="357"/>
                  <a:pt x="1524" y="539"/>
                  <a:pt x="1524" y="764"/>
                </a:cubicBezTo>
                <a:cubicBezTo>
                  <a:pt x="1524" y="947"/>
                  <a:pt x="1646" y="1102"/>
                  <a:pt x="1814" y="1152"/>
                </a:cubicBezTo>
                <a:cubicBezTo>
                  <a:pt x="1684" y="1189"/>
                  <a:pt x="1568" y="1266"/>
                  <a:pt x="1486" y="1373"/>
                </a:cubicBezTo>
                <a:cubicBezTo>
                  <a:pt x="1322" y="1219"/>
                  <a:pt x="1108" y="1134"/>
                  <a:pt x="881" y="1134"/>
                </a:cubicBezTo>
                <a:cubicBezTo>
                  <a:pt x="646" y="1134"/>
                  <a:pt x="425" y="1224"/>
                  <a:pt x="258" y="1389"/>
                </a:cubicBezTo>
                <a:cubicBezTo>
                  <a:pt x="92" y="1554"/>
                  <a:pt x="0" y="1773"/>
                  <a:pt x="0" y="2006"/>
                </a:cubicBezTo>
                <a:cubicBezTo>
                  <a:pt x="0" y="2021"/>
                  <a:pt x="0" y="2036"/>
                  <a:pt x="1" y="2051"/>
                </a:cubicBezTo>
                <a:lnTo>
                  <a:pt x="5" y="2122"/>
                </a:lnTo>
                <a:lnTo>
                  <a:pt x="1756" y="2122"/>
                </a:lnTo>
                <a:lnTo>
                  <a:pt x="1760" y="2051"/>
                </a:lnTo>
                <a:cubicBezTo>
                  <a:pt x="1761" y="2036"/>
                  <a:pt x="1761" y="2021"/>
                  <a:pt x="1761" y="2006"/>
                </a:cubicBezTo>
                <a:cubicBezTo>
                  <a:pt x="1761" y="1953"/>
                  <a:pt x="1756" y="1901"/>
                  <a:pt x="1747" y="1850"/>
                </a:cubicBezTo>
                <a:lnTo>
                  <a:pt x="2603" y="1850"/>
                </a:lnTo>
                <a:lnTo>
                  <a:pt x="2606" y="1779"/>
                </a:lnTo>
                <a:cubicBezTo>
                  <a:pt x="2607" y="1768"/>
                  <a:pt x="2607" y="1758"/>
                  <a:pt x="2607" y="1747"/>
                </a:cubicBezTo>
                <a:cubicBezTo>
                  <a:pt x="2607" y="1442"/>
                  <a:pt x="2383" y="1188"/>
                  <a:pt x="2089" y="1138"/>
                </a:cubicBezTo>
                <a:close/>
                <a:moveTo>
                  <a:pt x="1673" y="764"/>
                </a:moveTo>
                <a:cubicBezTo>
                  <a:pt x="1673" y="622"/>
                  <a:pt x="1789" y="506"/>
                  <a:pt x="1931" y="506"/>
                </a:cubicBezTo>
                <a:cubicBezTo>
                  <a:pt x="2074" y="506"/>
                  <a:pt x="2189" y="622"/>
                  <a:pt x="2189" y="764"/>
                </a:cubicBezTo>
                <a:cubicBezTo>
                  <a:pt x="2189" y="906"/>
                  <a:pt x="2074" y="1021"/>
                  <a:pt x="1931" y="1021"/>
                </a:cubicBezTo>
                <a:cubicBezTo>
                  <a:pt x="1789" y="1021"/>
                  <a:pt x="1673" y="906"/>
                  <a:pt x="1673" y="764"/>
                </a:cubicBezTo>
                <a:close/>
                <a:moveTo>
                  <a:pt x="150" y="1973"/>
                </a:moveTo>
                <a:cubicBezTo>
                  <a:pt x="168" y="1589"/>
                  <a:pt x="489" y="1283"/>
                  <a:pt x="881" y="1283"/>
                </a:cubicBezTo>
                <a:cubicBezTo>
                  <a:pt x="1273" y="1283"/>
                  <a:pt x="1593" y="1589"/>
                  <a:pt x="1611" y="1973"/>
                </a:cubicBezTo>
                <a:lnTo>
                  <a:pt x="150" y="1973"/>
                </a:lnTo>
                <a:close/>
                <a:moveTo>
                  <a:pt x="1706" y="1701"/>
                </a:moveTo>
                <a:cubicBezTo>
                  <a:pt x="1677" y="1625"/>
                  <a:pt x="1638" y="1553"/>
                  <a:pt x="1588" y="1487"/>
                </a:cubicBezTo>
                <a:cubicBezTo>
                  <a:pt x="1675" y="1358"/>
                  <a:pt x="1823" y="1278"/>
                  <a:pt x="1983" y="1278"/>
                </a:cubicBezTo>
                <a:cubicBezTo>
                  <a:pt x="2229" y="1278"/>
                  <a:pt x="2432" y="1464"/>
                  <a:pt x="2456" y="1701"/>
                </a:cubicBezTo>
                <a:lnTo>
                  <a:pt x="1706" y="1701"/>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76" name="Freeform 7">
            <a:extLst>
              <a:ext uri="{FF2B5EF4-FFF2-40B4-BE49-F238E27FC236}">
                <a16:creationId xmlns:a16="http://schemas.microsoft.com/office/drawing/2014/main" id="{192E2F2A-9FAB-A141-9453-7261EA7F549D}"/>
              </a:ext>
            </a:extLst>
          </p:cNvPr>
          <p:cNvSpPr>
            <a:spLocks noChangeAspect="1" noChangeArrowheads="1"/>
          </p:cNvSpPr>
          <p:nvPr/>
        </p:nvSpPr>
        <p:spPr bwMode="auto">
          <a:xfrm>
            <a:off x="7227257" y="2418342"/>
            <a:ext cx="435824" cy="435825"/>
          </a:xfrm>
          <a:custGeom>
            <a:avLst/>
            <a:gdLst>
              <a:gd name="T0" fmla="*/ 58921 w 2595"/>
              <a:gd name="T1" fmla="*/ 359861 h 2589"/>
              <a:gd name="T2" fmla="*/ 10283 w 2595"/>
              <a:gd name="T3" fmla="*/ 359861 h 2589"/>
              <a:gd name="T4" fmla="*/ 0 w 2595"/>
              <a:gd name="T5" fmla="*/ 349571 h 2589"/>
              <a:gd name="T6" fmla="*/ 0 w 2595"/>
              <a:gd name="T7" fmla="*/ 266837 h 2589"/>
              <a:gd name="T8" fmla="*/ 10283 w 2595"/>
              <a:gd name="T9" fmla="*/ 256547 h 2589"/>
              <a:gd name="T10" fmla="*/ 58921 w 2595"/>
              <a:gd name="T11" fmla="*/ 256547 h 2589"/>
              <a:gd name="T12" fmla="*/ 69204 w 2595"/>
              <a:gd name="T13" fmla="*/ 266837 h 2589"/>
              <a:gd name="T14" fmla="*/ 69204 w 2595"/>
              <a:gd name="T15" fmla="*/ 349571 h 2589"/>
              <a:gd name="T16" fmla="*/ 58921 w 2595"/>
              <a:gd name="T17" fmla="*/ 359861 h 2589"/>
              <a:gd name="T18" fmla="*/ 20706 w 2595"/>
              <a:gd name="T19" fmla="*/ 339143 h 2589"/>
              <a:gd name="T20" fmla="*/ 48499 w 2595"/>
              <a:gd name="T21" fmla="*/ 339143 h 2589"/>
              <a:gd name="T22" fmla="*/ 48499 w 2595"/>
              <a:gd name="T23" fmla="*/ 277126 h 2589"/>
              <a:gd name="T24" fmla="*/ 20706 w 2595"/>
              <a:gd name="T25" fmla="*/ 277126 h 2589"/>
              <a:gd name="T26" fmla="*/ 20706 w 2595"/>
              <a:gd name="T27" fmla="*/ 339143 h 2589"/>
              <a:gd name="T28" fmla="*/ 156057 w 2595"/>
              <a:gd name="T29" fmla="*/ 359861 h 2589"/>
              <a:gd name="T30" fmla="*/ 107420 w 2595"/>
              <a:gd name="T31" fmla="*/ 359861 h 2589"/>
              <a:gd name="T32" fmla="*/ 97136 w 2595"/>
              <a:gd name="T33" fmla="*/ 349571 h 2589"/>
              <a:gd name="T34" fmla="*/ 97136 w 2595"/>
              <a:gd name="T35" fmla="*/ 191194 h 2589"/>
              <a:gd name="T36" fmla="*/ 107420 w 2595"/>
              <a:gd name="T37" fmla="*/ 180904 h 2589"/>
              <a:gd name="T38" fmla="*/ 156057 w 2595"/>
              <a:gd name="T39" fmla="*/ 180904 h 2589"/>
              <a:gd name="T40" fmla="*/ 166341 w 2595"/>
              <a:gd name="T41" fmla="*/ 191194 h 2589"/>
              <a:gd name="T42" fmla="*/ 166341 w 2595"/>
              <a:gd name="T43" fmla="*/ 349571 h 2589"/>
              <a:gd name="T44" fmla="*/ 156057 w 2595"/>
              <a:gd name="T45" fmla="*/ 359861 h 2589"/>
              <a:gd name="T46" fmla="*/ 117842 w 2595"/>
              <a:gd name="T47" fmla="*/ 339143 h 2589"/>
              <a:gd name="T48" fmla="*/ 145635 w 2595"/>
              <a:gd name="T49" fmla="*/ 339143 h 2589"/>
              <a:gd name="T50" fmla="*/ 145635 w 2595"/>
              <a:gd name="T51" fmla="*/ 201622 h 2589"/>
              <a:gd name="T52" fmla="*/ 117842 w 2595"/>
              <a:gd name="T53" fmla="*/ 201622 h 2589"/>
              <a:gd name="T54" fmla="*/ 117842 w 2595"/>
              <a:gd name="T55" fmla="*/ 339143 h 2589"/>
              <a:gd name="T56" fmla="*/ 253054 w 2595"/>
              <a:gd name="T57" fmla="*/ 359861 h 2589"/>
              <a:gd name="T58" fmla="*/ 204417 w 2595"/>
              <a:gd name="T59" fmla="*/ 359861 h 2589"/>
              <a:gd name="T60" fmla="*/ 194133 w 2595"/>
              <a:gd name="T61" fmla="*/ 349571 h 2589"/>
              <a:gd name="T62" fmla="*/ 194133 w 2595"/>
              <a:gd name="T63" fmla="*/ 116246 h 2589"/>
              <a:gd name="T64" fmla="*/ 204417 w 2595"/>
              <a:gd name="T65" fmla="*/ 105956 h 2589"/>
              <a:gd name="T66" fmla="*/ 253054 w 2595"/>
              <a:gd name="T67" fmla="*/ 105956 h 2589"/>
              <a:gd name="T68" fmla="*/ 263338 w 2595"/>
              <a:gd name="T69" fmla="*/ 116246 h 2589"/>
              <a:gd name="T70" fmla="*/ 263338 w 2595"/>
              <a:gd name="T71" fmla="*/ 349571 h 2589"/>
              <a:gd name="T72" fmla="*/ 253054 w 2595"/>
              <a:gd name="T73" fmla="*/ 359861 h 2589"/>
              <a:gd name="T74" fmla="*/ 214839 w 2595"/>
              <a:gd name="T75" fmla="*/ 339143 h 2589"/>
              <a:gd name="T76" fmla="*/ 242632 w 2595"/>
              <a:gd name="T77" fmla="*/ 339143 h 2589"/>
              <a:gd name="T78" fmla="*/ 242632 w 2595"/>
              <a:gd name="T79" fmla="*/ 126674 h 2589"/>
              <a:gd name="T80" fmla="*/ 214839 w 2595"/>
              <a:gd name="T81" fmla="*/ 126674 h 2589"/>
              <a:gd name="T82" fmla="*/ 214839 w 2595"/>
              <a:gd name="T83" fmla="*/ 339143 h 2589"/>
              <a:gd name="T84" fmla="*/ 350191 w 2595"/>
              <a:gd name="T85" fmla="*/ 359861 h 2589"/>
              <a:gd name="T86" fmla="*/ 301553 w 2595"/>
              <a:gd name="T87" fmla="*/ 359861 h 2589"/>
              <a:gd name="T88" fmla="*/ 291270 w 2595"/>
              <a:gd name="T89" fmla="*/ 349571 h 2589"/>
              <a:gd name="T90" fmla="*/ 291270 w 2595"/>
              <a:gd name="T91" fmla="*/ 10429 h 2589"/>
              <a:gd name="T92" fmla="*/ 301553 w 2595"/>
              <a:gd name="T93" fmla="*/ 0 h 2589"/>
              <a:gd name="T94" fmla="*/ 350191 w 2595"/>
              <a:gd name="T95" fmla="*/ 0 h 2589"/>
              <a:gd name="T96" fmla="*/ 360474 w 2595"/>
              <a:gd name="T97" fmla="*/ 10429 h 2589"/>
              <a:gd name="T98" fmla="*/ 360474 w 2595"/>
              <a:gd name="T99" fmla="*/ 349571 h 2589"/>
              <a:gd name="T100" fmla="*/ 350191 w 2595"/>
              <a:gd name="T101" fmla="*/ 359861 h 2589"/>
              <a:gd name="T102" fmla="*/ 311975 w 2595"/>
              <a:gd name="T103" fmla="*/ 339143 h 2589"/>
              <a:gd name="T104" fmla="*/ 339768 w 2595"/>
              <a:gd name="T105" fmla="*/ 339143 h 2589"/>
              <a:gd name="T106" fmla="*/ 339768 w 2595"/>
              <a:gd name="T107" fmla="*/ 20718 h 2589"/>
              <a:gd name="T108" fmla="*/ 311975 w 2595"/>
              <a:gd name="T109" fmla="*/ 20718 h 2589"/>
              <a:gd name="T110" fmla="*/ 311975 w 2595"/>
              <a:gd name="T111" fmla="*/ 339143 h 25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595" h="2589">
                <a:moveTo>
                  <a:pt x="424" y="2588"/>
                </a:moveTo>
                <a:lnTo>
                  <a:pt x="74" y="2588"/>
                </a:lnTo>
                <a:cubicBezTo>
                  <a:pt x="33" y="2588"/>
                  <a:pt x="0" y="2555"/>
                  <a:pt x="0" y="2514"/>
                </a:cubicBezTo>
                <a:lnTo>
                  <a:pt x="0" y="1919"/>
                </a:lnTo>
                <a:cubicBezTo>
                  <a:pt x="0" y="1878"/>
                  <a:pt x="33" y="1845"/>
                  <a:pt x="74" y="1845"/>
                </a:cubicBezTo>
                <a:lnTo>
                  <a:pt x="424" y="1845"/>
                </a:lnTo>
                <a:cubicBezTo>
                  <a:pt x="465" y="1845"/>
                  <a:pt x="498" y="1878"/>
                  <a:pt x="498" y="1919"/>
                </a:cubicBezTo>
                <a:lnTo>
                  <a:pt x="498" y="2514"/>
                </a:lnTo>
                <a:cubicBezTo>
                  <a:pt x="498" y="2555"/>
                  <a:pt x="465" y="2588"/>
                  <a:pt x="424" y="2588"/>
                </a:cubicBezTo>
                <a:close/>
                <a:moveTo>
                  <a:pt x="149" y="2439"/>
                </a:moveTo>
                <a:lnTo>
                  <a:pt x="349" y="2439"/>
                </a:lnTo>
                <a:lnTo>
                  <a:pt x="349" y="1993"/>
                </a:lnTo>
                <a:lnTo>
                  <a:pt x="149" y="1993"/>
                </a:lnTo>
                <a:lnTo>
                  <a:pt x="149" y="2439"/>
                </a:lnTo>
                <a:close/>
                <a:moveTo>
                  <a:pt x="1123" y="2588"/>
                </a:moveTo>
                <a:lnTo>
                  <a:pt x="773" y="2588"/>
                </a:lnTo>
                <a:cubicBezTo>
                  <a:pt x="732" y="2588"/>
                  <a:pt x="699" y="2555"/>
                  <a:pt x="699" y="2514"/>
                </a:cubicBezTo>
                <a:lnTo>
                  <a:pt x="699" y="1375"/>
                </a:lnTo>
                <a:cubicBezTo>
                  <a:pt x="699" y="1334"/>
                  <a:pt x="732" y="1301"/>
                  <a:pt x="773" y="1301"/>
                </a:cubicBezTo>
                <a:lnTo>
                  <a:pt x="1123" y="1301"/>
                </a:lnTo>
                <a:cubicBezTo>
                  <a:pt x="1164" y="1301"/>
                  <a:pt x="1197" y="1334"/>
                  <a:pt x="1197" y="1375"/>
                </a:cubicBezTo>
                <a:lnTo>
                  <a:pt x="1197" y="2514"/>
                </a:lnTo>
                <a:cubicBezTo>
                  <a:pt x="1197" y="2555"/>
                  <a:pt x="1164" y="2588"/>
                  <a:pt x="1123" y="2588"/>
                </a:cubicBezTo>
                <a:close/>
                <a:moveTo>
                  <a:pt x="848" y="2439"/>
                </a:moveTo>
                <a:lnTo>
                  <a:pt x="1048" y="2439"/>
                </a:lnTo>
                <a:lnTo>
                  <a:pt x="1048" y="1450"/>
                </a:lnTo>
                <a:lnTo>
                  <a:pt x="848" y="1450"/>
                </a:lnTo>
                <a:lnTo>
                  <a:pt x="848" y="2439"/>
                </a:lnTo>
                <a:close/>
                <a:moveTo>
                  <a:pt x="1821" y="2588"/>
                </a:moveTo>
                <a:lnTo>
                  <a:pt x="1471" y="2588"/>
                </a:lnTo>
                <a:cubicBezTo>
                  <a:pt x="1430" y="2588"/>
                  <a:pt x="1397" y="2555"/>
                  <a:pt x="1397" y="2514"/>
                </a:cubicBezTo>
                <a:lnTo>
                  <a:pt x="1397" y="836"/>
                </a:lnTo>
                <a:cubicBezTo>
                  <a:pt x="1397" y="795"/>
                  <a:pt x="1430" y="762"/>
                  <a:pt x="1471" y="762"/>
                </a:cubicBezTo>
                <a:lnTo>
                  <a:pt x="1821" y="762"/>
                </a:lnTo>
                <a:cubicBezTo>
                  <a:pt x="1862" y="762"/>
                  <a:pt x="1895" y="795"/>
                  <a:pt x="1895" y="836"/>
                </a:cubicBezTo>
                <a:lnTo>
                  <a:pt x="1895" y="2514"/>
                </a:lnTo>
                <a:cubicBezTo>
                  <a:pt x="1895" y="2555"/>
                  <a:pt x="1862" y="2588"/>
                  <a:pt x="1821" y="2588"/>
                </a:cubicBezTo>
                <a:close/>
                <a:moveTo>
                  <a:pt x="1546" y="2439"/>
                </a:moveTo>
                <a:lnTo>
                  <a:pt x="1746" y="2439"/>
                </a:lnTo>
                <a:lnTo>
                  <a:pt x="1746" y="911"/>
                </a:lnTo>
                <a:lnTo>
                  <a:pt x="1546" y="911"/>
                </a:lnTo>
                <a:lnTo>
                  <a:pt x="1546" y="2439"/>
                </a:lnTo>
                <a:close/>
                <a:moveTo>
                  <a:pt x="2520" y="2588"/>
                </a:moveTo>
                <a:lnTo>
                  <a:pt x="2170" y="2588"/>
                </a:lnTo>
                <a:cubicBezTo>
                  <a:pt x="2129" y="2588"/>
                  <a:pt x="2096" y="2555"/>
                  <a:pt x="2096" y="2514"/>
                </a:cubicBezTo>
                <a:lnTo>
                  <a:pt x="2096" y="75"/>
                </a:lnTo>
                <a:cubicBezTo>
                  <a:pt x="2096" y="34"/>
                  <a:pt x="2129" y="0"/>
                  <a:pt x="2170" y="0"/>
                </a:cubicBezTo>
                <a:lnTo>
                  <a:pt x="2520" y="0"/>
                </a:lnTo>
                <a:cubicBezTo>
                  <a:pt x="2561" y="0"/>
                  <a:pt x="2594" y="34"/>
                  <a:pt x="2594" y="75"/>
                </a:cubicBezTo>
                <a:lnTo>
                  <a:pt x="2594" y="2514"/>
                </a:lnTo>
                <a:cubicBezTo>
                  <a:pt x="2594" y="2555"/>
                  <a:pt x="2561" y="2588"/>
                  <a:pt x="2520" y="2588"/>
                </a:cubicBezTo>
                <a:close/>
                <a:moveTo>
                  <a:pt x="2245" y="2439"/>
                </a:moveTo>
                <a:lnTo>
                  <a:pt x="2445" y="2439"/>
                </a:lnTo>
                <a:lnTo>
                  <a:pt x="2445" y="149"/>
                </a:lnTo>
                <a:lnTo>
                  <a:pt x="2245" y="149"/>
                </a:lnTo>
                <a:lnTo>
                  <a:pt x="2245" y="2439"/>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77" name="Freeform 8">
            <a:extLst>
              <a:ext uri="{FF2B5EF4-FFF2-40B4-BE49-F238E27FC236}">
                <a16:creationId xmlns:a16="http://schemas.microsoft.com/office/drawing/2014/main" id="{C43B9612-EBEB-BB4A-A744-A603A8C5645A}"/>
              </a:ext>
            </a:extLst>
          </p:cNvPr>
          <p:cNvSpPr>
            <a:spLocks noChangeAspect="1" noChangeArrowheads="1"/>
          </p:cNvSpPr>
          <p:nvPr/>
        </p:nvSpPr>
        <p:spPr bwMode="auto">
          <a:xfrm>
            <a:off x="3185801" y="1515974"/>
            <a:ext cx="491503" cy="433905"/>
          </a:xfrm>
          <a:custGeom>
            <a:avLst/>
            <a:gdLst>
              <a:gd name="T0" fmla="*/ 292763 w 2596"/>
              <a:gd name="T1" fmla="*/ 348120 h 2303"/>
              <a:gd name="T2" fmla="*/ 292763 w 2596"/>
              <a:gd name="T3" fmla="*/ 297785 h 2303"/>
              <a:gd name="T4" fmla="*/ 293076 w 2596"/>
              <a:gd name="T5" fmla="*/ 93947 h 2303"/>
              <a:gd name="T6" fmla="*/ 293233 w 2596"/>
              <a:gd name="T7" fmla="*/ 93478 h 2303"/>
              <a:gd name="T8" fmla="*/ 293389 w 2596"/>
              <a:gd name="T9" fmla="*/ 93009 h 2303"/>
              <a:gd name="T10" fmla="*/ 293546 w 2596"/>
              <a:gd name="T11" fmla="*/ 92696 h 2303"/>
              <a:gd name="T12" fmla="*/ 293702 w 2596"/>
              <a:gd name="T13" fmla="*/ 92071 h 2303"/>
              <a:gd name="T14" fmla="*/ 294171 w 2596"/>
              <a:gd name="T15" fmla="*/ 91133 h 2303"/>
              <a:gd name="T16" fmla="*/ 349407 w 2596"/>
              <a:gd name="T17" fmla="*/ 0 h 2303"/>
              <a:gd name="T18" fmla="*/ 404642 w 2596"/>
              <a:gd name="T19" fmla="*/ 91133 h 2303"/>
              <a:gd name="T20" fmla="*/ 405112 w 2596"/>
              <a:gd name="T21" fmla="*/ 92071 h 2303"/>
              <a:gd name="T22" fmla="*/ 405425 w 2596"/>
              <a:gd name="T23" fmla="*/ 92696 h 2303"/>
              <a:gd name="T24" fmla="*/ 405581 w 2596"/>
              <a:gd name="T25" fmla="*/ 93009 h 2303"/>
              <a:gd name="T26" fmla="*/ 405581 w 2596"/>
              <a:gd name="T27" fmla="*/ 93478 h 2303"/>
              <a:gd name="T28" fmla="*/ 405738 w 2596"/>
              <a:gd name="T29" fmla="*/ 93947 h 2303"/>
              <a:gd name="T30" fmla="*/ 406051 w 2596"/>
              <a:gd name="T31" fmla="*/ 297785 h 2303"/>
              <a:gd name="T32" fmla="*/ 406051 w 2596"/>
              <a:gd name="T33" fmla="*/ 348120 h 2303"/>
              <a:gd name="T34" fmla="*/ 293233 w 2596"/>
              <a:gd name="T35" fmla="*/ 93634 h 2303"/>
              <a:gd name="T36" fmla="*/ 293389 w 2596"/>
              <a:gd name="T37" fmla="*/ 93009 h 2303"/>
              <a:gd name="T38" fmla="*/ 293546 w 2596"/>
              <a:gd name="T39" fmla="*/ 92696 h 2303"/>
              <a:gd name="T40" fmla="*/ 293702 w 2596"/>
              <a:gd name="T41" fmla="*/ 92071 h 2303"/>
              <a:gd name="T42" fmla="*/ 294171 w 2596"/>
              <a:gd name="T43" fmla="*/ 90977 h 2303"/>
              <a:gd name="T44" fmla="*/ 316234 w 2596"/>
              <a:gd name="T45" fmla="*/ 99418 h 2303"/>
              <a:gd name="T46" fmla="*/ 292763 w 2596"/>
              <a:gd name="T47" fmla="*/ 96761 h 2303"/>
              <a:gd name="T48" fmla="*/ 405112 w 2596"/>
              <a:gd name="T49" fmla="*/ 91915 h 2303"/>
              <a:gd name="T50" fmla="*/ 405268 w 2596"/>
              <a:gd name="T51" fmla="*/ 92384 h 2303"/>
              <a:gd name="T52" fmla="*/ 405425 w 2596"/>
              <a:gd name="T53" fmla="*/ 93009 h 2303"/>
              <a:gd name="T54" fmla="*/ 405581 w 2596"/>
              <a:gd name="T55" fmla="*/ 93478 h 2303"/>
              <a:gd name="T56" fmla="*/ 405738 w 2596"/>
              <a:gd name="T57" fmla="*/ 93947 h 2303"/>
              <a:gd name="T58" fmla="*/ 382736 w 2596"/>
              <a:gd name="T59" fmla="*/ 112393 h 2303"/>
              <a:gd name="T60" fmla="*/ 390873 w 2596"/>
              <a:gd name="T61" fmla="*/ 85350 h 2303"/>
              <a:gd name="T62" fmla="*/ 405112 w 2596"/>
              <a:gd name="T63" fmla="*/ 91915 h 2303"/>
              <a:gd name="T64" fmla="*/ 382736 w 2596"/>
              <a:gd name="T65" fmla="*/ 309509 h 2303"/>
              <a:gd name="T66" fmla="*/ 382736 w 2596"/>
              <a:gd name="T67" fmla="*/ 112393 h 2303"/>
              <a:gd name="T68" fmla="*/ 345964 w 2596"/>
              <a:gd name="T69" fmla="*/ 121615 h 2303"/>
              <a:gd name="T70" fmla="*/ 382736 w 2596"/>
              <a:gd name="T71" fmla="*/ 286062 h 2303"/>
              <a:gd name="T72" fmla="*/ 321398 w 2596"/>
              <a:gd name="T73" fmla="*/ 89570 h 2303"/>
              <a:gd name="T74" fmla="*/ 349407 w 2596"/>
              <a:gd name="T75" fmla="*/ 36578 h 2303"/>
              <a:gd name="T76" fmla="*/ 0 w 2596"/>
              <a:gd name="T77" fmla="*/ 348120 h 2303"/>
              <a:gd name="T78" fmla="*/ 258652 w 2596"/>
              <a:gd name="T79" fmla="*/ 0 h 2303"/>
              <a:gd name="T80" fmla="*/ 258652 w 2596"/>
              <a:gd name="T81" fmla="*/ 359844 h 2303"/>
              <a:gd name="T82" fmla="*/ 246916 w 2596"/>
              <a:gd name="T83" fmla="*/ 23291 h 2303"/>
              <a:gd name="T84" fmla="*/ 213744 w 2596"/>
              <a:gd name="T85" fmla="*/ 162414 h 2303"/>
              <a:gd name="T86" fmla="*/ 58208 w 2596"/>
              <a:gd name="T87" fmla="*/ 138967 h 2303"/>
              <a:gd name="T88" fmla="*/ 213744 w 2596"/>
              <a:gd name="T89" fmla="*/ 162414 h 2303"/>
              <a:gd name="T90" fmla="*/ 46473 w 2596"/>
              <a:gd name="T91" fmla="*/ 93009 h 2303"/>
              <a:gd name="T92" fmla="*/ 225323 w 2596"/>
              <a:gd name="T93" fmla="*/ 93009 h 2303"/>
              <a:gd name="T94" fmla="*/ 58208 w 2596"/>
              <a:gd name="T95" fmla="*/ 219783 h 2303"/>
              <a:gd name="T96" fmla="*/ 213744 w 2596"/>
              <a:gd name="T97" fmla="*/ 196492 h 2303"/>
              <a:gd name="T98" fmla="*/ 213744 w 2596"/>
              <a:gd name="T99" fmla="*/ 277464 h 2303"/>
              <a:gd name="T100" fmla="*/ 58208 w 2596"/>
              <a:gd name="T101" fmla="*/ 254173 h 2303"/>
              <a:gd name="T102" fmla="*/ 213744 w 2596"/>
              <a:gd name="T103" fmla="*/ 277464 h 230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596" h="2303">
                <a:moveTo>
                  <a:pt x="2520" y="2302"/>
                </a:moveTo>
                <a:lnTo>
                  <a:pt x="1946" y="2302"/>
                </a:lnTo>
                <a:cubicBezTo>
                  <a:pt x="1905" y="2302"/>
                  <a:pt x="1871" y="2268"/>
                  <a:pt x="1871" y="2227"/>
                </a:cubicBezTo>
                <a:lnTo>
                  <a:pt x="1871" y="1905"/>
                </a:lnTo>
                <a:lnTo>
                  <a:pt x="1871" y="619"/>
                </a:lnTo>
                <a:lnTo>
                  <a:pt x="1871" y="617"/>
                </a:lnTo>
                <a:cubicBezTo>
                  <a:pt x="1871" y="612"/>
                  <a:pt x="1872" y="607"/>
                  <a:pt x="1873" y="601"/>
                </a:cubicBezTo>
                <a:cubicBezTo>
                  <a:pt x="1873" y="601"/>
                  <a:pt x="1873" y="601"/>
                  <a:pt x="1873" y="600"/>
                </a:cubicBezTo>
                <a:cubicBezTo>
                  <a:pt x="1873" y="600"/>
                  <a:pt x="1873" y="600"/>
                  <a:pt x="1874" y="599"/>
                </a:cubicBezTo>
                <a:lnTo>
                  <a:pt x="1874" y="598"/>
                </a:lnTo>
                <a:lnTo>
                  <a:pt x="1874" y="597"/>
                </a:lnTo>
                <a:cubicBezTo>
                  <a:pt x="1874" y="597"/>
                  <a:pt x="1874" y="596"/>
                  <a:pt x="1875" y="595"/>
                </a:cubicBezTo>
                <a:cubicBezTo>
                  <a:pt x="1875" y="594"/>
                  <a:pt x="1875" y="594"/>
                  <a:pt x="1875" y="593"/>
                </a:cubicBezTo>
                <a:cubicBezTo>
                  <a:pt x="1875" y="593"/>
                  <a:pt x="1875" y="593"/>
                  <a:pt x="1876" y="593"/>
                </a:cubicBezTo>
                <a:cubicBezTo>
                  <a:pt x="1876" y="592"/>
                  <a:pt x="1876" y="592"/>
                  <a:pt x="1876" y="591"/>
                </a:cubicBezTo>
                <a:cubicBezTo>
                  <a:pt x="1876" y="591"/>
                  <a:pt x="1876" y="591"/>
                  <a:pt x="1876" y="590"/>
                </a:cubicBezTo>
                <a:cubicBezTo>
                  <a:pt x="1877" y="590"/>
                  <a:pt x="1877" y="589"/>
                  <a:pt x="1877" y="589"/>
                </a:cubicBezTo>
                <a:lnTo>
                  <a:pt x="1877" y="588"/>
                </a:lnTo>
                <a:cubicBezTo>
                  <a:pt x="1878" y="588"/>
                  <a:pt x="1878" y="587"/>
                  <a:pt x="1878" y="587"/>
                </a:cubicBezTo>
                <a:cubicBezTo>
                  <a:pt x="1878" y="586"/>
                  <a:pt x="1879" y="584"/>
                  <a:pt x="1880" y="583"/>
                </a:cubicBezTo>
                <a:lnTo>
                  <a:pt x="1880" y="582"/>
                </a:lnTo>
                <a:lnTo>
                  <a:pt x="2167" y="40"/>
                </a:lnTo>
                <a:cubicBezTo>
                  <a:pt x="2180" y="15"/>
                  <a:pt x="2205" y="0"/>
                  <a:pt x="2233" y="0"/>
                </a:cubicBezTo>
                <a:cubicBezTo>
                  <a:pt x="2261" y="0"/>
                  <a:pt x="2286" y="15"/>
                  <a:pt x="2299" y="40"/>
                </a:cubicBezTo>
                <a:lnTo>
                  <a:pt x="2586" y="582"/>
                </a:lnTo>
                <a:lnTo>
                  <a:pt x="2586" y="583"/>
                </a:lnTo>
                <a:cubicBezTo>
                  <a:pt x="2587" y="584"/>
                  <a:pt x="2588" y="585"/>
                  <a:pt x="2588" y="587"/>
                </a:cubicBezTo>
                <a:cubicBezTo>
                  <a:pt x="2589" y="587"/>
                  <a:pt x="2589" y="588"/>
                  <a:pt x="2589" y="588"/>
                </a:cubicBezTo>
                <a:lnTo>
                  <a:pt x="2589" y="589"/>
                </a:lnTo>
                <a:lnTo>
                  <a:pt x="2590" y="590"/>
                </a:lnTo>
                <a:cubicBezTo>
                  <a:pt x="2590" y="591"/>
                  <a:pt x="2590" y="591"/>
                  <a:pt x="2590" y="591"/>
                </a:cubicBezTo>
                <a:cubicBezTo>
                  <a:pt x="2590" y="592"/>
                  <a:pt x="2590" y="592"/>
                  <a:pt x="2591" y="593"/>
                </a:cubicBezTo>
                <a:cubicBezTo>
                  <a:pt x="2591" y="594"/>
                  <a:pt x="2591" y="594"/>
                  <a:pt x="2591" y="595"/>
                </a:cubicBezTo>
                <a:cubicBezTo>
                  <a:pt x="2591" y="595"/>
                  <a:pt x="2591" y="595"/>
                  <a:pt x="2592" y="595"/>
                </a:cubicBezTo>
                <a:cubicBezTo>
                  <a:pt x="2592" y="596"/>
                  <a:pt x="2592" y="597"/>
                  <a:pt x="2592" y="597"/>
                </a:cubicBezTo>
                <a:lnTo>
                  <a:pt x="2592" y="598"/>
                </a:lnTo>
                <a:lnTo>
                  <a:pt x="2593" y="599"/>
                </a:lnTo>
                <a:cubicBezTo>
                  <a:pt x="2593" y="600"/>
                  <a:pt x="2593" y="600"/>
                  <a:pt x="2593" y="600"/>
                </a:cubicBezTo>
                <a:cubicBezTo>
                  <a:pt x="2593" y="601"/>
                  <a:pt x="2593" y="601"/>
                  <a:pt x="2593" y="601"/>
                </a:cubicBezTo>
                <a:cubicBezTo>
                  <a:pt x="2594" y="607"/>
                  <a:pt x="2595" y="612"/>
                  <a:pt x="2595" y="617"/>
                </a:cubicBezTo>
                <a:lnTo>
                  <a:pt x="2595" y="619"/>
                </a:lnTo>
                <a:lnTo>
                  <a:pt x="2595" y="1905"/>
                </a:lnTo>
                <a:lnTo>
                  <a:pt x="2595" y="2227"/>
                </a:lnTo>
                <a:cubicBezTo>
                  <a:pt x="2595" y="2268"/>
                  <a:pt x="2561" y="2302"/>
                  <a:pt x="2520" y="2302"/>
                </a:cubicBezTo>
                <a:close/>
                <a:moveTo>
                  <a:pt x="1873" y="600"/>
                </a:moveTo>
                <a:cubicBezTo>
                  <a:pt x="1873" y="600"/>
                  <a:pt x="1873" y="600"/>
                  <a:pt x="1874" y="599"/>
                </a:cubicBezTo>
                <a:lnTo>
                  <a:pt x="1874" y="598"/>
                </a:lnTo>
                <a:lnTo>
                  <a:pt x="1874" y="597"/>
                </a:lnTo>
                <a:cubicBezTo>
                  <a:pt x="1874" y="597"/>
                  <a:pt x="1874" y="596"/>
                  <a:pt x="1875" y="595"/>
                </a:cubicBezTo>
                <a:cubicBezTo>
                  <a:pt x="1875" y="594"/>
                  <a:pt x="1875" y="594"/>
                  <a:pt x="1875" y="593"/>
                </a:cubicBezTo>
                <a:cubicBezTo>
                  <a:pt x="1875" y="593"/>
                  <a:pt x="1875" y="593"/>
                  <a:pt x="1876" y="593"/>
                </a:cubicBezTo>
                <a:cubicBezTo>
                  <a:pt x="1876" y="592"/>
                  <a:pt x="1876" y="592"/>
                  <a:pt x="1876" y="591"/>
                </a:cubicBezTo>
                <a:cubicBezTo>
                  <a:pt x="1876" y="591"/>
                  <a:pt x="1876" y="591"/>
                  <a:pt x="1876" y="590"/>
                </a:cubicBezTo>
                <a:cubicBezTo>
                  <a:pt x="1877" y="590"/>
                  <a:pt x="1877" y="589"/>
                  <a:pt x="1877" y="589"/>
                </a:cubicBezTo>
                <a:lnTo>
                  <a:pt x="1877" y="588"/>
                </a:lnTo>
                <a:cubicBezTo>
                  <a:pt x="1878" y="588"/>
                  <a:pt x="1878" y="587"/>
                  <a:pt x="1878" y="587"/>
                </a:cubicBezTo>
                <a:cubicBezTo>
                  <a:pt x="1879" y="585"/>
                  <a:pt x="1879" y="583"/>
                  <a:pt x="1880" y="582"/>
                </a:cubicBezTo>
                <a:cubicBezTo>
                  <a:pt x="1897" y="551"/>
                  <a:pt x="1934" y="535"/>
                  <a:pt x="1968" y="546"/>
                </a:cubicBezTo>
                <a:lnTo>
                  <a:pt x="2054" y="573"/>
                </a:lnTo>
                <a:lnTo>
                  <a:pt x="2021" y="636"/>
                </a:lnTo>
                <a:lnTo>
                  <a:pt x="2021" y="719"/>
                </a:lnTo>
                <a:lnTo>
                  <a:pt x="1924" y="689"/>
                </a:lnTo>
                <a:cubicBezTo>
                  <a:pt x="1892" y="679"/>
                  <a:pt x="1872" y="650"/>
                  <a:pt x="1871" y="619"/>
                </a:cubicBezTo>
                <a:cubicBezTo>
                  <a:pt x="1871" y="613"/>
                  <a:pt x="1872" y="607"/>
                  <a:pt x="1873" y="601"/>
                </a:cubicBezTo>
                <a:cubicBezTo>
                  <a:pt x="1873" y="601"/>
                  <a:pt x="1873" y="601"/>
                  <a:pt x="1873" y="600"/>
                </a:cubicBezTo>
                <a:close/>
                <a:moveTo>
                  <a:pt x="2589" y="588"/>
                </a:moveTo>
                <a:lnTo>
                  <a:pt x="2589" y="589"/>
                </a:lnTo>
                <a:lnTo>
                  <a:pt x="2590" y="590"/>
                </a:lnTo>
                <a:cubicBezTo>
                  <a:pt x="2590" y="591"/>
                  <a:pt x="2590" y="591"/>
                  <a:pt x="2590" y="591"/>
                </a:cubicBezTo>
                <a:cubicBezTo>
                  <a:pt x="2590" y="592"/>
                  <a:pt x="2590" y="592"/>
                  <a:pt x="2591" y="593"/>
                </a:cubicBezTo>
                <a:cubicBezTo>
                  <a:pt x="2591" y="594"/>
                  <a:pt x="2591" y="594"/>
                  <a:pt x="2591" y="595"/>
                </a:cubicBezTo>
                <a:lnTo>
                  <a:pt x="2592" y="595"/>
                </a:lnTo>
                <a:cubicBezTo>
                  <a:pt x="2592" y="596"/>
                  <a:pt x="2592" y="597"/>
                  <a:pt x="2592" y="597"/>
                </a:cubicBezTo>
                <a:lnTo>
                  <a:pt x="2592" y="598"/>
                </a:lnTo>
                <a:lnTo>
                  <a:pt x="2593" y="599"/>
                </a:lnTo>
                <a:cubicBezTo>
                  <a:pt x="2593" y="600"/>
                  <a:pt x="2593" y="600"/>
                  <a:pt x="2593" y="600"/>
                </a:cubicBezTo>
                <a:cubicBezTo>
                  <a:pt x="2593" y="601"/>
                  <a:pt x="2593" y="601"/>
                  <a:pt x="2593" y="601"/>
                </a:cubicBezTo>
                <a:cubicBezTo>
                  <a:pt x="2594" y="607"/>
                  <a:pt x="2595" y="613"/>
                  <a:pt x="2595" y="619"/>
                </a:cubicBezTo>
                <a:cubicBezTo>
                  <a:pt x="2594" y="650"/>
                  <a:pt x="2574" y="679"/>
                  <a:pt x="2542" y="689"/>
                </a:cubicBezTo>
                <a:lnTo>
                  <a:pt x="2446" y="719"/>
                </a:lnTo>
                <a:lnTo>
                  <a:pt x="2446" y="636"/>
                </a:lnTo>
                <a:lnTo>
                  <a:pt x="2412" y="573"/>
                </a:lnTo>
                <a:lnTo>
                  <a:pt x="2498" y="546"/>
                </a:lnTo>
                <a:cubicBezTo>
                  <a:pt x="2533" y="535"/>
                  <a:pt x="2569" y="551"/>
                  <a:pt x="2586" y="582"/>
                </a:cubicBezTo>
                <a:cubicBezTo>
                  <a:pt x="2587" y="583"/>
                  <a:pt x="2588" y="585"/>
                  <a:pt x="2588" y="587"/>
                </a:cubicBezTo>
                <a:cubicBezTo>
                  <a:pt x="2589" y="587"/>
                  <a:pt x="2589" y="588"/>
                  <a:pt x="2589" y="588"/>
                </a:cubicBezTo>
                <a:close/>
                <a:moveTo>
                  <a:pt x="2021" y="2152"/>
                </a:moveTo>
                <a:lnTo>
                  <a:pt x="2446" y="2152"/>
                </a:lnTo>
                <a:lnTo>
                  <a:pt x="2446" y="1980"/>
                </a:lnTo>
                <a:lnTo>
                  <a:pt x="2021" y="1980"/>
                </a:lnTo>
                <a:lnTo>
                  <a:pt x="2021" y="2152"/>
                </a:lnTo>
                <a:close/>
                <a:moveTo>
                  <a:pt x="2446" y="719"/>
                </a:moveTo>
                <a:lnTo>
                  <a:pt x="2255" y="778"/>
                </a:lnTo>
                <a:cubicBezTo>
                  <a:pt x="2248" y="780"/>
                  <a:pt x="2241" y="782"/>
                  <a:pt x="2233" y="782"/>
                </a:cubicBezTo>
                <a:cubicBezTo>
                  <a:pt x="2226" y="782"/>
                  <a:pt x="2218" y="780"/>
                  <a:pt x="2211" y="778"/>
                </a:cubicBezTo>
                <a:lnTo>
                  <a:pt x="2021" y="719"/>
                </a:lnTo>
                <a:lnTo>
                  <a:pt x="2021" y="1830"/>
                </a:lnTo>
                <a:lnTo>
                  <a:pt x="2446" y="1830"/>
                </a:lnTo>
                <a:lnTo>
                  <a:pt x="2446" y="719"/>
                </a:lnTo>
                <a:close/>
                <a:moveTo>
                  <a:pt x="2233" y="234"/>
                </a:moveTo>
                <a:lnTo>
                  <a:pt x="2054" y="573"/>
                </a:lnTo>
                <a:lnTo>
                  <a:pt x="2233" y="629"/>
                </a:lnTo>
                <a:lnTo>
                  <a:pt x="2412" y="573"/>
                </a:lnTo>
                <a:lnTo>
                  <a:pt x="2233" y="234"/>
                </a:lnTo>
                <a:close/>
                <a:moveTo>
                  <a:pt x="1653" y="2302"/>
                </a:moveTo>
                <a:lnTo>
                  <a:pt x="75" y="2302"/>
                </a:lnTo>
                <a:cubicBezTo>
                  <a:pt x="33" y="2302"/>
                  <a:pt x="0" y="2268"/>
                  <a:pt x="0" y="2227"/>
                </a:cubicBezTo>
                <a:lnTo>
                  <a:pt x="0" y="75"/>
                </a:lnTo>
                <a:cubicBezTo>
                  <a:pt x="0" y="33"/>
                  <a:pt x="33" y="0"/>
                  <a:pt x="75" y="0"/>
                </a:cubicBezTo>
                <a:lnTo>
                  <a:pt x="1653" y="0"/>
                </a:lnTo>
                <a:cubicBezTo>
                  <a:pt x="1694" y="0"/>
                  <a:pt x="1728" y="33"/>
                  <a:pt x="1728" y="75"/>
                </a:cubicBezTo>
                <a:lnTo>
                  <a:pt x="1728" y="2227"/>
                </a:lnTo>
                <a:cubicBezTo>
                  <a:pt x="1728" y="2268"/>
                  <a:pt x="1694" y="2302"/>
                  <a:pt x="1653" y="2302"/>
                </a:cubicBezTo>
                <a:close/>
                <a:moveTo>
                  <a:pt x="149" y="2152"/>
                </a:moveTo>
                <a:lnTo>
                  <a:pt x="1578" y="2152"/>
                </a:lnTo>
                <a:lnTo>
                  <a:pt x="1578" y="149"/>
                </a:lnTo>
                <a:lnTo>
                  <a:pt x="149" y="149"/>
                </a:lnTo>
                <a:lnTo>
                  <a:pt x="149" y="2152"/>
                </a:lnTo>
                <a:close/>
                <a:moveTo>
                  <a:pt x="1366" y="1039"/>
                </a:moveTo>
                <a:lnTo>
                  <a:pt x="372" y="1039"/>
                </a:lnTo>
                <a:cubicBezTo>
                  <a:pt x="331" y="1039"/>
                  <a:pt x="297" y="1005"/>
                  <a:pt x="297" y="964"/>
                </a:cubicBezTo>
                <a:cubicBezTo>
                  <a:pt x="297" y="923"/>
                  <a:pt x="331" y="889"/>
                  <a:pt x="372" y="889"/>
                </a:cubicBezTo>
                <a:lnTo>
                  <a:pt x="1366" y="889"/>
                </a:lnTo>
                <a:cubicBezTo>
                  <a:pt x="1407" y="889"/>
                  <a:pt x="1440" y="923"/>
                  <a:pt x="1440" y="964"/>
                </a:cubicBezTo>
                <a:cubicBezTo>
                  <a:pt x="1440" y="1005"/>
                  <a:pt x="1407" y="1039"/>
                  <a:pt x="1366" y="1039"/>
                </a:cubicBezTo>
                <a:close/>
                <a:moveTo>
                  <a:pt x="1366" y="670"/>
                </a:moveTo>
                <a:lnTo>
                  <a:pt x="372" y="670"/>
                </a:lnTo>
                <a:cubicBezTo>
                  <a:pt x="331" y="670"/>
                  <a:pt x="297" y="636"/>
                  <a:pt x="297" y="595"/>
                </a:cubicBezTo>
                <a:cubicBezTo>
                  <a:pt x="297" y="554"/>
                  <a:pt x="331" y="520"/>
                  <a:pt x="372" y="520"/>
                </a:cubicBezTo>
                <a:lnTo>
                  <a:pt x="1366" y="520"/>
                </a:lnTo>
                <a:cubicBezTo>
                  <a:pt x="1407" y="520"/>
                  <a:pt x="1440" y="554"/>
                  <a:pt x="1440" y="595"/>
                </a:cubicBezTo>
                <a:cubicBezTo>
                  <a:pt x="1440" y="636"/>
                  <a:pt x="1407" y="670"/>
                  <a:pt x="1366" y="670"/>
                </a:cubicBezTo>
                <a:close/>
                <a:moveTo>
                  <a:pt x="1366" y="1406"/>
                </a:moveTo>
                <a:lnTo>
                  <a:pt x="372" y="1406"/>
                </a:lnTo>
                <a:cubicBezTo>
                  <a:pt x="331" y="1406"/>
                  <a:pt x="297" y="1373"/>
                  <a:pt x="297" y="1332"/>
                </a:cubicBezTo>
                <a:cubicBezTo>
                  <a:pt x="297" y="1291"/>
                  <a:pt x="331" y="1257"/>
                  <a:pt x="372" y="1257"/>
                </a:cubicBezTo>
                <a:lnTo>
                  <a:pt x="1366" y="1257"/>
                </a:lnTo>
                <a:cubicBezTo>
                  <a:pt x="1407" y="1257"/>
                  <a:pt x="1440" y="1291"/>
                  <a:pt x="1440" y="1332"/>
                </a:cubicBezTo>
                <a:cubicBezTo>
                  <a:pt x="1440" y="1373"/>
                  <a:pt x="1407" y="1406"/>
                  <a:pt x="1366" y="1406"/>
                </a:cubicBezTo>
                <a:close/>
                <a:moveTo>
                  <a:pt x="1366" y="1775"/>
                </a:moveTo>
                <a:lnTo>
                  <a:pt x="372" y="1775"/>
                </a:lnTo>
                <a:cubicBezTo>
                  <a:pt x="331" y="1775"/>
                  <a:pt x="297" y="1743"/>
                  <a:pt x="297" y="1701"/>
                </a:cubicBezTo>
                <a:cubicBezTo>
                  <a:pt x="297" y="1660"/>
                  <a:pt x="331" y="1626"/>
                  <a:pt x="372" y="1626"/>
                </a:cubicBezTo>
                <a:lnTo>
                  <a:pt x="1366" y="1626"/>
                </a:lnTo>
                <a:cubicBezTo>
                  <a:pt x="1407" y="1626"/>
                  <a:pt x="1440" y="1660"/>
                  <a:pt x="1440" y="1701"/>
                </a:cubicBezTo>
                <a:cubicBezTo>
                  <a:pt x="1440" y="1743"/>
                  <a:pt x="1407" y="1775"/>
                  <a:pt x="1366" y="177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78" name="Freeform 9">
            <a:extLst>
              <a:ext uri="{FF2B5EF4-FFF2-40B4-BE49-F238E27FC236}">
                <a16:creationId xmlns:a16="http://schemas.microsoft.com/office/drawing/2014/main" id="{3CC7860A-05EE-4C43-A831-C8F5D0A9F845}"/>
              </a:ext>
            </a:extLst>
          </p:cNvPr>
          <p:cNvSpPr>
            <a:spLocks noChangeAspect="1" noChangeArrowheads="1"/>
          </p:cNvSpPr>
          <p:nvPr/>
        </p:nvSpPr>
        <p:spPr bwMode="auto">
          <a:xfrm>
            <a:off x="2509985" y="2479779"/>
            <a:ext cx="435825" cy="374388"/>
          </a:xfrm>
          <a:custGeom>
            <a:avLst/>
            <a:gdLst>
              <a:gd name="T0" fmla="*/ 338228 w 2596"/>
              <a:gd name="T1" fmla="*/ 0 h 2240"/>
              <a:gd name="T2" fmla="*/ 21633 w 2596"/>
              <a:gd name="T3" fmla="*/ 0 h 2240"/>
              <a:gd name="T4" fmla="*/ 0 w 2596"/>
              <a:gd name="T5" fmla="*/ 21624 h 2240"/>
              <a:gd name="T6" fmla="*/ 0 w 2596"/>
              <a:gd name="T7" fmla="*/ 223166 h 2240"/>
              <a:gd name="T8" fmla="*/ 21633 w 2596"/>
              <a:gd name="T9" fmla="*/ 244790 h 2240"/>
              <a:gd name="T10" fmla="*/ 169599 w 2596"/>
              <a:gd name="T11" fmla="*/ 244790 h 2240"/>
              <a:gd name="T12" fmla="*/ 169599 w 2596"/>
              <a:gd name="T13" fmla="*/ 289700 h 2240"/>
              <a:gd name="T14" fmla="*/ 125362 w 2596"/>
              <a:gd name="T15" fmla="*/ 289700 h 2240"/>
              <a:gd name="T16" fmla="*/ 114961 w 2596"/>
              <a:gd name="T17" fmla="*/ 299957 h 2240"/>
              <a:gd name="T18" fmla="*/ 125362 w 2596"/>
              <a:gd name="T19" fmla="*/ 310353 h 2240"/>
              <a:gd name="T20" fmla="*/ 234638 w 2596"/>
              <a:gd name="T21" fmla="*/ 310353 h 2240"/>
              <a:gd name="T22" fmla="*/ 244900 w 2596"/>
              <a:gd name="T23" fmla="*/ 299957 h 2240"/>
              <a:gd name="T24" fmla="*/ 234638 w 2596"/>
              <a:gd name="T25" fmla="*/ 289700 h 2240"/>
              <a:gd name="T26" fmla="*/ 190262 w 2596"/>
              <a:gd name="T27" fmla="*/ 289700 h 2240"/>
              <a:gd name="T28" fmla="*/ 190262 w 2596"/>
              <a:gd name="T29" fmla="*/ 244790 h 2240"/>
              <a:gd name="T30" fmla="*/ 338228 w 2596"/>
              <a:gd name="T31" fmla="*/ 244790 h 2240"/>
              <a:gd name="T32" fmla="*/ 359861 w 2596"/>
              <a:gd name="T33" fmla="*/ 223166 h 2240"/>
              <a:gd name="T34" fmla="*/ 359861 w 2596"/>
              <a:gd name="T35" fmla="*/ 21624 h 2240"/>
              <a:gd name="T36" fmla="*/ 338228 w 2596"/>
              <a:gd name="T37" fmla="*/ 0 h 2240"/>
              <a:gd name="T38" fmla="*/ 339199 w 2596"/>
              <a:gd name="T39" fmla="*/ 223166 h 2240"/>
              <a:gd name="T40" fmla="*/ 338228 w 2596"/>
              <a:gd name="T41" fmla="*/ 223998 h 2240"/>
              <a:gd name="T42" fmla="*/ 21633 w 2596"/>
              <a:gd name="T43" fmla="*/ 223998 h 2240"/>
              <a:gd name="T44" fmla="*/ 20801 w 2596"/>
              <a:gd name="T45" fmla="*/ 223166 h 2240"/>
              <a:gd name="T46" fmla="*/ 20801 w 2596"/>
              <a:gd name="T47" fmla="*/ 200988 h 2240"/>
              <a:gd name="T48" fmla="*/ 339199 w 2596"/>
              <a:gd name="T49" fmla="*/ 200988 h 2240"/>
              <a:gd name="T50" fmla="*/ 339199 w 2596"/>
              <a:gd name="T51" fmla="*/ 223166 h 2240"/>
              <a:gd name="T52" fmla="*/ 20801 w 2596"/>
              <a:gd name="T53" fmla="*/ 180335 h 2240"/>
              <a:gd name="T54" fmla="*/ 20801 w 2596"/>
              <a:gd name="T55" fmla="*/ 21624 h 2240"/>
              <a:gd name="T56" fmla="*/ 21633 w 2596"/>
              <a:gd name="T57" fmla="*/ 20653 h 2240"/>
              <a:gd name="T58" fmla="*/ 338228 w 2596"/>
              <a:gd name="T59" fmla="*/ 20653 h 2240"/>
              <a:gd name="T60" fmla="*/ 339199 w 2596"/>
              <a:gd name="T61" fmla="*/ 21624 h 2240"/>
              <a:gd name="T62" fmla="*/ 339199 w 2596"/>
              <a:gd name="T63" fmla="*/ 180335 h 2240"/>
              <a:gd name="T64" fmla="*/ 20801 w 2596"/>
              <a:gd name="T65" fmla="*/ 180335 h 2240"/>
              <a:gd name="T66" fmla="*/ 185824 w 2596"/>
              <a:gd name="T67" fmla="*/ 32713 h 2240"/>
              <a:gd name="T68" fmla="*/ 178752 w 2596"/>
              <a:gd name="T69" fmla="*/ 32713 h 2240"/>
              <a:gd name="T70" fmla="*/ 178752 w 2596"/>
              <a:gd name="T71" fmla="*/ 101603 h 2240"/>
              <a:gd name="T72" fmla="*/ 243374 w 2596"/>
              <a:gd name="T73" fmla="*/ 101603 h 2240"/>
              <a:gd name="T74" fmla="*/ 243929 w 2596"/>
              <a:gd name="T75" fmla="*/ 94811 h 2240"/>
              <a:gd name="T76" fmla="*/ 244068 w 2596"/>
              <a:gd name="T77" fmla="*/ 90791 h 2240"/>
              <a:gd name="T78" fmla="*/ 185824 w 2596"/>
              <a:gd name="T79" fmla="*/ 32713 h 2240"/>
              <a:gd name="T80" fmla="*/ 193174 w 2596"/>
              <a:gd name="T81" fmla="*/ 86910 h 2240"/>
              <a:gd name="T82" fmla="*/ 193174 w 2596"/>
              <a:gd name="T83" fmla="*/ 47960 h 2240"/>
              <a:gd name="T84" fmla="*/ 229230 w 2596"/>
              <a:gd name="T85" fmla="*/ 86910 h 2240"/>
              <a:gd name="T86" fmla="*/ 193174 w 2596"/>
              <a:gd name="T87" fmla="*/ 86910 h 2240"/>
              <a:gd name="T88" fmla="*/ 173621 w 2596"/>
              <a:gd name="T89" fmla="*/ 52673 h 2240"/>
              <a:gd name="T90" fmla="*/ 166410 w 2596"/>
              <a:gd name="T91" fmla="*/ 52673 h 2240"/>
              <a:gd name="T92" fmla="*/ 108166 w 2596"/>
              <a:gd name="T93" fmla="*/ 110751 h 2240"/>
              <a:gd name="T94" fmla="*/ 166410 w 2596"/>
              <a:gd name="T95" fmla="*/ 168830 h 2240"/>
              <a:gd name="T96" fmla="*/ 224237 w 2596"/>
              <a:gd name="T97" fmla="*/ 114633 h 2240"/>
              <a:gd name="T98" fmla="*/ 224792 w 2596"/>
              <a:gd name="T99" fmla="*/ 106870 h 2240"/>
              <a:gd name="T100" fmla="*/ 173621 w 2596"/>
              <a:gd name="T101" fmla="*/ 106870 h 2240"/>
              <a:gd name="T102" fmla="*/ 173621 w 2596"/>
              <a:gd name="T103" fmla="*/ 52673 h 2240"/>
              <a:gd name="T104" fmla="*/ 208428 w 2596"/>
              <a:gd name="T105" fmla="*/ 121563 h 2240"/>
              <a:gd name="T106" fmla="*/ 166410 w 2596"/>
              <a:gd name="T107" fmla="*/ 154276 h 2240"/>
              <a:gd name="T108" fmla="*/ 122866 w 2596"/>
              <a:gd name="T109" fmla="*/ 110751 h 2240"/>
              <a:gd name="T110" fmla="*/ 159060 w 2596"/>
              <a:gd name="T111" fmla="*/ 67920 h 2240"/>
              <a:gd name="T112" fmla="*/ 159060 w 2596"/>
              <a:gd name="T113" fmla="*/ 121563 h 2240"/>
              <a:gd name="T114" fmla="*/ 208428 w 2596"/>
              <a:gd name="T115" fmla="*/ 121563 h 224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596" h="2240">
                <a:moveTo>
                  <a:pt x="2439" y="0"/>
                </a:moveTo>
                <a:lnTo>
                  <a:pt x="156" y="0"/>
                </a:lnTo>
                <a:cubicBezTo>
                  <a:pt x="70" y="0"/>
                  <a:pt x="0" y="70"/>
                  <a:pt x="0" y="156"/>
                </a:cubicBezTo>
                <a:lnTo>
                  <a:pt x="0" y="1610"/>
                </a:lnTo>
                <a:cubicBezTo>
                  <a:pt x="0" y="1696"/>
                  <a:pt x="70" y="1766"/>
                  <a:pt x="156" y="1766"/>
                </a:cubicBezTo>
                <a:lnTo>
                  <a:pt x="1223" y="1766"/>
                </a:lnTo>
                <a:lnTo>
                  <a:pt x="1223" y="2090"/>
                </a:lnTo>
                <a:lnTo>
                  <a:pt x="904" y="2090"/>
                </a:lnTo>
                <a:cubicBezTo>
                  <a:pt x="862" y="2090"/>
                  <a:pt x="829" y="2123"/>
                  <a:pt x="829" y="2164"/>
                </a:cubicBezTo>
                <a:cubicBezTo>
                  <a:pt x="829" y="2206"/>
                  <a:pt x="862" y="2239"/>
                  <a:pt x="904" y="2239"/>
                </a:cubicBezTo>
                <a:lnTo>
                  <a:pt x="1692" y="2239"/>
                </a:lnTo>
                <a:cubicBezTo>
                  <a:pt x="1733" y="2239"/>
                  <a:pt x="1766" y="2206"/>
                  <a:pt x="1766" y="2164"/>
                </a:cubicBezTo>
                <a:cubicBezTo>
                  <a:pt x="1766" y="2123"/>
                  <a:pt x="1733" y="2090"/>
                  <a:pt x="1692" y="2090"/>
                </a:cubicBezTo>
                <a:lnTo>
                  <a:pt x="1372" y="2090"/>
                </a:lnTo>
                <a:lnTo>
                  <a:pt x="1372" y="1766"/>
                </a:lnTo>
                <a:lnTo>
                  <a:pt x="2439" y="1766"/>
                </a:lnTo>
                <a:cubicBezTo>
                  <a:pt x="2525" y="1766"/>
                  <a:pt x="2595" y="1696"/>
                  <a:pt x="2595" y="1610"/>
                </a:cubicBezTo>
                <a:lnTo>
                  <a:pt x="2595" y="156"/>
                </a:lnTo>
                <a:cubicBezTo>
                  <a:pt x="2595" y="70"/>
                  <a:pt x="2525" y="0"/>
                  <a:pt x="2439" y="0"/>
                </a:cubicBezTo>
                <a:close/>
                <a:moveTo>
                  <a:pt x="2446" y="1610"/>
                </a:moveTo>
                <a:cubicBezTo>
                  <a:pt x="2446" y="1613"/>
                  <a:pt x="2442" y="1616"/>
                  <a:pt x="2439" y="1616"/>
                </a:cubicBezTo>
                <a:lnTo>
                  <a:pt x="156" y="1616"/>
                </a:lnTo>
                <a:cubicBezTo>
                  <a:pt x="153" y="1616"/>
                  <a:pt x="150" y="1613"/>
                  <a:pt x="150" y="1610"/>
                </a:cubicBezTo>
                <a:lnTo>
                  <a:pt x="150" y="1450"/>
                </a:lnTo>
                <a:lnTo>
                  <a:pt x="2446" y="1450"/>
                </a:lnTo>
                <a:lnTo>
                  <a:pt x="2446" y="1610"/>
                </a:lnTo>
                <a:close/>
                <a:moveTo>
                  <a:pt x="150" y="1301"/>
                </a:moveTo>
                <a:lnTo>
                  <a:pt x="150" y="156"/>
                </a:lnTo>
                <a:cubicBezTo>
                  <a:pt x="150" y="152"/>
                  <a:pt x="153" y="149"/>
                  <a:pt x="156" y="149"/>
                </a:cubicBezTo>
                <a:lnTo>
                  <a:pt x="2439" y="149"/>
                </a:lnTo>
                <a:cubicBezTo>
                  <a:pt x="2442" y="149"/>
                  <a:pt x="2446" y="152"/>
                  <a:pt x="2446" y="156"/>
                </a:cubicBezTo>
                <a:lnTo>
                  <a:pt x="2446" y="1301"/>
                </a:lnTo>
                <a:lnTo>
                  <a:pt x="150" y="1301"/>
                </a:lnTo>
                <a:close/>
                <a:moveTo>
                  <a:pt x="1340" y="236"/>
                </a:moveTo>
                <a:lnTo>
                  <a:pt x="1289" y="236"/>
                </a:lnTo>
                <a:lnTo>
                  <a:pt x="1289" y="733"/>
                </a:lnTo>
                <a:lnTo>
                  <a:pt x="1755" y="733"/>
                </a:lnTo>
                <a:lnTo>
                  <a:pt x="1759" y="684"/>
                </a:lnTo>
                <a:cubicBezTo>
                  <a:pt x="1759" y="675"/>
                  <a:pt x="1760" y="666"/>
                  <a:pt x="1760" y="655"/>
                </a:cubicBezTo>
                <a:cubicBezTo>
                  <a:pt x="1760" y="424"/>
                  <a:pt x="1572" y="236"/>
                  <a:pt x="1340" y="236"/>
                </a:cubicBezTo>
                <a:close/>
                <a:moveTo>
                  <a:pt x="1393" y="627"/>
                </a:moveTo>
                <a:lnTo>
                  <a:pt x="1393" y="346"/>
                </a:lnTo>
                <a:cubicBezTo>
                  <a:pt x="1533" y="369"/>
                  <a:pt x="1641" y="485"/>
                  <a:pt x="1653" y="627"/>
                </a:cubicBezTo>
                <a:lnTo>
                  <a:pt x="1393" y="627"/>
                </a:lnTo>
                <a:close/>
                <a:moveTo>
                  <a:pt x="1252" y="380"/>
                </a:moveTo>
                <a:lnTo>
                  <a:pt x="1200" y="380"/>
                </a:lnTo>
                <a:cubicBezTo>
                  <a:pt x="968" y="380"/>
                  <a:pt x="780" y="568"/>
                  <a:pt x="780" y="799"/>
                </a:cubicBezTo>
                <a:cubicBezTo>
                  <a:pt x="780" y="1030"/>
                  <a:pt x="968" y="1218"/>
                  <a:pt x="1200" y="1218"/>
                </a:cubicBezTo>
                <a:cubicBezTo>
                  <a:pt x="1419" y="1218"/>
                  <a:pt x="1602" y="1047"/>
                  <a:pt x="1617" y="827"/>
                </a:cubicBezTo>
                <a:lnTo>
                  <a:pt x="1621" y="771"/>
                </a:lnTo>
                <a:lnTo>
                  <a:pt x="1252" y="771"/>
                </a:lnTo>
                <a:lnTo>
                  <a:pt x="1252" y="380"/>
                </a:lnTo>
                <a:close/>
                <a:moveTo>
                  <a:pt x="1503" y="877"/>
                </a:moveTo>
                <a:cubicBezTo>
                  <a:pt x="1468" y="1014"/>
                  <a:pt x="1344" y="1113"/>
                  <a:pt x="1200" y="1113"/>
                </a:cubicBezTo>
                <a:cubicBezTo>
                  <a:pt x="1026" y="1113"/>
                  <a:pt x="886" y="972"/>
                  <a:pt x="886" y="799"/>
                </a:cubicBezTo>
                <a:cubicBezTo>
                  <a:pt x="886" y="644"/>
                  <a:pt x="998" y="515"/>
                  <a:pt x="1147" y="490"/>
                </a:cubicBezTo>
                <a:lnTo>
                  <a:pt x="1147" y="877"/>
                </a:lnTo>
                <a:lnTo>
                  <a:pt x="1503" y="877"/>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79" name="Freeform 11">
            <a:extLst>
              <a:ext uri="{FF2B5EF4-FFF2-40B4-BE49-F238E27FC236}">
                <a16:creationId xmlns:a16="http://schemas.microsoft.com/office/drawing/2014/main" id="{E80C60C9-70EE-2245-B3F1-9D8DCB681993}"/>
              </a:ext>
            </a:extLst>
          </p:cNvPr>
          <p:cNvSpPr>
            <a:spLocks noChangeAspect="1" noChangeArrowheads="1"/>
          </p:cNvSpPr>
          <p:nvPr/>
        </p:nvSpPr>
        <p:spPr bwMode="auto">
          <a:xfrm>
            <a:off x="4067050" y="1515974"/>
            <a:ext cx="418545" cy="433905"/>
          </a:xfrm>
          <a:custGeom>
            <a:avLst/>
            <a:gdLst>
              <a:gd name="T0" fmla="*/ 341261 w 2500"/>
              <a:gd name="T1" fmla="*/ 172318 h 2601"/>
              <a:gd name="T2" fmla="*/ 281063 w 2500"/>
              <a:gd name="T3" fmla="*/ 129827 h 2601"/>
              <a:gd name="T4" fmla="*/ 341261 w 2500"/>
              <a:gd name="T5" fmla="*/ 87336 h 2601"/>
              <a:gd name="T6" fmla="*/ 343198 w 2500"/>
              <a:gd name="T7" fmla="*/ 76125 h 2601"/>
              <a:gd name="T8" fmla="*/ 331989 w 2500"/>
              <a:gd name="T9" fmla="*/ 74187 h 2601"/>
              <a:gd name="T10" fmla="*/ 264595 w 2500"/>
              <a:gd name="T11" fmla="*/ 121661 h 2601"/>
              <a:gd name="T12" fmla="*/ 245082 w 2500"/>
              <a:gd name="T13" fmla="*/ 121661 h 2601"/>
              <a:gd name="T14" fmla="*/ 287013 w 2500"/>
              <a:gd name="T15" fmla="*/ 39723 h 2601"/>
              <a:gd name="T16" fmla="*/ 250341 w 2500"/>
              <a:gd name="T17" fmla="*/ 16332 h 2601"/>
              <a:gd name="T18" fmla="*/ 250064 w 2500"/>
              <a:gd name="T19" fmla="*/ 16332 h 2601"/>
              <a:gd name="T20" fmla="*/ 220034 w 2500"/>
              <a:gd name="T21" fmla="*/ 26851 h 2601"/>
              <a:gd name="T22" fmla="*/ 208133 w 2500"/>
              <a:gd name="T23" fmla="*/ 38893 h 2601"/>
              <a:gd name="T24" fmla="*/ 203428 w 2500"/>
              <a:gd name="T25" fmla="*/ 26713 h 2601"/>
              <a:gd name="T26" fmla="*/ 165372 w 2500"/>
              <a:gd name="T27" fmla="*/ 0 h 2601"/>
              <a:gd name="T28" fmla="*/ 125240 w 2500"/>
              <a:gd name="T29" fmla="*/ 31557 h 2601"/>
              <a:gd name="T30" fmla="*/ 120811 w 2500"/>
              <a:gd name="T31" fmla="*/ 41661 h 2601"/>
              <a:gd name="T32" fmla="*/ 80541 w 2500"/>
              <a:gd name="T33" fmla="*/ 17024 h 2601"/>
              <a:gd name="T34" fmla="*/ 43592 w 2500"/>
              <a:gd name="T35" fmla="*/ 39031 h 2601"/>
              <a:gd name="T36" fmla="*/ 41239 w 2500"/>
              <a:gd name="T37" fmla="*/ 77785 h 2601"/>
              <a:gd name="T38" fmla="*/ 93964 w 2500"/>
              <a:gd name="T39" fmla="*/ 129412 h 2601"/>
              <a:gd name="T40" fmla="*/ 55631 w 2500"/>
              <a:gd name="T41" fmla="*/ 153772 h 2601"/>
              <a:gd name="T42" fmla="*/ 0 w 2500"/>
              <a:gd name="T43" fmla="*/ 268651 h 2601"/>
              <a:gd name="T44" fmla="*/ 0 w 2500"/>
              <a:gd name="T45" fmla="*/ 315571 h 2601"/>
              <a:gd name="T46" fmla="*/ 44422 w 2500"/>
              <a:gd name="T47" fmla="*/ 359862 h 2601"/>
              <a:gd name="T48" fmla="*/ 286321 w 2500"/>
              <a:gd name="T49" fmla="*/ 359862 h 2601"/>
              <a:gd name="T50" fmla="*/ 330743 w 2500"/>
              <a:gd name="T51" fmla="*/ 315571 h 2601"/>
              <a:gd name="T52" fmla="*/ 330743 w 2500"/>
              <a:gd name="T53" fmla="*/ 268651 h 2601"/>
              <a:gd name="T54" fmla="*/ 275112 w 2500"/>
              <a:gd name="T55" fmla="*/ 153772 h 2601"/>
              <a:gd name="T56" fmla="*/ 252417 w 2500"/>
              <a:gd name="T57" fmla="*/ 137855 h 2601"/>
              <a:gd name="T58" fmla="*/ 264456 w 2500"/>
              <a:gd name="T59" fmla="*/ 137855 h 2601"/>
              <a:gd name="T60" fmla="*/ 331989 w 2500"/>
              <a:gd name="T61" fmla="*/ 185467 h 2601"/>
              <a:gd name="T62" fmla="*/ 336694 w 2500"/>
              <a:gd name="T63" fmla="*/ 186851 h 2601"/>
              <a:gd name="T64" fmla="*/ 343198 w 2500"/>
              <a:gd name="T65" fmla="*/ 183529 h 2601"/>
              <a:gd name="T66" fmla="*/ 341261 w 2500"/>
              <a:gd name="T67" fmla="*/ 172318 h 2601"/>
              <a:gd name="T68" fmla="*/ 56323 w 2500"/>
              <a:gd name="T69" fmla="*/ 72111 h 2601"/>
              <a:gd name="T70" fmla="*/ 57984 w 2500"/>
              <a:gd name="T71" fmla="*/ 46228 h 2601"/>
              <a:gd name="T72" fmla="*/ 79711 w 2500"/>
              <a:gd name="T73" fmla="*/ 33218 h 2601"/>
              <a:gd name="T74" fmla="*/ 80126 w 2500"/>
              <a:gd name="T75" fmla="*/ 33218 h 2601"/>
              <a:gd name="T76" fmla="*/ 115691 w 2500"/>
              <a:gd name="T77" fmla="*/ 65467 h 2601"/>
              <a:gd name="T78" fmla="*/ 123994 w 2500"/>
              <a:gd name="T79" fmla="*/ 70173 h 2601"/>
              <a:gd name="T80" fmla="*/ 131052 w 2500"/>
              <a:gd name="T81" fmla="*/ 63806 h 2601"/>
              <a:gd name="T82" fmla="*/ 165372 w 2500"/>
              <a:gd name="T83" fmla="*/ 16194 h 2601"/>
              <a:gd name="T84" fmla="*/ 196785 w 2500"/>
              <a:gd name="T85" fmla="*/ 63253 h 2601"/>
              <a:gd name="T86" fmla="*/ 203982 w 2500"/>
              <a:gd name="T87" fmla="*/ 70173 h 2601"/>
              <a:gd name="T88" fmla="*/ 212423 w 2500"/>
              <a:gd name="T89" fmla="*/ 64913 h 2601"/>
              <a:gd name="T90" fmla="*/ 250203 w 2500"/>
              <a:gd name="T91" fmla="*/ 32526 h 2601"/>
              <a:gd name="T92" fmla="*/ 250341 w 2500"/>
              <a:gd name="T93" fmla="*/ 32526 h 2601"/>
              <a:gd name="T94" fmla="*/ 271929 w 2500"/>
              <a:gd name="T95" fmla="*/ 45398 h 2601"/>
              <a:gd name="T96" fmla="*/ 249649 w 2500"/>
              <a:gd name="T97" fmla="*/ 97024 h 2601"/>
              <a:gd name="T98" fmla="*/ 215606 w 2500"/>
              <a:gd name="T99" fmla="*/ 121661 h 2601"/>
              <a:gd name="T100" fmla="*/ 114584 w 2500"/>
              <a:gd name="T101" fmla="*/ 121661 h 2601"/>
              <a:gd name="T102" fmla="*/ 56323 w 2500"/>
              <a:gd name="T103" fmla="*/ 72111 h 2601"/>
              <a:gd name="T104" fmla="*/ 264872 w 2500"/>
              <a:gd name="T105" fmla="*/ 166228 h 2601"/>
              <a:gd name="T106" fmla="*/ 314552 w 2500"/>
              <a:gd name="T107" fmla="*/ 268651 h 2601"/>
              <a:gd name="T108" fmla="*/ 314552 w 2500"/>
              <a:gd name="T109" fmla="*/ 315571 h 2601"/>
              <a:gd name="T110" fmla="*/ 286321 w 2500"/>
              <a:gd name="T111" fmla="*/ 343806 h 2601"/>
              <a:gd name="T112" fmla="*/ 44422 w 2500"/>
              <a:gd name="T113" fmla="*/ 343806 h 2601"/>
              <a:gd name="T114" fmla="*/ 16053 w 2500"/>
              <a:gd name="T115" fmla="*/ 315571 h 2601"/>
              <a:gd name="T116" fmla="*/ 16053 w 2500"/>
              <a:gd name="T117" fmla="*/ 268651 h 2601"/>
              <a:gd name="T118" fmla="*/ 65318 w 2500"/>
              <a:gd name="T119" fmla="*/ 166644 h 2601"/>
              <a:gd name="T120" fmla="*/ 115414 w 2500"/>
              <a:gd name="T121" fmla="*/ 137855 h 2601"/>
              <a:gd name="T122" fmla="*/ 215329 w 2500"/>
              <a:gd name="T123" fmla="*/ 137855 h 2601"/>
              <a:gd name="T124" fmla="*/ 264872 w 2500"/>
              <a:gd name="T125" fmla="*/ 166228 h 260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500" h="2601">
                <a:moveTo>
                  <a:pt x="2466" y="1245"/>
                </a:moveTo>
                <a:lnTo>
                  <a:pt x="2031" y="938"/>
                </a:lnTo>
                <a:lnTo>
                  <a:pt x="2466" y="631"/>
                </a:lnTo>
                <a:cubicBezTo>
                  <a:pt x="2493" y="612"/>
                  <a:pt x="2499" y="576"/>
                  <a:pt x="2480" y="550"/>
                </a:cubicBezTo>
                <a:cubicBezTo>
                  <a:pt x="2462" y="523"/>
                  <a:pt x="2425" y="517"/>
                  <a:pt x="2399" y="536"/>
                </a:cubicBezTo>
                <a:lnTo>
                  <a:pt x="1912" y="879"/>
                </a:lnTo>
                <a:lnTo>
                  <a:pt x="1771" y="879"/>
                </a:lnTo>
                <a:cubicBezTo>
                  <a:pt x="1942" y="752"/>
                  <a:pt x="2166" y="531"/>
                  <a:pt x="2074" y="287"/>
                </a:cubicBezTo>
                <a:cubicBezTo>
                  <a:pt x="2036" y="185"/>
                  <a:pt x="1931" y="118"/>
                  <a:pt x="1809" y="118"/>
                </a:cubicBezTo>
                <a:cubicBezTo>
                  <a:pt x="1808" y="118"/>
                  <a:pt x="1807" y="118"/>
                  <a:pt x="1807" y="118"/>
                </a:cubicBezTo>
                <a:cubicBezTo>
                  <a:pt x="1730" y="119"/>
                  <a:pt x="1655" y="145"/>
                  <a:pt x="1590" y="194"/>
                </a:cubicBezTo>
                <a:cubicBezTo>
                  <a:pt x="1558" y="218"/>
                  <a:pt x="1530" y="247"/>
                  <a:pt x="1504" y="281"/>
                </a:cubicBezTo>
                <a:cubicBezTo>
                  <a:pt x="1495" y="252"/>
                  <a:pt x="1484" y="222"/>
                  <a:pt x="1470" y="193"/>
                </a:cubicBezTo>
                <a:cubicBezTo>
                  <a:pt x="1393" y="34"/>
                  <a:pt x="1278" y="0"/>
                  <a:pt x="1195" y="0"/>
                </a:cubicBezTo>
                <a:cubicBezTo>
                  <a:pt x="1114" y="0"/>
                  <a:pt x="997" y="40"/>
                  <a:pt x="905" y="228"/>
                </a:cubicBezTo>
                <a:cubicBezTo>
                  <a:pt x="893" y="253"/>
                  <a:pt x="882" y="278"/>
                  <a:pt x="873" y="301"/>
                </a:cubicBezTo>
                <a:cubicBezTo>
                  <a:pt x="768" y="152"/>
                  <a:pt x="650" y="125"/>
                  <a:pt x="582" y="123"/>
                </a:cubicBezTo>
                <a:cubicBezTo>
                  <a:pt x="471" y="121"/>
                  <a:pt x="363" y="185"/>
                  <a:pt x="315" y="282"/>
                </a:cubicBezTo>
                <a:cubicBezTo>
                  <a:pt x="269" y="374"/>
                  <a:pt x="263" y="468"/>
                  <a:pt x="298" y="562"/>
                </a:cubicBezTo>
                <a:cubicBezTo>
                  <a:pt x="362" y="734"/>
                  <a:pt x="552" y="864"/>
                  <a:pt x="679" y="935"/>
                </a:cubicBezTo>
                <a:cubicBezTo>
                  <a:pt x="604" y="971"/>
                  <a:pt x="503" y="1028"/>
                  <a:pt x="402" y="1111"/>
                </a:cubicBezTo>
                <a:cubicBezTo>
                  <a:pt x="139" y="1326"/>
                  <a:pt x="0" y="1613"/>
                  <a:pt x="0" y="1941"/>
                </a:cubicBezTo>
                <a:lnTo>
                  <a:pt x="0" y="2280"/>
                </a:lnTo>
                <a:cubicBezTo>
                  <a:pt x="0" y="2456"/>
                  <a:pt x="144" y="2600"/>
                  <a:pt x="321" y="2600"/>
                </a:cubicBezTo>
                <a:lnTo>
                  <a:pt x="2069" y="2600"/>
                </a:lnTo>
                <a:cubicBezTo>
                  <a:pt x="2246" y="2600"/>
                  <a:pt x="2390" y="2456"/>
                  <a:pt x="2390" y="2280"/>
                </a:cubicBezTo>
                <a:lnTo>
                  <a:pt x="2390" y="1941"/>
                </a:lnTo>
                <a:cubicBezTo>
                  <a:pt x="2390" y="1613"/>
                  <a:pt x="2251" y="1326"/>
                  <a:pt x="1988" y="1111"/>
                </a:cubicBezTo>
                <a:cubicBezTo>
                  <a:pt x="1932" y="1065"/>
                  <a:pt x="1875" y="1027"/>
                  <a:pt x="1824" y="996"/>
                </a:cubicBezTo>
                <a:lnTo>
                  <a:pt x="1911" y="996"/>
                </a:lnTo>
                <a:lnTo>
                  <a:pt x="2399" y="1340"/>
                </a:lnTo>
                <a:cubicBezTo>
                  <a:pt x="2409" y="1347"/>
                  <a:pt x="2421" y="1350"/>
                  <a:pt x="2433" y="1350"/>
                </a:cubicBezTo>
                <a:cubicBezTo>
                  <a:pt x="2451" y="1350"/>
                  <a:pt x="2469" y="1342"/>
                  <a:pt x="2480" y="1326"/>
                </a:cubicBezTo>
                <a:cubicBezTo>
                  <a:pt x="2499" y="1299"/>
                  <a:pt x="2493" y="1264"/>
                  <a:pt x="2466" y="1245"/>
                </a:cubicBezTo>
                <a:close/>
                <a:moveTo>
                  <a:pt x="407" y="521"/>
                </a:moveTo>
                <a:cubicBezTo>
                  <a:pt x="384" y="458"/>
                  <a:pt x="388" y="397"/>
                  <a:pt x="419" y="334"/>
                </a:cubicBezTo>
                <a:cubicBezTo>
                  <a:pt x="447" y="278"/>
                  <a:pt x="511" y="240"/>
                  <a:pt x="576" y="240"/>
                </a:cubicBezTo>
                <a:cubicBezTo>
                  <a:pt x="577" y="240"/>
                  <a:pt x="578" y="240"/>
                  <a:pt x="579" y="240"/>
                </a:cubicBezTo>
                <a:cubicBezTo>
                  <a:pt x="678" y="242"/>
                  <a:pt x="769" y="325"/>
                  <a:pt x="836" y="473"/>
                </a:cubicBezTo>
                <a:cubicBezTo>
                  <a:pt x="847" y="496"/>
                  <a:pt x="871" y="510"/>
                  <a:pt x="896" y="507"/>
                </a:cubicBezTo>
                <a:cubicBezTo>
                  <a:pt x="921" y="504"/>
                  <a:pt x="942" y="485"/>
                  <a:pt x="947" y="461"/>
                </a:cubicBezTo>
                <a:cubicBezTo>
                  <a:pt x="966" y="365"/>
                  <a:pt x="1049" y="117"/>
                  <a:pt x="1195" y="117"/>
                </a:cubicBezTo>
                <a:cubicBezTo>
                  <a:pt x="1315" y="117"/>
                  <a:pt x="1392" y="231"/>
                  <a:pt x="1422" y="457"/>
                </a:cubicBezTo>
                <a:cubicBezTo>
                  <a:pt x="1426" y="484"/>
                  <a:pt x="1447" y="504"/>
                  <a:pt x="1474" y="507"/>
                </a:cubicBezTo>
                <a:cubicBezTo>
                  <a:pt x="1501" y="510"/>
                  <a:pt x="1526" y="494"/>
                  <a:pt x="1535" y="469"/>
                </a:cubicBezTo>
                <a:cubicBezTo>
                  <a:pt x="1588" y="323"/>
                  <a:pt x="1690" y="236"/>
                  <a:pt x="1808" y="235"/>
                </a:cubicBezTo>
                <a:cubicBezTo>
                  <a:pt x="1808" y="235"/>
                  <a:pt x="1808" y="235"/>
                  <a:pt x="1809" y="235"/>
                </a:cubicBezTo>
                <a:cubicBezTo>
                  <a:pt x="1882" y="235"/>
                  <a:pt x="1944" y="272"/>
                  <a:pt x="1965" y="328"/>
                </a:cubicBezTo>
                <a:cubicBezTo>
                  <a:pt x="2007" y="439"/>
                  <a:pt x="1953" y="564"/>
                  <a:pt x="1804" y="701"/>
                </a:cubicBezTo>
                <a:cubicBezTo>
                  <a:pt x="1706" y="791"/>
                  <a:pt x="1597" y="857"/>
                  <a:pt x="1558" y="879"/>
                </a:cubicBezTo>
                <a:lnTo>
                  <a:pt x="828" y="879"/>
                </a:lnTo>
                <a:cubicBezTo>
                  <a:pt x="762" y="849"/>
                  <a:pt x="477" y="710"/>
                  <a:pt x="407" y="521"/>
                </a:cubicBezTo>
                <a:close/>
                <a:moveTo>
                  <a:pt x="1914" y="1201"/>
                </a:moveTo>
                <a:cubicBezTo>
                  <a:pt x="2153" y="1396"/>
                  <a:pt x="2273" y="1645"/>
                  <a:pt x="2273" y="1941"/>
                </a:cubicBezTo>
                <a:lnTo>
                  <a:pt x="2273" y="2280"/>
                </a:lnTo>
                <a:cubicBezTo>
                  <a:pt x="2273" y="2392"/>
                  <a:pt x="2182" y="2484"/>
                  <a:pt x="2069" y="2484"/>
                </a:cubicBezTo>
                <a:lnTo>
                  <a:pt x="321" y="2484"/>
                </a:lnTo>
                <a:cubicBezTo>
                  <a:pt x="208" y="2484"/>
                  <a:pt x="116" y="2392"/>
                  <a:pt x="116" y="2280"/>
                </a:cubicBezTo>
                <a:lnTo>
                  <a:pt x="116" y="1941"/>
                </a:lnTo>
                <a:cubicBezTo>
                  <a:pt x="116" y="1646"/>
                  <a:pt x="236" y="1398"/>
                  <a:pt x="472" y="1204"/>
                </a:cubicBezTo>
                <a:cubicBezTo>
                  <a:pt x="640" y="1066"/>
                  <a:pt x="810" y="1004"/>
                  <a:pt x="834" y="996"/>
                </a:cubicBezTo>
                <a:lnTo>
                  <a:pt x="1556" y="996"/>
                </a:lnTo>
                <a:cubicBezTo>
                  <a:pt x="1580" y="1004"/>
                  <a:pt x="1747" y="1064"/>
                  <a:pt x="1914" y="1201"/>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80" name="Freeform 15">
            <a:extLst>
              <a:ext uri="{FF2B5EF4-FFF2-40B4-BE49-F238E27FC236}">
                <a16:creationId xmlns:a16="http://schemas.microsoft.com/office/drawing/2014/main" id="{ECC8B540-6BB0-1E43-9A96-78575525F119}"/>
              </a:ext>
            </a:extLst>
          </p:cNvPr>
          <p:cNvSpPr>
            <a:spLocks noChangeAspect="1" noChangeArrowheads="1"/>
          </p:cNvSpPr>
          <p:nvPr/>
        </p:nvSpPr>
        <p:spPr bwMode="auto">
          <a:xfrm>
            <a:off x="10372109" y="4209641"/>
            <a:ext cx="347507" cy="433905"/>
          </a:xfrm>
          <a:custGeom>
            <a:avLst/>
            <a:gdLst>
              <a:gd name="T0" fmla="*/ 242132 w 2076"/>
              <a:gd name="T1" fmla="*/ 124186 h 2609"/>
              <a:gd name="T2" fmla="*/ 68432 w 2076"/>
              <a:gd name="T3" fmla="*/ 124186 h 2609"/>
              <a:gd name="T4" fmla="*/ 68432 w 2076"/>
              <a:gd name="T5" fmla="*/ 90379 h 2609"/>
              <a:gd name="T6" fmla="*/ 143072 w 2076"/>
              <a:gd name="T7" fmla="*/ 16006 h 2609"/>
              <a:gd name="T8" fmla="*/ 212469 w 2076"/>
              <a:gd name="T9" fmla="*/ 64025 h 2609"/>
              <a:gd name="T10" fmla="*/ 222816 w 2076"/>
              <a:gd name="T11" fmla="*/ 68716 h 2609"/>
              <a:gd name="T12" fmla="*/ 227507 w 2076"/>
              <a:gd name="T13" fmla="*/ 58367 h 2609"/>
              <a:gd name="T14" fmla="*/ 143072 w 2076"/>
              <a:gd name="T15" fmla="*/ 0 h 2609"/>
              <a:gd name="T16" fmla="*/ 78089 w 2076"/>
              <a:gd name="T17" fmla="*/ 26769 h 2609"/>
              <a:gd name="T18" fmla="*/ 52289 w 2076"/>
              <a:gd name="T19" fmla="*/ 90379 h 2609"/>
              <a:gd name="T20" fmla="*/ 52289 w 2076"/>
              <a:gd name="T21" fmla="*/ 124186 h 2609"/>
              <a:gd name="T22" fmla="*/ 44287 w 2076"/>
              <a:gd name="T23" fmla="*/ 124186 h 2609"/>
              <a:gd name="T24" fmla="*/ 0 w 2076"/>
              <a:gd name="T25" fmla="*/ 168478 h 2609"/>
              <a:gd name="T26" fmla="*/ 0 w 2076"/>
              <a:gd name="T27" fmla="*/ 315569 h 2609"/>
              <a:gd name="T28" fmla="*/ 44287 w 2076"/>
              <a:gd name="T29" fmla="*/ 359862 h 2609"/>
              <a:gd name="T30" fmla="*/ 242132 w 2076"/>
              <a:gd name="T31" fmla="*/ 359862 h 2609"/>
              <a:gd name="T32" fmla="*/ 286281 w 2076"/>
              <a:gd name="T33" fmla="*/ 315569 h 2609"/>
              <a:gd name="T34" fmla="*/ 286281 w 2076"/>
              <a:gd name="T35" fmla="*/ 168478 h 2609"/>
              <a:gd name="T36" fmla="*/ 242132 w 2076"/>
              <a:gd name="T37" fmla="*/ 124186 h 2609"/>
              <a:gd name="T38" fmla="*/ 270277 w 2076"/>
              <a:gd name="T39" fmla="*/ 315569 h 2609"/>
              <a:gd name="T40" fmla="*/ 242132 w 2076"/>
              <a:gd name="T41" fmla="*/ 343718 h 2609"/>
              <a:gd name="T42" fmla="*/ 44287 w 2076"/>
              <a:gd name="T43" fmla="*/ 343718 h 2609"/>
              <a:gd name="T44" fmla="*/ 16142 w 2076"/>
              <a:gd name="T45" fmla="*/ 315569 h 2609"/>
              <a:gd name="T46" fmla="*/ 16142 w 2076"/>
              <a:gd name="T47" fmla="*/ 168478 h 2609"/>
              <a:gd name="T48" fmla="*/ 44287 w 2076"/>
              <a:gd name="T49" fmla="*/ 140330 h 2609"/>
              <a:gd name="T50" fmla="*/ 242132 w 2076"/>
              <a:gd name="T51" fmla="*/ 140330 h 2609"/>
              <a:gd name="T52" fmla="*/ 270277 w 2076"/>
              <a:gd name="T53" fmla="*/ 168478 h 2609"/>
              <a:gd name="T54" fmla="*/ 270277 w 2076"/>
              <a:gd name="T55" fmla="*/ 315569 h 2609"/>
              <a:gd name="T56" fmla="*/ 142382 w 2076"/>
              <a:gd name="T57" fmla="*/ 208494 h 2609"/>
              <a:gd name="T58" fmla="*/ 134380 w 2076"/>
              <a:gd name="T59" fmla="*/ 216635 h 2609"/>
              <a:gd name="T60" fmla="*/ 134380 w 2076"/>
              <a:gd name="T61" fmla="*/ 260928 h 2609"/>
              <a:gd name="T62" fmla="*/ 142382 w 2076"/>
              <a:gd name="T63" fmla="*/ 268931 h 2609"/>
              <a:gd name="T64" fmla="*/ 150384 w 2076"/>
              <a:gd name="T65" fmla="*/ 260928 h 2609"/>
              <a:gd name="T66" fmla="*/ 150384 w 2076"/>
              <a:gd name="T67" fmla="*/ 216635 h 2609"/>
              <a:gd name="T68" fmla="*/ 142382 w 2076"/>
              <a:gd name="T69" fmla="*/ 208494 h 26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076" h="2609">
                <a:moveTo>
                  <a:pt x="1755" y="900"/>
                </a:moveTo>
                <a:lnTo>
                  <a:pt x="496" y="900"/>
                </a:lnTo>
                <a:lnTo>
                  <a:pt x="496" y="655"/>
                </a:lnTo>
                <a:cubicBezTo>
                  <a:pt x="496" y="353"/>
                  <a:pt x="733" y="116"/>
                  <a:pt x="1037" y="116"/>
                </a:cubicBezTo>
                <a:cubicBezTo>
                  <a:pt x="1263" y="116"/>
                  <a:pt x="1461" y="253"/>
                  <a:pt x="1540" y="464"/>
                </a:cubicBezTo>
                <a:cubicBezTo>
                  <a:pt x="1551" y="494"/>
                  <a:pt x="1585" y="509"/>
                  <a:pt x="1615" y="498"/>
                </a:cubicBezTo>
                <a:cubicBezTo>
                  <a:pt x="1645" y="486"/>
                  <a:pt x="1661" y="453"/>
                  <a:pt x="1649" y="423"/>
                </a:cubicBezTo>
                <a:cubicBezTo>
                  <a:pt x="1554" y="166"/>
                  <a:pt x="1313" y="0"/>
                  <a:pt x="1037" y="0"/>
                </a:cubicBezTo>
                <a:cubicBezTo>
                  <a:pt x="856" y="0"/>
                  <a:pt x="689" y="69"/>
                  <a:pt x="566" y="194"/>
                </a:cubicBezTo>
                <a:cubicBezTo>
                  <a:pt x="446" y="317"/>
                  <a:pt x="379" y="481"/>
                  <a:pt x="379" y="655"/>
                </a:cubicBezTo>
                <a:lnTo>
                  <a:pt x="379" y="900"/>
                </a:lnTo>
                <a:lnTo>
                  <a:pt x="321" y="900"/>
                </a:lnTo>
                <a:cubicBezTo>
                  <a:pt x="144" y="900"/>
                  <a:pt x="0" y="1044"/>
                  <a:pt x="0" y="1221"/>
                </a:cubicBezTo>
                <a:lnTo>
                  <a:pt x="0" y="2287"/>
                </a:lnTo>
                <a:cubicBezTo>
                  <a:pt x="0" y="2464"/>
                  <a:pt x="144" y="2608"/>
                  <a:pt x="321" y="2608"/>
                </a:cubicBezTo>
                <a:lnTo>
                  <a:pt x="1755" y="2608"/>
                </a:lnTo>
                <a:cubicBezTo>
                  <a:pt x="1932" y="2608"/>
                  <a:pt x="2075" y="2464"/>
                  <a:pt x="2075" y="2287"/>
                </a:cubicBezTo>
                <a:lnTo>
                  <a:pt x="2075" y="1221"/>
                </a:lnTo>
                <a:cubicBezTo>
                  <a:pt x="2075" y="1044"/>
                  <a:pt x="1932" y="900"/>
                  <a:pt x="1755" y="900"/>
                </a:cubicBezTo>
                <a:close/>
                <a:moveTo>
                  <a:pt x="1959" y="2287"/>
                </a:moveTo>
                <a:cubicBezTo>
                  <a:pt x="1959" y="2400"/>
                  <a:pt x="1867" y="2491"/>
                  <a:pt x="1755" y="2491"/>
                </a:cubicBezTo>
                <a:lnTo>
                  <a:pt x="321" y="2491"/>
                </a:lnTo>
                <a:cubicBezTo>
                  <a:pt x="208" y="2491"/>
                  <a:pt x="117" y="2400"/>
                  <a:pt x="117" y="2287"/>
                </a:cubicBezTo>
                <a:lnTo>
                  <a:pt x="117" y="1221"/>
                </a:lnTo>
                <a:cubicBezTo>
                  <a:pt x="117" y="1108"/>
                  <a:pt x="208" y="1017"/>
                  <a:pt x="321" y="1017"/>
                </a:cubicBezTo>
                <a:lnTo>
                  <a:pt x="1755" y="1017"/>
                </a:lnTo>
                <a:cubicBezTo>
                  <a:pt x="1867" y="1017"/>
                  <a:pt x="1959" y="1108"/>
                  <a:pt x="1959" y="1221"/>
                </a:cubicBezTo>
                <a:lnTo>
                  <a:pt x="1959" y="2287"/>
                </a:lnTo>
                <a:close/>
                <a:moveTo>
                  <a:pt x="1032" y="1511"/>
                </a:moveTo>
                <a:cubicBezTo>
                  <a:pt x="1000" y="1511"/>
                  <a:pt x="974" y="1538"/>
                  <a:pt x="974" y="1570"/>
                </a:cubicBezTo>
                <a:lnTo>
                  <a:pt x="974" y="1891"/>
                </a:lnTo>
                <a:cubicBezTo>
                  <a:pt x="974" y="1923"/>
                  <a:pt x="999" y="1949"/>
                  <a:pt x="1032" y="1949"/>
                </a:cubicBezTo>
                <a:cubicBezTo>
                  <a:pt x="1064" y="1949"/>
                  <a:pt x="1090" y="1923"/>
                  <a:pt x="1090" y="1891"/>
                </a:cubicBezTo>
                <a:lnTo>
                  <a:pt x="1090" y="1570"/>
                </a:lnTo>
                <a:cubicBezTo>
                  <a:pt x="1090" y="1538"/>
                  <a:pt x="1064" y="1511"/>
                  <a:pt x="1032" y="1511"/>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81" name="Freeform 18">
            <a:extLst>
              <a:ext uri="{FF2B5EF4-FFF2-40B4-BE49-F238E27FC236}">
                <a16:creationId xmlns:a16="http://schemas.microsoft.com/office/drawing/2014/main" id="{9DF5BA1B-014A-4D47-AD3B-48D10A7A8AD4}"/>
              </a:ext>
            </a:extLst>
          </p:cNvPr>
          <p:cNvSpPr>
            <a:spLocks noChangeAspect="1" noChangeArrowheads="1"/>
          </p:cNvSpPr>
          <p:nvPr/>
        </p:nvSpPr>
        <p:spPr bwMode="auto">
          <a:xfrm>
            <a:off x="4877260" y="1515974"/>
            <a:ext cx="431984" cy="433905"/>
          </a:xfrm>
          <a:custGeom>
            <a:avLst/>
            <a:gdLst>
              <a:gd name="T0" fmla="*/ 286630 w 2613"/>
              <a:gd name="T1" fmla="*/ 139439 h 2636"/>
              <a:gd name="T2" fmla="*/ 262722 w 2613"/>
              <a:gd name="T3" fmla="*/ 109939 h 2636"/>
              <a:gd name="T4" fmla="*/ 0 w 2613"/>
              <a:gd name="T5" fmla="*/ 133839 h 2636"/>
              <a:gd name="T6" fmla="*/ 39210 w 2613"/>
              <a:gd name="T7" fmla="*/ 311791 h 2636"/>
              <a:gd name="T8" fmla="*/ 151376 w 2613"/>
              <a:gd name="T9" fmla="*/ 359863 h 2636"/>
              <a:gd name="T10" fmla="*/ 282532 w 2613"/>
              <a:gd name="T11" fmla="*/ 243096 h 2636"/>
              <a:gd name="T12" fmla="*/ 356853 w 2613"/>
              <a:gd name="T13" fmla="*/ 191199 h 2636"/>
              <a:gd name="T14" fmla="*/ 235261 w 2613"/>
              <a:gd name="T15" fmla="*/ 301411 h 2636"/>
              <a:gd name="T16" fmla="*/ 135391 w 2613"/>
              <a:gd name="T17" fmla="*/ 344021 h 2636"/>
              <a:gd name="T18" fmla="*/ 15848 w 2613"/>
              <a:gd name="T19" fmla="*/ 208543 h 2636"/>
              <a:gd name="T20" fmla="*/ 23909 w 2613"/>
              <a:gd name="T21" fmla="*/ 125781 h 2636"/>
              <a:gd name="T22" fmla="*/ 74322 w 2613"/>
              <a:gd name="T23" fmla="*/ 164568 h 2636"/>
              <a:gd name="T24" fmla="*/ 36888 w 2613"/>
              <a:gd name="T25" fmla="*/ 172625 h 2636"/>
              <a:gd name="T26" fmla="*/ 44948 w 2613"/>
              <a:gd name="T27" fmla="*/ 256070 h 2636"/>
              <a:gd name="T28" fmla="*/ 128560 w 2613"/>
              <a:gd name="T29" fmla="*/ 248149 h 2636"/>
              <a:gd name="T30" fmla="*/ 120636 w 2613"/>
              <a:gd name="T31" fmla="*/ 164568 h 2636"/>
              <a:gd name="T32" fmla="*/ 90170 w 2613"/>
              <a:gd name="T33" fmla="*/ 125781 h 2636"/>
              <a:gd name="T34" fmla="*/ 270782 w 2613"/>
              <a:gd name="T35" fmla="*/ 133839 h 2636"/>
              <a:gd name="T36" fmla="*/ 270782 w 2613"/>
              <a:gd name="T37" fmla="*/ 208543 h 2636"/>
              <a:gd name="T38" fmla="*/ 112575 w 2613"/>
              <a:gd name="T39" fmla="*/ 180546 h 2636"/>
              <a:gd name="T40" fmla="*/ 52872 w 2613"/>
              <a:gd name="T41" fmla="*/ 240228 h 2636"/>
              <a:gd name="T42" fmla="*/ 112575 w 2613"/>
              <a:gd name="T43" fmla="*/ 180546 h 2636"/>
              <a:gd name="T44" fmla="*/ 286630 w 2613"/>
              <a:gd name="T45" fmla="*/ 227253 h 2636"/>
              <a:gd name="T46" fmla="*/ 286630 w 2613"/>
              <a:gd name="T47" fmla="*/ 155281 h 2636"/>
              <a:gd name="T48" fmla="*/ 340869 w 2613"/>
              <a:gd name="T49" fmla="*/ 191199 h 2636"/>
              <a:gd name="T50" fmla="*/ 72272 w 2613"/>
              <a:gd name="T51" fmla="*/ 42064 h 2636"/>
              <a:gd name="T52" fmla="*/ 76371 w 2613"/>
              <a:gd name="T53" fmla="*/ 71973 h 2636"/>
              <a:gd name="T54" fmla="*/ 79377 w 2613"/>
              <a:gd name="T55" fmla="*/ 98741 h 2636"/>
              <a:gd name="T56" fmla="*/ 90580 w 2613"/>
              <a:gd name="T57" fmla="*/ 79211 h 2636"/>
              <a:gd name="T58" fmla="*/ 82382 w 2613"/>
              <a:gd name="T59" fmla="*/ 29909 h 2636"/>
              <a:gd name="T60" fmla="*/ 72272 w 2613"/>
              <a:gd name="T61" fmla="*/ 42200 h 2636"/>
              <a:gd name="T62" fmla="*/ 147141 w 2613"/>
              <a:gd name="T63" fmla="*/ 71017 h 2636"/>
              <a:gd name="T64" fmla="*/ 130746 w 2613"/>
              <a:gd name="T65" fmla="*/ 104340 h 2636"/>
              <a:gd name="T66" fmla="*/ 163125 w 2613"/>
              <a:gd name="T67" fmla="*/ 71017 h 2636"/>
              <a:gd name="T68" fmla="*/ 144818 w 2613"/>
              <a:gd name="T69" fmla="*/ 33596 h 2636"/>
              <a:gd name="T70" fmla="*/ 150556 w 2613"/>
              <a:gd name="T71" fmla="*/ 18710 h 2636"/>
              <a:gd name="T72" fmla="*/ 146594 w 2613"/>
              <a:gd name="T73" fmla="*/ 3278 h 2636"/>
              <a:gd name="T74" fmla="*/ 139353 w 2613"/>
              <a:gd name="T75" fmla="*/ 55857 h 2636"/>
              <a:gd name="T76" fmla="*/ 193865 w 2613"/>
              <a:gd name="T77" fmla="*/ 42200 h 2636"/>
              <a:gd name="T78" fmla="*/ 197963 w 2613"/>
              <a:gd name="T79" fmla="*/ 71973 h 2636"/>
              <a:gd name="T80" fmla="*/ 200969 w 2613"/>
              <a:gd name="T81" fmla="*/ 98741 h 2636"/>
              <a:gd name="T82" fmla="*/ 212172 w 2613"/>
              <a:gd name="T83" fmla="*/ 79211 h 2636"/>
              <a:gd name="T84" fmla="*/ 203975 w 2613"/>
              <a:gd name="T85" fmla="*/ 29909 h 2636"/>
              <a:gd name="T86" fmla="*/ 193865 w 2613"/>
              <a:gd name="T87" fmla="*/ 42200 h 26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613" h="2636">
                <a:moveTo>
                  <a:pt x="2231" y="1021"/>
                </a:moveTo>
                <a:lnTo>
                  <a:pt x="2098" y="1021"/>
                </a:lnTo>
                <a:lnTo>
                  <a:pt x="2098" y="980"/>
                </a:lnTo>
                <a:cubicBezTo>
                  <a:pt x="2098" y="883"/>
                  <a:pt x="2020" y="805"/>
                  <a:pt x="1923" y="805"/>
                </a:cubicBezTo>
                <a:lnTo>
                  <a:pt x="175" y="805"/>
                </a:lnTo>
                <a:cubicBezTo>
                  <a:pt x="78" y="805"/>
                  <a:pt x="0" y="883"/>
                  <a:pt x="0" y="980"/>
                </a:cubicBezTo>
                <a:lnTo>
                  <a:pt x="0" y="1527"/>
                </a:lnTo>
                <a:cubicBezTo>
                  <a:pt x="0" y="1793"/>
                  <a:pt x="104" y="2069"/>
                  <a:pt x="287" y="2283"/>
                </a:cubicBezTo>
                <a:cubicBezTo>
                  <a:pt x="481" y="2510"/>
                  <a:pt x="731" y="2635"/>
                  <a:pt x="991" y="2635"/>
                </a:cubicBezTo>
                <a:lnTo>
                  <a:pt x="1108" y="2635"/>
                </a:lnTo>
                <a:cubicBezTo>
                  <a:pt x="1367" y="2635"/>
                  <a:pt x="1617" y="2510"/>
                  <a:pt x="1811" y="2283"/>
                </a:cubicBezTo>
                <a:cubicBezTo>
                  <a:pt x="1936" y="2137"/>
                  <a:pt x="2024" y="1962"/>
                  <a:pt x="2068" y="1780"/>
                </a:cubicBezTo>
                <a:lnTo>
                  <a:pt x="2231" y="1780"/>
                </a:lnTo>
                <a:cubicBezTo>
                  <a:pt x="2441" y="1780"/>
                  <a:pt x="2612" y="1610"/>
                  <a:pt x="2612" y="1400"/>
                </a:cubicBezTo>
                <a:cubicBezTo>
                  <a:pt x="2612" y="1191"/>
                  <a:pt x="2441" y="1021"/>
                  <a:pt x="2231" y="1021"/>
                </a:cubicBezTo>
                <a:close/>
                <a:moveTo>
                  <a:pt x="1722" y="2207"/>
                </a:moveTo>
                <a:cubicBezTo>
                  <a:pt x="1551" y="2408"/>
                  <a:pt x="1333" y="2519"/>
                  <a:pt x="1108" y="2519"/>
                </a:cubicBezTo>
                <a:lnTo>
                  <a:pt x="991" y="2519"/>
                </a:lnTo>
                <a:cubicBezTo>
                  <a:pt x="765" y="2519"/>
                  <a:pt x="547" y="2408"/>
                  <a:pt x="376" y="2207"/>
                </a:cubicBezTo>
                <a:cubicBezTo>
                  <a:pt x="211" y="2014"/>
                  <a:pt x="116" y="1766"/>
                  <a:pt x="116" y="1527"/>
                </a:cubicBezTo>
                <a:lnTo>
                  <a:pt x="116" y="980"/>
                </a:lnTo>
                <a:cubicBezTo>
                  <a:pt x="116" y="948"/>
                  <a:pt x="142" y="921"/>
                  <a:pt x="175" y="921"/>
                </a:cubicBezTo>
                <a:lnTo>
                  <a:pt x="544" y="921"/>
                </a:lnTo>
                <a:lnTo>
                  <a:pt x="544" y="1205"/>
                </a:lnTo>
                <a:lnTo>
                  <a:pt x="329" y="1205"/>
                </a:lnTo>
                <a:cubicBezTo>
                  <a:pt x="296" y="1205"/>
                  <a:pt x="270" y="1232"/>
                  <a:pt x="270" y="1264"/>
                </a:cubicBezTo>
                <a:lnTo>
                  <a:pt x="270" y="1817"/>
                </a:lnTo>
                <a:cubicBezTo>
                  <a:pt x="270" y="1849"/>
                  <a:pt x="296" y="1875"/>
                  <a:pt x="329" y="1875"/>
                </a:cubicBezTo>
                <a:lnTo>
                  <a:pt x="883" y="1875"/>
                </a:lnTo>
                <a:cubicBezTo>
                  <a:pt x="915" y="1875"/>
                  <a:pt x="941" y="1849"/>
                  <a:pt x="941" y="1817"/>
                </a:cubicBezTo>
                <a:lnTo>
                  <a:pt x="941" y="1264"/>
                </a:lnTo>
                <a:cubicBezTo>
                  <a:pt x="941" y="1232"/>
                  <a:pt x="915" y="1205"/>
                  <a:pt x="883" y="1205"/>
                </a:cubicBezTo>
                <a:lnTo>
                  <a:pt x="660" y="1205"/>
                </a:lnTo>
                <a:lnTo>
                  <a:pt x="660" y="921"/>
                </a:lnTo>
                <a:lnTo>
                  <a:pt x="1923" y="921"/>
                </a:lnTo>
                <a:cubicBezTo>
                  <a:pt x="1956" y="921"/>
                  <a:pt x="1982" y="948"/>
                  <a:pt x="1982" y="980"/>
                </a:cubicBezTo>
                <a:lnTo>
                  <a:pt x="1982" y="1079"/>
                </a:lnTo>
                <a:lnTo>
                  <a:pt x="1982" y="1527"/>
                </a:lnTo>
                <a:cubicBezTo>
                  <a:pt x="1982" y="1766"/>
                  <a:pt x="1887" y="2014"/>
                  <a:pt x="1722" y="2207"/>
                </a:cubicBezTo>
                <a:close/>
                <a:moveTo>
                  <a:pt x="824" y="1322"/>
                </a:moveTo>
                <a:lnTo>
                  <a:pt x="824" y="1759"/>
                </a:lnTo>
                <a:lnTo>
                  <a:pt x="387" y="1759"/>
                </a:lnTo>
                <a:lnTo>
                  <a:pt x="387" y="1322"/>
                </a:lnTo>
                <a:lnTo>
                  <a:pt x="824" y="1322"/>
                </a:lnTo>
                <a:close/>
                <a:moveTo>
                  <a:pt x="2231" y="1664"/>
                </a:moveTo>
                <a:lnTo>
                  <a:pt x="2098" y="1664"/>
                </a:lnTo>
                <a:lnTo>
                  <a:pt x="2098" y="1527"/>
                </a:lnTo>
                <a:lnTo>
                  <a:pt x="2098" y="1137"/>
                </a:lnTo>
                <a:lnTo>
                  <a:pt x="2231" y="1137"/>
                </a:lnTo>
                <a:cubicBezTo>
                  <a:pt x="2377" y="1137"/>
                  <a:pt x="2495" y="1256"/>
                  <a:pt x="2495" y="1400"/>
                </a:cubicBezTo>
                <a:cubicBezTo>
                  <a:pt x="2495" y="1545"/>
                  <a:pt x="2377" y="1664"/>
                  <a:pt x="2231" y="1664"/>
                </a:cubicBezTo>
                <a:close/>
                <a:moveTo>
                  <a:pt x="529" y="308"/>
                </a:moveTo>
                <a:cubicBezTo>
                  <a:pt x="531" y="310"/>
                  <a:pt x="583" y="357"/>
                  <a:pt x="583" y="437"/>
                </a:cubicBezTo>
                <a:cubicBezTo>
                  <a:pt x="583" y="479"/>
                  <a:pt x="573" y="499"/>
                  <a:pt x="559" y="527"/>
                </a:cubicBezTo>
                <a:cubicBezTo>
                  <a:pt x="543" y="559"/>
                  <a:pt x="523" y="598"/>
                  <a:pt x="523" y="664"/>
                </a:cubicBezTo>
                <a:cubicBezTo>
                  <a:pt x="523" y="696"/>
                  <a:pt x="548" y="723"/>
                  <a:pt x="581" y="723"/>
                </a:cubicBezTo>
                <a:cubicBezTo>
                  <a:pt x="613" y="723"/>
                  <a:pt x="640" y="696"/>
                  <a:pt x="640" y="664"/>
                </a:cubicBezTo>
                <a:cubicBezTo>
                  <a:pt x="640" y="626"/>
                  <a:pt x="649" y="607"/>
                  <a:pt x="663" y="580"/>
                </a:cubicBezTo>
                <a:cubicBezTo>
                  <a:pt x="679" y="548"/>
                  <a:pt x="700" y="507"/>
                  <a:pt x="700" y="437"/>
                </a:cubicBezTo>
                <a:cubicBezTo>
                  <a:pt x="700" y="301"/>
                  <a:pt x="607" y="222"/>
                  <a:pt x="603" y="219"/>
                </a:cubicBezTo>
                <a:cubicBezTo>
                  <a:pt x="603" y="219"/>
                  <a:pt x="558" y="175"/>
                  <a:pt x="523" y="206"/>
                </a:cubicBezTo>
                <a:cubicBezTo>
                  <a:pt x="472" y="251"/>
                  <a:pt x="529" y="309"/>
                  <a:pt x="529" y="309"/>
                </a:cubicBezTo>
                <a:lnTo>
                  <a:pt x="529" y="308"/>
                </a:lnTo>
                <a:close/>
                <a:moveTo>
                  <a:pt x="1077" y="520"/>
                </a:moveTo>
                <a:cubicBezTo>
                  <a:pt x="1077" y="632"/>
                  <a:pt x="990" y="678"/>
                  <a:pt x="986" y="680"/>
                </a:cubicBezTo>
                <a:cubicBezTo>
                  <a:pt x="986" y="680"/>
                  <a:pt x="930" y="719"/>
                  <a:pt x="957" y="764"/>
                </a:cubicBezTo>
                <a:cubicBezTo>
                  <a:pt x="983" y="810"/>
                  <a:pt x="1037" y="785"/>
                  <a:pt x="1037" y="785"/>
                </a:cubicBezTo>
                <a:cubicBezTo>
                  <a:pt x="1044" y="782"/>
                  <a:pt x="1194" y="707"/>
                  <a:pt x="1194" y="520"/>
                </a:cubicBezTo>
                <a:cubicBezTo>
                  <a:pt x="1194" y="430"/>
                  <a:pt x="1146" y="375"/>
                  <a:pt x="1108" y="332"/>
                </a:cubicBezTo>
                <a:cubicBezTo>
                  <a:pt x="1077" y="297"/>
                  <a:pt x="1060" y="276"/>
                  <a:pt x="1060" y="246"/>
                </a:cubicBezTo>
                <a:cubicBezTo>
                  <a:pt x="1060" y="153"/>
                  <a:pt x="1102" y="137"/>
                  <a:pt x="1104" y="136"/>
                </a:cubicBezTo>
                <a:cubicBezTo>
                  <a:pt x="1102" y="137"/>
                  <a:pt x="1102" y="137"/>
                  <a:pt x="1102" y="137"/>
                </a:cubicBezTo>
                <a:cubicBezTo>
                  <a:pt x="1102" y="137"/>
                  <a:pt x="1168" y="107"/>
                  <a:pt x="1155" y="54"/>
                </a:cubicBezTo>
                <a:cubicBezTo>
                  <a:pt x="1142" y="0"/>
                  <a:pt x="1073" y="24"/>
                  <a:pt x="1073" y="24"/>
                </a:cubicBezTo>
                <a:cubicBezTo>
                  <a:pt x="1025" y="36"/>
                  <a:pt x="943" y="96"/>
                  <a:pt x="943" y="246"/>
                </a:cubicBezTo>
                <a:cubicBezTo>
                  <a:pt x="943" y="321"/>
                  <a:pt x="986" y="370"/>
                  <a:pt x="1020" y="409"/>
                </a:cubicBezTo>
                <a:cubicBezTo>
                  <a:pt x="1055" y="449"/>
                  <a:pt x="1077" y="476"/>
                  <a:pt x="1077" y="520"/>
                </a:cubicBezTo>
                <a:close/>
                <a:moveTo>
                  <a:pt x="1419" y="309"/>
                </a:moveTo>
                <a:cubicBezTo>
                  <a:pt x="1420" y="309"/>
                  <a:pt x="1473" y="356"/>
                  <a:pt x="1473" y="437"/>
                </a:cubicBezTo>
                <a:cubicBezTo>
                  <a:pt x="1473" y="479"/>
                  <a:pt x="1463" y="499"/>
                  <a:pt x="1449" y="527"/>
                </a:cubicBezTo>
                <a:cubicBezTo>
                  <a:pt x="1433" y="559"/>
                  <a:pt x="1413" y="598"/>
                  <a:pt x="1413" y="664"/>
                </a:cubicBezTo>
                <a:cubicBezTo>
                  <a:pt x="1413" y="696"/>
                  <a:pt x="1439" y="723"/>
                  <a:pt x="1471" y="723"/>
                </a:cubicBezTo>
                <a:cubicBezTo>
                  <a:pt x="1504" y="723"/>
                  <a:pt x="1530" y="696"/>
                  <a:pt x="1530" y="664"/>
                </a:cubicBezTo>
                <a:cubicBezTo>
                  <a:pt x="1530" y="626"/>
                  <a:pt x="1539" y="607"/>
                  <a:pt x="1553" y="580"/>
                </a:cubicBezTo>
                <a:cubicBezTo>
                  <a:pt x="1570" y="548"/>
                  <a:pt x="1590" y="507"/>
                  <a:pt x="1590" y="437"/>
                </a:cubicBezTo>
                <a:cubicBezTo>
                  <a:pt x="1590" y="301"/>
                  <a:pt x="1497" y="222"/>
                  <a:pt x="1493" y="219"/>
                </a:cubicBezTo>
                <a:cubicBezTo>
                  <a:pt x="1469" y="199"/>
                  <a:pt x="1432" y="202"/>
                  <a:pt x="1411" y="227"/>
                </a:cubicBezTo>
                <a:cubicBezTo>
                  <a:pt x="1391" y="252"/>
                  <a:pt x="1394" y="288"/>
                  <a:pt x="1419" y="30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82" name="Freeform 19">
            <a:extLst>
              <a:ext uri="{FF2B5EF4-FFF2-40B4-BE49-F238E27FC236}">
                <a16:creationId xmlns:a16="http://schemas.microsoft.com/office/drawing/2014/main" id="{8D6B63EC-1A46-9748-8CC2-8DB312138245}"/>
              </a:ext>
            </a:extLst>
          </p:cNvPr>
          <p:cNvSpPr>
            <a:spLocks noChangeAspect="1" noChangeArrowheads="1"/>
          </p:cNvSpPr>
          <p:nvPr/>
        </p:nvSpPr>
        <p:spPr bwMode="auto">
          <a:xfrm>
            <a:off x="5700912" y="1515974"/>
            <a:ext cx="412787" cy="433905"/>
          </a:xfrm>
          <a:custGeom>
            <a:avLst/>
            <a:gdLst>
              <a:gd name="T0" fmla="*/ 24085 w 2479"/>
              <a:gd name="T1" fmla="*/ 340850 h 2613"/>
              <a:gd name="T2" fmla="*/ 15965 w 2479"/>
              <a:gd name="T3" fmla="*/ 24110 h 2613"/>
              <a:gd name="T4" fmla="*/ 277184 w 2479"/>
              <a:gd name="T5" fmla="*/ 15982 h 2613"/>
              <a:gd name="T6" fmla="*/ 285304 w 2479"/>
              <a:gd name="T7" fmla="*/ 170011 h 2613"/>
              <a:gd name="T8" fmla="*/ 301269 w 2479"/>
              <a:gd name="T9" fmla="*/ 170011 h 2613"/>
              <a:gd name="T10" fmla="*/ 277184 w 2479"/>
              <a:gd name="T11" fmla="*/ 0 h 2613"/>
              <a:gd name="T12" fmla="*/ 0 w 2479"/>
              <a:gd name="T13" fmla="*/ 24110 h 2613"/>
              <a:gd name="T14" fmla="*/ 24085 w 2479"/>
              <a:gd name="T15" fmla="*/ 356969 h 2613"/>
              <a:gd name="T16" fmla="*/ 177541 w 2479"/>
              <a:gd name="T17" fmla="*/ 348840 h 2613"/>
              <a:gd name="T18" fmla="*/ 245804 w 2479"/>
              <a:gd name="T19" fmla="*/ 56349 h 2613"/>
              <a:gd name="T20" fmla="*/ 57942 w 2479"/>
              <a:gd name="T21" fmla="*/ 48220 h 2613"/>
              <a:gd name="T22" fmla="*/ 57942 w 2479"/>
              <a:gd name="T23" fmla="*/ 64340 h 2613"/>
              <a:gd name="T24" fmla="*/ 245804 w 2479"/>
              <a:gd name="T25" fmla="*/ 56349 h 2613"/>
              <a:gd name="T26" fmla="*/ 57942 w 2479"/>
              <a:gd name="T27" fmla="*/ 105947 h 2613"/>
              <a:gd name="T28" fmla="*/ 57942 w 2479"/>
              <a:gd name="T29" fmla="*/ 122067 h 2613"/>
              <a:gd name="T30" fmla="*/ 154557 w 2479"/>
              <a:gd name="T31" fmla="*/ 114076 h 2613"/>
              <a:gd name="T32" fmla="*/ 146574 w 2479"/>
              <a:gd name="T33" fmla="*/ 163674 h 2613"/>
              <a:gd name="T34" fmla="*/ 49959 w 2479"/>
              <a:gd name="T35" fmla="*/ 171803 h 2613"/>
              <a:gd name="T36" fmla="*/ 146574 w 2479"/>
              <a:gd name="T37" fmla="*/ 179793 h 2613"/>
              <a:gd name="T38" fmla="*/ 146574 w 2479"/>
              <a:gd name="T39" fmla="*/ 163674 h 2613"/>
              <a:gd name="T40" fmla="*/ 260944 w 2479"/>
              <a:gd name="T41" fmla="*/ 192331 h 2613"/>
              <a:gd name="T42" fmla="*/ 226124 w 2479"/>
              <a:gd name="T43" fmla="*/ 82388 h 2613"/>
              <a:gd name="T44" fmla="*/ 190891 w 2479"/>
              <a:gd name="T45" fmla="*/ 117382 h 2613"/>
              <a:gd name="T46" fmla="*/ 176853 w 2479"/>
              <a:gd name="T47" fmla="*/ 209001 h 2613"/>
              <a:gd name="T48" fmla="*/ 133637 w 2479"/>
              <a:gd name="T49" fmla="*/ 263146 h 2613"/>
              <a:gd name="T50" fmla="*/ 173137 w 2479"/>
              <a:gd name="T51" fmla="*/ 302135 h 2613"/>
              <a:gd name="T52" fmla="*/ 191028 w 2479"/>
              <a:gd name="T53" fmla="*/ 351734 h 2613"/>
              <a:gd name="T54" fmla="*/ 199011 w 2479"/>
              <a:gd name="T55" fmla="*/ 359862 h 2613"/>
              <a:gd name="T56" fmla="*/ 314619 w 2479"/>
              <a:gd name="T57" fmla="*/ 352009 h 2613"/>
              <a:gd name="T58" fmla="*/ 336364 w 2479"/>
              <a:gd name="T59" fmla="*/ 305993 h 2613"/>
              <a:gd name="T60" fmla="*/ 341043 w 2479"/>
              <a:gd name="T61" fmla="*/ 219885 h 2613"/>
              <a:gd name="T62" fmla="*/ 145060 w 2479"/>
              <a:gd name="T63" fmla="*/ 225121 h 2613"/>
              <a:gd name="T64" fmla="*/ 167907 w 2479"/>
              <a:gd name="T65" fmla="*/ 222365 h 2613"/>
              <a:gd name="T66" fmla="*/ 163090 w 2479"/>
              <a:gd name="T67" fmla="*/ 269759 h 2613"/>
              <a:gd name="T68" fmla="*/ 145060 w 2479"/>
              <a:gd name="T69" fmla="*/ 225121 h 2613"/>
              <a:gd name="T70" fmla="*/ 323289 w 2479"/>
              <a:gd name="T71" fmla="*/ 296625 h 2613"/>
              <a:gd name="T72" fmla="*/ 299204 w 2479"/>
              <a:gd name="T73" fmla="*/ 306958 h 2613"/>
              <a:gd name="T74" fmla="*/ 207131 w 2479"/>
              <a:gd name="T75" fmla="*/ 343881 h 2613"/>
              <a:gd name="T76" fmla="*/ 202314 w 2479"/>
              <a:gd name="T77" fmla="*/ 300758 h 2613"/>
              <a:gd name="T78" fmla="*/ 179055 w 2479"/>
              <a:gd name="T79" fmla="*/ 244960 h 2613"/>
              <a:gd name="T80" fmla="*/ 207268 w 2479"/>
              <a:gd name="T81" fmla="*/ 202250 h 2613"/>
              <a:gd name="T82" fmla="*/ 206856 w 2479"/>
              <a:gd name="T83" fmla="*/ 200184 h 2613"/>
              <a:gd name="T84" fmla="*/ 225848 w 2479"/>
              <a:gd name="T85" fmla="*/ 98507 h 2613"/>
              <a:gd name="T86" fmla="*/ 244841 w 2479"/>
              <a:gd name="T87" fmla="*/ 117245 h 2613"/>
              <a:gd name="T88" fmla="*/ 252961 w 2479"/>
              <a:gd name="T89" fmla="*/ 208450 h 2613"/>
              <a:gd name="T90" fmla="*/ 325078 w 2479"/>
              <a:gd name="T91" fmla="*/ 219885 h 261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479" h="2613">
                <a:moveTo>
                  <a:pt x="1232" y="2474"/>
                </a:moveTo>
                <a:lnTo>
                  <a:pt x="175" y="2474"/>
                </a:lnTo>
                <a:cubicBezTo>
                  <a:pt x="142" y="2474"/>
                  <a:pt x="116" y="2448"/>
                  <a:pt x="116" y="2416"/>
                </a:cubicBezTo>
                <a:lnTo>
                  <a:pt x="116" y="175"/>
                </a:lnTo>
                <a:cubicBezTo>
                  <a:pt x="116" y="143"/>
                  <a:pt x="142" y="116"/>
                  <a:pt x="175" y="116"/>
                </a:cubicBezTo>
                <a:lnTo>
                  <a:pt x="2014" y="116"/>
                </a:lnTo>
                <a:cubicBezTo>
                  <a:pt x="2047" y="116"/>
                  <a:pt x="2073" y="143"/>
                  <a:pt x="2073" y="175"/>
                </a:cubicBezTo>
                <a:lnTo>
                  <a:pt x="2073" y="1234"/>
                </a:lnTo>
                <a:cubicBezTo>
                  <a:pt x="2073" y="1266"/>
                  <a:pt x="2099" y="1292"/>
                  <a:pt x="2131" y="1292"/>
                </a:cubicBezTo>
                <a:cubicBezTo>
                  <a:pt x="2163" y="1292"/>
                  <a:pt x="2189" y="1266"/>
                  <a:pt x="2189" y="1234"/>
                </a:cubicBezTo>
                <a:lnTo>
                  <a:pt x="2189" y="175"/>
                </a:lnTo>
                <a:cubicBezTo>
                  <a:pt x="2189" y="78"/>
                  <a:pt x="2111" y="0"/>
                  <a:pt x="2014" y="0"/>
                </a:cubicBezTo>
                <a:lnTo>
                  <a:pt x="175" y="0"/>
                </a:lnTo>
                <a:cubicBezTo>
                  <a:pt x="78" y="0"/>
                  <a:pt x="0" y="78"/>
                  <a:pt x="0" y="175"/>
                </a:cubicBezTo>
                <a:lnTo>
                  <a:pt x="0" y="2416"/>
                </a:lnTo>
                <a:cubicBezTo>
                  <a:pt x="0" y="2512"/>
                  <a:pt x="78" y="2591"/>
                  <a:pt x="175" y="2591"/>
                </a:cubicBezTo>
                <a:lnTo>
                  <a:pt x="1232" y="2591"/>
                </a:lnTo>
                <a:cubicBezTo>
                  <a:pt x="1264" y="2591"/>
                  <a:pt x="1290" y="2565"/>
                  <a:pt x="1290" y="2532"/>
                </a:cubicBezTo>
                <a:cubicBezTo>
                  <a:pt x="1290" y="2500"/>
                  <a:pt x="1264" y="2474"/>
                  <a:pt x="1232" y="2474"/>
                </a:cubicBezTo>
                <a:close/>
                <a:moveTo>
                  <a:pt x="1786" y="409"/>
                </a:moveTo>
                <a:cubicBezTo>
                  <a:pt x="1786" y="376"/>
                  <a:pt x="1760" y="350"/>
                  <a:pt x="1727" y="350"/>
                </a:cubicBezTo>
                <a:lnTo>
                  <a:pt x="421" y="350"/>
                </a:lnTo>
                <a:cubicBezTo>
                  <a:pt x="389" y="350"/>
                  <a:pt x="363" y="376"/>
                  <a:pt x="363" y="409"/>
                </a:cubicBezTo>
                <a:cubicBezTo>
                  <a:pt x="363" y="441"/>
                  <a:pt x="389" y="467"/>
                  <a:pt x="421" y="467"/>
                </a:cubicBezTo>
                <a:lnTo>
                  <a:pt x="1727" y="467"/>
                </a:lnTo>
                <a:cubicBezTo>
                  <a:pt x="1760" y="467"/>
                  <a:pt x="1786" y="441"/>
                  <a:pt x="1786" y="409"/>
                </a:cubicBezTo>
                <a:close/>
                <a:moveTo>
                  <a:pt x="1065" y="769"/>
                </a:moveTo>
                <a:lnTo>
                  <a:pt x="421" y="769"/>
                </a:lnTo>
                <a:cubicBezTo>
                  <a:pt x="389" y="769"/>
                  <a:pt x="363" y="796"/>
                  <a:pt x="363" y="828"/>
                </a:cubicBezTo>
                <a:cubicBezTo>
                  <a:pt x="363" y="860"/>
                  <a:pt x="389" y="886"/>
                  <a:pt x="421" y="886"/>
                </a:cubicBezTo>
                <a:lnTo>
                  <a:pt x="1065" y="886"/>
                </a:lnTo>
                <a:cubicBezTo>
                  <a:pt x="1097" y="886"/>
                  <a:pt x="1123" y="860"/>
                  <a:pt x="1123" y="828"/>
                </a:cubicBezTo>
                <a:cubicBezTo>
                  <a:pt x="1123" y="796"/>
                  <a:pt x="1097" y="769"/>
                  <a:pt x="1065" y="769"/>
                </a:cubicBezTo>
                <a:close/>
                <a:moveTo>
                  <a:pt x="1065" y="1188"/>
                </a:moveTo>
                <a:lnTo>
                  <a:pt x="421" y="1188"/>
                </a:lnTo>
                <a:cubicBezTo>
                  <a:pt x="389" y="1188"/>
                  <a:pt x="363" y="1215"/>
                  <a:pt x="363" y="1247"/>
                </a:cubicBezTo>
                <a:cubicBezTo>
                  <a:pt x="363" y="1279"/>
                  <a:pt x="389" y="1305"/>
                  <a:pt x="421" y="1305"/>
                </a:cubicBezTo>
                <a:lnTo>
                  <a:pt x="1065" y="1305"/>
                </a:lnTo>
                <a:cubicBezTo>
                  <a:pt x="1097" y="1305"/>
                  <a:pt x="1123" y="1279"/>
                  <a:pt x="1123" y="1247"/>
                </a:cubicBezTo>
                <a:cubicBezTo>
                  <a:pt x="1123" y="1215"/>
                  <a:pt x="1097" y="1188"/>
                  <a:pt x="1065" y="1188"/>
                </a:cubicBezTo>
                <a:close/>
                <a:moveTo>
                  <a:pt x="2279" y="1396"/>
                </a:moveTo>
                <a:lnTo>
                  <a:pt x="1896" y="1396"/>
                </a:lnTo>
                <a:lnTo>
                  <a:pt x="1896" y="851"/>
                </a:lnTo>
                <a:cubicBezTo>
                  <a:pt x="1896" y="711"/>
                  <a:pt x="1783" y="598"/>
                  <a:pt x="1643" y="598"/>
                </a:cubicBezTo>
                <a:lnTo>
                  <a:pt x="1641" y="598"/>
                </a:lnTo>
                <a:cubicBezTo>
                  <a:pt x="1501" y="598"/>
                  <a:pt x="1387" y="712"/>
                  <a:pt x="1387" y="852"/>
                </a:cubicBezTo>
                <a:lnTo>
                  <a:pt x="1387" y="1439"/>
                </a:lnTo>
                <a:cubicBezTo>
                  <a:pt x="1348" y="1459"/>
                  <a:pt x="1314" y="1486"/>
                  <a:pt x="1285" y="1517"/>
                </a:cubicBezTo>
                <a:cubicBezTo>
                  <a:pt x="1188" y="1455"/>
                  <a:pt x="1057" y="1467"/>
                  <a:pt x="971" y="1552"/>
                </a:cubicBezTo>
                <a:cubicBezTo>
                  <a:pt x="873" y="1651"/>
                  <a:pt x="873" y="1811"/>
                  <a:pt x="971" y="1910"/>
                </a:cubicBezTo>
                <a:lnTo>
                  <a:pt x="1243" y="2183"/>
                </a:lnTo>
                <a:cubicBezTo>
                  <a:pt x="1248" y="2187"/>
                  <a:pt x="1253" y="2191"/>
                  <a:pt x="1258" y="2193"/>
                </a:cubicBezTo>
                <a:cubicBezTo>
                  <a:pt x="1295" y="2230"/>
                  <a:pt x="1342" y="2256"/>
                  <a:pt x="1390" y="2277"/>
                </a:cubicBezTo>
                <a:lnTo>
                  <a:pt x="1388" y="2553"/>
                </a:lnTo>
                <a:cubicBezTo>
                  <a:pt x="1388" y="2569"/>
                  <a:pt x="1394" y="2584"/>
                  <a:pt x="1405" y="2595"/>
                </a:cubicBezTo>
                <a:cubicBezTo>
                  <a:pt x="1416" y="2606"/>
                  <a:pt x="1431" y="2612"/>
                  <a:pt x="1446" y="2612"/>
                </a:cubicBezTo>
                <a:lnTo>
                  <a:pt x="2228" y="2612"/>
                </a:lnTo>
                <a:cubicBezTo>
                  <a:pt x="2259" y="2612"/>
                  <a:pt x="2285" y="2587"/>
                  <a:pt x="2286" y="2555"/>
                </a:cubicBezTo>
                <a:lnTo>
                  <a:pt x="2290" y="2286"/>
                </a:lnTo>
                <a:cubicBezTo>
                  <a:pt x="2354" y="2282"/>
                  <a:pt x="2411" y="2268"/>
                  <a:pt x="2444" y="2221"/>
                </a:cubicBezTo>
                <a:cubicBezTo>
                  <a:pt x="2478" y="2173"/>
                  <a:pt x="2478" y="2108"/>
                  <a:pt x="2478" y="2000"/>
                </a:cubicBezTo>
                <a:lnTo>
                  <a:pt x="2478" y="1596"/>
                </a:lnTo>
                <a:cubicBezTo>
                  <a:pt x="2478" y="1486"/>
                  <a:pt x="2389" y="1396"/>
                  <a:pt x="2279" y="1396"/>
                </a:cubicBezTo>
                <a:close/>
                <a:moveTo>
                  <a:pt x="1054" y="1634"/>
                </a:moveTo>
                <a:cubicBezTo>
                  <a:pt x="1080" y="1609"/>
                  <a:pt x="1114" y="1595"/>
                  <a:pt x="1150" y="1595"/>
                </a:cubicBezTo>
                <a:cubicBezTo>
                  <a:pt x="1176" y="1595"/>
                  <a:pt x="1199" y="1601"/>
                  <a:pt x="1220" y="1614"/>
                </a:cubicBezTo>
                <a:cubicBezTo>
                  <a:pt x="1197" y="1664"/>
                  <a:pt x="1185" y="1720"/>
                  <a:pt x="1185" y="1778"/>
                </a:cubicBezTo>
                <a:lnTo>
                  <a:pt x="1185" y="1958"/>
                </a:lnTo>
                <a:lnTo>
                  <a:pt x="1054" y="1827"/>
                </a:lnTo>
                <a:cubicBezTo>
                  <a:pt x="1001" y="1774"/>
                  <a:pt x="1001" y="1688"/>
                  <a:pt x="1054" y="1634"/>
                </a:cubicBezTo>
                <a:close/>
                <a:moveTo>
                  <a:pt x="2362" y="2000"/>
                </a:moveTo>
                <a:cubicBezTo>
                  <a:pt x="2362" y="2073"/>
                  <a:pt x="2362" y="2136"/>
                  <a:pt x="2349" y="2153"/>
                </a:cubicBezTo>
                <a:cubicBezTo>
                  <a:pt x="2341" y="2165"/>
                  <a:pt x="2302" y="2171"/>
                  <a:pt x="2233" y="2171"/>
                </a:cubicBezTo>
                <a:cubicBezTo>
                  <a:pt x="2201" y="2171"/>
                  <a:pt x="2175" y="2196"/>
                  <a:pt x="2174" y="2228"/>
                </a:cubicBezTo>
                <a:lnTo>
                  <a:pt x="2170" y="2496"/>
                </a:lnTo>
                <a:lnTo>
                  <a:pt x="1505" y="2496"/>
                </a:lnTo>
                <a:lnTo>
                  <a:pt x="1507" y="2238"/>
                </a:lnTo>
                <a:cubicBezTo>
                  <a:pt x="1507" y="2214"/>
                  <a:pt x="1493" y="2192"/>
                  <a:pt x="1470" y="2183"/>
                </a:cubicBezTo>
                <a:cubicBezTo>
                  <a:pt x="1340" y="2133"/>
                  <a:pt x="1301" y="2090"/>
                  <a:pt x="1301" y="2000"/>
                </a:cubicBezTo>
                <a:lnTo>
                  <a:pt x="1301" y="1778"/>
                </a:lnTo>
                <a:cubicBezTo>
                  <a:pt x="1301" y="1667"/>
                  <a:pt x="1367" y="1570"/>
                  <a:pt x="1469" y="1529"/>
                </a:cubicBezTo>
                <a:cubicBezTo>
                  <a:pt x="1494" y="1520"/>
                  <a:pt x="1509" y="1495"/>
                  <a:pt x="1506" y="1468"/>
                </a:cubicBezTo>
                <a:cubicBezTo>
                  <a:pt x="1505" y="1465"/>
                  <a:pt x="1505" y="1463"/>
                  <a:pt x="1504" y="1460"/>
                </a:cubicBezTo>
                <a:cubicBezTo>
                  <a:pt x="1504" y="1457"/>
                  <a:pt x="1503" y="1454"/>
                  <a:pt x="1503" y="1453"/>
                </a:cubicBezTo>
                <a:lnTo>
                  <a:pt x="1503" y="852"/>
                </a:lnTo>
                <a:cubicBezTo>
                  <a:pt x="1503" y="776"/>
                  <a:pt x="1565" y="715"/>
                  <a:pt x="1641" y="715"/>
                </a:cubicBezTo>
                <a:lnTo>
                  <a:pt x="1643" y="715"/>
                </a:lnTo>
                <a:cubicBezTo>
                  <a:pt x="1718" y="715"/>
                  <a:pt x="1779" y="776"/>
                  <a:pt x="1779" y="851"/>
                </a:cubicBezTo>
                <a:lnTo>
                  <a:pt x="1779" y="1455"/>
                </a:lnTo>
                <a:cubicBezTo>
                  <a:pt x="1779" y="1487"/>
                  <a:pt x="1806" y="1513"/>
                  <a:pt x="1838" y="1513"/>
                </a:cubicBezTo>
                <a:lnTo>
                  <a:pt x="2279" y="1513"/>
                </a:lnTo>
                <a:cubicBezTo>
                  <a:pt x="2324" y="1513"/>
                  <a:pt x="2362" y="1550"/>
                  <a:pt x="2362" y="1596"/>
                </a:cubicBezTo>
                <a:lnTo>
                  <a:pt x="2362" y="2000"/>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83" name="Freeform 20">
            <a:extLst>
              <a:ext uri="{FF2B5EF4-FFF2-40B4-BE49-F238E27FC236}">
                <a16:creationId xmlns:a16="http://schemas.microsoft.com/office/drawing/2014/main" id="{84DF7F17-ED48-5B4A-AA96-C032351D6974}"/>
              </a:ext>
            </a:extLst>
          </p:cNvPr>
          <p:cNvSpPr>
            <a:spLocks noChangeAspect="1" noChangeArrowheads="1"/>
          </p:cNvSpPr>
          <p:nvPr/>
        </p:nvSpPr>
        <p:spPr bwMode="auto">
          <a:xfrm>
            <a:off x="9598377" y="4209641"/>
            <a:ext cx="422385" cy="433905"/>
          </a:xfrm>
          <a:custGeom>
            <a:avLst/>
            <a:gdLst>
              <a:gd name="T0" fmla="*/ 235322 w 2532"/>
              <a:gd name="T1" fmla="*/ 102956 h 2612"/>
              <a:gd name="T2" fmla="*/ 175078 w 2532"/>
              <a:gd name="T3" fmla="*/ 42726 h 2612"/>
              <a:gd name="T4" fmla="*/ 114835 w 2532"/>
              <a:gd name="T5" fmla="*/ 102956 h 2612"/>
              <a:gd name="T6" fmla="*/ 175078 w 2532"/>
              <a:gd name="T7" fmla="*/ 163323 h 2612"/>
              <a:gd name="T8" fmla="*/ 235322 w 2532"/>
              <a:gd name="T9" fmla="*/ 102956 h 2612"/>
              <a:gd name="T10" fmla="*/ 130964 w 2532"/>
              <a:gd name="T11" fmla="*/ 102956 h 2612"/>
              <a:gd name="T12" fmla="*/ 175078 w 2532"/>
              <a:gd name="T13" fmla="*/ 58714 h 2612"/>
              <a:gd name="T14" fmla="*/ 219193 w 2532"/>
              <a:gd name="T15" fmla="*/ 102956 h 2612"/>
              <a:gd name="T16" fmla="*/ 175078 w 2532"/>
              <a:gd name="T17" fmla="*/ 147198 h 2612"/>
              <a:gd name="T18" fmla="*/ 130964 w 2532"/>
              <a:gd name="T19" fmla="*/ 102956 h 2612"/>
              <a:gd name="T20" fmla="*/ 311833 w 2532"/>
              <a:gd name="T21" fmla="*/ 268346 h 2612"/>
              <a:gd name="T22" fmla="*/ 241526 w 2532"/>
              <a:gd name="T23" fmla="*/ 252083 h 2612"/>
              <a:gd name="T24" fmla="*/ 289913 w 2532"/>
              <a:gd name="T25" fmla="*/ 112741 h 2612"/>
              <a:gd name="T26" fmla="*/ 174665 w 2532"/>
              <a:gd name="T27" fmla="*/ 0 h 2612"/>
              <a:gd name="T28" fmla="*/ 59554 w 2532"/>
              <a:gd name="T29" fmla="*/ 112741 h 2612"/>
              <a:gd name="T30" fmla="*/ 90572 w 2532"/>
              <a:gd name="T31" fmla="*/ 220107 h 2612"/>
              <a:gd name="T32" fmla="*/ 108080 w 2532"/>
              <a:gd name="T33" fmla="*/ 251945 h 2612"/>
              <a:gd name="T34" fmla="*/ 37084 w 2532"/>
              <a:gd name="T35" fmla="*/ 268346 h 2612"/>
              <a:gd name="T36" fmla="*/ 0 w 2532"/>
              <a:gd name="T37" fmla="*/ 304043 h 2612"/>
              <a:gd name="T38" fmla="*/ 54591 w 2532"/>
              <a:gd name="T39" fmla="*/ 345528 h 2612"/>
              <a:gd name="T40" fmla="*/ 174389 w 2532"/>
              <a:gd name="T41" fmla="*/ 359862 h 2612"/>
              <a:gd name="T42" fmla="*/ 294325 w 2532"/>
              <a:gd name="T43" fmla="*/ 345528 h 2612"/>
              <a:gd name="T44" fmla="*/ 348916 w 2532"/>
              <a:gd name="T45" fmla="*/ 304043 h 2612"/>
              <a:gd name="T46" fmla="*/ 311833 w 2532"/>
              <a:gd name="T47" fmla="*/ 268346 h 2612"/>
              <a:gd name="T48" fmla="*/ 75684 w 2532"/>
              <a:gd name="T49" fmla="*/ 112741 h 2612"/>
              <a:gd name="T50" fmla="*/ 174665 w 2532"/>
              <a:gd name="T51" fmla="*/ 15988 h 2612"/>
              <a:gd name="T52" fmla="*/ 273784 w 2532"/>
              <a:gd name="T53" fmla="*/ 112741 h 2612"/>
              <a:gd name="T54" fmla="*/ 221812 w 2532"/>
              <a:gd name="T55" fmla="*/ 253047 h 2612"/>
              <a:gd name="T56" fmla="*/ 220158 w 2532"/>
              <a:gd name="T57" fmla="*/ 255666 h 2612"/>
              <a:gd name="T58" fmla="*/ 176319 w 2532"/>
              <a:gd name="T59" fmla="*/ 309142 h 2612"/>
              <a:gd name="T60" fmla="*/ 175906 w 2532"/>
              <a:gd name="T61" fmla="*/ 309556 h 2612"/>
              <a:gd name="T62" fmla="*/ 174665 w 2532"/>
              <a:gd name="T63" fmla="*/ 310107 h 2612"/>
              <a:gd name="T64" fmla="*/ 173562 w 2532"/>
              <a:gd name="T65" fmla="*/ 309556 h 2612"/>
              <a:gd name="T66" fmla="*/ 173011 w 2532"/>
              <a:gd name="T67" fmla="*/ 309005 h 2612"/>
              <a:gd name="T68" fmla="*/ 75684 w 2532"/>
              <a:gd name="T69" fmla="*/ 112741 h 2612"/>
              <a:gd name="T70" fmla="*/ 289913 w 2532"/>
              <a:gd name="T71" fmla="*/ 330092 h 2612"/>
              <a:gd name="T72" fmla="*/ 174389 w 2532"/>
              <a:gd name="T73" fmla="*/ 343874 h 2612"/>
              <a:gd name="T74" fmla="*/ 59003 w 2532"/>
              <a:gd name="T75" fmla="*/ 330092 h 2612"/>
              <a:gd name="T76" fmla="*/ 16129 w 2532"/>
              <a:gd name="T77" fmla="*/ 304043 h 2612"/>
              <a:gd name="T78" fmla="*/ 117730 w 2532"/>
              <a:gd name="T79" fmla="*/ 267106 h 2612"/>
              <a:gd name="T80" fmla="*/ 161844 w 2532"/>
              <a:gd name="T81" fmla="*/ 320582 h 2612"/>
              <a:gd name="T82" fmla="*/ 174665 w 2532"/>
              <a:gd name="T83" fmla="*/ 326233 h 2612"/>
              <a:gd name="T84" fmla="*/ 187486 w 2532"/>
              <a:gd name="T85" fmla="*/ 320720 h 2612"/>
              <a:gd name="T86" fmla="*/ 231876 w 2532"/>
              <a:gd name="T87" fmla="*/ 267106 h 2612"/>
              <a:gd name="T88" fmla="*/ 332787 w 2532"/>
              <a:gd name="T89" fmla="*/ 304043 h 2612"/>
              <a:gd name="T90" fmla="*/ 289913 w 2532"/>
              <a:gd name="T91" fmla="*/ 330092 h 26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532" h="2612">
                <a:moveTo>
                  <a:pt x="1707" y="747"/>
                </a:moveTo>
                <a:cubicBezTo>
                  <a:pt x="1707" y="506"/>
                  <a:pt x="1511" y="310"/>
                  <a:pt x="1270" y="310"/>
                </a:cubicBezTo>
                <a:cubicBezTo>
                  <a:pt x="1029" y="310"/>
                  <a:pt x="833" y="506"/>
                  <a:pt x="833" y="747"/>
                </a:cubicBezTo>
                <a:cubicBezTo>
                  <a:pt x="833" y="988"/>
                  <a:pt x="1029" y="1185"/>
                  <a:pt x="1270" y="1185"/>
                </a:cubicBezTo>
                <a:cubicBezTo>
                  <a:pt x="1511" y="1185"/>
                  <a:pt x="1707" y="988"/>
                  <a:pt x="1707" y="747"/>
                </a:cubicBezTo>
                <a:close/>
                <a:moveTo>
                  <a:pt x="950" y="747"/>
                </a:moveTo>
                <a:cubicBezTo>
                  <a:pt x="950" y="570"/>
                  <a:pt x="1094" y="426"/>
                  <a:pt x="1270" y="426"/>
                </a:cubicBezTo>
                <a:cubicBezTo>
                  <a:pt x="1447" y="426"/>
                  <a:pt x="1590" y="570"/>
                  <a:pt x="1590" y="747"/>
                </a:cubicBezTo>
                <a:cubicBezTo>
                  <a:pt x="1590" y="924"/>
                  <a:pt x="1447" y="1068"/>
                  <a:pt x="1270" y="1068"/>
                </a:cubicBezTo>
                <a:cubicBezTo>
                  <a:pt x="1094" y="1068"/>
                  <a:pt x="950" y="924"/>
                  <a:pt x="950" y="747"/>
                </a:cubicBezTo>
                <a:close/>
                <a:moveTo>
                  <a:pt x="2262" y="1947"/>
                </a:moveTo>
                <a:cubicBezTo>
                  <a:pt x="2129" y="1895"/>
                  <a:pt x="1954" y="1854"/>
                  <a:pt x="1752" y="1829"/>
                </a:cubicBezTo>
                <a:cubicBezTo>
                  <a:pt x="1959" y="1487"/>
                  <a:pt x="2103" y="1097"/>
                  <a:pt x="2103" y="818"/>
                </a:cubicBezTo>
                <a:cubicBezTo>
                  <a:pt x="2103" y="367"/>
                  <a:pt x="1728" y="0"/>
                  <a:pt x="1267" y="0"/>
                </a:cubicBezTo>
                <a:cubicBezTo>
                  <a:pt x="807" y="0"/>
                  <a:pt x="432" y="367"/>
                  <a:pt x="432" y="818"/>
                </a:cubicBezTo>
                <a:cubicBezTo>
                  <a:pt x="432" y="1023"/>
                  <a:pt x="514" y="1307"/>
                  <a:pt x="657" y="1597"/>
                </a:cubicBezTo>
                <a:cubicBezTo>
                  <a:pt x="696" y="1677"/>
                  <a:pt x="739" y="1754"/>
                  <a:pt x="784" y="1828"/>
                </a:cubicBezTo>
                <a:cubicBezTo>
                  <a:pt x="580" y="1854"/>
                  <a:pt x="403" y="1894"/>
                  <a:pt x="269" y="1947"/>
                </a:cubicBezTo>
                <a:cubicBezTo>
                  <a:pt x="91" y="2017"/>
                  <a:pt x="0" y="2104"/>
                  <a:pt x="0" y="2206"/>
                </a:cubicBezTo>
                <a:cubicBezTo>
                  <a:pt x="0" y="2329"/>
                  <a:pt x="137" y="2433"/>
                  <a:pt x="396" y="2507"/>
                </a:cubicBezTo>
                <a:cubicBezTo>
                  <a:pt x="629" y="2575"/>
                  <a:pt x="938" y="2611"/>
                  <a:pt x="1265" y="2611"/>
                </a:cubicBezTo>
                <a:cubicBezTo>
                  <a:pt x="1593" y="2611"/>
                  <a:pt x="1902" y="2575"/>
                  <a:pt x="2135" y="2507"/>
                </a:cubicBezTo>
                <a:cubicBezTo>
                  <a:pt x="2394" y="2433"/>
                  <a:pt x="2531" y="2329"/>
                  <a:pt x="2531" y="2206"/>
                </a:cubicBezTo>
                <a:cubicBezTo>
                  <a:pt x="2531" y="2104"/>
                  <a:pt x="2440" y="2017"/>
                  <a:pt x="2262" y="1947"/>
                </a:cubicBezTo>
                <a:close/>
                <a:moveTo>
                  <a:pt x="549" y="818"/>
                </a:moveTo>
                <a:cubicBezTo>
                  <a:pt x="549" y="431"/>
                  <a:pt x="871" y="116"/>
                  <a:pt x="1267" y="116"/>
                </a:cubicBezTo>
                <a:cubicBezTo>
                  <a:pt x="1664" y="116"/>
                  <a:pt x="1986" y="431"/>
                  <a:pt x="1986" y="818"/>
                </a:cubicBezTo>
                <a:cubicBezTo>
                  <a:pt x="1986" y="1092"/>
                  <a:pt x="1828" y="1497"/>
                  <a:pt x="1609" y="1836"/>
                </a:cubicBezTo>
                <a:cubicBezTo>
                  <a:pt x="1604" y="1841"/>
                  <a:pt x="1600" y="1848"/>
                  <a:pt x="1597" y="1855"/>
                </a:cubicBezTo>
                <a:cubicBezTo>
                  <a:pt x="1500" y="2003"/>
                  <a:pt x="1391" y="2139"/>
                  <a:pt x="1279" y="2243"/>
                </a:cubicBezTo>
                <a:lnTo>
                  <a:pt x="1276" y="2246"/>
                </a:lnTo>
                <a:cubicBezTo>
                  <a:pt x="1274" y="2248"/>
                  <a:pt x="1271" y="2250"/>
                  <a:pt x="1267" y="2250"/>
                </a:cubicBezTo>
                <a:cubicBezTo>
                  <a:pt x="1264" y="2250"/>
                  <a:pt x="1261" y="2248"/>
                  <a:pt x="1259" y="2246"/>
                </a:cubicBezTo>
                <a:lnTo>
                  <a:pt x="1255" y="2242"/>
                </a:lnTo>
                <a:cubicBezTo>
                  <a:pt x="886" y="1896"/>
                  <a:pt x="549" y="1217"/>
                  <a:pt x="549" y="818"/>
                </a:cubicBezTo>
                <a:close/>
                <a:moveTo>
                  <a:pt x="2103" y="2395"/>
                </a:moveTo>
                <a:cubicBezTo>
                  <a:pt x="1880" y="2459"/>
                  <a:pt x="1582" y="2495"/>
                  <a:pt x="1265" y="2495"/>
                </a:cubicBezTo>
                <a:cubicBezTo>
                  <a:pt x="949" y="2495"/>
                  <a:pt x="651" y="2459"/>
                  <a:pt x="428" y="2395"/>
                </a:cubicBezTo>
                <a:cubicBezTo>
                  <a:pt x="199" y="2329"/>
                  <a:pt x="117" y="2252"/>
                  <a:pt x="117" y="2206"/>
                </a:cubicBezTo>
                <a:cubicBezTo>
                  <a:pt x="117" y="2126"/>
                  <a:pt x="346" y="1992"/>
                  <a:pt x="854" y="1938"/>
                </a:cubicBezTo>
                <a:cubicBezTo>
                  <a:pt x="955" y="2089"/>
                  <a:pt x="1065" y="2223"/>
                  <a:pt x="1174" y="2326"/>
                </a:cubicBezTo>
                <a:cubicBezTo>
                  <a:pt x="1198" y="2352"/>
                  <a:pt x="1232" y="2367"/>
                  <a:pt x="1267" y="2367"/>
                </a:cubicBezTo>
                <a:cubicBezTo>
                  <a:pt x="1302" y="2367"/>
                  <a:pt x="1336" y="2352"/>
                  <a:pt x="1360" y="2327"/>
                </a:cubicBezTo>
                <a:cubicBezTo>
                  <a:pt x="1474" y="2220"/>
                  <a:pt x="1584" y="2086"/>
                  <a:pt x="1682" y="1938"/>
                </a:cubicBezTo>
                <a:cubicBezTo>
                  <a:pt x="2187" y="1993"/>
                  <a:pt x="2414" y="2126"/>
                  <a:pt x="2414" y="2206"/>
                </a:cubicBezTo>
                <a:cubicBezTo>
                  <a:pt x="2414" y="2252"/>
                  <a:pt x="2332" y="2329"/>
                  <a:pt x="2103" y="239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84" name="Freeform 29">
            <a:extLst>
              <a:ext uri="{FF2B5EF4-FFF2-40B4-BE49-F238E27FC236}">
                <a16:creationId xmlns:a16="http://schemas.microsoft.com/office/drawing/2014/main" id="{7CF0159D-9CFE-884F-9D93-5761AB31D491}"/>
              </a:ext>
            </a:extLst>
          </p:cNvPr>
          <p:cNvSpPr>
            <a:spLocks noChangeAspect="1" noChangeArrowheads="1"/>
          </p:cNvSpPr>
          <p:nvPr/>
        </p:nvSpPr>
        <p:spPr bwMode="auto">
          <a:xfrm>
            <a:off x="4067050" y="2418342"/>
            <a:ext cx="433905" cy="435825"/>
          </a:xfrm>
          <a:custGeom>
            <a:avLst/>
            <a:gdLst>
              <a:gd name="T0" fmla="*/ 358705 w 2610"/>
              <a:gd name="T1" fmla="*/ 155858 h 2617"/>
              <a:gd name="T2" fmla="*/ 355951 w 2610"/>
              <a:gd name="T3" fmla="*/ 149805 h 2617"/>
              <a:gd name="T4" fmla="*/ 184516 w 2610"/>
              <a:gd name="T5" fmla="*/ 2614 h 2617"/>
              <a:gd name="T6" fmla="*/ 174189 w 2610"/>
              <a:gd name="T7" fmla="*/ 2614 h 2617"/>
              <a:gd name="T8" fmla="*/ 98454 w 2610"/>
              <a:gd name="T9" fmla="*/ 67681 h 2617"/>
              <a:gd name="T10" fmla="*/ 98454 w 2610"/>
              <a:gd name="T11" fmla="*/ 26687 h 2617"/>
              <a:gd name="T12" fmla="*/ 90468 w 2610"/>
              <a:gd name="T13" fmla="*/ 18846 h 2617"/>
              <a:gd name="T14" fmla="*/ 55079 w 2610"/>
              <a:gd name="T15" fmla="*/ 18846 h 2617"/>
              <a:gd name="T16" fmla="*/ 47093 w 2610"/>
              <a:gd name="T17" fmla="*/ 26687 h 2617"/>
              <a:gd name="T18" fmla="*/ 47093 w 2610"/>
              <a:gd name="T19" fmla="*/ 111700 h 2617"/>
              <a:gd name="T20" fmla="*/ 2754 w 2610"/>
              <a:gd name="T21" fmla="*/ 149805 h 2617"/>
              <a:gd name="T22" fmla="*/ 0 w 2610"/>
              <a:gd name="T23" fmla="*/ 155858 h 2617"/>
              <a:gd name="T24" fmla="*/ 0 w 2610"/>
              <a:gd name="T25" fmla="*/ 198089 h 2617"/>
              <a:gd name="T26" fmla="*/ 4682 w 2610"/>
              <a:gd name="T27" fmla="*/ 205380 h 2617"/>
              <a:gd name="T28" fmla="*/ 7987 w 2610"/>
              <a:gd name="T29" fmla="*/ 206068 h 2617"/>
              <a:gd name="T30" fmla="*/ 13219 w 2610"/>
              <a:gd name="T31" fmla="*/ 204142 h 2617"/>
              <a:gd name="T32" fmla="*/ 34562 w 2610"/>
              <a:gd name="T33" fmla="*/ 185846 h 2617"/>
              <a:gd name="T34" fmla="*/ 34562 w 2610"/>
              <a:gd name="T35" fmla="*/ 315705 h 2617"/>
              <a:gd name="T36" fmla="*/ 78764 w 2610"/>
              <a:gd name="T37" fmla="*/ 359862 h 2617"/>
              <a:gd name="T38" fmla="*/ 281043 w 2610"/>
              <a:gd name="T39" fmla="*/ 359862 h 2617"/>
              <a:gd name="T40" fmla="*/ 325244 w 2610"/>
              <a:gd name="T41" fmla="*/ 315705 h 2617"/>
              <a:gd name="T42" fmla="*/ 325244 w 2610"/>
              <a:gd name="T43" fmla="*/ 185984 h 2617"/>
              <a:gd name="T44" fmla="*/ 345899 w 2610"/>
              <a:gd name="T45" fmla="*/ 203729 h 2617"/>
              <a:gd name="T46" fmla="*/ 354574 w 2610"/>
              <a:gd name="T47" fmla="*/ 204968 h 2617"/>
              <a:gd name="T48" fmla="*/ 359118 w 2610"/>
              <a:gd name="T49" fmla="*/ 197539 h 2617"/>
              <a:gd name="T50" fmla="*/ 358705 w 2610"/>
              <a:gd name="T51" fmla="*/ 155858 h 2617"/>
              <a:gd name="T52" fmla="*/ 63066 w 2610"/>
              <a:gd name="T53" fmla="*/ 34941 h 2617"/>
              <a:gd name="T54" fmla="*/ 82481 w 2610"/>
              <a:gd name="T55" fmla="*/ 34941 h 2617"/>
              <a:gd name="T56" fmla="*/ 82481 w 2610"/>
              <a:gd name="T57" fmla="*/ 81437 h 2617"/>
              <a:gd name="T58" fmla="*/ 63066 w 2610"/>
              <a:gd name="T59" fmla="*/ 97944 h 2617"/>
              <a:gd name="T60" fmla="*/ 63066 w 2610"/>
              <a:gd name="T61" fmla="*/ 34941 h 2617"/>
              <a:gd name="T62" fmla="*/ 149403 w 2610"/>
              <a:gd name="T63" fmla="*/ 343768 h 2617"/>
              <a:gd name="T64" fmla="*/ 149403 w 2610"/>
              <a:gd name="T65" fmla="*/ 255590 h 2617"/>
              <a:gd name="T66" fmla="*/ 157527 w 2610"/>
              <a:gd name="T67" fmla="*/ 247612 h 2617"/>
              <a:gd name="T68" fmla="*/ 195119 w 2610"/>
              <a:gd name="T69" fmla="*/ 247612 h 2617"/>
              <a:gd name="T70" fmla="*/ 203105 w 2610"/>
              <a:gd name="T71" fmla="*/ 255590 h 2617"/>
              <a:gd name="T72" fmla="*/ 203105 w 2610"/>
              <a:gd name="T73" fmla="*/ 343768 h 2617"/>
              <a:gd name="T74" fmla="*/ 149403 w 2610"/>
              <a:gd name="T75" fmla="*/ 343768 h 2617"/>
              <a:gd name="T76" fmla="*/ 309133 w 2610"/>
              <a:gd name="T77" fmla="*/ 173603 h 2617"/>
              <a:gd name="T78" fmla="*/ 309133 w 2610"/>
              <a:gd name="T79" fmla="*/ 315705 h 2617"/>
              <a:gd name="T80" fmla="*/ 281043 w 2610"/>
              <a:gd name="T81" fmla="*/ 343768 h 2617"/>
              <a:gd name="T82" fmla="*/ 219216 w 2610"/>
              <a:gd name="T83" fmla="*/ 343768 h 2617"/>
              <a:gd name="T84" fmla="*/ 219216 w 2610"/>
              <a:gd name="T85" fmla="*/ 255590 h 2617"/>
              <a:gd name="T86" fmla="*/ 195119 w 2610"/>
              <a:gd name="T87" fmla="*/ 231517 h 2617"/>
              <a:gd name="T88" fmla="*/ 157527 w 2610"/>
              <a:gd name="T89" fmla="*/ 231517 h 2617"/>
              <a:gd name="T90" fmla="*/ 133430 w 2610"/>
              <a:gd name="T91" fmla="*/ 255590 h 2617"/>
              <a:gd name="T92" fmla="*/ 133430 w 2610"/>
              <a:gd name="T93" fmla="*/ 343768 h 2617"/>
              <a:gd name="T94" fmla="*/ 78764 w 2610"/>
              <a:gd name="T95" fmla="*/ 343768 h 2617"/>
              <a:gd name="T96" fmla="*/ 50673 w 2610"/>
              <a:gd name="T97" fmla="*/ 315705 h 2617"/>
              <a:gd name="T98" fmla="*/ 50673 w 2610"/>
              <a:gd name="T99" fmla="*/ 173603 h 2617"/>
              <a:gd name="T100" fmla="*/ 50535 w 2610"/>
              <a:gd name="T101" fmla="*/ 172228 h 2617"/>
              <a:gd name="T102" fmla="*/ 179697 w 2610"/>
              <a:gd name="T103" fmla="*/ 61215 h 2617"/>
              <a:gd name="T104" fmla="*/ 309271 w 2610"/>
              <a:gd name="T105" fmla="*/ 172365 h 2617"/>
              <a:gd name="T106" fmla="*/ 309133 w 2610"/>
              <a:gd name="T107" fmla="*/ 173603 h 2617"/>
              <a:gd name="T108" fmla="*/ 184929 w 2610"/>
              <a:gd name="T109" fmla="*/ 44570 h 2617"/>
              <a:gd name="T110" fmla="*/ 174602 w 2610"/>
              <a:gd name="T111" fmla="*/ 44570 h 2617"/>
              <a:gd name="T112" fmla="*/ 15973 w 2610"/>
              <a:gd name="T113" fmla="*/ 180619 h 2617"/>
              <a:gd name="T114" fmla="*/ 15973 w 2610"/>
              <a:gd name="T115" fmla="*/ 159572 h 2617"/>
              <a:gd name="T116" fmla="*/ 179421 w 2610"/>
              <a:gd name="T117" fmla="*/ 19259 h 2617"/>
              <a:gd name="T118" fmla="*/ 342731 w 2610"/>
              <a:gd name="T119" fmla="*/ 159572 h 2617"/>
              <a:gd name="T120" fmla="*/ 342869 w 2610"/>
              <a:gd name="T121" fmla="*/ 180069 h 2617"/>
              <a:gd name="T122" fmla="*/ 184929 w 2610"/>
              <a:gd name="T123" fmla="*/ 44570 h 261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610" h="2617">
                <a:moveTo>
                  <a:pt x="2605" y="1133"/>
                </a:moveTo>
                <a:cubicBezTo>
                  <a:pt x="2605" y="1116"/>
                  <a:pt x="2598" y="1100"/>
                  <a:pt x="2585" y="1089"/>
                </a:cubicBezTo>
                <a:lnTo>
                  <a:pt x="1340" y="19"/>
                </a:lnTo>
                <a:cubicBezTo>
                  <a:pt x="1318" y="0"/>
                  <a:pt x="1287" y="0"/>
                  <a:pt x="1265" y="19"/>
                </a:cubicBezTo>
                <a:lnTo>
                  <a:pt x="715" y="492"/>
                </a:lnTo>
                <a:lnTo>
                  <a:pt x="715" y="194"/>
                </a:lnTo>
                <a:cubicBezTo>
                  <a:pt x="715" y="162"/>
                  <a:pt x="689" y="137"/>
                  <a:pt x="657" y="137"/>
                </a:cubicBezTo>
                <a:lnTo>
                  <a:pt x="400" y="137"/>
                </a:lnTo>
                <a:cubicBezTo>
                  <a:pt x="368" y="137"/>
                  <a:pt x="342" y="162"/>
                  <a:pt x="342" y="194"/>
                </a:cubicBezTo>
                <a:lnTo>
                  <a:pt x="342" y="812"/>
                </a:lnTo>
                <a:lnTo>
                  <a:pt x="20" y="1089"/>
                </a:lnTo>
                <a:cubicBezTo>
                  <a:pt x="7" y="1100"/>
                  <a:pt x="0" y="1116"/>
                  <a:pt x="0" y="1133"/>
                </a:cubicBezTo>
                <a:lnTo>
                  <a:pt x="0" y="1440"/>
                </a:lnTo>
                <a:cubicBezTo>
                  <a:pt x="0" y="1463"/>
                  <a:pt x="13" y="1483"/>
                  <a:pt x="34" y="1493"/>
                </a:cubicBezTo>
                <a:cubicBezTo>
                  <a:pt x="41" y="1496"/>
                  <a:pt x="50" y="1498"/>
                  <a:pt x="58" y="1498"/>
                </a:cubicBezTo>
                <a:cubicBezTo>
                  <a:pt x="72" y="1498"/>
                  <a:pt x="85" y="1493"/>
                  <a:pt x="96" y="1484"/>
                </a:cubicBezTo>
                <a:lnTo>
                  <a:pt x="251" y="1351"/>
                </a:lnTo>
                <a:lnTo>
                  <a:pt x="251" y="2295"/>
                </a:lnTo>
                <a:cubicBezTo>
                  <a:pt x="251" y="2472"/>
                  <a:pt x="395" y="2616"/>
                  <a:pt x="572" y="2616"/>
                </a:cubicBezTo>
                <a:lnTo>
                  <a:pt x="2041" y="2616"/>
                </a:lnTo>
                <a:cubicBezTo>
                  <a:pt x="2218" y="2616"/>
                  <a:pt x="2362" y="2472"/>
                  <a:pt x="2362" y="2295"/>
                </a:cubicBezTo>
                <a:lnTo>
                  <a:pt x="2362" y="1352"/>
                </a:lnTo>
                <a:lnTo>
                  <a:pt x="2512" y="1481"/>
                </a:lnTo>
                <a:cubicBezTo>
                  <a:pt x="2529" y="1496"/>
                  <a:pt x="2554" y="1499"/>
                  <a:pt x="2575" y="1490"/>
                </a:cubicBezTo>
                <a:cubicBezTo>
                  <a:pt x="2595" y="1480"/>
                  <a:pt x="2609" y="1459"/>
                  <a:pt x="2608" y="1436"/>
                </a:cubicBezTo>
                <a:lnTo>
                  <a:pt x="2605" y="1133"/>
                </a:lnTo>
                <a:close/>
                <a:moveTo>
                  <a:pt x="458" y="254"/>
                </a:moveTo>
                <a:lnTo>
                  <a:pt x="599" y="254"/>
                </a:lnTo>
                <a:lnTo>
                  <a:pt x="599" y="592"/>
                </a:lnTo>
                <a:lnTo>
                  <a:pt x="458" y="712"/>
                </a:lnTo>
                <a:lnTo>
                  <a:pt x="458" y="254"/>
                </a:lnTo>
                <a:close/>
                <a:moveTo>
                  <a:pt x="1085" y="2499"/>
                </a:moveTo>
                <a:lnTo>
                  <a:pt x="1085" y="1858"/>
                </a:lnTo>
                <a:cubicBezTo>
                  <a:pt x="1085" y="1826"/>
                  <a:pt x="1112" y="1800"/>
                  <a:pt x="1144" y="1800"/>
                </a:cubicBezTo>
                <a:lnTo>
                  <a:pt x="1417" y="1800"/>
                </a:lnTo>
                <a:cubicBezTo>
                  <a:pt x="1449" y="1800"/>
                  <a:pt x="1475" y="1826"/>
                  <a:pt x="1475" y="1858"/>
                </a:cubicBezTo>
                <a:lnTo>
                  <a:pt x="1475" y="2499"/>
                </a:lnTo>
                <a:lnTo>
                  <a:pt x="1085" y="2499"/>
                </a:lnTo>
                <a:close/>
                <a:moveTo>
                  <a:pt x="2245" y="1262"/>
                </a:moveTo>
                <a:lnTo>
                  <a:pt x="2245" y="2295"/>
                </a:lnTo>
                <a:cubicBezTo>
                  <a:pt x="2245" y="2408"/>
                  <a:pt x="2153" y="2499"/>
                  <a:pt x="2041" y="2499"/>
                </a:cubicBezTo>
                <a:lnTo>
                  <a:pt x="1592" y="2499"/>
                </a:lnTo>
                <a:lnTo>
                  <a:pt x="1592" y="1858"/>
                </a:lnTo>
                <a:cubicBezTo>
                  <a:pt x="1592" y="1761"/>
                  <a:pt x="1513" y="1683"/>
                  <a:pt x="1417" y="1683"/>
                </a:cubicBezTo>
                <a:lnTo>
                  <a:pt x="1144" y="1683"/>
                </a:lnTo>
                <a:cubicBezTo>
                  <a:pt x="1047" y="1683"/>
                  <a:pt x="969" y="1761"/>
                  <a:pt x="969" y="1858"/>
                </a:cubicBezTo>
                <a:lnTo>
                  <a:pt x="969" y="2499"/>
                </a:lnTo>
                <a:lnTo>
                  <a:pt x="572" y="2499"/>
                </a:lnTo>
                <a:cubicBezTo>
                  <a:pt x="460" y="2499"/>
                  <a:pt x="368" y="2408"/>
                  <a:pt x="368" y="2295"/>
                </a:cubicBezTo>
                <a:lnTo>
                  <a:pt x="368" y="1262"/>
                </a:lnTo>
                <a:cubicBezTo>
                  <a:pt x="368" y="1259"/>
                  <a:pt x="368" y="1255"/>
                  <a:pt x="367" y="1252"/>
                </a:cubicBezTo>
                <a:lnTo>
                  <a:pt x="1305" y="445"/>
                </a:lnTo>
                <a:lnTo>
                  <a:pt x="2246" y="1253"/>
                </a:lnTo>
                <a:cubicBezTo>
                  <a:pt x="2245" y="1256"/>
                  <a:pt x="2245" y="1259"/>
                  <a:pt x="2245" y="1262"/>
                </a:cubicBezTo>
                <a:close/>
                <a:moveTo>
                  <a:pt x="1343" y="324"/>
                </a:moveTo>
                <a:cubicBezTo>
                  <a:pt x="1321" y="305"/>
                  <a:pt x="1290" y="305"/>
                  <a:pt x="1268" y="324"/>
                </a:cubicBezTo>
                <a:lnTo>
                  <a:pt x="116" y="1313"/>
                </a:lnTo>
                <a:lnTo>
                  <a:pt x="116" y="1160"/>
                </a:lnTo>
                <a:lnTo>
                  <a:pt x="1303" y="140"/>
                </a:lnTo>
                <a:lnTo>
                  <a:pt x="2489" y="1160"/>
                </a:lnTo>
                <a:lnTo>
                  <a:pt x="2490" y="1309"/>
                </a:lnTo>
                <a:lnTo>
                  <a:pt x="1343" y="324"/>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85" name="Freeform 34">
            <a:extLst>
              <a:ext uri="{FF2B5EF4-FFF2-40B4-BE49-F238E27FC236}">
                <a16:creationId xmlns:a16="http://schemas.microsoft.com/office/drawing/2014/main" id="{E768AE5D-AAE3-C744-91DB-082BFB492C7D}"/>
              </a:ext>
            </a:extLst>
          </p:cNvPr>
          <p:cNvSpPr>
            <a:spLocks noChangeAspect="1" noChangeArrowheads="1"/>
          </p:cNvSpPr>
          <p:nvPr/>
        </p:nvSpPr>
        <p:spPr bwMode="auto">
          <a:xfrm>
            <a:off x="5672112" y="2418342"/>
            <a:ext cx="407027" cy="435825"/>
          </a:xfrm>
          <a:custGeom>
            <a:avLst/>
            <a:gdLst>
              <a:gd name="T0" fmla="*/ 308388 w 2444"/>
              <a:gd name="T1" fmla="*/ 173318 h 2613"/>
              <a:gd name="T2" fmla="*/ 243986 w 2444"/>
              <a:gd name="T3" fmla="*/ 61584 h 2613"/>
              <a:gd name="T4" fmla="*/ 232426 w 2444"/>
              <a:gd name="T5" fmla="*/ 54971 h 2613"/>
              <a:gd name="T6" fmla="*/ 103759 w 2444"/>
              <a:gd name="T7" fmla="*/ 54971 h 2613"/>
              <a:gd name="T8" fmla="*/ 92200 w 2444"/>
              <a:gd name="T9" fmla="*/ 61584 h 2613"/>
              <a:gd name="T10" fmla="*/ 27798 w 2444"/>
              <a:gd name="T11" fmla="*/ 173318 h 2613"/>
              <a:gd name="T12" fmla="*/ 27798 w 2444"/>
              <a:gd name="T13" fmla="*/ 186544 h 2613"/>
              <a:gd name="T14" fmla="*/ 78163 w 2444"/>
              <a:gd name="T15" fmla="*/ 298829 h 2613"/>
              <a:gd name="T16" fmla="*/ 100457 w 2444"/>
              <a:gd name="T17" fmla="*/ 297313 h 2613"/>
              <a:gd name="T18" fmla="*/ 168024 w 2444"/>
              <a:gd name="T19" fmla="*/ 359862 h 2613"/>
              <a:gd name="T20" fmla="*/ 235729 w 2444"/>
              <a:gd name="T21" fmla="*/ 297313 h 2613"/>
              <a:gd name="T22" fmla="*/ 258022 w 2444"/>
              <a:gd name="T23" fmla="*/ 298829 h 2613"/>
              <a:gd name="T24" fmla="*/ 308388 w 2444"/>
              <a:gd name="T25" fmla="*/ 186544 h 2613"/>
              <a:gd name="T26" fmla="*/ 245362 w 2444"/>
              <a:gd name="T27" fmla="*/ 77704 h 2613"/>
              <a:gd name="T28" fmla="*/ 295177 w 2444"/>
              <a:gd name="T29" fmla="*/ 164087 h 2613"/>
              <a:gd name="T30" fmla="*/ 253481 w 2444"/>
              <a:gd name="T31" fmla="*/ 130608 h 2613"/>
              <a:gd name="T32" fmla="*/ 245362 w 2444"/>
              <a:gd name="T33" fmla="*/ 77704 h 2613"/>
              <a:gd name="T34" fmla="*/ 168024 w 2444"/>
              <a:gd name="T35" fmla="*/ 261217 h 2613"/>
              <a:gd name="T36" fmla="*/ 97704 w 2444"/>
              <a:gd name="T37" fmla="*/ 220574 h 2613"/>
              <a:gd name="T38" fmla="*/ 97704 w 2444"/>
              <a:gd name="T39" fmla="*/ 139288 h 2613"/>
              <a:gd name="T40" fmla="*/ 168024 w 2444"/>
              <a:gd name="T41" fmla="*/ 98507 h 2613"/>
              <a:gd name="T42" fmla="*/ 238481 w 2444"/>
              <a:gd name="T43" fmla="*/ 139288 h 2613"/>
              <a:gd name="T44" fmla="*/ 238481 w 2444"/>
              <a:gd name="T45" fmla="*/ 220574 h 2613"/>
              <a:gd name="T46" fmla="*/ 235178 w 2444"/>
              <a:gd name="T47" fmla="*/ 242618 h 2613"/>
              <a:gd name="T48" fmla="*/ 188803 w 2444"/>
              <a:gd name="T49" fmla="*/ 269346 h 2613"/>
              <a:gd name="T50" fmla="*/ 235178 w 2444"/>
              <a:gd name="T51" fmla="*/ 242618 h 2613"/>
              <a:gd name="T52" fmla="*/ 110777 w 2444"/>
              <a:gd name="T53" fmla="*/ 279403 h 2613"/>
              <a:gd name="T54" fmla="*/ 123713 w 2444"/>
              <a:gd name="T55" fmla="*/ 256808 h 2613"/>
              <a:gd name="T56" fmla="*/ 80365 w 2444"/>
              <a:gd name="T57" fmla="*/ 206659 h 2613"/>
              <a:gd name="T58" fmla="*/ 80365 w 2444"/>
              <a:gd name="T59" fmla="*/ 153203 h 2613"/>
              <a:gd name="T60" fmla="*/ 80365 w 2444"/>
              <a:gd name="T61" fmla="*/ 206659 h 2613"/>
              <a:gd name="T62" fmla="*/ 110777 w 2444"/>
              <a:gd name="T63" fmla="*/ 80459 h 2613"/>
              <a:gd name="T64" fmla="*/ 123713 w 2444"/>
              <a:gd name="T65" fmla="*/ 102916 h 2613"/>
              <a:gd name="T66" fmla="*/ 188803 w 2444"/>
              <a:gd name="T67" fmla="*/ 90379 h 2613"/>
              <a:gd name="T68" fmla="*/ 235178 w 2444"/>
              <a:gd name="T69" fmla="*/ 117245 h 2613"/>
              <a:gd name="T70" fmla="*/ 188803 w 2444"/>
              <a:gd name="T71" fmla="*/ 90379 h 2613"/>
              <a:gd name="T72" fmla="*/ 282792 w 2444"/>
              <a:gd name="T73" fmla="*/ 179793 h 2613"/>
              <a:gd name="T74" fmla="*/ 256783 w 2444"/>
              <a:gd name="T75" fmla="*/ 179793 h 2613"/>
              <a:gd name="T76" fmla="*/ 118346 w 2444"/>
              <a:gd name="T77" fmla="*/ 61860 h 2613"/>
              <a:gd name="T78" fmla="*/ 217839 w 2444"/>
              <a:gd name="T79" fmla="*/ 61860 h 2613"/>
              <a:gd name="T80" fmla="*/ 168024 w 2444"/>
              <a:gd name="T81" fmla="*/ 81148 h 2613"/>
              <a:gd name="T82" fmla="*/ 118346 w 2444"/>
              <a:gd name="T83" fmla="*/ 61860 h 2613"/>
              <a:gd name="T84" fmla="*/ 26421 w 2444"/>
              <a:gd name="T85" fmla="*/ 97956 h 2613"/>
              <a:gd name="T86" fmla="*/ 90824 w 2444"/>
              <a:gd name="T87" fmla="*/ 77704 h 2613"/>
              <a:gd name="T88" fmla="*/ 82705 w 2444"/>
              <a:gd name="T89" fmla="*/ 130608 h 2613"/>
              <a:gd name="T90" fmla="*/ 41008 w 2444"/>
              <a:gd name="T91" fmla="*/ 164087 h 2613"/>
              <a:gd name="T92" fmla="*/ 26421 w 2444"/>
              <a:gd name="T93" fmla="*/ 261768 h 2613"/>
              <a:gd name="T94" fmla="*/ 43210 w 2444"/>
              <a:gd name="T95" fmla="*/ 192606 h 2613"/>
              <a:gd name="T96" fmla="*/ 94677 w 2444"/>
              <a:gd name="T97" fmla="*/ 281745 h 2613"/>
              <a:gd name="T98" fmla="*/ 217839 w 2444"/>
              <a:gd name="T99" fmla="*/ 298002 h 2613"/>
              <a:gd name="T100" fmla="*/ 118346 w 2444"/>
              <a:gd name="T101" fmla="*/ 298002 h 2613"/>
              <a:gd name="T102" fmla="*/ 168024 w 2444"/>
              <a:gd name="T103" fmla="*/ 278714 h 2613"/>
              <a:gd name="T104" fmla="*/ 217839 w 2444"/>
              <a:gd name="T105" fmla="*/ 298002 h 2613"/>
              <a:gd name="T106" fmla="*/ 245362 w 2444"/>
              <a:gd name="T107" fmla="*/ 282158 h 2613"/>
              <a:gd name="T108" fmla="*/ 253481 w 2444"/>
              <a:gd name="T109" fmla="*/ 229254 h 2613"/>
              <a:gd name="T110" fmla="*/ 295177 w 2444"/>
              <a:gd name="T111" fmla="*/ 195637 h 261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444" h="2613">
                <a:moveTo>
                  <a:pt x="2205" y="1305"/>
                </a:moveTo>
                <a:cubicBezTo>
                  <a:pt x="2218" y="1290"/>
                  <a:pt x="2229" y="1274"/>
                  <a:pt x="2241" y="1258"/>
                </a:cubicBezTo>
                <a:cubicBezTo>
                  <a:pt x="2403" y="1024"/>
                  <a:pt x="2443" y="810"/>
                  <a:pt x="2352" y="653"/>
                </a:cubicBezTo>
                <a:cubicBezTo>
                  <a:pt x="2262" y="497"/>
                  <a:pt x="2056" y="424"/>
                  <a:pt x="1773" y="447"/>
                </a:cubicBezTo>
                <a:cubicBezTo>
                  <a:pt x="1753" y="449"/>
                  <a:pt x="1733" y="451"/>
                  <a:pt x="1713" y="454"/>
                </a:cubicBezTo>
                <a:cubicBezTo>
                  <a:pt x="1705" y="435"/>
                  <a:pt x="1697" y="417"/>
                  <a:pt x="1689" y="399"/>
                </a:cubicBezTo>
                <a:cubicBezTo>
                  <a:pt x="1568" y="142"/>
                  <a:pt x="1402" y="0"/>
                  <a:pt x="1221" y="0"/>
                </a:cubicBezTo>
                <a:cubicBezTo>
                  <a:pt x="1041" y="0"/>
                  <a:pt x="875" y="142"/>
                  <a:pt x="754" y="399"/>
                </a:cubicBezTo>
                <a:cubicBezTo>
                  <a:pt x="746" y="417"/>
                  <a:pt x="738" y="435"/>
                  <a:pt x="730" y="454"/>
                </a:cubicBezTo>
                <a:cubicBezTo>
                  <a:pt x="710" y="451"/>
                  <a:pt x="690" y="449"/>
                  <a:pt x="670" y="447"/>
                </a:cubicBezTo>
                <a:cubicBezTo>
                  <a:pt x="387" y="424"/>
                  <a:pt x="181" y="497"/>
                  <a:pt x="91" y="653"/>
                </a:cubicBezTo>
                <a:cubicBezTo>
                  <a:pt x="0" y="810"/>
                  <a:pt x="40" y="1024"/>
                  <a:pt x="202" y="1258"/>
                </a:cubicBezTo>
                <a:cubicBezTo>
                  <a:pt x="214" y="1274"/>
                  <a:pt x="225" y="1290"/>
                  <a:pt x="238" y="1305"/>
                </a:cubicBezTo>
                <a:cubicBezTo>
                  <a:pt x="225" y="1321"/>
                  <a:pt x="214" y="1338"/>
                  <a:pt x="202" y="1354"/>
                </a:cubicBezTo>
                <a:cubicBezTo>
                  <a:pt x="40" y="1587"/>
                  <a:pt x="0" y="1802"/>
                  <a:pt x="91" y="1959"/>
                </a:cubicBezTo>
                <a:cubicBezTo>
                  <a:pt x="170" y="2096"/>
                  <a:pt x="337" y="2169"/>
                  <a:pt x="568" y="2169"/>
                </a:cubicBezTo>
                <a:cubicBezTo>
                  <a:pt x="601" y="2169"/>
                  <a:pt x="635" y="2167"/>
                  <a:pt x="670" y="2164"/>
                </a:cubicBezTo>
                <a:cubicBezTo>
                  <a:pt x="690" y="2163"/>
                  <a:pt x="710" y="2160"/>
                  <a:pt x="730" y="2158"/>
                </a:cubicBezTo>
                <a:cubicBezTo>
                  <a:pt x="738" y="2177"/>
                  <a:pt x="746" y="2195"/>
                  <a:pt x="754" y="2213"/>
                </a:cubicBezTo>
                <a:cubicBezTo>
                  <a:pt x="875" y="2470"/>
                  <a:pt x="1041" y="2612"/>
                  <a:pt x="1221" y="2612"/>
                </a:cubicBezTo>
                <a:cubicBezTo>
                  <a:pt x="1402" y="2612"/>
                  <a:pt x="1568" y="2470"/>
                  <a:pt x="1689" y="2213"/>
                </a:cubicBezTo>
                <a:cubicBezTo>
                  <a:pt x="1697" y="2195"/>
                  <a:pt x="1705" y="2177"/>
                  <a:pt x="1713" y="2158"/>
                </a:cubicBezTo>
                <a:cubicBezTo>
                  <a:pt x="1733" y="2160"/>
                  <a:pt x="1753" y="2163"/>
                  <a:pt x="1773" y="2164"/>
                </a:cubicBezTo>
                <a:cubicBezTo>
                  <a:pt x="1808" y="2167"/>
                  <a:pt x="1842" y="2169"/>
                  <a:pt x="1875" y="2169"/>
                </a:cubicBezTo>
                <a:cubicBezTo>
                  <a:pt x="2106" y="2169"/>
                  <a:pt x="2273" y="2096"/>
                  <a:pt x="2352" y="1959"/>
                </a:cubicBezTo>
                <a:cubicBezTo>
                  <a:pt x="2443" y="1802"/>
                  <a:pt x="2403" y="1587"/>
                  <a:pt x="2241" y="1354"/>
                </a:cubicBezTo>
                <a:cubicBezTo>
                  <a:pt x="2229" y="1338"/>
                  <a:pt x="2218" y="1321"/>
                  <a:pt x="2205" y="1305"/>
                </a:cubicBezTo>
                <a:close/>
                <a:moveTo>
                  <a:pt x="1783" y="564"/>
                </a:moveTo>
                <a:cubicBezTo>
                  <a:pt x="2015" y="544"/>
                  <a:pt x="2186" y="598"/>
                  <a:pt x="2251" y="711"/>
                </a:cubicBezTo>
                <a:cubicBezTo>
                  <a:pt x="2317" y="825"/>
                  <a:pt x="2278" y="1000"/>
                  <a:pt x="2145" y="1191"/>
                </a:cubicBezTo>
                <a:cubicBezTo>
                  <a:pt x="2140" y="1199"/>
                  <a:pt x="2134" y="1206"/>
                  <a:pt x="2129" y="1214"/>
                </a:cubicBezTo>
                <a:cubicBezTo>
                  <a:pt x="2048" y="1121"/>
                  <a:pt x="1951" y="1032"/>
                  <a:pt x="1842" y="948"/>
                </a:cubicBezTo>
                <a:cubicBezTo>
                  <a:pt x="1824" y="812"/>
                  <a:pt x="1794" y="683"/>
                  <a:pt x="1755" y="566"/>
                </a:cubicBezTo>
                <a:cubicBezTo>
                  <a:pt x="1765" y="565"/>
                  <a:pt x="1774" y="564"/>
                  <a:pt x="1783" y="564"/>
                </a:cubicBezTo>
                <a:close/>
                <a:moveTo>
                  <a:pt x="1485" y="1763"/>
                </a:moveTo>
                <a:cubicBezTo>
                  <a:pt x="1398" y="1814"/>
                  <a:pt x="1309" y="1858"/>
                  <a:pt x="1221" y="1896"/>
                </a:cubicBezTo>
                <a:cubicBezTo>
                  <a:pt x="1134" y="1858"/>
                  <a:pt x="1045" y="1814"/>
                  <a:pt x="958" y="1763"/>
                </a:cubicBezTo>
                <a:cubicBezTo>
                  <a:pt x="870" y="1713"/>
                  <a:pt x="787" y="1658"/>
                  <a:pt x="710" y="1601"/>
                </a:cubicBezTo>
                <a:cubicBezTo>
                  <a:pt x="699" y="1505"/>
                  <a:pt x="693" y="1406"/>
                  <a:pt x="693" y="1305"/>
                </a:cubicBezTo>
                <a:cubicBezTo>
                  <a:pt x="693" y="1205"/>
                  <a:pt x="699" y="1106"/>
                  <a:pt x="710" y="1011"/>
                </a:cubicBezTo>
                <a:cubicBezTo>
                  <a:pt x="787" y="954"/>
                  <a:pt x="870" y="899"/>
                  <a:pt x="958" y="849"/>
                </a:cubicBezTo>
                <a:cubicBezTo>
                  <a:pt x="1045" y="798"/>
                  <a:pt x="1134" y="753"/>
                  <a:pt x="1221" y="715"/>
                </a:cubicBezTo>
                <a:cubicBezTo>
                  <a:pt x="1309" y="753"/>
                  <a:pt x="1398" y="798"/>
                  <a:pt x="1485" y="849"/>
                </a:cubicBezTo>
                <a:cubicBezTo>
                  <a:pt x="1573" y="899"/>
                  <a:pt x="1656" y="954"/>
                  <a:pt x="1733" y="1011"/>
                </a:cubicBezTo>
                <a:cubicBezTo>
                  <a:pt x="1744" y="1106"/>
                  <a:pt x="1750" y="1205"/>
                  <a:pt x="1750" y="1305"/>
                </a:cubicBezTo>
                <a:cubicBezTo>
                  <a:pt x="1750" y="1406"/>
                  <a:pt x="1744" y="1505"/>
                  <a:pt x="1733" y="1601"/>
                </a:cubicBezTo>
                <a:cubicBezTo>
                  <a:pt x="1656" y="1658"/>
                  <a:pt x="1573" y="1713"/>
                  <a:pt x="1485" y="1763"/>
                </a:cubicBezTo>
                <a:close/>
                <a:moveTo>
                  <a:pt x="1709" y="1761"/>
                </a:moveTo>
                <a:cubicBezTo>
                  <a:pt x="1691" y="1856"/>
                  <a:pt x="1667" y="1945"/>
                  <a:pt x="1638" y="2028"/>
                </a:cubicBezTo>
                <a:cubicBezTo>
                  <a:pt x="1552" y="2012"/>
                  <a:pt x="1463" y="1987"/>
                  <a:pt x="1372" y="1955"/>
                </a:cubicBezTo>
                <a:cubicBezTo>
                  <a:pt x="1429" y="1927"/>
                  <a:pt x="1487" y="1897"/>
                  <a:pt x="1544" y="1864"/>
                </a:cubicBezTo>
                <a:cubicBezTo>
                  <a:pt x="1601" y="1831"/>
                  <a:pt x="1656" y="1797"/>
                  <a:pt x="1709" y="1761"/>
                </a:cubicBezTo>
                <a:close/>
                <a:moveTo>
                  <a:pt x="1071" y="1955"/>
                </a:moveTo>
                <a:cubicBezTo>
                  <a:pt x="980" y="1987"/>
                  <a:pt x="891" y="2012"/>
                  <a:pt x="805" y="2028"/>
                </a:cubicBezTo>
                <a:cubicBezTo>
                  <a:pt x="776" y="1945"/>
                  <a:pt x="752" y="1856"/>
                  <a:pt x="735" y="1761"/>
                </a:cubicBezTo>
                <a:cubicBezTo>
                  <a:pt x="787" y="1797"/>
                  <a:pt x="843" y="1831"/>
                  <a:pt x="899" y="1864"/>
                </a:cubicBezTo>
                <a:cubicBezTo>
                  <a:pt x="956" y="1897"/>
                  <a:pt x="1014" y="1927"/>
                  <a:pt x="1071" y="1955"/>
                </a:cubicBezTo>
                <a:close/>
                <a:moveTo>
                  <a:pt x="584" y="1500"/>
                </a:moveTo>
                <a:cubicBezTo>
                  <a:pt x="511" y="1437"/>
                  <a:pt x="445" y="1372"/>
                  <a:pt x="388" y="1305"/>
                </a:cubicBezTo>
                <a:cubicBezTo>
                  <a:pt x="445" y="1240"/>
                  <a:pt x="511" y="1175"/>
                  <a:pt x="584" y="1112"/>
                </a:cubicBezTo>
                <a:cubicBezTo>
                  <a:pt x="579" y="1176"/>
                  <a:pt x="577" y="1241"/>
                  <a:pt x="577" y="1305"/>
                </a:cubicBezTo>
                <a:cubicBezTo>
                  <a:pt x="577" y="1371"/>
                  <a:pt x="579" y="1436"/>
                  <a:pt x="584" y="1500"/>
                </a:cubicBezTo>
                <a:close/>
                <a:moveTo>
                  <a:pt x="735" y="851"/>
                </a:moveTo>
                <a:cubicBezTo>
                  <a:pt x="752" y="756"/>
                  <a:pt x="776" y="666"/>
                  <a:pt x="805" y="584"/>
                </a:cubicBezTo>
                <a:cubicBezTo>
                  <a:pt x="891" y="600"/>
                  <a:pt x="980" y="625"/>
                  <a:pt x="1071" y="656"/>
                </a:cubicBezTo>
                <a:cubicBezTo>
                  <a:pt x="1014" y="684"/>
                  <a:pt x="956" y="715"/>
                  <a:pt x="899" y="747"/>
                </a:cubicBezTo>
                <a:cubicBezTo>
                  <a:pt x="843" y="780"/>
                  <a:pt x="787" y="815"/>
                  <a:pt x="735" y="851"/>
                </a:cubicBezTo>
                <a:close/>
                <a:moveTo>
                  <a:pt x="1372" y="656"/>
                </a:moveTo>
                <a:cubicBezTo>
                  <a:pt x="1463" y="625"/>
                  <a:pt x="1552" y="600"/>
                  <a:pt x="1638" y="584"/>
                </a:cubicBezTo>
                <a:cubicBezTo>
                  <a:pt x="1667" y="666"/>
                  <a:pt x="1691" y="756"/>
                  <a:pt x="1709" y="851"/>
                </a:cubicBezTo>
                <a:cubicBezTo>
                  <a:pt x="1656" y="815"/>
                  <a:pt x="1601" y="780"/>
                  <a:pt x="1544" y="747"/>
                </a:cubicBezTo>
                <a:cubicBezTo>
                  <a:pt x="1487" y="715"/>
                  <a:pt x="1429" y="684"/>
                  <a:pt x="1372" y="656"/>
                </a:cubicBezTo>
                <a:close/>
                <a:moveTo>
                  <a:pt x="1859" y="1112"/>
                </a:moveTo>
                <a:cubicBezTo>
                  <a:pt x="1932" y="1175"/>
                  <a:pt x="1998" y="1240"/>
                  <a:pt x="2055" y="1305"/>
                </a:cubicBezTo>
                <a:cubicBezTo>
                  <a:pt x="1998" y="1372"/>
                  <a:pt x="1932" y="1437"/>
                  <a:pt x="1859" y="1500"/>
                </a:cubicBezTo>
                <a:cubicBezTo>
                  <a:pt x="1864" y="1436"/>
                  <a:pt x="1866" y="1371"/>
                  <a:pt x="1866" y="1305"/>
                </a:cubicBezTo>
                <a:cubicBezTo>
                  <a:pt x="1866" y="1241"/>
                  <a:pt x="1864" y="1176"/>
                  <a:pt x="1859" y="1112"/>
                </a:cubicBezTo>
                <a:close/>
                <a:moveTo>
                  <a:pt x="860" y="449"/>
                </a:moveTo>
                <a:cubicBezTo>
                  <a:pt x="959" y="238"/>
                  <a:pt x="1091" y="117"/>
                  <a:pt x="1221" y="117"/>
                </a:cubicBezTo>
                <a:cubicBezTo>
                  <a:pt x="1352" y="117"/>
                  <a:pt x="1484" y="238"/>
                  <a:pt x="1583" y="449"/>
                </a:cubicBezTo>
                <a:cubicBezTo>
                  <a:pt x="1587" y="457"/>
                  <a:pt x="1591" y="465"/>
                  <a:pt x="1595" y="474"/>
                </a:cubicBezTo>
                <a:cubicBezTo>
                  <a:pt x="1474" y="498"/>
                  <a:pt x="1348" y="537"/>
                  <a:pt x="1221" y="589"/>
                </a:cubicBezTo>
                <a:cubicBezTo>
                  <a:pt x="1095" y="537"/>
                  <a:pt x="969" y="498"/>
                  <a:pt x="848" y="474"/>
                </a:cubicBezTo>
                <a:cubicBezTo>
                  <a:pt x="852" y="465"/>
                  <a:pt x="856" y="457"/>
                  <a:pt x="860" y="449"/>
                </a:cubicBezTo>
                <a:close/>
                <a:moveTo>
                  <a:pt x="298" y="1191"/>
                </a:moveTo>
                <a:cubicBezTo>
                  <a:pt x="165" y="1000"/>
                  <a:pt x="126" y="825"/>
                  <a:pt x="192" y="711"/>
                </a:cubicBezTo>
                <a:cubicBezTo>
                  <a:pt x="248" y="613"/>
                  <a:pt x="384" y="560"/>
                  <a:pt x="570" y="560"/>
                </a:cubicBezTo>
                <a:cubicBezTo>
                  <a:pt x="599" y="560"/>
                  <a:pt x="629" y="561"/>
                  <a:pt x="660" y="564"/>
                </a:cubicBezTo>
                <a:cubicBezTo>
                  <a:pt x="669" y="564"/>
                  <a:pt x="678" y="565"/>
                  <a:pt x="688" y="566"/>
                </a:cubicBezTo>
                <a:cubicBezTo>
                  <a:pt x="649" y="683"/>
                  <a:pt x="619" y="812"/>
                  <a:pt x="601" y="948"/>
                </a:cubicBezTo>
                <a:cubicBezTo>
                  <a:pt x="492" y="1032"/>
                  <a:pt x="395" y="1121"/>
                  <a:pt x="314" y="1214"/>
                </a:cubicBezTo>
                <a:cubicBezTo>
                  <a:pt x="309" y="1206"/>
                  <a:pt x="303" y="1199"/>
                  <a:pt x="298" y="1191"/>
                </a:cubicBezTo>
                <a:close/>
                <a:moveTo>
                  <a:pt x="660" y="2048"/>
                </a:moveTo>
                <a:cubicBezTo>
                  <a:pt x="428" y="2068"/>
                  <a:pt x="257" y="2014"/>
                  <a:pt x="192" y="1900"/>
                </a:cubicBezTo>
                <a:cubicBezTo>
                  <a:pt x="126" y="1787"/>
                  <a:pt x="165" y="1612"/>
                  <a:pt x="298" y="1420"/>
                </a:cubicBezTo>
                <a:cubicBezTo>
                  <a:pt x="303" y="1413"/>
                  <a:pt x="309" y="1406"/>
                  <a:pt x="314" y="1398"/>
                </a:cubicBezTo>
                <a:cubicBezTo>
                  <a:pt x="395" y="1490"/>
                  <a:pt x="492" y="1580"/>
                  <a:pt x="601" y="1664"/>
                </a:cubicBezTo>
                <a:cubicBezTo>
                  <a:pt x="619" y="1800"/>
                  <a:pt x="649" y="1929"/>
                  <a:pt x="688" y="2045"/>
                </a:cubicBezTo>
                <a:cubicBezTo>
                  <a:pt x="678" y="2046"/>
                  <a:pt x="669" y="2047"/>
                  <a:pt x="660" y="2048"/>
                </a:cubicBezTo>
                <a:close/>
                <a:moveTo>
                  <a:pt x="1583" y="2163"/>
                </a:moveTo>
                <a:cubicBezTo>
                  <a:pt x="1484" y="2374"/>
                  <a:pt x="1352" y="2495"/>
                  <a:pt x="1221" y="2495"/>
                </a:cubicBezTo>
                <a:cubicBezTo>
                  <a:pt x="1091" y="2495"/>
                  <a:pt x="959" y="2374"/>
                  <a:pt x="860" y="2163"/>
                </a:cubicBezTo>
                <a:cubicBezTo>
                  <a:pt x="856" y="2155"/>
                  <a:pt x="852" y="2147"/>
                  <a:pt x="848" y="2138"/>
                </a:cubicBezTo>
                <a:cubicBezTo>
                  <a:pt x="969" y="2114"/>
                  <a:pt x="1095" y="2075"/>
                  <a:pt x="1221" y="2023"/>
                </a:cubicBezTo>
                <a:cubicBezTo>
                  <a:pt x="1348" y="2075"/>
                  <a:pt x="1474" y="2114"/>
                  <a:pt x="1595" y="2138"/>
                </a:cubicBezTo>
                <a:cubicBezTo>
                  <a:pt x="1591" y="2147"/>
                  <a:pt x="1587" y="2155"/>
                  <a:pt x="1583" y="2163"/>
                </a:cubicBezTo>
                <a:close/>
                <a:moveTo>
                  <a:pt x="2251" y="1900"/>
                </a:moveTo>
                <a:cubicBezTo>
                  <a:pt x="2186" y="2014"/>
                  <a:pt x="2015" y="2068"/>
                  <a:pt x="1783" y="2048"/>
                </a:cubicBezTo>
                <a:cubicBezTo>
                  <a:pt x="1774" y="2047"/>
                  <a:pt x="1765" y="2046"/>
                  <a:pt x="1755" y="2045"/>
                </a:cubicBezTo>
                <a:cubicBezTo>
                  <a:pt x="1794" y="1929"/>
                  <a:pt x="1824" y="1800"/>
                  <a:pt x="1842" y="1664"/>
                </a:cubicBezTo>
                <a:cubicBezTo>
                  <a:pt x="1951" y="1580"/>
                  <a:pt x="2048" y="1490"/>
                  <a:pt x="2129" y="1398"/>
                </a:cubicBezTo>
                <a:cubicBezTo>
                  <a:pt x="2134" y="1406"/>
                  <a:pt x="2140" y="1413"/>
                  <a:pt x="2145" y="1420"/>
                </a:cubicBezTo>
                <a:cubicBezTo>
                  <a:pt x="2278" y="1612"/>
                  <a:pt x="2317" y="1787"/>
                  <a:pt x="2251" y="1900"/>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86" name="Freeform 35">
            <a:extLst>
              <a:ext uri="{FF2B5EF4-FFF2-40B4-BE49-F238E27FC236}">
                <a16:creationId xmlns:a16="http://schemas.microsoft.com/office/drawing/2014/main" id="{8EB1AF05-E6C5-0442-AE3C-4FABD043AE8B}"/>
              </a:ext>
            </a:extLst>
          </p:cNvPr>
          <p:cNvSpPr>
            <a:spLocks noChangeAspect="1" noChangeArrowheads="1"/>
          </p:cNvSpPr>
          <p:nvPr/>
        </p:nvSpPr>
        <p:spPr bwMode="auto">
          <a:xfrm>
            <a:off x="1715133" y="2535456"/>
            <a:ext cx="435825" cy="318709"/>
          </a:xfrm>
          <a:custGeom>
            <a:avLst/>
            <a:gdLst>
              <a:gd name="T0" fmla="*/ 238989 w 2612"/>
              <a:gd name="T1" fmla="*/ 65104 h 1909"/>
              <a:gd name="T2" fmla="*/ 322787 w 2612"/>
              <a:gd name="T3" fmla="*/ 65104 h 1909"/>
              <a:gd name="T4" fmla="*/ 267933 w 2612"/>
              <a:gd name="T5" fmla="*/ 97932 h 1909"/>
              <a:gd name="T6" fmla="*/ 265176 w 2612"/>
              <a:gd name="T7" fmla="*/ 108966 h 1909"/>
              <a:gd name="T8" fmla="*/ 272067 w 2612"/>
              <a:gd name="T9" fmla="*/ 112828 h 1909"/>
              <a:gd name="T10" fmla="*/ 276202 w 2612"/>
              <a:gd name="T11" fmla="*/ 111725 h 1909"/>
              <a:gd name="T12" fmla="*/ 356003 w 2612"/>
              <a:gd name="T13" fmla="*/ 63862 h 1909"/>
              <a:gd name="T14" fmla="*/ 359862 w 2612"/>
              <a:gd name="T15" fmla="*/ 56966 h 1909"/>
              <a:gd name="T16" fmla="*/ 356003 w 2612"/>
              <a:gd name="T17" fmla="*/ 50069 h 1909"/>
              <a:gd name="T18" fmla="*/ 276202 w 2612"/>
              <a:gd name="T19" fmla="*/ 2345 h 1909"/>
              <a:gd name="T20" fmla="*/ 265176 w 2612"/>
              <a:gd name="T21" fmla="*/ 5103 h 1909"/>
              <a:gd name="T22" fmla="*/ 267933 w 2612"/>
              <a:gd name="T23" fmla="*/ 16138 h 1909"/>
              <a:gd name="T24" fmla="*/ 322787 w 2612"/>
              <a:gd name="T25" fmla="*/ 48966 h 1909"/>
              <a:gd name="T26" fmla="*/ 238989 w 2612"/>
              <a:gd name="T27" fmla="*/ 48966 h 1909"/>
              <a:gd name="T28" fmla="*/ 155881 w 2612"/>
              <a:gd name="T29" fmla="*/ 132139 h 1909"/>
              <a:gd name="T30" fmla="*/ 88760 w 2612"/>
              <a:gd name="T31" fmla="*/ 199312 h 1909"/>
              <a:gd name="T32" fmla="*/ 7994 w 2612"/>
              <a:gd name="T33" fmla="*/ 199312 h 1909"/>
              <a:gd name="T34" fmla="*/ 0 w 2612"/>
              <a:gd name="T35" fmla="*/ 207312 h 1909"/>
              <a:gd name="T36" fmla="*/ 7994 w 2612"/>
              <a:gd name="T37" fmla="*/ 215312 h 1909"/>
              <a:gd name="T38" fmla="*/ 88760 w 2612"/>
              <a:gd name="T39" fmla="*/ 215312 h 1909"/>
              <a:gd name="T40" fmla="*/ 172006 w 2612"/>
              <a:gd name="T41" fmla="*/ 132139 h 1909"/>
              <a:gd name="T42" fmla="*/ 238989 w 2612"/>
              <a:gd name="T43" fmla="*/ 65104 h 1909"/>
              <a:gd name="T44" fmla="*/ 7994 w 2612"/>
              <a:gd name="T45" fmla="*/ 65104 h 1909"/>
              <a:gd name="T46" fmla="*/ 88760 w 2612"/>
              <a:gd name="T47" fmla="*/ 65104 h 1909"/>
              <a:gd name="T48" fmla="*/ 132175 w 2612"/>
              <a:gd name="T49" fmla="*/ 80966 h 1909"/>
              <a:gd name="T50" fmla="*/ 137274 w 2612"/>
              <a:gd name="T51" fmla="*/ 82897 h 1909"/>
              <a:gd name="T52" fmla="*/ 143476 w 2612"/>
              <a:gd name="T53" fmla="*/ 80001 h 1909"/>
              <a:gd name="T54" fmla="*/ 142511 w 2612"/>
              <a:gd name="T55" fmla="*/ 68690 h 1909"/>
              <a:gd name="T56" fmla="*/ 88760 w 2612"/>
              <a:gd name="T57" fmla="*/ 48966 h 1909"/>
              <a:gd name="T58" fmla="*/ 7994 w 2612"/>
              <a:gd name="T59" fmla="*/ 48966 h 1909"/>
              <a:gd name="T60" fmla="*/ 0 w 2612"/>
              <a:gd name="T61" fmla="*/ 56966 h 1909"/>
              <a:gd name="T62" fmla="*/ 7994 w 2612"/>
              <a:gd name="T63" fmla="*/ 65104 h 1909"/>
              <a:gd name="T64" fmla="*/ 356003 w 2612"/>
              <a:gd name="T65" fmla="*/ 200415 h 1909"/>
              <a:gd name="T66" fmla="*/ 276202 w 2612"/>
              <a:gd name="T67" fmla="*/ 152691 h 1909"/>
              <a:gd name="T68" fmla="*/ 265176 w 2612"/>
              <a:gd name="T69" fmla="*/ 155449 h 1909"/>
              <a:gd name="T70" fmla="*/ 267933 w 2612"/>
              <a:gd name="T71" fmla="*/ 166484 h 1909"/>
              <a:gd name="T72" fmla="*/ 322787 w 2612"/>
              <a:gd name="T73" fmla="*/ 199312 h 1909"/>
              <a:gd name="T74" fmla="*/ 238989 w 2612"/>
              <a:gd name="T75" fmla="*/ 199312 h 1909"/>
              <a:gd name="T76" fmla="*/ 194334 w 2612"/>
              <a:gd name="T77" fmla="*/ 182346 h 1909"/>
              <a:gd name="T78" fmla="*/ 183032 w 2612"/>
              <a:gd name="T79" fmla="*/ 183036 h 1909"/>
              <a:gd name="T80" fmla="*/ 183721 w 2612"/>
              <a:gd name="T81" fmla="*/ 194346 h 1909"/>
              <a:gd name="T82" fmla="*/ 238989 w 2612"/>
              <a:gd name="T83" fmla="*/ 215312 h 1909"/>
              <a:gd name="T84" fmla="*/ 322787 w 2612"/>
              <a:gd name="T85" fmla="*/ 215312 h 1909"/>
              <a:gd name="T86" fmla="*/ 267933 w 2612"/>
              <a:gd name="T87" fmla="*/ 248139 h 1909"/>
              <a:gd name="T88" fmla="*/ 265176 w 2612"/>
              <a:gd name="T89" fmla="*/ 259174 h 1909"/>
              <a:gd name="T90" fmla="*/ 272067 w 2612"/>
              <a:gd name="T91" fmla="*/ 263174 h 1909"/>
              <a:gd name="T92" fmla="*/ 276202 w 2612"/>
              <a:gd name="T93" fmla="*/ 261933 h 1909"/>
              <a:gd name="T94" fmla="*/ 356003 w 2612"/>
              <a:gd name="T95" fmla="*/ 214208 h 1909"/>
              <a:gd name="T96" fmla="*/ 359862 w 2612"/>
              <a:gd name="T97" fmla="*/ 207312 h 1909"/>
              <a:gd name="T98" fmla="*/ 356003 w 2612"/>
              <a:gd name="T99" fmla="*/ 200415 h 19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12" h="1909">
                <a:moveTo>
                  <a:pt x="1734" y="472"/>
                </a:moveTo>
                <a:lnTo>
                  <a:pt x="2342" y="472"/>
                </a:lnTo>
                <a:lnTo>
                  <a:pt x="1944" y="710"/>
                </a:lnTo>
                <a:cubicBezTo>
                  <a:pt x="1916" y="726"/>
                  <a:pt x="1907" y="762"/>
                  <a:pt x="1924" y="790"/>
                </a:cubicBezTo>
                <a:cubicBezTo>
                  <a:pt x="1934" y="808"/>
                  <a:pt x="1954" y="818"/>
                  <a:pt x="1974" y="818"/>
                </a:cubicBezTo>
                <a:cubicBezTo>
                  <a:pt x="1984" y="818"/>
                  <a:pt x="1994" y="815"/>
                  <a:pt x="2004" y="810"/>
                </a:cubicBezTo>
                <a:lnTo>
                  <a:pt x="2583" y="463"/>
                </a:lnTo>
                <a:cubicBezTo>
                  <a:pt x="2601" y="453"/>
                  <a:pt x="2611" y="434"/>
                  <a:pt x="2611" y="413"/>
                </a:cubicBezTo>
                <a:cubicBezTo>
                  <a:pt x="2611" y="393"/>
                  <a:pt x="2601" y="374"/>
                  <a:pt x="2583" y="363"/>
                </a:cubicBezTo>
                <a:lnTo>
                  <a:pt x="2004" y="17"/>
                </a:lnTo>
                <a:cubicBezTo>
                  <a:pt x="1976" y="0"/>
                  <a:pt x="1940" y="9"/>
                  <a:pt x="1924" y="37"/>
                </a:cubicBezTo>
                <a:cubicBezTo>
                  <a:pt x="1907" y="65"/>
                  <a:pt x="1916" y="101"/>
                  <a:pt x="1944" y="117"/>
                </a:cubicBezTo>
                <a:lnTo>
                  <a:pt x="2342" y="355"/>
                </a:lnTo>
                <a:lnTo>
                  <a:pt x="1734" y="355"/>
                </a:lnTo>
                <a:cubicBezTo>
                  <a:pt x="1401" y="355"/>
                  <a:pt x="1131" y="626"/>
                  <a:pt x="1131" y="958"/>
                </a:cubicBezTo>
                <a:cubicBezTo>
                  <a:pt x="1131" y="1226"/>
                  <a:pt x="913" y="1445"/>
                  <a:pt x="644" y="1445"/>
                </a:cubicBezTo>
                <a:lnTo>
                  <a:pt x="58" y="1445"/>
                </a:lnTo>
                <a:cubicBezTo>
                  <a:pt x="26" y="1445"/>
                  <a:pt x="0" y="1471"/>
                  <a:pt x="0" y="1503"/>
                </a:cubicBezTo>
                <a:cubicBezTo>
                  <a:pt x="0" y="1535"/>
                  <a:pt x="26" y="1561"/>
                  <a:pt x="58" y="1561"/>
                </a:cubicBezTo>
                <a:lnTo>
                  <a:pt x="644" y="1561"/>
                </a:lnTo>
                <a:cubicBezTo>
                  <a:pt x="977" y="1561"/>
                  <a:pt x="1248" y="1291"/>
                  <a:pt x="1248" y="958"/>
                </a:cubicBezTo>
                <a:cubicBezTo>
                  <a:pt x="1248" y="690"/>
                  <a:pt x="1465" y="472"/>
                  <a:pt x="1734" y="472"/>
                </a:cubicBezTo>
                <a:close/>
                <a:moveTo>
                  <a:pt x="58" y="472"/>
                </a:moveTo>
                <a:lnTo>
                  <a:pt x="644" y="472"/>
                </a:lnTo>
                <a:cubicBezTo>
                  <a:pt x="759" y="472"/>
                  <a:pt x="871" y="513"/>
                  <a:pt x="959" y="587"/>
                </a:cubicBezTo>
                <a:cubicBezTo>
                  <a:pt x="970" y="596"/>
                  <a:pt x="983" y="601"/>
                  <a:pt x="996" y="601"/>
                </a:cubicBezTo>
                <a:cubicBezTo>
                  <a:pt x="1013" y="601"/>
                  <a:pt x="1029" y="594"/>
                  <a:pt x="1041" y="580"/>
                </a:cubicBezTo>
                <a:cubicBezTo>
                  <a:pt x="1062" y="555"/>
                  <a:pt x="1059" y="519"/>
                  <a:pt x="1034" y="498"/>
                </a:cubicBezTo>
                <a:cubicBezTo>
                  <a:pt x="925" y="406"/>
                  <a:pt x="787" y="355"/>
                  <a:pt x="644" y="355"/>
                </a:cubicBezTo>
                <a:lnTo>
                  <a:pt x="58" y="355"/>
                </a:lnTo>
                <a:cubicBezTo>
                  <a:pt x="26" y="355"/>
                  <a:pt x="0" y="381"/>
                  <a:pt x="0" y="413"/>
                </a:cubicBezTo>
                <a:cubicBezTo>
                  <a:pt x="0" y="446"/>
                  <a:pt x="26" y="472"/>
                  <a:pt x="58" y="472"/>
                </a:cubicBezTo>
                <a:close/>
                <a:moveTo>
                  <a:pt x="2583" y="1453"/>
                </a:moveTo>
                <a:lnTo>
                  <a:pt x="2004" y="1107"/>
                </a:lnTo>
                <a:cubicBezTo>
                  <a:pt x="1976" y="1090"/>
                  <a:pt x="1940" y="1099"/>
                  <a:pt x="1924" y="1127"/>
                </a:cubicBezTo>
                <a:cubicBezTo>
                  <a:pt x="1907" y="1154"/>
                  <a:pt x="1916" y="1190"/>
                  <a:pt x="1944" y="1207"/>
                </a:cubicBezTo>
                <a:lnTo>
                  <a:pt x="2342" y="1445"/>
                </a:lnTo>
                <a:lnTo>
                  <a:pt x="1734" y="1445"/>
                </a:lnTo>
                <a:cubicBezTo>
                  <a:pt x="1614" y="1445"/>
                  <a:pt x="1499" y="1401"/>
                  <a:pt x="1410" y="1322"/>
                </a:cubicBezTo>
                <a:cubicBezTo>
                  <a:pt x="1386" y="1300"/>
                  <a:pt x="1349" y="1303"/>
                  <a:pt x="1328" y="1327"/>
                </a:cubicBezTo>
                <a:cubicBezTo>
                  <a:pt x="1307" y="1351"/>
                  <a:pt x="1309" y="1388"/>
                  <a:pt x="1333" y="1409"/>
                </a:cubicBezTo>
                <a:cubicBezTo>
                  <a:pt x="1443" y="1507"/>
                  <a:pt x="1586" y="1561"/>
                  <a:pt x="1734" y="1561"/>
                </a:cubicBezTo>
                <a:lnTo>
                  <a:pt x="2342" y="1561"/>
                </a:lnTo>
                <a:lnTo>
                  <a:pt x="1944" y="1799"/>
                </a:lnTo>
                <a:cubicBezTo>
                  <a:pt x="1916" y="1816"/>
                  <a:pt x="1907" y="1852"/>
                  <a:pt x="1924" y="1879"/>
                </a:cubicBezTo>
                <a:cubicBezTo>
                  <a:pt x="1934" y="1897"/>
                  <a:pt x="1954" y="1908"/>
                  <a:pt x="1974" y="1908"/>
                </a:cubicBezTo>
                <a:cubicBezTo>
                  <a:pt x="1984" y="1908"/>
                  <a:pt x="1994" y="1905"/>
                  <a:pt x="2004" y="1899"/>
                </a:cubicBezTo>
                <a:lnTo>
                  <a:pt x="2583" y="1553"/>
                </a:lnTo>
                <a:cubicBezTo>
                  <a:pt x="2601" y="1543"/>
                  <a:pt x="2611" y="1524"/>
                  <a:pt x="2611" y="1503"/>
                </a:cubicBezTo>
                <a:cubicBezTo>
                  <a:pt x="2611" y="1482"/>
                  <a:pt x="2601" y="1463"/>
                  <a:pt x="2583" y="145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87" name="Freeform 1">
            <a:extLst>
              <a:ext uri="{FF2B5EF4-FFF2-40B4-BE49-F238E27FC236}">
                <a16:creationId xmlns:a16="http://schemas.microsoft.com/office/drawing/2014/main" id="{A28D6757-7D66-5F4C-9DB4-23BDFEB91E06}"/>
              </a:ext>
            </a:extLst>
          </p:cNvPr>
          <p:cNvSpPr>
            <a:spLocks noChangeAspect="1" noChangeArrowheads="1"/>
          </p:cNvSpPr>
          <p:nvPr/>
        </p:nvSpPr>
        <p:spPr bwMode="auto">
          <a:xfrm>
            <a:off x="820444" y="3343750"/>
            <a:ext cx="441585" cy="435825"/>
          </a:xfrm>
          <a:custGeom>
            <a:avLst/>
            <a:gdLst>
              <a:gd name="T0" fmla="*/ 173686 w 2678"/>
              <a:gd name="T1" fmla="*/ 174545 h 2640"/>
              <a:gd name="T2" fmla="*/ 169735 w 2678"/>
              <a:gd name="T3" fmla="*/ 122045 h 2640"/>
              <a:gd name="T4" fmla="*/ 102032 w 2678"/>
              <a:gd name="T5" fmla="*/ 124500 h 2640"/>
              <a:gd name="T6" fmla="*/ 137450 w 2678"/>
              <a:gd name="T7" fmla="*/ 126545 h 2640"/>
              <a:gd name="T8" fmla="*/ 163196 w 2678"/>
              <a:gd name="T9" fmla="*/ 151091 h 2640"/>
              <a:gd name="T10" fmla="*/ 135270 w 2678"/>
              <a:gd name="T11" fmla="*/ 197455 h 2640"/>
              <a:gd name="T12" fmla="*/ 94948 w 2678"/>
              <a:gd name="T13" fmla="*/ 252955 h 2640"/>
              <a:gd name="T14" fmla="*/ 179271 w 2678"/>
              <a:gd name="T15" fmla="*/ 237273 h 2640"/>
              <a:gd name="T16" fmla="*/ 115790 w 2678"/>
              <a:gd name="T17" fmla="*/ 237000 h 2640"/>
              <a:gd name="T18" fmla="*/ 276126 w 2678"/>
              <a:gd name="T19" fmla="*/ 252955 h 2640"/>
              <a:gd name="T20" fmla="*/ 293835 w 2678"/>
              <a:gd name="T21" fmla="*/ 216818 h 2640"/>
              <a:gd name="T22" fmla="*/ 276126 w 2678"/>
              <a:gd name="T23" fmla="*/ 203045 h 2640"/>
              <a:gd name="T24" fmla="*/ 255829 w 2678"/>
              <a:gd name="T25" fmla="*/ 114136 h 2640"/>
              <a:gd name="T26" fmla="*/ 194528 w 2678"/>
              <a:gd name="T27" fmla="*/ 216818 h 2640"/>
              <a:gd name="T28" fmla="*/ 259098 w 2678"/>
              <a:gd name="T29" fmla="*/ 252955 h 2640"/>
              <a:gd name="T30" fmla="*/ 212646 w 2678"/>
              <a:gd name="T31" fmla="*/ 203045 h 2640"/>
              <a:gd name="T32" fmla="*/ 259098 w 2678"/>
              <a:gd name="T33" fmla="*/ 130636 h 2640"/>
              <a:gd name="T34" fmla="*/ 259098 w 2678"/>
              <a:gd name="T35" fmla="*/ 144955 h 2640"/>
              <a:gd name="T36" fmla="*/ 212646 w 2678"/>
              <a:gd name="T37" fmla="*/ 203045 h 2640"/>
              <a:gd name="T38" fmla="*/ 364672 w 2678"/>
              <a:gd name="T39" fmla="*/ 114682 h 2640"/>
              <a:gd name="T40" fmla="*/ 356226 w 2678"/>
              <a:gd name="T41" fmla="*/ 33409 h 2640"/>
              <a:gd name="T42" fmla="*/ 347780 w 2678"/>
              <a:gd name="T43" fmla="*/ 82227 h 2640"/>
              <a:gd name="T44" fmla="*/ 130775 w 2678"/>
              <a:gd name="T45" fmla="*/ 19773 h 2640"/>
              <a:gd name="T46" fmla="*/ 136769 w 2678"/>
              <a:gd name="T47" fmla="*/ 347455 h 2640"/>
              <a:gd name="T48" fmla="*/ 272312 w 2678"/>
              <a:gd name="T49" fmla="*/ 345000 h 2640"/>
              <a:gd name="T50" fmla="*/ 347099 w 2678"/>
              <a:gd name="T51" fmla="*/ 268364 h 2640"/>
              <a:gd name="T52" fmla="*/ 265501 w 2678"/>
              <a:gd name="T53" fmla="*/ 329591 h 2640"/>
              <a:gd name="T54" fmla="*/ 54490 w 2678"/>
              <a:gd name="T55" fmla="*/ 246545 h 2640"/>
              <a:gd name="T56" fmla="*/ 260052 w 2678"/>
              <a:gd name="T57" fmla="*/ 33000 h 2640"/>
              <a:gd name="T58" fmla="*/ 312498 w 2678"/>
              <a:gd name="T59" fmla="*/ 106227 h 2640"/>
              <a:gd name="T60" fmla="*/ 312498 w 2678"/>
              <a:gd name="T61" fmla="*/ 123136 h 2640"/>
              <a:gd name="T62" fmla="*/ 359631 w 2678"/>
              <a:gd name="T63" fmla="*/ 122591 h 264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678" h="2640">
                <a:moveTo>
                  <a:pt x="1082" y="1511"/>
                </a:moveTo>
                <a:cubicBezTo>
                  <a:pt x="1176" y="1417"/>
                  <a:pt x="1241" y="1340"/>
                  <a:pt x="1275" y="1280"/>
                </a:cubicBezTo>
                <a:cubicBezTo>
                  <a:pt x="1309" y="1219"/>
                  <a:pt x="1326" y="1158"/>
                  <a:pt x="1326" y="1094"/>
                </a:cubicBezTo>
                <a:cubicBezTo>
                  <a:pt x="1326" y="1011"/>
                  <a:pt x="1299" y="944"/>
                  <a:pt x="1246" y="895"/>
                </a:cubicBezTo>
                <a:cubicBezTo>
                  <a:pt x="1193" y="845"/>
                  <a:pt x="1121" y="820"/>
                  <a:pt x="1029" y="820"/>
                </a:cubicBezTo>
                <a:cubicBezTo>
                  <a:pt x="923" y="820"/>
                  <a:pt x="829" y="851"/>
                  <a:pt x="749" y="913"/>
                </a:cubicBezTo>
                <a:lnTo>
                  <a:pt x="749" y="1044"/>
                </a:lnTo>
                <a:cubicBezTo>
                  <a:pt x="832" y="967"/>
                  <a:pt x="918" y="928"/>
                  <a:pt x="1009" y="928"/>
                </a:cubicBezTo>
                <a:cubicBezTo>
                  <a:pt x="1070" y="928"/>
                  <a:pt x="1117" y="944"/>
                  <a:pt x="1149" y="974"/>
                </a:cubicBezTo>
                <a:cubicBezTo>
                  <a:pt x="1182" y="1005"/>
                  <a:pt x="1198" y="1050"/>
                  <a:pt x="1198" y="1108"/>
                </a:cubicBezTo>
                <a:cubicBezTo>
                  <a:pt x="1198" y="1158"/>
                  <a:pt x="1184" y="1208"/>
                  <a:pt x="1157" y="1255"/>
                </a:cubicBezTo>
                <a:cubicBezTo>
                  <a:pt x="1129" y="1303"/>
                  <a:pt x="1075" y="1366"/>
                  <a:pt x="993" y="1448"/>
                </a:cubicBezTo>
                <a:lnTo>
                  <a:pt x="697" y="1743"/>
                </a:lnTo>
                <a:lnTo>
                  <a:pt x="697" y="1855"/>
                </a:lnTo>
                <a:lnTo>
                  <a:pt x="1316" y="1855"/>
                </a:lnTo>
                <a:lnTo>
                  <a:pt x="1316" y="1740"/>
                </a:lnTo>
                <a:lnTo>
                  <a:pt x="850" y="1740"/>
                </a:lnTo>
                <a:lnTo>
                  <a:pt x="850" y="1738"/>
                </a:lnTo>
                <a:lnTo>
                  <a:pt x="1082" y="1511"/>
                </a:lnTo>
                <a:close/>
                <a:moveTo>
                  <a:pt x="2027" y="1855"/>
                </a:moveTo>
                <a:lnTo>
                  <a:pt x="2027" y="1590"/>
                </a:lnTo>
                <a:lnTo>
                  <a:pt x="2157" y="1590"/>
                </a:lnTo>
                <a:lnTo>
                  <a:pt x="2157" y="1489"/>
                </a:lnTo>
                <a:lnTo>
                  <a:pt x="2027" y="1489"/>
                </a:lnTo>
                <a:lnTo>
                  <a:pt x="2027" y="837"/>
                </a:lnTo>
                <a:lnTo>
                  <a:pt x="1878" y="837"/>
                </a:lnTo>
                <a:lnTo>
                  <a:pt x="1428" y="1507"/>
                </a:lnTo>
                <a:lnTo>
                  <a:pt x="1428" y="1590"/>
                </a:lnTo>
                <a:lnTo>
                  <a:pt x="1902" y="1590"/>
                </a:lnTo>
                <a:lnTo>
                  <a:pt x="1902" y="1855"/>
                </a:lnTo>
                <a:lnTo>
                  <a:pt x="2027" y="1855"/>
                </a:lnTo>
                <a:close/>
                <a:moveTo>
                  <a:pt x="1561" y="1489"/>
                </a:moveTo>
                <a:lnTo>
                  <a:pt x="1864" y="1037"/>
                </a:lnTo>
                <a:cubicBezTo>
                  <a:pt x="1883" y="1001"/>
                  <a:pt x="1896" y="975"/>
                  <a:pt x="1902" y="958"/>
                </a:cubicBezTo>
                <a:lnTo>
                  <a:pt x="1905" y="958"/>
                </a:lnTo>
                <a:cubicBezTo>
                  <a:pt x="1903" y="998"/>
                  <a:pt x="1902" y="1033"/>
                  <a:pt x="1902" y="1063"/>
                </a:cubicBezTo>
                <a:lnTo>
                  <a:pt x="1902" y="1489"/>
                </a:lnTo>
                <a:lnTo>
                  <a:pt x="1561" y="1489"/>
                </a:lnTo>
                <a:close/>
                <a:moveTo>
                  <a:pt x="2677" y="841"/>
                </a:moveTo>
                <a:lnTo>
                  <a:pt x="2677" y="841"/>
                </a:lnTo>
                <a:lnTo>
                  <a:pt x="2677" y="307"/>
                </a:lnTo>
                <a:cubicBezTo>
                  <a:pt x="2677" y="273"/>
                  <a:pt x="2649" y="245"/>
                  <a:pt x="2615" y="245"/>
                </a:cubicBezTo>
                <a:cubicBezTo>
                  <a:pt x="2581" y="245"/>
                  <a:pt x="2553" y="273"/>
                  <a:pt x="2553" y="307"/>
                </a:cubicBezTo>
                <a:lnTo>
                  <a:pt x="2553" y="603"/>
                </a:lnTo>
                <a:cubicBezTo>
                  <a:pt x="2407" y="389"/>
                  <a:pt x="2201" y="224"/>
                  <a:pt x="1955" y="127"/>
                </a:cubicBezTo>
                <a:cubicBezTo>
                  <a:pt x="1631" y="0"/>
                  <a:pt x="1278" y="6"/>
                  <a:pt x="960" y="145"/>
                </a:cubicBezTo>
                <a:cubicBezTo>
                  <a:pt x="302" y="432"/>
                  <a:pt x="0" y="1200"/>
                  <a:pt x="286" y="1857"/>
                </a:cubicBezTo>
                <a:cubicBezTo>
                  <a:pt x="425" y="2176"/>
                  <a:pt x="680" y="2421"/>
                  <a:pt x="1004" y="2548"/>
                </a:cubicBezTo>
                <a:cubicBezTo>
                  <a:pt x="1158" y="2609"/>
                  <a:pt x="1319" y="2639"/>
                  <a:pt x="1479" y="2639"/>
                </a:cubicBezTo>
                <a:cubicBezTo>
                  <a:pt x="1655" y="2639"/>
                  <a:pt x="1832" y="2603"/>
                  <a:pt x="1999" y="2530"/>
                </a:cubicBezTo>
                <a:cubicBezTo>
                  <a:pt x="2231" y="2429"/>
                  <a:pt x="2427" y="2264"/>
                  <a:pt x="2565" y="2053"/>
                </a:cubicBezTo>
                <a:cubicBezTo>
                  <a:pt x="2584" y="2025"/>
                  <a:pt x="2576" y="1987"/>
                  <a:pt x="2548" y="1968"/>
                </a:cubicBezTo>
                <a:cubicBezTo>
                  <a:pt x="2519" y="1949"/>
                  <a:pt x="2481" y="1957"/>
                  <a:pt x="2462" y="1985"/>
                </a:cubicBezTo>
                <a:cubicBezTo>
                  <a:pt x="2337" y="2176"/>
                  <a:pt x="2159" y="2325"/>
                  <a:pt x="1949" y="2417"/>
                </a:cubicBezTo>
                <a:cubicBezTo>
                  <a:pt x="1661" y="2543"/>
                  <a:pt x="1342" y="2548"/>
                  <a:pt x="1049" y="2433"/>
                </a:cubicBezTo>
                <a:cubicBezTo>
                  <a:pt x="756" y="2318"/>
                  <a:pt x="525" y="2096"/>
                  <a:pt x="400" y="1808"/>
                </a:cubicBezTo>
                <a:cubicBezTo>
                  <a:pt x="140" y="1213"/>
                  <a:pt x="414" y="518"/>
                  <a:pt x="1009" y="258"/>
                </a:cubicBezTo>
                <a:cubicBezTo>
                  <a:pt x="1297" y="132"/>
                  <a:pt x="1617" y="127"/>
                  <a:pt x="1909" y="242"/>
                </a:cubicBezTo>
                <a:cubicBezTo>
                  <a:pt x="2172" y="345"/>
                  <a:pt x="2384" y="534"/>
                  <a:pt x="2516" y="779"/>
                </a:cubicBezTo>
                <a:lnTo>
                  <a:pt x="2294" y="779"/>
                </a:lnTo>
                <a:cubicBezTo>
                  <a:pt x="2260" y="779"/>
                  <a:pt x="2233" y="807"/>
                  <a:pt x="2233" y="841"/>
                </a:cubicBezTo>
                <a:cubicBezTo>
                  <a:pt x="2233" y="875"/>
                  <a:pt x="2260" y="903"/>
                  <a:pt x="2294" y="903"/>
                </a:cubicBezTo>
                <a:lnTo>
                  <a:pt x="2601" y="903"/>
                </a:lnTo>
                <a:cubicBezTo>
                  <a:pt x="2614" y="906"/>
                  <a:pt x="2627" y="905"/>
                  <a:pt x="2640" y="899"/>
                </a:cubicBezTo>
                <a:cubicBezTo>
                  <a:pt x="2663" y="889"/>
                  <a:pt x="2677" y="866"/>
                  <a:pt x="2677" y="841"/>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88" name="Freeform 19">
            <a:extLst>
              <a:ext uri="{FF2B5EF4-FFF2-40B4-BE49-F238E27FC236}">
                <a16:creationId xmlns:a16="http://schemas.microsoft.com/office/drawing/2014/main" id="{793A14A9-768D-D04A-91E3-236DE4FD54F7}"/>
              </a:ext>
            </a:extLst>
          </p:cNvPr>
          <p:cNvSpPr>
            <a:spLocks noChangeAspect="1" noChangeArrowheads="1"/>
          </p:cNvSpPr>
          <p:nvPr/>
        </p:nvSpPr>
        <p:spPr bwMode="auto">
          <a:xfrm>
            <a:off x="3996011" y="3343750"/>
            <a:ext cx="357108" cy="435825"/>
          </a:xfrm>
          <a:custGeom>
            <a:avLst/>
            <a:gdLst>
              <a:gd name="T0" fmla="*/ 266962 w 2129"/>
              <a:gd name="T1" fmla="*/ 196162 h 2595"/>
              <a:gd name="T2" fmla="*/ 230849 w 2129"/>
              <a:gd name="T3" fmla="*/ 115283 h 2595"/>
              <a:gd name="T4" fmla="*/ 181818 w 2129"/>
              <a:gd name="T5" fmla="*/ 39676 h 2595"/>
              <a:gd name="T6" fmla="*/ 182234 w 2129"/>
              <a:gd name="T7" fmla="*/ 34405 h 2595"/>
              <a:gd name="T8" fmla="*/ 147788 w 2129"/>
              <a:gd name="T9" fmla="*/ 0 h 2595"/>
              <a:gd name="T10" fmla="*/ 113341 w 2129"/>
              <a:gd name="T11" fmla="*/ 34405 h 2595"/>
              <a:gd name="T12" fmla="*/ 113758 w 2129"/>
              <a:gd name="T13" fmla="*/ 39676 h 2595"/>
              <a:gd name="T14" fmla="*/ 64865 w 2129"/>
              <a:gd name="T15" fmla="*/ 115283 h 2595"/>
              <a:gd name="T16" fmla="*/ 28613 w 2129"/>
              <a:gd name="T17" fmla="*/ 196162 h 2595"/>
              <a:gd name="T18" fmla="*/ 0 w 2129"/>
              <a:gd name="T19" fmla="*/ 252763 h 2595"/>
              <a:gd name="T20" fmla="*/ 28613 w 2129"/>
              <a:gd name="T21" fmla="*/ 287584 h 2595"/>
              <a:gd name="T22" fmla="*/ 97229 w 2129"/>
              <a:gd name="T23" fmla="*/ 307838 h 2595"/>
              <a:gd name="T24" fmla="*/ 97229 w 2129"/>
              <a:gd name="T25" fmla="*/ 309364 h 2595"/>
              <a:gd name="T26" fmla="*/ 147788 w 2129"/>
              <a:gd name="T27" fmla="*/ 359861 h 2595"/>
              <a:gd name="T28" fmla="*/ 198346 w 2129"/>
              <a:gd name="T29" fmla="*/ 309364 h 2595"/>
              <a:gd name="T30" fmla="*/ 198346 w 2129"/>
              <a:gd name="T31" fmla="*/ 307838 h 2595"/>
              <a:gd name="T32" fmla="*/ 267101 w 2129"/>
              <a:gd name="T33" fmla="*/ 287584 h 2595"/>
              <a:gd name="T34" fmla="*/ 295575 w 2129"/>
              <a:gd name="T35" fmla="*/ 252763 h 2595"/>
              <a:gd name="T36" fmla="*/ 266962 w 2129"/>
              <a:gd name="T37" fmla="*/ 196162 h 2595"/>
              <a:gd name="T38" fmla="*/ 147788 w 2129"/>
              <a:gd name="T39" fmla="*/ 20393 h 2595"/>
              <a:gd name="T40" fmla="*/ 161816 w 2129"/>
              <a:gd name="T41" fmla="*/ 34405 h 2595"/>
              <a:gd name="T42" fmla="*/ 147788 w 2129"/>
              <a:gd name="T43" fmla="*/ 48555 h 2595"/>
              <a:gd name="T44" fmla="*/ 133759 w 2129"/>
              <a:gd name="T45" fmla="*/ 34405 h 2595"/>
              <a:gd name="T46" fmla="*/ 147788 w 2129"/>
              <a:gd name="T47" fmla="*/ 20393 h 2595"/>
              <a:gd name="T48" fmla="*/ 43336 w 2129"/>
              <a:gd name="T49" fmla="*/ 210173 h 2595"/>
              <a:gd name="T50" fmla="*/ 85145 w 2129"/>
              <a:gd name="T51" fmla="*/ 115283 h 2595"/>
              <a:gd name="T52" fmla="*/ 122925 w 2129"/>
              <a:gd name="T53" fmla="*/ 57988 h 2595"/>
              <a:gd name="T54" fmla="*/ 147788 w 2129"/>
              <a:gd name="T55" fmla="*/ 68809 h 2595"/>
              <a:gd name="T56" fmla="*/ 172789 w 2129"/>
              <a:gd name="T57" fmla="*/ 57988 h 2595"/>
              <a:gd name="T58" fmla="*/ 210431 w 2129"/>
              <a:gd name="T59" fmla="*/ 115283 h 2595"/>
              <a:gd name="T60" fmla="*/ 252239 w 2129"/>
              <a:gd name="T61" fmla="*/ 210173 h 2595"/>
              <a:gd name="T62" fmla="*/ 252517 w 2129"/>
              <a:gd name="T63" fmla="*/ 210451 h 2595"/>
              <a:gd name="T64" fmla="*/ 260434 w 2129"/>
              <a:gd name="T65" fmla="*/ 219052 h 2595"/>
              <a:gd name="T66" fmla="*/ 219598 w 2129"/>
              <a:gd name="T67" fmla="*/ 235422 h 2595"/>
              <a:gd name="T68" fmla="*/ 147788 w 2129"/>
              <a:gd name="T69" fmla="*/ 242497 h 2595"/>
              <a:gd name="T70" fmla="*/ 75977 w 2129"/>
              <a:gd name="T71" fmla="*/ 235422 h 2595"/>
              <a:gd name="T72" fmla="*/ 35141 w 2129"/>
              <a:gd name="T73" fmla="*/ 219052 h 2595"/>
              <a:gd name="T74" fmla="*/ 43336 w 2129"/>
              <a:gd name="T75" fmla="*/ 210173 h 2595"/>
              <a:gd name="T76" fmla="*/ 147788 w 2129"/>
              <a:gd name="T77" fmla="*/ 339607 h 2595"/>
              <a:gd name="T78" fmla="*/ 117508 w 2129"/>
              <a:gd name="T79" fmla="*/ 310197 h 2595"/>
              <a:gd name="T80" fmla="*/ 147788 w 2129"/>
              <a:gd name="T81" fmla="*/ 311445 h 2595"/>
              <a:gd name="T82" fmla="*/ 178067 w 2129"/>
              <a:gd name="T83" fmla="*/ 310197 h 2595"/>
              <a:gd name="T84" fmla="*/ 147788 w 2129"/>
              <a:gd name="T85" fmla="*/ 339607 h 2595"/>
              <a:gd name="T86" fmla="*/ 147788 w 2129"/>
              <a:gd name="T87" fmla="*/ 291052 h 2595"/>
              <a:gd name="T88" fmla="*/ 20418 w 2129"/>
              <a:gd name="T89" fmla="*/ 252763 h 2595"/>
              <a:gd name="T90" fmla="*/ 24585 w 2129"/>
              <a:gd name="T91" fmla="*/ 234035 h 2595"/>
              <a:gd name="T92" fmla="*/ 73199 w 2129"/>
              <a:gd name="T93" fmla="*/ 254428 h 2595"/>
              <a:gd name="T94" fmla="*/ 147788 w 2129"/>
              <a:gd name="T95" fmla="*/ 262890 h 2595"/>
              <a:gd name="T96" fmla="*/ 222376 w 2129"/>
              <a:gd name="T97" fmla="*/ 254428 h 2595"/>
              <a:gd name="T98" fmla="*/ 270990 w 2129"/>
              <a:gd name="T99" fmla="*/ 234035 h 2595"/>
              <a:gd name="T100" fmla="*/ 275296 w 2129"/>
              <a:gd name="T101" fmla="*/ 252763 h 2595"/>
              <a:gd name="T102" fmla="*/ 147788 w 2129"/>
              <a:gd name="T103" fmla="*/ 291052 h 25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129" h="2595">
                <a:moveTo>
                  <a:pt x="1922" y="1414"/>
                </a:moveTo>
                <a:cubicBezTo>
                  <a:pt x="1794" y="1281"/>
                  <a:pt x="1662" y="1143"/>
                  <a:pt x="1662" y="831"/>
                </a:cubicBezTo>
                <a:cubicBezTo>
                  <a:pt x="1662" y="595"/>
                  <a:pt x="1524" y="383"/>
                  <a:pt x="1309" y="286"/>
                </a:cubicBezTo>
                <a:cubicBezTo>
                  <a:pt x="1311" y="273"/>
                  <a:pt x="1312" y="261"/>
                  <a:pt x="1312" y="248"/>
                </a:cubicBezTo>
                <a:cubicBezTo>
                  <a:pt x="1312" y="112"/>
                  <a:pt x="1200" y="0"/>
                  <a:pt x="1064" y="0"/>
                </a:cubicBezTo>
                <a:cubicBezTo>
                  <a:pt x="928" y="0"/>
                  <a:pt x="816" y="112"/>
                  <a:pt x="816" y="248"/>
                </a:cubicBezTo>
                <a:cubicBezTo>
                  <a:pt x="816" y="261"/>
                  <a:pt x="817" y="273"/>
                  <a:pt x="819" y="286"/>
                </a:cubicBezTo>
                <a:cubicBezTo>
                  <a:pt x="605" y="383"/>
                  <a:pt x="467" y="595"/>
                  <a:pt x="467" y="831"/>
                </a:cubicBezTo>
                <a:cubicBezTo>
                  <a:pt x="467" y="1143"/>
                  <a:pt x="334" y="1281"/>
                  <a:pt x="206" y="1414"/>
                </a:cubicBezTo>
                <a:cubicBezTo>
                  <a:pt x="100" y="1525"/>
                  <a:pt x="0" y="1630"/>
                  <a:pt x="0" y="1822"/>
                </a:cubicBezTo>
                <a:cubicBezTo>
                  <a:pt x="0" y="1914"/>
                  <a:pt x="71" y="2000"/>
                  <a:pt x="206" y="2073"/>
                </a:cubicBezTo>
                <a:cubicBezTo>
                  <a:pt x="331" y="2140"/>
                  <a:pt x="501" y="2191"/>
                  <a:pt x="700" y="2219"/>
                </a:cubicBezTo>
                <a:cubicBezTo>
                  <a:pt x="700" y="2223"/>
                  <a:pt x="700" y="2226"/>
                  <a:pt x="700" y="2230"/>
                </a:cubicBezTo>
                <a:cubicBezTo>
                  <a:pt x="700" y="2431"/>
                  <a:pt x="863" y="2594"/>
                  <a:pt x="1064" y="2594"/>
                </a:cubicBezTo>
                <a:cubicBezTo>
                  <a:pt x="1265" y="2594"/>
                  <a:pt x="1428" y="2431"/>
                  <a:pt x="1428" y="2230"/>
                </a:cubicBezTo>
                <a:cubicBezTo>
                  <a:pt x="1428" y="2226"/>
                  <a:pt x="1428" y="2223"/>
                  <a:pt x="1428" y="2219"/>
                </a:cubicBezTo>
                <a:cubicBezTo>
                  <a:pt x="1627" y="2191"/>
                  <a:pt x="1798" y="2140"/>
                  <a:pt x="1923" y="2073"/>
                </a:cubicBezTo>
                <a:cubicBezTo>
                  <a:pt x="2057" y="2000"/>
                  <a:pt x="2128" y="1914"/>
                  <a:pt x="2128" y="1822"/>
                </a:cubicBezTo>
                <a:cubicBezTo>
                  <a:pt x="2128" y="1630"/>
                  <a:pt x="2028" y="1525"/>
                  <a:pt x="1922" y="1414"/>
                </a:cubicBezTo>
                <a:close/>
                <a:moveTo>
                  <a:pt x="1064" y="147"/>
                </a:moveTo>
                <a:cubicBezTo>
                  <a:pt x="1120" y="147"/>
                  <a:pt x="1165" y="192"/>
                  <a:pt x="1165" y="248"/>
                </a:cubicBezTo>
                <a:cubicBezTo>
                  <a:pt x="1165" y="304"/>
                  <a:pt x="1120" y="350"/>
                  <a:pt x="1064" y="350"/>
                </a:cubicBezTo>
                <a:cubicBezTo>
                  <a:pt x="1009" y="350"/>
                  <a:pt x="963" y="304"/>
                  <a:pt x="963" y="248"/>
                </a:cubicBezTo>
                <a:cubicBezTo>
                  <a:pt x="963" y="192"/>
                  <a:pt x="1009" y="147"/>
                  <a:pt x="1064" y="147"/>
                </a:cubicBezTo>
                <a:close/>
                <a:moveTo>
                  <a:pt x="312" y="1515"/>
                </a:moveTo>
                <a:cubicBezTo>
                  <a:pt x="446" y="1375"/>
                  <a:pt x="613" y="1202"/>
                  <a:pt x="613" y="831"/>
                </a:cubicBezTo>
                <a:cubicBezTo>
                  <a:pt x="613" y="651"/>
                  <a:pt x="719" y="490"/>
                  <a:pt x="885" y="418"/>
                </a:cubicBezTo>
                <a:cubicBezTo>
                  <a:pt x="932" y="468"/>
                  <a:pt x="997" y="496"/>
                  <a:pt x="1064" y="496"/>
                </a:cubicBezTo>
                <a:cubicBezTo>
                  <a:pt x="1131" y="496"/>
                  <a:pt x="1196" y="468"/>
                  <a:pt x="1244" y="418"/>
                </a:cubicBezTo>
                <a:cubicBezTo>
                  <a:pt x="1409" y="490"/>
                  <a:pt x="1515" y="651"/>
                  <a:pt x="1515" y="831"/>
                </a:cubicBezTo>
                <a:cubicBezTo>
                  <a:pt x="1515" y="1202"/>
                  <a:pt x="1682" y="1375"/>
                  <a:pt x="1816" y="1515"/>
                </a:cubicBezTo>
                <a:lnTo>
                  <a:pt x="1818" y="1517"/>
                </a:lnTo>
                <a:cubicBezTo>
                  <a:pt x="1838" y="1539"/>
                  <a:pt x="1858" y="1559"/>
                  <a:pt x="1875" y="1579"/>
                </a:cubicBezTo>
                <a:cubicBezTo>
                  <a:pt x="1819" y="1625"/>
                  <a:pt x="1716" y="1667"/>
                  <a:pt x="1581" y="1697"/>
                </a:cubicBezTo>
                <a:cubicBezTo>
                  <a:pt x="1431" y="1731"/>
                  <a:pt x="1252" y="1748"/>
                  <a:pt x="1064" y="1748"/>
                </a:cubicBezTo>
                <a:cubicBezTo>
                  <a:pt x="876" y="1748"/>
                  <a:pt x="697" y="1731"/>
                  <a:pt x="547" y="1697"/>
                </a:cubicBezTo>
                <a:cubicBezTo>
                  <a:pt x="412" y="1667"/>
                  <a:pt x="309" y="1625"/>
                  <a:pt x="253" y="1579"/>
                </a:cubicBezTo>
                <a:cubicBezTo>
                  <a:pt x="271" y="1559"/>
                  <a:pt x="291" y="1538"/>
                  <a:pt x="312" y="1515"/>
                </a:cubicBezTo>
                <a:close/>
                <a:moveTo>
                  <a:pt x="1064" y="2448"/>
                </a:moveTo>
                <a:cubicBezTo>
                  <a:pt x="946" y="2448"/>
                  <a:pt x="849" y="2353"/>
                  <a:pt x="846" y="2236"/>
                </a:cubicBezTo>
                <a:cubicBezTo>
                  <a:pt x="919" y="2242"/>
                  <a:pt x="993" y="2245"/>
                  <a:pt x="1064" y="2245"/>
                </a:cubicBezTo>
                <a:cubicBezTo>
                  <a:pt x="1136" y="2245"/>
                  <a:pt x="1209" y="2242"/>
                  <a:pt x="1282" y="2236"/>
                </a:cubicBezTo>
                <a:cubicBezTo>
                  <a:pt x="1279" y="2353"/>
                  <a:pt x="1182" y="2448"/>
                  <a:pt x="1064" y="2448"/>
                </a:cubicBezTo>
                <a:close/>
                <a:moveTo>
                  <a:pt x="1064" y="2098"/>
                </a:moveTo>
                <a:cubicBezTo>
                  <a:pt x="459" y="2098"/>
                  <a:pt x="147" y="1904"/>
                  <a:pt x="147" y="1822"/>
                </a:cubicBezTo>
                <a:cubicBezTo>
                  <a:pt x="147" y="1772"/>
                  <a:pt x="156" y="1729"/>
                  <a:pt x="177" y="1687"/>
                </a:cubicBezTo>
                <a:cubicBezTo>
                  <a:pt x="258" y="1747"/>
                  <a:pt x="379" y="1798"/>
                  <a:pt x="527" y="1834"/>
                </a:cubicBezTo>
                <a:cubicBezTo>
                  <a:pt x="687" y="1874"/>
                  <a:pt x="873" y="1895"/>
                  <a:pt x="1064" y="1895"/>
                </a:cubicBezTo>
                <a:cubicBezTo>
                  <a:pt x="1255" y="1895"/>
                  <a:pt x="1441" y="1874"/>
                  <a:pt x="1601" y="1834"/>
                </a:cubicBezTo>
                <a:cubicBezTo>
                  <a:pt x="1749" y="1798"/>
                  <a:pt x="1870" y="1747"/>
                  <a:pt x="1951" y="1687"/>
                </a:cubicBezTo>
                <a:cubicBezTo>
                  <a:pt x="1972" y="1729"/>
                  <a:pt x="1982" y="1772"/>
                  <a:pt x="1982" y="1822"/>
                </a:cubicBezTo>
                <a:cubicBezTo>
                  <a:pt x="1982" y="1904"/>
                  <a:pt x="1669" y="2098"/>
                  <a:pt x="1064" y="209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89" name="Freeform 20">
            <a:extLst>
              <a:ext uri="{FF2B5EF4-FFF2-40B4-BE49-F238E27FC236}">
                <a16:creationId xmlns:a16="http://schemas.microsoft.com/office/drawing/2014/main" id="{9ED6AB3B-FD47-0C42-B20B-A0774284F0B6}"/>
              </a:ext>
            </a:extLst>
          </p:cNvPr>
          <p:cNvSpPr>
            <a:spLocks noChangeAspect="1" noChangeArrowheads="1"/>
          </p:cNvSpPr>
          <p:nvPr/>
        </p:nvSpPr>
        <p:spPr bwMode="auto">
          <a:xfrm>
            <a:off x="2410149" y="3422467"/>
            <a:ext cx="433905" cy="357108"/>
          </a:xfrm>
          <a:custGeom>
            <a:avLst/>
            <a:gdLst>
              <a:gd name="T0" fmla="*/ 359442 w 2580"/>
              <a:gd name="T1" fmla="*/ 169250 h 2117"/>
              <a:gd name="T2" fmla="*/ 359721 w 2580"/>
              <a:gd name="T3" fmla="*/ 169110 h 2117"/>
              <a:gd name="T4" fmla="*/ 276837 w 2580"/>
              <a:gd name="T5" fmla="*/ 3488 h 2117"/>
              <a:gd name="T6" fmla="*/ 276558 w 2580"/>
              <a:gd name="T7" fmla="*/ 3628 h 2117"/>
              <a:gd name="T8" fmla="*/ 268605 w 2580"/>
              <a:gd name="T9" fmla="*/ 0 h 2117"/>
              <a:gd name="T10" fmla="*/ 91256 w 2580"/>
              <a:gd name="T11" fmla="*/ 0 h 2117"/>
              <a:gd name="T12" fmla="*/ 83302 w 2580"/>
              <a:gd name="T13" fmla="*/ 3767 h 2117"/>
              <a:gd name="T14" fmla="*/ 82884 w 2580"/>
              <a:gd name="T15" fmla="*/ 3628 h 2117"/>
              <a:gd name="T16" fmla="*/ 140 w 2580"/>
              <a:gd name="T17" fmla="*/ 169110 h 2117"/>
              <a:gd name="T18" fmla="*/ 419 w 2580"/>
              <a:gd name="T19" fmla="*/ 169250 h 2117"/>
              <a:gd name="T20" fmla="*/ 0 w 2580"/>
              <a:gd name="T21" fmla="*/ 171761 h 2117"/>
              <a:gd name="T22" fmla="*/ 0 w 2580"/>
              <a:gd name="T23" fmla="*/ 284641 h 2117"/>
              <a:gd name="T24" fmla="*/ 10605 w 2580"/>
              <a:gd name="T25" fmla="*/ 295245 h 2117"/>
              <a:gd name="T26" fmla="*/ 349256 w 2580"/>
              <a:gd name="T27" fmla="*/ 295245 h 2117"/>
              <a:gd name="T28" fmla="*/ 359860 w 2580"/>
              <a:gd name="T29" fmla="*/ 284641 h 2117"/>
              <a:gd name="T30" fmla="*/ 359860 w 2580"/>
              <a:gd name="T31" fmla="*/ 171761 h 2117"/>
              <a:gd name="T32" fmla="*/ 359442 w 2580"/>
              <a:gd name="T33" fmla="*/ 169250 h 2117"/>
              <a:gd name="T34" fmla="*/ 97814 w 2580"/>
              <a:gd name="T35" fmla="*/ 21069 h 2117"/>
              <a:gd name="T36" fmla="*/ 262047 w 2580"/>
              <a:gd name="T37" fmla="*/ 21069 h 2117"/>
              <a:gd name="T38" fmla="*/ 332233 w 2580"/>
              <a:gd name="T39" fmla="*/ 161157 h 2117"/>
              <a:gd name="T40" fmla="*/ 236372 w 2580"/>
              <a:gd name="T41" fmla="*/ 161157 h 2117"/>
              <a:gd name="T42" fmla="*/ 225767 w 2580"/>
              <a:gd name="T43" fmla="*/ 171761 h 2117"/>
              <a:gd name="T44" fmla="*/ 180000 w 2580"/>
              <a:gd name="T45" fmla="*/ 217667 h 2117"/>
              <a:gd name="T46" fmla="*/ 134093 w 2580"/>
              <a:gd name="T47" fmla="*/ 171761 h 2117"/>
              <a:gd name="T48" fmla="*/ 123488 w 2580"/>
              <a:gd name="T49" fmla="*/ 161157 h 2117"/>
              <a:gd name="T50" fmla="*/ 27628 w 2580"/>
              <a:gd name="T51" fmla="*/ 161157 h 2117"/>
              <a:gd name="T52" fmla="*/ 97814 w 2580"/>
              <a:gd name="T53" fmla="*/ 21069 h 2117"/>
              <a:gd name="T54" fmla="*/ 338651 w 2580"/>
              <a:gd name="T55" fmla="*/ 274037 h 2117"/>
              <a:gd name="T56" fmla="*/ 21209 w 2580"/>
              <a:gd name="T57" fmla="*/ 274037 h 2117"/>
              <a:gd name="T58" fmla="*/ 21209 w 2580"/>
              <a:gd name="T59" fmla="*/ 182366 h 2117"/>
              <a:gd name="T60" fmla="*/ 113860 w 2580"/>
              <a:gd name="T61" fmla="*/ 182366 h 2117"/>
              <a:gd name="T62" fmla="*/ 180000 w 2580"/>
              <a:gd name="T63" fmla="*/ 238736 h 2117"/>
              <a:gd name="T64" fmla="*/ 246000 w 2580"/>
              <a:gd name="T65" fmla="*/ 182366 h 2117"/>
              <a:gd name="T66" fmla="*/ 338651 w 2580"/>
              <a:gd name="T67" fmla="*/ 182366 h 2117"/>
              <a:gd name="T68" fmla="*/ 338651 w 2580"/>
              <a:gd name="T69" fmla="*/ 274037 h 211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580" h="2117">
                <a:moveTo>
                  <a:pt x="2576" y="1213"/>
                </a:moveTo>
                <a:lnTo>
                  <a:pt x="2578" y="1212"/>
                </a:lnTo>
                <a:lnTo>
                  <a:pt x="1984" y="25"/>
                </a:lnTo>
                <a:lnTo>
                  <a:pt x="1982" y="26"/>
                </a:lnTo>
                <a:cubicBezTo>
                  <a:pt x="1968" y="10"/>
                  <a:pt x="1947" y="0"/>
                  <a:pt x="1925" y="0"/>
                </a:cubicBezTo>
                <a:lnTo>
                  <a:pt x="654" y="0"/>
                </a:lnTo>
                <a:cubicBezTo>
                  <a:pt x="632" y="0"/>
                  <a:pt x="611" y="10"/>
                  <a:pt x="597" y="27"/>
                </a:cubicBezTo>
                <a:lnTo>
                  <a:pt x="594" y="26"/>
                </a:lnTo>
                <a:lnTo>
                  <a:pt x="1" y="1212"/>
                </a:lnTo>
                <a:lnTo>
                  <a:pt x="3" y="1213"/>
                </a:lnTo>
                <a:cubicBezTo>
                  <a:pt x="1" y="1219"/>
                  <a:pt x="0" y="1225"/>
                  <a:pt x="0" y="1231"/>
                </a:cubicBezTo>
                <a:lnTo>
                  <a:pt x="0" y="2040"/>
                </a:lnTo>
                <a:cubicBezTo>
                  <a:pt x="0" y="2082"/>
                  <a:pt x="34" y="2116"/>
                  <a:pt x="76" y="2116"/>
                </a:cubicBezTo>
                <a:lnTo>
                  <a:pt x="2503" y="2116"/>
                </a:lnTo>
                <a:cubicBezTo>
                  <a:pt x="2545" y="2116"/>
                  <a:pt x="2579" y="2082"/>
                  <a:pt x="2579" y="2040"/>
                </a:cubicBezTo>
                <a:lnTo>
                  <a:pt x="2579" y="1231"/>
                </a:lnTo>
                <a:cubicBezTo>
                  <a:pt x="2579" y="1225"/>
                  <a:pt x="2578" y="1219"/>
                  <a:pt x="2576" y="1213"/>
                </a:cubicBezTo>
                <a:close/>
                <a:moveTo>
                  <a:pt x="701" y="151"/>
                </a:moveTo>
                <a:lnTo>
                  <a:pt x="1878" y="151"/>
                </a:lnTo>
                <a:lnTo>
                  <a:pt x="2381" y="1155"/>
                </a:lnTo>
                <a:lnTo>
                  <a:pt x="1694" y="1155"/>
                </a:lnTo>
                <a:cubicBezTo>
                  <a:pt x="1652" y="1155"/>
                  <a:pt x="1618" y="1189"/>
                  <a:pt x="1618" y="1231"/>
                </a:cubicBezTo>
                <a:cubicBezTo>
                  <a:pt x="1618" y="1412"/>
                  <a:pt x="1470" y="1560"/>
                  <a:pt x="1290" y="1560"/>
                </a:cubicBezTo>
                <a:cubicBezTo>
                  <a:pt x="1109" y="1560"/>
                  <a:pt x="961" y="1412"/>
                  <a:pt x="961" y="1231"/>
                </a:cubicBezTo>
                <a:cubicBezTo>
                  <a:pt x="961" y="1189"/>
                  <a:pt x="927" y="1155"/>
                  <a:pt x="885" y="1155"/>
                </a:cubicBezTo>
                <a:lnTo>
                  <a:pt x="198" y="1155"/>
                </a:lnTo>
                <a:lnTo>
                  <a:pt x="701" y="151"/>
                </a:lnTo>
                <a:close/>
                <a:moveTo>
                  <a:pt x="2427" y="1964"/>
                </a:moveTo>
                <a:lnTo>
                  <a:pt x="152" y="1964"/>
                </a:lnTo>
                <a:lnTo>
                  <a:pt x="152" y="1307"/>
                </a:lnTo>
                <a:lnTo>
                  <a:pt x="816" y="1307"/>
                </a:lnTo>
                <a:cubicBezTo>
                  <a:pt x="853" y="1538"/>
                  <a:pt x="1054" y="1711"/>
                  <a:pt x="1290" y="1711"/>
                </a:cubicBezTo>
                <a:cubicBezTo>
                  <a:pt x="1525" y="1711"/>
                  <a:pt x="1726" y="1538"/>
                  <a:pt x="1763" y="1307"/>
                </a:cubicBezTo>
                <a:lnTo>
                  <a:pt x="2427" y="1307"/>
                </a:lnTo>
                <a:lnTo>
                  <a:pt x="2427" y="1964"/>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90" name="Freeform 21">
            <a:extLst>
              <a:ext uri="{FF2B5EF4-FFF2-40B4-BE49-F238E27FC236}">
                <a16:creationId xmlns:a16="http://schemas.microsoft.com/office/drawing/2014/main" id="{10ECCBD2-CF3C-D041-BD2A-803B375D1142}"/>
              </a:ext>
            </a:extLst>
          </p:cNvPr>
          <p:cNvSpPr>
            <a:spLocks noChangeAspect="1" noChangeArrowheads="1"/>
          </p:cNvSpPr>
          <p:nvPr/>
        </p:nvSpPr>
        <p:spPr bwMode="auto">
          <a:xfrm>
            <a:off x="2360228" y="4209641"/>
            <a:ext cx="391667" cy="433905"/>
          </a:xfrm>
          <a:custGeom>
            <a:avLst/>
            <a:gdLst>
              <a:gd name="T0" fmla="*/ 303188 w 2349"/>
              <a:gd name="T1" fmla="*/ 103881 h 2613"/>
              <a:gd name="T2" fmla="*/ 303188 w 2349"/>
              <a:gd name="T3" fmla="*/ 13502 h 2613"/>
              <a:gd name="T4" fmla="*/ 289551 w 2349"/>
              <a:gd name="T5" fmla="*/ 0 h 2613"/>
              <a:gd name="T6" fmla="*/ 276051 w 2349"/>
              <a:gd name="T7" fmla="*/ 12124 h 2613"/>
              <a:gd name="T8" fmla="*/ 272056 w 2349"/>
              <a:gd name="T9" fmla="*/ 14328 h 2613"/>
              <a:gd name="T10" fmla="*/ 194503 w 2349"/>
              <a:gd name="T11" fmla="*/ 62824 h 2613"/>
              <a:gd name="T12" fmla="*/ 172876 w 2349"/>
              <a:gd name="T13" fmla="*/ 76326 h 2613"/>
              <a:gd name="T14" fmla="*/ 41876 w 2349"/>
              <a:gd name="T15" fmla="*/ 76326 h 2613"/>
              <a:gd name="T16" fmla="*/ 18183 w 2349"/>
              <a:gd name="T17" fmla="*/ 99885 h 2613"/>
              <a:gd name="T18" fmla="*/ 18183 w 2349"/>
              <a:gd name="T19" fmla="*/ 100987 h 2613"/>
              <a:gd name="T20" fmla="*/ 0 w 2349"/>
              <a:gd name="T21" fmla="*/ 120138 h 2613"/>
              <a:gd name="T22" fmla="*/ 0 w 2349"/>
              <a:gd name="T23" fmla="*/ 174145 h 2613"/>
              <a:gd name="T24" fmla="*/ 18183 w 2349"/>
              <a:gd name="T25" fmla="*/ 193157 h 2613"/>
              <a:gd name="T26" fmla="*/ 18183 w 2349"/>
              <a:gd name="T27" fmla="*/ 194397 h 2613"/>
              <a:gd name="T28" fmla="*/ 41463 w 2349"/>
              <a:gd name="T29" fmla="*/ 217819 h 2613"/>
              <a:gd name="T30" fmla="*/ 74247 w 2349"/>
              <a:gd name="T31" fmla="*/ 341952 h 2613"/>
              <a:gd name="T32" fmla="*/ 97665 w 2349"/>
              <a:gd name="T33" fmla="*/ 359862 h 2613"/>
              <a:gd name="T34" fmla="*/ 103864 w 2349"/>
              <a:gd name="T35" fmla="*/ 359173 h 2613"/>
              <a:gd name="T36" fmla="*/ 148908 w 2349"/>
              <a:gd name="T37" fmla="*/ 347325 h 2613"/>
              <a:gd name="T38" fmla="*/ 163647 w 2349"/>
              <a:gd name="T39" fmla="*/ 336165 h 2613"/>
              <a:gd name="T40" fmla="*/ 166127 w 2349"/>
              <a:gd name="T41" fmla="*/ 317979 h 2613"/>
              <a:gd name="T42" fmla="*/ 151525 w 2349"/>
              <a:gd name="T43" fmla="*/ 262457 h 2613"/>
              <a:gd name="T44" fmla="*/ 152076 w 2349"/>
              <a:gd name="T45" fmla="*/ 262319 h 2613"/>
              <a:gd name="T46" fmla="*/ 156760 w 2349"/>
              <a:gd name="T47" fmla="*/ 254466 h 2613"/>
              <a:gd name="T48" fmla="*/ 149046 w 2349"/>
              <a:gd name="T49" fmla="*/ 225396 h 2613"/>
              <a:gd name="T50" fmla="*/ 142709 w 2349"/>
              <a:gd name="T51" fmla="*/ 220574 h 2613"/>
              <a:gd name="T52" fmla="*/ 141194 w 2349"/>
              <a:gd name="T53" fmla="*/ 220712 h 2613"/>
              <a:gd name="T54" fmla="*/ 140505 w 2349"/>
              <a:gd name="T55" fmla="*/ 220850 h 2613"/>
              <a:gd name="T56" fmla="*/ 139679 w 2349"/>
              <a:gd name="T57" fmla="*/ 217819 h 2613"/>
              <a:gd name="T58" fmla="*/ 172876 w 2349"/>
              <a:gd name="T59" fmla="*/ 217819 h 2613"/>
              <a:gd name="T60" fmla="*/ 197947 w 2349"/>
              <a:gd name="T61" fmla="*/ 233525 h 2613"/>
              <a:gd name="T62" fmla="*/ 272056 w 2349"/>
              <a:gd name="T63" fmla="*/ 279816 h 2613"/>
              <a:gd name="T64" fmla="*/ 276051 w 2349"/>
              <a:gd name="T65" fmla="*/ 282021 h 2613"/>
              <a:gd name="T66" fmla="*/ 289551 w 2349"/>
              <a:gd name="T67" fmla="*/ 294145 h 2613"/>
              <a:gd name="T68" fmla="*/ 303188 w 2349"/>
              <a:gd name="T69" fmla="*/ 280643 h 2613"/>
              <a:gd name="T70" fmla="*/ 303188 w 2349"/>
              <a:gd name="T71" fmla="*/ 190264 h 2613"/>
              <a:gd name="T72" fmla="*/ 323437 w 2349"/>
              <a:gd name="T73" fmla="*/ 147141 h 2613"/>
              <a:gd name="T74" fmla="*/ 303188 w 2349"/>
              <a:gd name="T75" fmla="*/ 103881 h 2613"/>
              <a:gd name="T76" fmla="*/ 113093 w 2349"/>
              <a:gd name="T77" fmla="*/ 197428 h 2613"/>
              <a:gd name="T78" fmla="*/ 146428 w 2349"/>
              <a:gd name="T79" fmla="*/ 323215 h 2613"/>
              <a:gd name="T80" fmla="*/ 146015 w 2349"/>
              <a:gd name="T81" fmla="*/ 325970 h 2613"/>
              <a:gd name="T82" fmla="*/ 143811 w 2349"/>
              <a:gd name="T83" fmla="*/ 327623 h 2613"/>
              <a:gd name="T84" fmla="*/ 98629 w 2349"/>
              <a:gd name="T85" fmla="*/ 339334 h 2613"/>
              <a:gd name="T86" fmla="*/ 97803 w 2349"/>
              <a:gd name="T87" fmla="*/ 339472 h 2613"/>
              <a:gd name="T88" fmla="*/ 94083 w 2349"/>
              <a:gd name="T89" fmla="*/ 336716 h 2613"/>
              <a:gd name="T90" fmla="*/ 59921 w 2349"/>
              <a:gd name="T91" fmla="*/ 207486 h 2613"/>
              <a:gd name="T92" fmla="*/ 59921 w 2349"/>
              <a:gd name="T93" fmla="*/ 206797 h 2613"/>
              <a:gd name="T94" fmla="*/ 59095 w 2349"/>
              <a:gd name="T95" fmla="*/ 197428 h 2613"/>
              <a:gd name="T96" fmla="*/ 41876 w 2349"/>
              <a:gd name="T97" fmla="*/ 197428 h 2613"/>
              <a:gd name="T98" fmla="*/ 38708 w 2349"/>
              <a:gd name="T99" fmla="*/ 194397 h 2613"/>
              <a:gd name="T100" fmla="*/ 38708 w 2349"/>
              <a:gd name="T101" fmla="*/ 99885 h 2613"/>
              <a:gd name="T102" fmla="*/ 41876 w 2349"/>
              <a:gd name="T103" fmla="*/ 96716 h 2613"/>
              <a:gd name="T104" fmla="*/ 159101 w 2349"/>
              <a:gd name="T105" fmla="*/ 96716 h 2613"/>
              <a:gd name="T106" fmla="*/ 159101 w 2349"/>
              <a:gd name="T107" fmla="*/ 197428 h 2613"/>
              <a:gd name="T108" fmla="*/ 113093 w 2349"/>
              <a:gd name="T109" fmla="*/ 197428 h 2613"/>
              <a:gd name="T110" fmla="*/ 276051 w 2349"/>
              <a:gd name="T111" fmla="*/ 258186 h 2613"/>
              <a:gd name="T112" fmla="*/ 212686 w 2349"/>
              <a:gd name="T113" fmla="*/ 218645 h 2613"/>
              <a:gd name="T114" fmla="*/ 179488 w 2349"/>
              <a:gd name="T115" fmla="*/ 197842 h 2613"/>
              <a:gd name="T116" fmla="*/ 179488 w 2349"/>
              <a:gd name="T117" fmla="*/ 96303 h 2613"/>
              <a:gd name="T118" fmla="*/ 212686 w 2349"/>
              <a:gd name="T119" fmla="*/ 75499 h 2613"/>
              <a:gd name="T120" fmla="*/ 276051 w 2349"/>
              <a:gd name="T121" fmla="*/ 35959 h 2613"/>
              <a:gd name="T122" fmla="*/ 276051 w 2349"/>
              <a:gd name="T123" fmla="*/ 258186 h 261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49" h="2613">
                <a:moveTo>
                  <a:pt x="2201" y="754"/>
                </a:moveTo>
                <a:lnTo>
                  <a:pt x="2201" y="98"/>
                </a:lnTo>
                <a:cubicBezTo>
                  <a:pt x="2201" y="44"/>
                  <a:pt x="2157" y="0"/>
                  <a:pt x="2102" y="0"/>
                </a:cubicBezTo>
                <a:cubicBezTo>
                  <a:pt x="2051" y="0"/>
                  <a:pt x="2009" y="39"/>
                  <a:pt x="2004" y="88"/>
                </a:cubicBezTo>
                <a:cubicBezTo>
                  <a:pt x="1994" y="92"/>
                  <a:pt x="1985" y="98"/>
                  <a:pt x="1975" y="104"/>
                </a:cubicBezTo>
                <a:lnTo>
                  <a:pt x="1412" y="456"/>
                </a:lnTo>
                <a:cubicBezTo>
                  <a:pt x="1364" y="486"/>
                  <a:pt x="1308" y="521"/>
                  <a:pt x="1255" y="554"/>
                </a:cubicBezTo>
                <a:lnTo>
                  <a:pt x="304" y="554"/>
                </a:lnTo>
                <a:cubicBezTo>
                  <a:pt x="209" y="554"/>
                  <a:pt x="132" y="631"/>
                  <a:pt x="132" y="725"/>
                </a:cubicBezTo>
                <a:lnTo>
                  <a:pt x="132" y="733"/>
                </a:lnTo>
                <a:cubicBezTo>
                  <a:pt x="59" y="737"/>
                  <a:pt x="0" y="798"/>
                  <a:pt x="0" y="872"/>
                </a:cubicBezTo>
                <a:lnTo>
                  <a:pt x="0" y="1264"/>
                </a:lnTo>
                <a:cubicBezTo>
                  <a:pt x="0" y="1338"/>
                  <a:pt x="59" y="1398"/>
                  <a:pt x="132" y="1402"/>
                </a:cubicBezTo>
                <a:lnTo>
                  <a:pt x="132" y="1411"/>
                </a:lnTo>
                <a:cubicBezTo>
                  <a:pt x="132" y="1504"/>
                  <a:pt x="208" y="1580"/>
                  <a:pt x="301" y="1581"/>
                </a:cubicBezTo>
                <a:lnTo>
                  <a:pt x="539" y="2482"/>
                </a:lnTo>
                <a:cubicBezTo>
                  <a:pt x="560" y="2559"/>
                  <a:pt x="630" y="2612"/>
                  <a:pt x="709" y="2612"/>
                </a:cubicBezTo>
                <a:cubicBezTo>
                  <a:pt x="724" y="2612"/>
                  <a:pt x="739" y="2610"/>
                  <a:pt x="754" y="2607"/>
                </a:cubicBezTo>
                <a:lnTo>
                  <a:pt x="1081" y="2521"/>
                </a:lnTo>
                <a:cubicBezTo>
                  <a:pt x="1127" y="2509"/>
                  <a:pt x="1165" y="2480"/>
                  <a:pt x="1188" y="2440"/>
                </a:cubicBezTo>
                <a:cubicBezTo>
                  <a:pt x="1211" y="2400"/>
                  <a:pt x="1218" y="2353"/>
                  <a:pt x="1206" y="2308"/>
                </a:cubicBezTo>
                <a:lnTo>
                  <a:pt x="1100" y="1905"/>
                </a:lnTo>
                <a:lnTo>
                  <a:pt x="1104" y="1904"/>
                </a:lnTo>
                <a:cubicBezTo>
                  <a:pt x="1129" y="1898"/>
                  <a:pt x="1144" y="1872"/>
                  <a:pt x="1138" y="1847"/>
                </a:cubicBezTo>
                <a:lnTo>
                  <a:pt x="1082" y="1636"/>
                </a:lnTo>
                <a:cubicBezTo>
                  <a:pt x="1076" y="1615"/>
                  <a:pt x="1058" y="1601"/>
                  <a:pt x="1036" y="1601"/>
                </a:cubicBezTo>
                <a:cubicBezTo>
                  <a:pt x="1032" y="1601"/>
                  <a:pt x="1028" y="1601"/>
                  <a:pt x="1025" y="1602"/>
                </a:cubicBezTo>
                <a:lnTo>
                  <a:pt x="1020" y="1603"/>
                </a:lnTo>
                <a:lnTo>
                  <a:pt x="1014" y="1581"/>
                </a:lnTo>
                <a:lnTo>
                  <a:pt x="1255" y="1581"/>
                </a:lnTo>
                <a:cubicBezTo>
                  <a:pt x="1317" y="1620"/>
                  <a:pt x="1384" y="1662"/>
                  <a:pt x="1437" y="1695"/>
                </a:cubicBezTo>
                <a:lnTo>
                  <a:pt x="1975" y="2031"/>
                </a:lnTo>
                <a:cubicBezTo>
                  <a:pt x="1985" y="2038"/>
                  <a:pt x="1994" y="2043"/>
                  <a:pt x="2004" y="2047"/>
                </a:cubicBezTo>
                <a:cubicBezTo>
                  <a:pt x="2009" y="2096"/>
                  <a:pt x="2051" y="2135"/>
                  <a:pt x="2102" y="2135"/>
                </a:cubicBezTo>
                <a:cubicBezTo>
                  <a:pt x="2157" y="2135"/>
                  <a:pt x="2201" y="2091"/>
                  <a:pt x="2201" y="2037"/>
                </a:cubicBezTo>
                <a:lnTo>
                  <a:pt x="2201" y="1381"/>
                </a:lnTo>
                <a:cubicBezTo>
                  <a:pt x="2295" y="1303"/>
                  <a:pt x="2348" y="1189"/>
                  <a:pt x="2348" y="1068"/>
                </a:cubicBezTo>
                <a:cubicBezTo>
                  <a:pt x="2348" y="947"/>
                  <a:pt x="2295" y="833"/>
                  <a:pt x="2201" y="754"/>
                </a:cubicBezTo>
                <a:close/>
                <a:moveTo>
                  <a:pt x="821" y="1433"/>
                </a:moveTo>
                <a:lnTo>
                  <a:pt x="1063" y="2346"/>
                </a:lnTo>
                <a:cubicBezTo>
                  <a:pt x="1064" y="2353"/>
                  <a:pt x="1064" y="2360"/>
                  <a:pt x="1060" y="2366"/>
                </a:cubicBezTo>
                <a:cubicBezTo>
                  <a:pt x="1056" y="2372"/>
                  <a:pt x="1051" y="2376"/>
                  <a:pt x="1044" y="2378"/>
                </a:cubicBezTo>
                <a:lnTo>
                  <a:pt x="716" y="2463"/>
                </a:lnTo>
                <a:cubicBezTo>
                  <a:pt x="714" y="2464"/>
                  <a:pt x="712" y="2464"/>
                  <a:pt x="710" y="2464"/>
                </a:cubicBezTo>
                <a:cubicBezTo>
                  <a:pt x="697" y="2464"/>
                  <a:pt x="686" y="2456"/>
                  <a:pt x="683" y="2444"/>
                </a:cubicBezTo>
                <a:lnTo>
                  <a:pt x="435" y="1506"/>
                </a:lnTo>
                <a:cubicBezTo>
                  <a:pt x="435" y="1505"/>
                  <a:pt x="435" y="1503"/>
                  <a:pt x="435" y="1501"/>
                </a:cubicBezTo>
                <a:lnTo>
                  <a:pt x="429" y="1433"/>
                </a:lnTo>
                <a:lnTo>
                  <a:pt x="304" y="1433"/>
                </a:lnTo>
                <a:cubicBezTo>
                  <a:pt x="291" y="1433"/>
                  <a:pt x="281" y="1423"/>
                  <a:pt x="281" y="1411"/>
                </a:cubicBezTo>
                <a:lnTo>
                  <a:pt x="281" y="725"/>
                </a:lnTo>
                <a:cubicBezTo>
                  <a:pt x="281" y="712"/>
                  <a:pt x="291" y="702"/>
                  <a:pt x="304" y="702"/>
                </a:cubicBezTo>
                <a:lnTo>
                  <a:pt x="1155" y="702"/>
                </a:lnTo>
                <a:lnTo>
                  <a:pt x="1155" y="1433"/>
                </a:lnTo>
                <a:lnTo>
                  <a:pt x="821" y="1433"/>
                </a:lnTo>
                <a:close/>
                <a:moveTo>
                  <a:pt x="2004" y="1874"/>
                </a:moveTo>
                <a:lnTo>
                  <a:pt x="1544" y="1587"/>
                </a:lnTo>
                <a:cubicBezTo>
                  <a:pt x="1479" y="1546"/>
                  <a:pt x="1384" y="1487"/>
                  <a:pt x="1303" y="1436"/>
                </a:cubicBezTo>
                <a:lnTo>
                  <a:pt x="1303" y="699"/>
                </a:lnTo>
                <a:lnTo>
                  <a:pt x="1544" y="548"/>
                </a:lnTo>
                <a:lnTo>
                  <a:pt x="2004" y="261"/>
                </a:lnTo>
                <a:lnTo>
                  <a:pt x="2004" y="1874"/>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91" name="Freeform 22">
            <a:extLst>
              <a:ext uri="{FF2B5EF4-FFF2-40B4-BE49-F238E27FC236}">
                <a16:creationId xmlns:a16="http://schemas.microsoft.com/office/drawing/2014/main" id="{61438316-B10D-6E4B-98DE-BE1EC42D622F}"/>
              </a:ext>
            </a:extLst>
          </p:cNvPr>
          <p:cNvSpPr>
            <a:spLocks noChangeAspect="1" noChangeArrowheads="1"/>
          </p:cNvSpPr>
          <p:nvPr/>
        </p:nvSpPr>
        <p:spPr bwMode="auto">
          <a:xfrm>
            <a:off x="10360590" y="2418342"/>
            <a:ext cx="422385" cy="435825"/>
          </a:xfrm>
          <a:custGeom>
            <a:avLst/>
            <a:gdLst>
              <a:gd name="T0" fmla="*/ 10272 w 2514"/>
              <a:gd name="T1" fmla="*/ 359861 h 2595"/>
              <a:gd name="T2" fmla="*/ 0 w 2514"/>
              <a:gd name="T3" fmla="*/ 50358 h 2595"/>
              <a:gd name="T4" fmla="*/ 57469 w 2514"/>
              <a:gd name="T5" fmla="*/ 40092 h 2595"/>
              <a:gd name="T6" fmla="*/ 67742 w 2514"/>
              <a:gd name="T7" fmla="*/ 0 h 2595"/>
              <a:gd name="T8" fmla="*/ 78153 w 2514"/>
              <a:gd name="T9" fmla="*/ 40092 h 2595"/>
              <a:gd name="T10" fmla="*/ 274992 w 2514"/>
              <a:gd name="T11" fmla="*/ 10405 h 2595"/>
              <a:gd name="T12" fmla="*/ 295675 w 2514"/>
              <a:gd name="T13" fmla="*/ 10405 h 2595"/>
              <a:gd name="T14" fmla="*/ 338569 w 2514"/>
              <a:gd name="T15" fmla="*/ 40092 h 2595"/>
              <a:gd name="T16" fmla="*/ 348841 w 2514"/>
              <a:gd name="T17" fmla="*/ 349595 h 2595"/>
              <a:gd name="T18" fmla="*/ 20683 w 2514"/>
              <a:gd name="T19" fmla="*/ 339191 h 2595"/>
              <a:gd name="T20" fmla="*/ 328158 w 2514"/>
              <a:gd name="T21" fmla="*/ 139145 h 2595"/>
              <a:gd name="T22" fmla="*/ 20683 w 2514"/>
              <a:gd name="T23" fmla="*/ 339191 h 2595"/>
              <a:gd name="T24" fmla="*/ 295675 w 2514"/>
              <a:gd name="T25" fmla="*/ 60763 h 2595"/>
              <a:gd name="T26" fmla="*/ 285264 w 2514"/>
              <a:gd name="T27" fmla="*/ 100023 h 2595"/>
              <a:gd name="T28" fmla="*/ 274992 w 2514"/>
              <a:gd name="T29" fmla="*/ 60763 h 2595"/>
              <a:gd name="T30" fmla="*/ 78153 w 2514"/>
              <a:gd name="T31" fmla="*/ 89618 h 2595"/>
              <a:gd name="T32" fmla="*/ 57469 w 2514"/>
              <a:gd name="T33" fmla="*/ 89618 h 2595"/>
              <a:gd name="T34" fmla="*/ 20683 w 2514"/>
              <a:gd name="T35" fmla="*/ 60763 h 2595"/>
              <a:gd name="T36" fmla="*/ 328158 w 2514"/>
              <a:gd name="T37" fmla="*/ 118335 h 2595"/>
              <a:gd name="T38" fmla="*/ 120213 w 2514"/>
              <a:gd name="T39" fmla="*/ 309503 h 2595"/>
              <a:gd name="T40" fmla="*/ 112023 w 2514"/>
              <a:gd name="T41" fmla="*/ 299514 h 2595"/>
              <a:gd name="T42" fmla="*/ 122573 w 2514"/>
              <a:gd name="T43" fmla="*/ 255260 h 2595"/>
              <a:gd name="T44" fmla="*/ 126599 w 2514"/>
              <a:gd name="T45" fmla="*/ 250543 h 2595"/>
              <a:gd name="T46" fmla="*/ 174074 w 2514"/>
              <a:gd name="T47" fmla="*/ 193803 h 2595"/>
              <a:gd name="T48" fmla="*/ 192536 w 2514"/>
              <a:gd name="T49" fmla="*/ 171884 h 2595"/>
              <a:gd name="T50" fmla="*/ 204196 w 2514"/>
              <a:gd name="T51" fmla="*/ 170913 h 2595"/>
              <a:gd name="T52" fmla="*/ 235013 w 2514"/>
              <a:gd name="T53" fmla="*/ 207399 h 2595"/>
              <a:gd name="T54" fmla="*/ 168799 w 2514"/>
              <a:gd name="T55" fmla="*/ 286335 h 2595"/>
              <a:gd name="T56" fmla="*/ 161858 w 2514"/>
              <a:gd name="T57" fmla="*/ 293272 h 2595"/>
              <a:gd name="T58" fmla="*/ 120213 w 2514"/>
              <a:gd name="T59" fmla="*/ 309503 h 2595"/>
              <a:gd name="T60" fmla="*/ 151863 w 2514"/>
              <a:gd name="T61" fmla="*/ 279399 h 2595"/>
              <a:gd name="T62" fmla="*/ 136177 w 2514"/>
              <a:gd name="T63" fmla="*/ 266358 h 2595"/>
              <a:gd name="T64" fmla="*/ 198505 w 2514"/>
              <a:gd name="T65" fmla="*/ 225156 h 2595"/>
              <a:gd name="T66" fmla="*/ 146449 w 2514"/>
              <a:gd name="T67" fmla="*/ 252624 h 2595"/>
              <a:gd name="T68" fmla="*/ 158526 w 2514"/>
              <a:gd name="T69" fmla="*/ 259283 h 2595"/>
              <a:gd name="T70" fmla="*/ 198505 w 2514"/>
              <a:gd name="T71" fmla="*/ 225156 h 2595"/>
              <a:gd name="T72" fmla="*/ 199893 w 2514"/>
              <a:gd name="T73" fmla="*/ 188809 h 2595"/>
              <a:gd name="T74" fmla="*/ 209055 w 2514"/>
              <a:gd name="T75" fmla="*/ 212532 h 259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514" h="2595">
                <a:moveTo>
                  <a:pt x="2439" y="2594"/>
                </a:moveTo>
                <a:lnTo>
                  <a:pt x="74" y="2594"/>
                </a:lnTo>
                <a:cubicBezTo>
                  <a:pt x="33" y="2594"/>
                  <a:pt x="0" y="2561"/>
                  <a:pt x="0" y="2520"/>
                </a:cubicBezTo>
                <a:lnTo>
                  <a:pt x="0" y="363"/>
                </a:lnTo>
                <a:cubicBezTo>
                  <a:pt x="0" y="322"/>
                  <a:pt x="33" y="289"/>
                  <a:pt x="74" y="289"/>
                </a:cubicBezTo>
                <a:lnTo>
                  <a:pt x="414" y="289"/>
                </a:lnTo>
                <a:lnTo>
                  <a:pt x="414" y="75"/>
                </a:lnTo>
                <a:cubicBezTo>
                  <a:pt x="414" y="33"/>
                  <a:pt x="446" y="0"/>
                  <a:pt x="488" y="0"/>
                </a:cubicBezTo>
                <a:cubicBezTo>
                  <a:pt x="529" y="0"/>
                  <a:pt x="563" y="33"/>
                  <a:pt x="563" y="75"/>
                </a:cubicBezTo>
                <a:lnTo>
                  <a:pt x="563" y="289"/>
                </a:lnTo>
                <a:lnTo>
                  <a:pt x="1981" y="289"/>
                </a:lnTo>
                <a:lnTo>
                  <a:pt x="1981" y="75"/>
                </a:lnTo>
                <a:cubicBezTo>
                  <a:pt x="1981" y="33"/>
                  <a:pt x="2014" y="0"/>
                  <a:pt x="2055" y="0"/>
                </a:cubicBezTo>
                <a:cubicBezTo>
                  <a:pt x="2097" y="0"/>
                  <a:pt x="2130" y="33"/>
                  <a:pt x="2130" y="75"/>
                </a:cubicBezTo>
                <a:lnTo>
                  <a:pt x="2130" y="289"/>
                </a:lnTo>
                <a:lnTo>
                  <a:pt x="2439" y="289"/>
                </a:lnTo>
                <a:cubicBezTo>
                  <a:pt x="2480" y="289"/>
                  <a:pt x="2513" y="322"/>
                  <a:pt x="2513" y="363"/>
                </a:cubicBezTo>
                <a:lnTo>
                  <a:pt x="2513" y="2520"/>
                </a:lnTo>
                <a:cubicBezTo>
                  <a:pt x="2513" y="2561"/>
                  <a:pt x="2480" y="2594"/>
                  <a:pt x="2439" y="2594"/>
                </a:cubicBezTo>
                <a:close/>
                <a:moveTo>
                  <a:pt x="149" y="2445"/>
                </a:moveTo>
                <a:lnTo>
                  <a:pt x="2364" y="2445"/>
                </a:lnTo>
                <a:lnTo>
                  <a:pt x="2364" y="1003"/>
                </a:lnTo>
                <a:lnTo>
                  <a:pt x="149" y="1003"/>
                </a:lnTo>
                <a:lnTo>
                  <a:pt x="149" y="2445"/>
                </a:lnTo>
                <a:close/>
                <a:moveTo>
                  <a:pt x="2364" y="438"/>
                </a:moveTo>
                <a:lnTo>
                  <a:pt x="2130" y="438"/>
                </a:lnTo>
                <a:lnTo>
                  <a:pt x="2130" y="646"/>
                </a:lnTo>
                <a:cubicBezTo>
                  <a:pt x="2130" y="688"/>
                  <a:pt x="2097" y="721"/>
                  <a:pt x="2055" y="721"/>
                </a:cubicBezTo>
                <a:cubicBezTo>
                  <a:pt x="2014" y="721"/>
                  <a:pt x="1981" y="688"/>
                  <a:pt x="1981" y="646"/>
                </a:cubicBezTo>
                <a:lnTo>
                  <a:pt x="1981" y="438"/>
                </a:lnTo>
                <a:lnTo>
                  <a:pt x="563" y="438"/>
                </a:lnTo>
                <a:lnTo>
                  <a:pt x="563" y="646"/>
                </a:lnTo>
                <a:cubicBezTo>
                  <a:pt x="563" y="688"/>
                  <a:pt x="530" y="721"/>
                  <a:pt x="488" y="721"/>
                </a:cubicBezTo>
                <a:cubicBezTo>
                  <a:pt x="447" y="721"/>
                  <a:pt x="414" y="688"/>
                  <a:pt x="414" y="646"/>
                </a:cubicBezTo>
                <a:lnTo>
                  <a:pt x="414" y="438"/>
                </a:lnTo>
                <a:lnTo>
                  <a:pt x="149" y="438"/>
                </a:lnTo>
                <a:lnTo>
                  <a:pt x="149" y="853"/>
                </a:lnTo>
                <a:lnTo>
                  <a:pt x="2364" y="853"/>
                </a:lnTo>
                <a:lnTo>
                  <a:pt x="2364" y="438"/>
                </a:lnTo>
                <a:close/>
                <a:moveTo>
                  <a:pt x="866" y="2231"/>
                </a:moveTo>
                <a:cubicBezTo>
                  <a:pt x="852" y="2231"/>
                  <a:pt x="838" y="2226"/>
                  <a:pt x="827" y="2217"/>
                </a:cubicBezTo>
                <a:cubicBezTo>
                  <a:pt x="810" y="2203"/>
                  <a:pt x="803" y="2180"/>
                  <a:pt x="807" y="2159"/>
                </a:cubicBezTo>
                <a:lnTo>
                  <a:pt x="870" y="1866"/>
                </a:lnTo>
                <a:cubicBezTo>
                  <a:pt x="872" y="1856"/>
                  <a:pt x="877" y="1848"/>
                  <a:pt x="883" y="1840"/>
                </a:cubicBezTo>
                <a:lnTo>
                  <a:pt x="910" y="1807"/>
                </a:lnTo>
                <a:cubicBezTo>
                  <a:pt x="911" y="1807"/>
                  <a:pt x="911" y="1806"/>
                  <a:pt x="912" y="1806"/>
                </a:cubicBezTo>
                <a:lnTo>
                  <a:pt x="1254" y="1397"/>
                </a:lnTo>
                <a:lnTo>
                  <a:pt x="1387" y="1239"/>
                </a:lnTo>
                <a:cubicBezTo>
                  <a:pt x="1397" y="1227"/>
                  <a:pt x="1412" y="1219"/>
                  <a:pt x="1427" y="1218"/>
                </a:cubicBezTo>
                <a:cubicBezTo>
                  <a:pt x="1443" y="1217"/>
                  <a:pt x="1459" y="1222"/>
                  <a:pt x="1471" y="1232"/>
                </a:cubicBezTo>
                <a:lnTo>
                  <a:pt x="1686" y="1411"/>
                </a:lnTo>
                <a:cubicBezTo>
                  <a:pt x="1711" y="1432"/>
                  <a:pt x="1714" y="1470"/>
                  <a:pt x="1693" y="1495"/>
                </a:cubicBezTo>
                <a:lnTo>
                  <a:pt x="1218" y="2062"/>
                </a:lnTo>
                <a:cubicBezTo>
                  <a:pt x="1217" y="2063"/>
                  <a:pt x="1217" y="2064"/>
                  <a:pt x="1216" y="2064"/>
                </a:cubicBezTo>
                <a:lnTo>
                  <a:pt x="1189" y="2097"/>
                </a:lnTo>
                <a:cubicBezTo>
                  <a:pt x="1183" y="2104"/>
                  <a:pt x="1175" y="2110"/>
                  <a:pt x="1166" y="2114"/>
                </a:cubicBezTo>
                <a:lnTo>
                  <a:pt x="888" y="2227"/>
                </a:lnTo>
                <a:cubicBezTo>
                  <a:pt x="881" y="2230"/>
                  <a:pt x="873" y="2231"/>
                  <a:pt x="866" y="2231"/>
                </a:cubicBezTo>
                <a:close/>
                <a:moveTo>
                  <a:pt x="948" y="2074"/>
                </a:moveTo>
                <a:lnTo>
                  <a:pt x="1094" y="2014"/>
                </a:lnTo>
                <a:lnTo>
                  <a:pt x="1052" y="1949"/>
                </a:lnTo>
                <a:lnTo>
                  <a:pt x="981" y="1920"/>
                </a:lnTo>
                <a:lnTo>
                  <a:pt x="948" y="2074"/>
                </a:lnTo>
                <a:close/>
                <a:moveTo>
                  <a:pt x="1430" y="1623"/>
                </a:moveTo>
                <a:lnTo>
                  <a:pt x="1306" y="1520"/>
                </a:lnTo>
                <a:lnTo>
                  <a:pt x="1055" y="1821"/>
                </a:lnTo>
                <a:lnTo>
                  <a:pt x="1115" y="1846"/>
                </a:lnTo>
                <a:cubicBezTo>
                  <a:pt x="1126" y="1851"/>
                  <a:pt x="1136" y="1859"/>
                  <a:pt x="1142" y="1869"/>
                </a:cubicBezTo>
                <a:lnTo>
                  <a:pt x="1178" y="1924"/>
                </a:lnTo>
                <a:lnTo>
                  <a:pt x="1430" y="1623"/>
                </a:lnTo>
                <a:close/>
                <a:moveTo>
                  <a:pt x="1563" y="1464"/>
                </a:moveTo>
                <a:lnTo>
                  <a:pt x="1440" y="1361"/>
                </a:lnTo>
                <a:lnTo>
                  <a:pt x="1383" y="1428"/>
                </a:lnTo>
                <a:lnTo>
                  <a:pt x="1506" y="1532"/>
                </a:lnTo>
                <a:lnTo>
                  <a:pt x="1563" y="1464"/>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92" name="Freeform 23">
            <a:extLst>
              <a:ext uri="{FF2B5EF4-FFF2-40B4-BE49-F238E27FC236}">
                <a16:creationId xmlns:a16="http://schemas.microsoft.com/office/drawing/2014/main" id="{CA42021B-89FB-7A4A-AD73-6F29E7A27158}"/>
              </a:ext>
            </a:extLst>
          </p:cNvPr>
          <p:cNvSpPr>
            <a:spLocks noChangeAspect="1" noChangeArrowheads="1"/>
          </p:cNvSpPr>
          <p:nvPr/>
        </p:nvSpPr>
        <p:spPr bwMode="auto">
          <a:xfrm>
            <a:off x="6505364" y="1515974"/>
            <a:ext cx="393587" cy="433905"/>
          </a:xfrm>
          <a:custGeom>
            <a:avLst/>
            <a:gdLst>
              <a:gd name="T0" fmla="*/ 232396 w 2178"/>
              <a:gd name="T1" fmla="*/ 203621 h 2408"/>
              <a:gd name="T2" fmla="*/ 63558 w 2178"/>
              <a:gd name="T3" fmla="*/ 203621 h 2408"/>
              <a:gd name="T4" fmla="*/ 52491 w 2178"/>
              <a:gd name="T5" fmla="*/ 214834 h 2408"/>
              <a:gd name="T6" fmla="*/ 63558 w 2178"/>
              <a:gd name="T7" fmla="*/ 226047 h 2408"/>
              <a:gd name="T8" fmla="*/ 232396 w 2178"/>
              <a:gd name="T9" fmla="*/ 226047 h 2408"/>
              <a:gd name="T10" fmla="*/ 243613 w 2178"/>
              <a:gd name="T11" fmla="*/ 214834 h 2408"/>
              <a:gd name="T12" fmla="*/ 232396 w 2178"/>
              <a:gd name="T13" fmla="*/ 203621 h 2408"/>
              <a:gd name="T14" fmla="*/ 232396 w 2178"/>
              <a:gd name="T15" fmla="*/ 267757 h 2408"/>
              <a:gd name="T16" fmla="*/ 63558 w 2178"/>
              <a:gd name="T17" fmla="*/ 267757 h 2408"/>
              <a:gd name="T18" fmla="*/ 52491 w 2178"/>
              <a:gd name="T19" fmla="*/ 278821 h 2408"/>
              <a:gd name="T20" fmla="*/ 63558 w 2178"/>
              <a:gd name="T21" fmla="*/ 290033 h 2408"/>
              <a:gd name="T22" fmla="*/ 232396 w 2178"/>
              <a:gd name="T23" fmla="*/ 290033 h 2408"/>
              <a:gd name="T24" fmla="*/ 243613 w 2178"/>
              <a:gd name="T25" fmla="*/ 278821 h 2408"/>
              <a:gd name="T26" fmla="*/ 232396 w 2178"/>
              <a:gd name="T27" fmla="*/ 267757 h 2408"/>
              <a:gd name="T28" fmla="*/ 284738 w 2178"/>
              <a:gd name="T29" fmla="*/ 110631 h 2408"/>
              <a:gd name="T30" fmla="*/ 273672 w 2178"/>
              <a:gd name="T31" fmla="*/ 121844 h 2408"/>
              <a:gd name="T32" fmla="*/ 273672 w 2178"/>
              <a:gd name="T33" fmla="*/ 337126 h 2408"/>
              <a:gd name="T34" fmla="*/ 273672 w 2178"/>
              <a:gd name="T35" fmla="*/ 337276 h 2408"/>
              <a:gd name="T36" fmla="*/ 271129 w 2178"/>
              <a:gd name="T37" fmla="*/ 337575 h 2408"/>
              <a:gd name="T38" fmla="*/ 25722 w 2178"/>
              <a:gd name="T39" fmla="*/ 337575 h 2408"/>
              <a:gd name="T40" fmla="*/ 22432 w 2178"/>
              <a:gd name="T41" fmla="*/ 334585 h 2408"/>
              <a:gd name="T42" fmla="*/ 22432 w 2178"/>
              <a:gd name="T43" fmla="*/ 26611 h 2408"/>
              <a:gd name="T44" fmla="*/ 23180 w 2178"/>
              <a:gd name="T45" fmla="*/ 22425 h 2408"/>
              <a:gd name="T46" fmla="*/ 185738 w 2178"/>
              <a:gd name="T47" fmla="*/ 22425 h 2408"/>
              <a:gd name="T48" fmla="*/ 196954 w 2178"/>
              <a:gd name="T49" fmla="*/ 11213 h 2408"/>
              <a:gd name="T50" fmla="*/ 185738 w 2178"/>
              <a:gd name="T51" fmla="*/ 0 h 2408"/>
              <a:gd name="T52" fmla="*/ 22881 w 2178"/>
              <a:gd name="T53" fmla="*/ 0 h 2408"/>
              <a:gd name="T54" fmla="*/ 0 w 2178"/>
              <a:gd name="T55" fmla="*/ 26611 h 2408"/>
              <a:gd name="T56" fmla="*/ 0 w 2178"/>
              <a:gd name="T57" fmla="*/ 334585 h 2408"/>
              <a:gd name="T58" fmla="*/ 25722 w 2178"/>
              <a:gd name="T59" fmla="*/ 359850 h 2408"/>
              <a:gd name="T60" fmla="*/ 271129 w 2178"/>
              <a:gd name="T61" fmla="*/ 359850 h 2408"/>
              <a:gd name="T62" fmla="*/ 295954 w 2178"/>
              <a:gd name="T63" fmla="*/ 337126 h 2408"/>
              <a:gd name="T64" fmla="*/ 295954 w 2178"/>
              <a:gd name="T65" fmla="*/ 121844 h 2408"/>
              <a:gd name="T66" fmla="*/ 284738 w 2178"/>
              <a:gd name="T67" fmla="*/ 110631 h 2408"/>
              <a:gd name="T68" fmla="*/ 321228 w 2178"/>
              <a:gd name="T69" fmla="*/ 4485 h 2408"/>
              <a:gd name="T70" fmla="*/ 305376 w 2178"/>
              <a:gd name="T71" fmla="*/ 4485 h 2408"/>
              <a:gd name="T72" fmla="*/ 231200 w 2178"/>
              <a:gd name="T73" fmla="*/ 78638 h 2408"/>
              <a:gd name="T74" fmla="*/ 198001 w 2178"/>
              <a:gd name="T75" fmla="*/ 45598 h 2408"/>
              <a:gd name="T76" fmla="*/ 182298 w 2178"/>
              <a:gd name="T77" fmla="*/ 45598 h 2408"/>
              <a:gd name="T78" fmla="*/ 182298 w 2178"/>
              <a:gd name="T79" fmla="*/ 61296 h 2408"/>
              <a:gd name="T80" fmla="*/ 223274 w 2178"/>
              <a:gd name="T81" fmla="*/ 102409 h 2408"/>
              <a:gd name="T82" fmla="*/ 231200 w 2178"/>
              <a:gd name="T83" fmla="*/ 105698 h 2408"/>
              <a:gd name="T84" fmla="*/ 239126 w 2178"/>
              <a:gd name="T85" fmla="*/ 102409 h 2408"/>
              <a:gd name="T86" fmla="*/ 321228 w 2178"/>
              <a:gd name="T87" fmla="*/ 20332 h 2408"/>
              <a:gd name="T88" fmla="*/ 321228 w 2178"/>
              <a:gd name="T89" fmla="*/ 4485 h 2408"/>
              <a:gd name="T90" fmla="*/ 151043 w 2178"/>
              <a:gd name="T91" fmla="*/ 69817 h 2408"/>
              <a:gd name="T92" fmla="*/ 63558 w 2178"/>
              <a:gd name="T93" fmla="*/ 69817 h 2408"/>
              <a:gd name="T94" fmla="*/ 52491 w 2178"/>
              <a:gd name="T95" fmla="*/ 81030 h 2408"/>
              <a:gd name="T96" fmla="*/ 63558 w 2178"/>
              <a:gd name="T97" fmla="*/ 92243 h 2408"/>
              <a:gd name="T98" fmla="*/ 151043 w 2178"/>
              <a:gd name="T99" fmla="*/ 92243 h 2408"/>
              <a:gd name="T100" fmla="*/ 162109 w 2178"/>
              <a:gd name="T101" fmla="*/ 81030 h 2408"/>
              <a:gd name="T102" fmla="*/ 151043 w 2178"/>
              <a:gd name="T103" fmla="*/ 69817 h 2408"/>
              <a:gd name="T104" fmla="*/ 232396 w 2178"/>
              <a:gd name="T105" fmla="*/ 133953 h 2408"/>
              <a:gd name="T106" fmla="*/ 63558 w 2178"/>
              <a:gd name="T107" fmla="*/ 133953 h 2408"/>
              <a:gd name="T108" fmla="*/ 52491 w 2178"/>
              <a:gd name="T109" fmla="*/ 145166 h 2408"/>
              <a:gd name="T110" fmla="*/ 63558 w 2178"/>
              <a:gd name="T111" fmla="*/ 156229 h 2408"/>
              <a:gd name="T112" fmla="*/ 232396 w 2178"/>
              <a:gd name="T113" fmla="*/ 156229 h 2408"/>
              <a:gd name="T114" fmla="*/ 243613 w 2178"/>
              <a:gd name="T115" fmla="*/ 145166 h 2408"/>
              <a:gd name="T116" fmla="*/ 232396 w 2178"/>
              <a:gd name="T117" fmla="*/ 133953 h 240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178" h="2408">
                <a:moveTo>
                  <a:pt x="1554" y="1362"/>
                </a:moveTo>
                <a:lnTo>
                  <a:pt x="425" y="1362"/>
                </a:lnTo>
                <a:cubicBezTo>
                  <a:pt x="384" y="1362"/>
                  <a:pt x="351" y="1396"/>
                  <a:pt x="351" y="1437"/>
                </a:cubicBezTo>
                <a:cubicBezTo>
                  <a:pt x="351" y="1478"/>
                  <a:pt x="384" y="1512"/>
                  <a:pt x="425" y="1512"/>
                </a:cubicBezTo>
                <a:lnTo>
                  <a:pt x="1554" y="1512"/>
                </a:lnTo>
                <a:cubicBezTo>
                  <a:pt x="1595" y="1512"/>
                  <a:pt x="1629" y="1478"/>
                  <a:pt x="1629" y="1437"/>
                </a:cubicBezTo>
                <a:cubicBezTo>
                  <a:pt x="1629" y="1396"/>
                  <a:pt x="1595" y="1362"/>
                  <a:pt x="1554" y="1362"/>
                </a:cubicBezTo>
                <a:close/>
                <a:moveTo>
                  <a:pt x="1554" y="1791"/>
                </a:moveTo>
                <a:lnTo>
                  <a:pt x="425" y="1791"/>
                </a:lnTo>
                <a:cubicBezTo>
                  <a:pt x="384" y="1791"/>
                  <a:pt x="351" y="1824"/>
                  <a:pt x="351" y="1865"/>
                </a:cubicBezTo>
                <a:cubicBezTo>
                  <a:pt x="351" y="1907"/>
                  <a:pt x="384" y="1940"/>
                  <a:pt x="425" y="1940"/>
                </a:cubicBezTo>
                <a:lnTo>
                  <a:pt x="1554" y="1940"/>
                </a:lnTo>
                <a:cubicBezTo>
                  <a:pt x="1595" y="1940"/>
                  <a:pt x="1629" y="1907"/>
                  <a:pt x="1629" y="1865"/>
                </a:cubicBezTo>
                <a:cubicBezTo>
                  <a:pt x="1629" y="1824"/>
                  <a:pt x="1595" y="1791"/>
                  <a:pt x="1554" y="1791"/>
                </a:cubicBezTo>
                <a:close/>
                <a:moveTo>
                  <a:pt x="1904" y="740"/>
                </a:moveTo>
                <a:cubicBezTo>
                  <a:pt x="1863" y="740"/>
                  <a:pt x="1830" y="774"/>
                  <a:pt x="1830" y="815"/>
                </a:cubicBezTo>
                <a:lnTo>
                  <a:pt x="1830" y="2255"/>
                </a:lnTo>
                <a:lnTo>
                  <a:pt x="1830" y="2256"/>
                </a:lnTo>
                <a:cubicBezTo>
                  <a:pt x="1827" y="2257"/>
                  <a:pt x="1822" y="2258"/>
                  <a:pt x="1813" y="2258"/>
                </a:cubicBezTo>
                <a:lnTo>
                  <a:pt x="172" y="2258"/>
                </a:lnTo>
                <a:cubicBezTo>
                  <a:pt x="159" y="2258"/>
                  <a:pt x="150" y="2249"/>
                  <a:pt x="150" y="2238"/>
                </a:cubicBezTo>
                <a:lnTo>
                  <a:pt x="150" y="178"/>
                </a:lnTo>
                <a:cubicBezTo>
                  <a:pt x="150" y="165"/>
                  <a:pt x="152" y="154"/>
                  <a:pt x="155" y="150"/>
                </a:cubicBezTo>
                <a:lnTo>
                  <a:pt x="1242" y="150"/>
                </a:lnTo>
                <a:cubicBezTo>
                  <a:pt x="1283" y="150"/>
                  <a:pt x="1317" y="116"/>
                  <a:pt x="1317" y="75"/>
                </a:cubicBezTo>
                <a:cubicBezTo>
                  <a:pt x="1317" y="34"/>
                  <a:pt x="1283" y="0"/>
                  <a:pt x="1242" y="0"/>
                </a:cubicBezTo>
                <a:lnTo>
                  <a:pt x="153" y="0"/>
                </a:lnTo>
                <a:cubicBezTo>
                  <a:pt x="64" y="0"/>
                  <a:pt x="0" y="75"/>
                  <a:pt x="0" y="178"/>
                </a:cubicBezTo>
                <a:lnTo>
                  <a:pt x="0" y="2238"/>
                </a:lnTo>
                <a:cubicBezTo>
                  <a:pt x="0" y="2331"/>
                  <a:pt x="77" y="2407"/>
                  <a:pt x="172" y="2407"/>
                </a:cubicBezTo>
                <a:lnTo>
                  <a:pt x="1813" y="2407"/>
                </a:lnTo>
                <a:cubicBezTo>
                  <a:pt x="1912" y="2407"/>
                  <a:pt x="1979" y="2346"/>
                  <a:pt x="1979" y="2255"/>
                </a:cubicBezTo>
                <a:lnTo>
                  <a:pt x="1979" y="815"/>
                </a:lnTo>
                <a:cubicBezTo>
                  <a:pt x="1979" y="774"/>
                  <a:pt x="1945" y="740"/>
                  <a:pt x="1904" y="740"/>
                </a:cubicBezTo>
                <a:close/>
                <a:moveTo>
                  <a:pt x="2148" y="30"/>
                </a:moveTo>
                <a:cubicBezTo>
                  <a:pt x="2118" y="1"/>
                  <a:pt x="2071" y="1"/>
                  <a:pt x="2042" y="30"/>
                </a:cubicBezTo>
                <a:lnTo>
                  <a:pt x="1546" y="526"/>
                </a:lnTo>
                <a:lnTo>
                  <a:pt x="1324" y="305"/>
                </a:lnTo>
                <a:cubicBezTo>
                  <a:pt x="1295" y="276"/>
                  <a:pt x="1248" y="276"/>
                  <a:pt x="1219" y="305"/>
                </a:cubicBezTo>
                <a:cubicBezTo>
                  <a:pt x="1190" y="334"/>
                  <a:pt x="1190" y="381"/>
                  <a:pt x="1219" y="410"/>
                </a:cubicBezTo>
                <a:lnTo>
                  <a:pt x="1493" y="685"/>
                </a:lnTo>
                <a:cubicBezTo>
                  <a:pt x="1507" y="699"/>
                  <a:pt x="1526" y="707"/>
                  <a:pt x="1546" y="707"/>
                </a:cubicBezTo>
                <a:cubicBezTo>
                  <a:pt x="1566" y="707"/>
                  <a:pt x="1585" y="699"/>
                  <a:pt x="1599" y="685"/>
                </a:cubicBezTo>
                <a:lnTo>
                  <a:pt x="2148" y="136"/>
                </a:lnTo>
                <a:cubicBezTo>
                  <a:pt x="2177" y="107"/>
                  <a:pt x="2177" y="60"/>
                  <a:pt x="2148" y="30"/>
                </a:cubicBezTo>
                <a:close/>
                <a:moveTo>
                  <a:pt x="1010" y="467"/>
                </a:moveTo>
                <a:lnTo>
                  <a:pt x="425" y="467"/>
                </a:lnTo>
                <a:cubicBezTo>
                  <a:pt x="384" y="467"/>
                  <a:pt x="351" y="501"/>
                  <a:pt x="351" y="542"/>
                </a:cubicBezTo>
                <a:cubicBezTo>
                  <a:pt x="351" y="583"/>
                  <a:pt x="384" y="617"/>
                  <a:pt x="425" y="617"/>
                </a:cubicBezTo>
                <a:lnTo>
                  <a:pt x="1010" y="617"/>
                </a:lnTo>
                <a:cubicBezTo>
                  <a:pt x="1051" y="617"/>
                  <a:pt x="1084" y="583"/>
                  <a:pt x="1084" y="542"/>
                </a:cubicBezTo>
                <a:cubicBezTo>
                  <a:pt x="1084" y="501"/>
                  <a:pt x="1051" y="467"/>
                  <a:pt x="1010" y="467"/>
                </a:cubicBezTo>
                <a:close/>
                <a:moveTo>
                  <a:pt x="1554" y="896"/>
                </a:moveTo>
                <a:lnTo>
                  <a:pt x="425" y="896"/>
                </a:lnTo>
                <a:cubicBezTo>
                  <a:pt x="384" y="896"/>
                  <a:pt x="351" y="929"/>
                  <a:pt x="351" y="971"/>
                </a:cubicBezTo>
                <a:cubicBezTo>
                  <a:pt x="351" y="1012"/>
                  <a:pt x="384" y="1045"/>
                  <a:pt x="425" y="1045"/>
                </a:cubicBezTo>
                <a:lnTo>
                  <a:pt x="1554" y="1045"/>
                </a:lnTo>
                <a:cubicBezTo>
                  <a:pt x="1595" y="1045"/>
                  <a:pt x="1629" y="1012"/>
                  <a:pt x="1629" y="971"/>
                </a:cubicBezTo>
                <a:cubicBezTo>
                  <a:pt x="1629" y="929"/>
                  <a:pt x="1595" y="896"/>
                  <a:pt x="1554" y="896"/>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93" name="Freeform 25">
            <a:extLst>
              <a:ext uri="{FF2B5EF4-FFF2-40B4-BE49-F238E27FC236}">
                <a16:creationId xmlns:a16="http://schemas.microsoft.com/office/drawing/2014/main" id="{4CEA4C2C-0C5C-A647-A1C6-FFF239318717}"/>
              </a:ext>
            </a:extLst>
          </p:cNvPr>
          <p:cNvSpPr>
            <a:spLocks noChangeAspect="1" noChangeArrowheads="1"/>
          </p:cNvSpPr>
          <p:nvPr/>
        </p:nvSpPr>
        <p:spPr bwMode="auto">
          <a:xfrm>
            <a:off x="9571496" y="1515974"/>
            <a:ext cx="326389" cy="433905"/>
          </a:xfrm>
          <a:custGeom>
            <a:avLst/>
            <a:gdLst>
              <a:gd name="T0" fmla="*/ 259578 w 1943"/>
              <a:gd name="T1" fmla="*/ 359861 h 2595"/>
              <a:gd name="T2" fmla="*/ 10422 w 1943"/>
              <a:gd name="T3" fmla="*/ 359861 h 2595"/>
              <a:gd name="T4" fmla="*/ 0 w 1943"/>
              <a:gd name="T5" fmla="*/ 349457 h 2595"/>
              <a:gd name="T6" fmla="*/ 0 w 1943"/>
              <a:gd name="T7" fmla="*/ 10266 h 2595"/>
              <a:gd name="T8" fmla="*/ 10422 w 1943"/>
              <a:gd name="T9" fmla="*/ 0 h 2595"/>
              <a:gd name="T10" fmla="*/ 259578 w 1943"/>
              <a:gd name="T11" fmla="*/ 0 h 2595"/>
              <a:gd name="T12" fmla="*/ 269861 w 1943"/>
              <a:gd name="T13" fmla="*/ 10266 h 2595"/>
              <a:gd name="T14" fmla="*/ 269861 w 1943"/>
              <a:gd name="T15" fmla="*/ 349457 h 2595"/>
              <a:gd name="T16" fmla="*/ 259578 w 1943"/>
              <a:gd name="T17" fmla="*/ 359861 h 2595"/>
              <a:gd name="T18" fmla="*/ 20844 w 1943"/>
              <a:gd name="T19" fmla="*/ 339191 h 2595"/>
              <a:gd name="T20" fmla="*/ 249156 w 1943"/>
              <a:gd name="T21" fmla="*/ 339191 h 2595"/>
              <a:gd name="T22" fmla="*/ 249156 w 1943"/>
              <a:gd name="T23" fmla="*/ 20671 h 2595"/>
              <a:gd name="T24" fmla="*/ 20844 w 1943"/>
              <a:gd name="T25" fmla="*/ 20671 h 2595"/>
              <a:gd name="T26" fmla="*/ 20844 w 1943"/>
              <a:gd name="T27" fmla="*/ 339191 h 2595"/>
              <a:gd name="T28" fmla="*/ 214277 w 1943"/>
              <a:gd name="T29" fmla="*/ 160786 h 2595"/>
              <a:gd name="T30" fmla="*/ 57391 w 1943"/>
              <a:gd name="T31" fmla="*/ 160786 h 2595"/>
              <a:gd name="T32" fmla="*/ 46969 w 1943"/>
              <a:gd name="T33" fmla="*/ 150382 h 2595"/>
              <a:gd name="T34" fmla="*/ 57391 w 1943"/>
              <a:gd name="T35" fmla="*/ 140116 h 2595"/>
              <a:gd name="T36" fmla="*/ 214277 w 1943"/>
              <a:gd name="T37" fmla="*/ 140116 h 2595"/>
              <a:gd name="T38" fmla="*/ 224560 w 1943"/>
              <a:gd name="T39" fmla="*/ 150382 h 2595"/>
              <a:gd name="T40" fmla="*/ 214277 w 1943"/>
              <a:gd name="T41" fmla="*/ 160786 h 2595"/>
              <a:gd name="T42" fmla="*/ 214277 w 1943"/>
              <a:gd name="T43" fmla="*/ 102659 h 2595"/>
              <a:gd name="T44" fmla="*/ 57391 w 1943"/>
              <a:gd name="T45" fmla="*/ 102659 h 2595"/>
              <a:gd name="T46" fmla="*/ 46969 w 1943"/>
              <a:gd name="T47" fmla="*/ 92254 h 2595"/>
              <a:gd name="T48" fmla="*/ 57391 w 1943"/>
              <a:gd name="T49" fmla="*/ 81988 h 2595"/>
              <a:gd name="T50" fmla="*/ 214277 w 1943"/>
              <a:gd name="T51" fmla="*/ 81988 h 2595"/>
              <a:gd name="T52" fmla="*/ 224560 w 1943"/>
              <a:gd name="T53" fmla="*/ 92254 h 2595"/>
              <a:gd name="T54" fmla="*/ 214277 w 1943"/>
              <a:gd name="T55" fmla="*/ 102659 h 2595"/>
              <a:gd name="T56" fmla="*/ 214277 w 1943"/>
              <a:gd name="T57" fmla="*/ 218775 h 2595"/>
              <a:gd name="T58" fmla="*/ 57391 w 1943"/>
              <a:gd name="T59" fmla="*/ 218775 h 2595"/>
              <a:gd name="T60" fmla="*/ 46969 w 1943"/>
              <a:gd name="T61" fmla="*/ 208370 h 2595"/>
              <a:gd name="T62" fmla="*/ 57391 w 1943"/>
              <a:gd name="T63" fmla="*/ 198104 h 2595"/>
              <a:gd name="T64" fmla="*/ 214277 w 1943"/>
              <a:gd name="T65" fmla="*/ 198104 h 2595"/>
              <a:gd name="T66" fmla="*/ 224560 w 1943"/>
              <a:gd name="T67" fmla="*/ 208370 h 2595"/>
              <a:gd name="T68" fmla="*/ 214277 w 1943"/>
              <a:gd name="T69" fmla="*/ 218775 h 2595"/>
              <a:gd name="T70" fmla="*/ 214277 w 1943"/>
              <a:gd name="T71" fmla="*/ 276902 h 2595"/>
              <a:gd name="T72" fmla="*/ 57391 w 1943"/>
              <a:gd name="T73" fmla="*/ 276902 h 2595"/>
              <a:gd name="T74" fmla="*/ 46969 w 1943"/>
              <a:gd name="T75" fmla="*/ 266497 h 2595"/>
              <a:gd name="T76" fmla="*/ 57391 w 1943"/>
              <a:gd name="T77" fmla="*/ 256231 h 2595"/>
              <a:gd name="T78" fmla="*/ 214277 w 1943"/>
              <a:gd name="T79" fmla="*/ 256231 h 2595"/>
              <a:gd name="T80" fmla="*/ 224560 w 1943"/>
              <a:gd name="T81" fmla="*/ 266497 h 2595"/>
              <a:gd name="T82" fmla="*/ 214277 w 1943"/>
              <a:gd name="T83" fmla="*/ 276902 h 259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943" h="2595">
                <a:moveTo>
                  <a:pt x="1868" y="2594"/>
                </a:moveTo>
                <a:lnTo>
                  <a:pt x="75" y="2594"/>
                </a:lnTo>
                <a:cubicBezTo>
                  <a:pt x="34" y="2594"/>
                  <a:pt x="0" y="2561"/>
                  <a:pt x="0" y="2519"/>
                </a:cubicBezTo>
                <a:lnTo>
                  <a:pt x="0" y="74"/>
                </a:lnTo>
                <a:cubicBezTo>
                  <a:pt x="0" y="33"/>
                  <a:pt x="34" y="0"/>
                  <a:pt x="75" y="0"/>
                </a:cubicBezTo>
                <a:lnTo>
                  <a:pt x="1868" y="0"/>
                </a:lnTo>
                <a:cubicBezTo>
                  <a:pt x="1909" y="0"/>
                  <a:pt x="1942" y="33"/>
                  <a:pt x="1942" y="74"/>
                </a:cubicBezTo>
                <a:lnTo>
                  <a:pt x="1942" y="2519"/>
                </a:lnTo>
                <a:cubicBezTo>
                  <a:pt x="1942" y="2561"/>
                  <a:pt x="1909" y="2594"/>
                  <a:pt x="1868" y="2594"/>
                </a:cubicBezTo>
                <a:close/>
                <a:moveTo>
                  <a:pt x="150" y="2445"/>
                </a:moveTo>
                <a:lnTo>
                  <a:pt x="1793" y="2445"/>
                </a:lnTo>
                <a:lnTo>
                  <a:pt x="1793" y="149"/>
                </a:lnTo>
                <a:lnTo>
                  <a:pt x="150" y="149"/>
                </a:lnTo>
                <a:lnTo>
                  <a:pt x="150" y="2445"/>
                </a:lnTo>
                <a:close/>
                <a:moveTo>
                  <a:pt x="1542" y="1159"/>
                </a:moveTo>
                <a:lnTo>
                  <a:pt x="413" y="1159"/>
                </a:lnTo>
                <a:cubicBezTo>
                  <a:pt x="371" y="1159"/>
                  <a:pt x="338" y="1125"/>
                  <a:pt x="338" y="1084"/>
                </a:cubicBezTo>
                <a:cubicBezTo>
                  <a:pt x="338" y="1042"/>
                  <a:pt x="371" y="1010"/>
                  <a:pt x="413" y="1010"/>
                </a:cubicBezTo>
                <a:lnTo>
                  <a:pt x="1542" y="1010"/>
                </a:lnTo>
                <a:cubicBezTo>
                  <a:pt x="1583" y="1010"/>
                  <a:pt x="1616" y="1042"/>
                  <a:pt x="1616" y="1084"/>
                </a:cubicBezTo>
                <a:cubicBezTo>
                  <a:pt x="1616" y="1125"/>
                  <a:pt x="1583" y="1159"/>
                  <a:pt x="1542" y="1159"/>
                </a:cubicBezTo>
                <a:close/>
                <a:moveTo>
                  <a:pt x="1542" y="740"/>
                </a:moveTo>
                <a:lnTo>
                  <a:pt x="413" y="740"/>
                </a:lnTo>
                <a:cubicBezTo>
                  <a:pt x="371" y="740"/>
                  <a:pt x="338" y="706"/>
                  <a:pt x="338" y="665"/>
                </a:cubicBezTo>
                <a:cubicBezTo>
                  <a:pt x="338" y="623"/>
                  <a:pt x="371" y="591"/>
                  <a:pt x="413" y="591"/>
                </a:cubicBezTo>
                <a:lnTo>
                  <a:pt x="1542" y="591"/>
                </a:lnTo>
                <a:cubicBezTo>
                  <a:pt x="1583" y="591"/>
                  <a:pt x="1616" y="623"/>
                  <a:pt x="1616" y="665"/>
                </a:cubicBezTo>
                <a:cubicBezTo>
                  <a:pt x="1616" y="706"/>
                  <a:pt x="1583" y="740"/>
                  <a:pt x="1542" y="740"/>
                </a:cubicBezTo>
                <a:close/>
                <a:moveTo>
                  <a:pt x="1542" y="1577"/>
                </a:moveTo>
                <a:lnTo>
                  <a:pt x="413" y="1577"/>
                </a:lnTo>
                <a:cubicBezTo>
                  <a:pt x="371" y="1577"/>
                  <a:pt x="338" y="1544"/>
                  <a:pt x="338" y="1502"/>
                </a:cubicBezTo>
                <a:cubicBezTo>
                  <a:pt x="338" y="1461"/>
                  <a:pt x="371" y="1428"/>
                  <a:pt x="413" y="1428"/>
                </a:cubicBezTo>
                <a:lnTo>
                  <a:pt x="1542" y="1428"/>
                </a:lnTo>
                <a:cubicBezTo>
                  <a:pt x="1583" y="1428"/>
                  <a:pt x="1616" y="1461"/>
                  <a:pt x="1616" y="1502"/>
                </a:cubicBezTo>
                <a:cubicBezTo>
                  <a:pt x="1616" y="1544"/>
                  <a:pt x="1583" y="1577"/>
                  <a:pt x="1542" y="1577"/>
                </a:cubicBezTo>
                <a:close/>
                <a:moveTo>
                  <a:pt x="1542" y="1996"/>
                </a:moveTo>
                <a:lnTo>
                  <a:pt x="413" y="1996"/>
                </a:lnTo>
                <a:cubicBezTo>
                  <a:pt x="371" y="1996"/>
                  <a:pt x="338" y="1963"/>
                  <a:pt x="338" y="1921"/>
                </a:cubicBezTo>
                <a:cubicBezTo>
                  <a:pt x="338" y="1880"/>
                  <a:pt x="371" y="1847"/>
                  <a:pt x="413" y="1847"/>
                </a:cubicBezTo>
                <a:lnTo>
                  <a:pt x="1542" y="1847"/>
                </a:lnTo>
                <a:cubicBezTo>
                  <a:pt x="1583" y="1847"/>
                  <a:pt x="1616" y="1880"/>
                  <a:pt x="1616" y="1921"/>
                </a:cubicBezTo>
                <a:cubicBezTo>
                  <a:pt x="1616" y="1963"/>
                  <a:pt x="1583" y="1996"/>
                  <a:pt x="1542" y="1996"/>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94" name="Freeform 26">
            <a:extLst>
              <a:ext uri="{FF2B5EF4-FFF2-40B4-BE49-F238E27FC236}">
                <a16:creationId xmlns:a16="http://schemas.microsoft.com/office/drawing/2014/main" id="{EC105E1B-E528-2B45-ACA5-C1C0590A71EE}"/>
              </a:ext>
            </a:extLst>
          </p:cNvPr>
          <p:cNvSpPr>
            <a:spLocks noChangeAspect="1" noChangeArrowheads="1"/>
          </p:cNvSpPr>
          <p:nvPr/>
        </p:nvSpPr>
        <p:spPr bwMode="auto">
          <a:xfrm>
            <a:off x="4708307" y="3343750"/>
            <a:ext cx="464624" cy="435825"/>
          </a:xfrm>
          <a:custGeom>
            <a:avLst/>
            <a:gdLst>
              <a:gd name="T0" fmla="*/ 301565 w 2595"/>
              <a:gd name="T1" fmla="*/ 158667 h 2430"/>
              <a:gd name="T2" fmla="*/ 301565 w 2595"/>
              <a:gd name="T3" fmla="*/ 136593 h 2430"/>
              <a:gd name="T4" fmla="*/ 198527 w 2595"/>
              <a:gd name="T5" fmla="*/ 147704 h 2430"/>
              <a:gd name="T6" fmla="*/ 209630 w 2595"/>
              <a:gd name="T7" fmla="*/ 194222 h 2430"/>
              <a:gd name="T8" fmla="*/ 259965 w 2595"/>
              <a:gd name="T9" fmla="*/ 183111 h 2430"/>
              <a:gd name="T10" fmla="*/ 209630 w 2595"/>
              <a:gd name="T11" fmla="*/ 172296 h 2430"/>
              <a:gd name="T12" fmla="*/ 209630 w 2595"/>
              <a:gd name="T13" fmla="*/ 194222 h 2430"/>
              <a:gd name="T14" fmla="*/ 275806 w 2595"/>
              <a:gd name="T15" fmla="*/ 125778 h 2430"/>
              <a:gd name="T16" fmla="*/ 275806 w 2595"/>
              <a:gd name="T17" fmla="*/ 103704 h 2430"/>
              <a:gd name="T18" fmla="*/ 198527 w 2595"/>
              <a:gd name="T19" fmla="*/ 114667 h 2430"/>
              <a:gd name="T20" fmla="*/ 364484 w 2595"/>
              <a:gd name="T21" fmla="*/ 0 h 2430"/>
              <a:gd name="T22" fmla="*/ 0 w 2595"/>
              <a:gd name="T23" fmla="*/ 17037 h 2430"/>
              <a:gd name="T24" fmla="*/ 17765 w 2595"/>
              <a:gd name="T25" fmla="*/ 63111 h 2430"/>
              <a:gd name="T26" fmla="*/ 37603 w 2595"/>
              <a:gd name="T27" fmla="*/ 285778 h 2430"/>
              <a:gd name="T28" fmla="*/ 180021 w 2595"/>
              <a:gd name="T29" fmla="*/ 307407 h 2430"/>
              <a:gd name="T30" fmla="*/ 137681 w 2595"/>
              <a:gd name="T31" fmla="*/ 355852 h 2430"/>
              <a:gd name="T32" fmla="*/ 153225 w 2595"/>
              <a:gd name="T33" fmla="*/ 357481 h 2430"/>
              <a:gd name="T34" fmla="*/ 230208 w 2595"/>
              <a:gd name="T35" fmla="*/ 357481 h 2430"/>
              <a:gd name="T36" fmla="*/ 245753 w 2595"/>
              <a:gd name="T37" fmla="*/ 355852 h 2430"/>
              <a:gd name="T38" fmla="*/ 202376 w 2595"/>
              <a:gd name="T39" fmla="*/ 306519 h 2430"/>
              <a:gd name="T40" fmla="*/ 201932 w 2595"/>
              <a:gd name="T41" fmla="*/ 285778 h 2430"/>
              <a:gd name="T42" fmla="*/ 366113 w 2595"/>
              <a:gd name="T43" fmla="*/ 266667 h 2430"/>
              <a:gd name="T44" fmla="*/ 384026 w 2595"/>
              <a:gd name="T45" fmla="*/ 46222 h 2430"/>
              <a:gd name="T46" fmla="*/ 364484 w 2595"/>
              <a:gd name="T47" fmla="*/ 0 h 2430"/>
              <a:gd name="T48" fmla="*/ 39972 w 2595"/>
              <a:gd name="T49" fmla="*/ 263704 h 2430"/>
              <a:gd name="T50" fmla="*/ 344054 w 2595"/>
              <a:gd name="T51" fmla="*/ 63111 h 2430"/>
              <a:gd name="T52" fmla="*/ 361967 w 2595"/>
              <a:gd name="T53" fmla="*/ 41037 h 2430"/>
              <a:gd name="T54" fmla="*/ 22059 w 2595"/>
              <a:gd name="T55" fmla="*/ 22222 h 2430"/>
              <a:gd name="T56" fmla="*/ 361967 w 2595"/>
              <a:gd name="T57" fmla="*/ 41037 h 2430"/>
              <a:gd name="T58" fmla="*/ 301565 w 2595"/>
              <a:gd name="T59" fmla="*/ 227111 h 2430"/>
              <a:gd name="T60" fmla="*/ 301565 w 2595"/>
              <a:gd name="T61" fmla="*/ 205037 h 2430"/>
              <a:gd name="T62" fmla="*/ 198527 w 2595"/>
              <a:gd name="T63" fmla="*/ 216000 h 2430"/>
              <a:gd name="T64" fmla="*/ 86606 w 2595"/>
              <a:gd name="T65" fmla="*/ 227111 h 2430"/>
              <a:gd name="T66" fmla="*/ 173656 w 2595"/>
              <a:gd name="T67" fmla="*/ 210519 h 2430"/>
              <a:gd name="T68" fmla="*/ 158259 w 2595"/>
              <a:gd name="T69" fmla="*/ 103704 h 2430"/>
              <a:gd name="T70" fmla="*/ 71209 w 2595"/>
              <a:gd name="T71" fmla="*/ 120148 h 2430"/>
              <a:gd name="T72" fmla="*/ 86606 w 2595"/>
              <a:gd name="T73" fmla="*/ 227111 h 2430"/>
              <a:gd name="T74" fmla="*/ 151597 w 2595"/>
              <a:gd name="T75" fmla="*/ 125778 h 2430"/>
              <a:gd name="T76" fmla="*/ 93416 w 2595"/>
              <a:gd name="T77" fmla="*/ 205037 h 243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595" h="2430">
                <a:moveTo>
                  <a:pt x="1416" y="1071"/>
                </a:moveTo>
                <a:lnTo>
                  <a:pt x="2037" y="1071"/>
                </a:lnTo>
                <a:cubicBezTo>
                  <a:pt x="2079" y="1071"/>
                  <a:pt x="2112" y="1038"/>
                  <a:pt x="2112" y="997"/>
                </a:cubicBezTo>
                <a:cubicBezTo>
                  <a:pt x="2112" y="955"/>
                  <a:pt x="2079" y="922"/>
                  <a:pt x="2037" y="922"/>
                </a:cubicBezTo>
                <a:lnTo>
                  <a:pt x="1416" y="922"/>
                </a:lnTo>
                <a:cubicBezTo>
                  <a:pt x="1375" y="922"/>
                  <a:pt x="1341" y="955"/>
                  <a:pt x="1341" y="997"/>
                </a:cubicBezTo>
                <a:cubicBezTo>
                  <a:pt x="1341" y="1038"/>
                  <a:pt x="1375" y="1071"/>
                  <a:pt x="1416" y="1071"/>
                </a:cubicBezTo>
                <a:close/>
                <a:moveTo>
                  <a:pt x="1416" y="1311"/>
                </a:moveTo>
                <a:lnTo>
                  <a:pt x="1681" y="1311"/>
                </a:lnTo>
                <a:cubicBezTo>
                  <a:pt x="1722" y="1311"/>
                  <a:pt x="1756" y="1278"/>
                  <a:pt x="1756" y="1236"/>
                </a:cubicBezTo>
                <a:cubicBezTo>
                  <a:pt x="1756" y="1195"/>
                  <a:pt x="1722" y="1163"/>
                  <a:pt x="1681" y="1163"/>
                </a:cubicBezTo>
                <a:lnTo>
                  <a:pt x="1416" y="1163"/>
                </a:lnTo>
                <a:cubicBezTo>
                  <a:pt x="1375" y="1163"/>
                  <a:pt x="1341" y="1196"/>
                  <a:pt x="1341" y="1236"/>
                </a:cubicBezTo>
                <a:cubicBezTo>
                  <a:pt x="1341" y="1278"/>
                  <a:pt x="1375" y="1311"/>
                  <a:pt x="1416" y="1311"/>
                </a:cubicBezTo>
                <a:close/>
                <a:moveTo>
                  <a:pt x="1416" y="849"/>
                </a:moveTo>
                <a:lnTo>
                  <a:pt x="1863" y="849"/>
                </a:lnTo>
                <a:cubicBezTo>
                  <a:pt x="1905" y="849"/>
                  <a:pt x="1938" y="815"/>
                  <a:pt x="1938" y="774"/>
                </a:cubicBezTo>
                <a:cubicBezTo>
                  <a:pt x="1938" y="732"/>
                  <a:pt x="1905" y="700"/>
                  <a:pt x="1863" y="700"/>
                </a:cubicBezTo>
                <a:lnTo>
                  <a:pt x="1416" y="700"/>
                </a:lnTo>
                <a:cubicBezTo>
                  <a:pt x="1375" y="700"/>
                  <a:pt x="1341" y="732"/>
                  <a:pt x="1341" y="774"/>
                </a:cubicBezTo>
                <a:cubicBezTo>
                  <a:pt x="1341" y="815"/>
                  <a:pt x="1375" y="849"/>
                  <a:pt x="1416" y="849"/>
                </a:cubicBezTo>
                <a:close/>
                <a:moveTo>
                  <a:pt x="2462" y="0"/>
                </a:moveTo>
                <a:lnTo>
                  <a:pt x="132" y="0"/>
                </a:lnTo>
                <a:cubicBezTo>
                  <a:pt x="58" y="0"/>
                  <a:pt x="0" y="51"/>
                  <a:pt x="0" y="115"/>
                </a:cubicBezTo>
                <a:lnTo>
                  <a:pt x="0" y="312"/>
                </a:lnTo>
                <a:cubicBezTo>
                  <a:pt x="0" y="373"/>
                  <a:pt x="52" y="421"/>
                  <a:pt x="120" y="426"/>
                </a:cubicBezTo>
                <a:lnTo>
                  <a:pt x="120" y="1800"/>
                </a:lnTo>
                <a:cubicBezTo>
                  <a:pt x="120" y="1871"/>
                  <a:pt x="180" y="1929"/>
                  <a:pt x="254" y="1929"/>
                </a:cubicBezTo>
                <a:lnTo>
                  <a:pt x="1216" y="1929"/>
                </a:lnTo>
                <a:lnTo>
                  <a:pt x="1216" y="2075"/>
                </a:lnTo>
                <a:lnTo>
                  <a:pt x="941" y="2297"/>
                </a:lnTo>
                <a:cubicBezTo>
                  <a:pt x="909" y="2323"/>
                  <a:pt x="904" y="2370"/>
                  <a:pt x="930" y="2402"/>
                </a:cubicBezTo>
                <a:cubicBezTo>
                  <a:pt x="945" y="2420"/>
                  <a:pt x="967" y="2429"/>
                  <a:pt x="988" y="2429"/>
                </a:cubicBezTo>
                <a:cubicBezTo>
                  <a:pt x="1005" y="2429"/>
                  <a:pt x="1021" y="2424"/>
                  <a:pt x="1035" y="2413"/>
                </a:cubicBezTo>
                <a:lnTo>
                  <a:pt x="1296" y="2202"/>
                </a:lnTo>
                <a:lnTo>
                  <a:pt x="1555" y="2413"/>
                </a:lnTo>
                <a:cubicBezTo>
                  <a:pt x="1569" y="2424"/>
                  <a:pt x="1585" y="2429"/>
                  <a:pt x="1602" y="2429"/>
                </a:cubicBezTo>
                <a:cubicBezTo>
                  <a:pt x="1624" y="2429"/>
                  <a:pt x="1645" y="2420"/>
                  <a:pt x="1660" y="2402"/>
                </a:cubicBezTo>
                <a:cubicBezTo>
                  <a:pt x="1686" y="2370"/>
                  <a:pt x="1681" y="2323"/>
                  <a:pt x="1649" y="2297"/>
                </a:cubicBezTo>
                <a:lnTo>
                  <a:pt x="1367" y="2069"/>
                </a:lnTo>
                <a:cubicBezTo>
                  <a:pt x="1366" y="2067"/>
                  <a:pt x="1365" y="2065"/>
                  <a:pt x="1364" y="2063"/>
                </a:cubicBezTo>
                <a:lnTo>
                  <a:pt x="1364" y="1929"/>
                </a:lnTo>
                <a:lnTo>
                  <a:pt x="2340" y="1929"/>
                </a:lnTo>
                <a:cubicBezTo>
                  <a:pt x="2413" y="1929"/>
                  <a:pt x="2473" y="1871"/>
                  <a:pt x="2473" y="1800"/>
                </a:cubicBezTo>
                <a:lnTo>
                  <a:pt x="2473" y="426"/>
                </a:lnTo>
                <a:cubicBezTo>
                  <a:pt x="2542" y="421"/>
                  <a:pt x="2594" y="373"/>
                  <a:pt x="2594" y="312"/>
                </a:cubicBezTo>
                <a:lnTo>
                  <a:pt x="2594" y="115"/>
                </a:lnTo>
                <a:cubicBezTo>
                  <a:pt x="2594" y="51"/>
                  <a:pt x="2536" y="0"/>
                  <a:pt x="2462" y="0"/>
                </a:cubicBezTo>
                <a:close/>
                <a:moveTo>
                  <a:pt x="2324" y="1780"/>
                </a:moveTo>
                <a:lnTo>
                  <a:pt x="270" y="1780"/>
                </a:lnTo>
                <a:lnTo>
                  <a:pt x="270" y="426"/>
                </a:lnTo>
                <a:lnTo>
                  <a:pt x="2324" y="426"/>
                </a:lnTo>
                <a:lnTo>
                  <a:pt x="2324" y="1780"/>
                </a:lnTo>
                <a:close/>
                <a:moveTo>
                  <a:pt x="2445" y="277"/>
                </a:moveTo>
                <a:lnTo>
                  <a:pt x="149" y="277"/>
                </a:lnTo>
                <a:lnTo>
                  <a:pt x="149" y="150"/>
                </a:lnTo>
                <a:lnTo>
                  <a:pt x="2445" y="150"/>
                </a:lnTo>
                <a:lnTo>
                  <a:pt x="2445" y="277"/>
                </a:lnTo>
                <a:close/>
                <a:moveTo>
                  <a:pt x="1416" y="1533"/>
                </a:moveTo>
                <a:lnTo>
                  <a:pt x="2037" y="1533"/>
                </a:lnTo>
                <a:cubicBezTo>
                  <a:pt x="2079" y="1533"/>
                  <a:pt x="2112" y="1500"/>
                  <a:pt x="2112" y="1458"/>
                </a:cubicBezTo>
                <a:cubicBezTo>
                  <a:pt x="2112" y="1417"/>
                  <a:pt x="2079" y="1384"/>
                  <a:pt x="2037" y="1384"/>
                </a:cubicBezTo>
                <a:lnTo>
                  <a:pt x="1416" y="1384"/>
                </a:lnTo>
                <a:cubicBezTo>
                  <a:pt x="1375" y="1384"/>
                  <a:pt x="1341" y="1417"/>
                  <a:pt x="1341" y="1458"/>
                </a:cubicBezTo>
                <a:cubicBezTo>
                  <a:pt x="1341" y="1500"/>
                  <a:pt x="1375" y="1533"/>
                  <a:pt x="1416" y="1533"/>
                </a:cubicBezTo>
                <a:close/>
                <a:moveTo>
                  <a:pt x="585" y="1533"/>
                </a:moveTo>
                <a:lnTo>
                  <a:pt x="1069" y="1533"/>
                </a:lnTo>
                <a:cubicBezTo>
                  <a:pt x="1127" y="1533"/>
                  <a:pt x="1173" y="1483"/>
                  <a:pt x="1173" y="1421"/>
                </a:cubicBezTo>
                <a:lnTo>
                  <a:pt x="1173" y="811"/>
                </a:lnTo>
                <a:cubicBezTo>
                  <a:pt x="1173" y="750"/>
                  <a:pt x="1127" y="700"/>
                  <a:pt x="1069" y="700"/>
                </a:cubicBezTo>
                <a:lnTo>
                  <a:pt x="585" y="700"/>
                </a:lnTo>
                <a:cubicBezTo>
                  <a:pt x="528" y="700"/>
                  <a:pt x="481" y="750"/>
                  <a:pt x="481" y="811"/>
                </a:cubicBezTo>
                <a:lnTo>
                  <a:pt x="481" y="1421"/>
                </a:lnTo>
                <a:cubicBezTo>
                  <a:pt x="481" y="1483"/>
                  <a:pt x="528" y="1533"/>
                  <a:pt x="585" y="1533"/>
                </a:cubicBezTo>
                <a:close/>
                <a:moveTo>
                  <a:pt x="631" y="849"/>
                </a:moveTo>
                <a:lnTo>
                  <a:pt x="1024" y="849"/>
                </a:lnTo>
                <a:lnTo>
                  <a:pt x="1024" y="1384"/>
                </a:lnTo>
                <a:lnTo>
                  <a:pt x="631" y="1384"/>
                </a:lnTo>
                <a:lnTo>
                  <a:pt x="631" y="849"/>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95" name="Freeform 27">
            <a:extLst>
              <a:ext uri="{FF2B5EF4-FFF2-40B4-BE49-F238E27FC236}">
                <a16:creationId xmlns:a16="http://schemas.microsoft.com/office/drawing/2014/main" id="{A2B79A05-90F1-DC4C-8E72-3C52AE9792A2}"/>
              </a:ext>
            </a:extLst>
          </p:cNvPr>
          <p:cNvSpPr>
            <a:spLocks noChangeAspect="1" noChangeArrowheads="1"/>
          </p:cNvSpPr>
          <p:nvPr/>
        </p:nvSpPr>
        <p:spPr bwMode="auto">
          <a:xfrm>
            <a:off x="5547318" y="4209641"/>
            <a:ext cx="435825" cy="433905"/>
          </a:xfrm>
          <a:custGeom>
            <a:avLst/>
            <a:gdLst>
              <a:gd name="T0" fmla="*/ 61109 w 2598"/>
              <a:gd name="T1" fmla="*/ 236397 h 2598"/>
              <a:gd name="T2" fmla="*/ 169607 w 2598"/>
              <a:gd name="T3" fmla="*/ 182079 h 2598"/>
              <a:gd name="T4" fmla="*/ 179861 w 2598"/>
              <a:gd name="T5" fmla="*/ 246790 h 2598"/>
              <a:gd name="T6" fmla="*/ 190115 w 2598"/>
              <a:gd name="T7" fmla="*/ 182079 h 2598"/>
              <a:gd name="T8" fmla="*/ 298753 w 2598"/>
              <a:gd name="T9" fmla="*/ 236397 h 2598"/>
              <a:gd name="T10" fmla="*/ 319400 w 2598"/>
              <a:gd name="T11" fmla="*/ 236397 h 2598"/>
              <a:gd name="T12" fmla="*/ 309145 w 2598"/>
              <a:gd name="T13" fmla="*/ 161570 h 2598"/>
              <a:gd name="T14" fmla="*/ 190115 w 2598"/>
              <a:gd name="T15" fmla="*/ 123464 h 2598"/>
              <a:gd name="T16" fmla="*/ 169607 w 2598"/>
              <a:gd name="T17" fmla="*/ 123464 h 2598"/>
              <a:gd name="T18" fmla="*/ 50716 w 2598"/>
              <a:gd name="T19" fmla="*/ 161570 h 2598"/>
              <a:gd name="T20" fmla="*/ 40323 w 2598"/>
              <a:gd name="T21" fmla="*/ 236397 h 2598"/>
              <a:gd name="T22" fmla="*/ 163788 w 2598"/>
              <a:gd name="T23" fmla="*/ 101432 h 2598"/>
              <a:gd name="T24" fmla="*/ 230577 w 2598"/>
              <a:gd name="T25" fmla="*/ 66928 h 2598"/>
              <a:gd name="T26" fmla="*/ 195935 w 2598"/>
              <a:gd name="T27" fmla="*/ 0 h 2598"/>
              <a:gd name="T28" fmla="*/ 129145 w 2598"/>
              <a:gd name="T29" fmla="*/ 34503 h 2598"/>
              <a:gd name="T30" fmla="*/ 163788 w 2598"/>
              <a:gd name="T31" fmla="*/ 101432 h 2598"/>
              <a:gd name="T32" fmla="*/ 163788 w 2598"/>
              <a:gd name="T33" fmla="*/ 20647 h 2598"/>
              <a:gd name="T34" fmla="*/ 209931 w 2598"/>
              <a:gd name="T35" fmla="*/ 34503 h 2598"/>
              <a:gd name="T36" fmla="*/ 195935 w 2598"/>
              <a:gd name="T37" fmla="*/ 80785 h 2598"/>
              <a:gd name="T38" fmla="*/ 149931 w 2598"/>
              <a:gd name="T39" fmla="*/ 66928 h 2598"/>
              <a:gd name="T40" fmla="*/ 66790 w 2598"/>
              <a:gd name="T41" fmla="*/ 258291 h 2598"/>
              <a:gd name="T42" fmla="*/ 0 w 2598"/>
              <a:gd name="T43" fmla="*/ 292933 h 2598"/>
              <a:gd name="T44" fmla="*/ 34503 w 2598"/>
              <a:gd name="T45" fmla="*/ 359861 h 2598"/>
              <a:gd name="T46" fmla="*/ 101432 w 2598"/>
              <a:gd name="T47" fmla="*/ 325219 h 2598"/>
              <a:gd name="T48" fmla="*/ 66790 w 2598"/>
              <a:gd name="T49" fmla="*/ 258291 h 2598"/>
              <a:gd name="T50" fmla="*/ 66790 w 2598"/>
              <a:gd name="T51" fmla="*/ 339215 h 2598"/>
              <a:gd name="T52" fmla="*/ 20647 w 2598"/>
              <a:gd name="T53" fmla="*/ 325219 h 2598"/>
              <a:gd name="T54" fmla="*/ 34503 w 2598"/>
              <a:gd name="T55" fmla="*/ 279076 h 2598"/>
              <a:gd name="T56" fmla="*/ 80785 w 2598"/>
              <a:gd name="T57" fmla="*/ 292933 h 2598"/>
              <a:gd name="T58" fmla="*/ 325219 w 2598"/>
              <a:gd name="T59" fmla="*/ 258291 h 2598"/>
              <a:gd name="T60" fmla="*/ 258291 w 2598"/>
              <a:gd name="T61" fmla="*/ 292933 h 2598"/>
              <a:gd name="T62" fmla="*/ 292933 w 2598"/>
              <a:gd name="T63" fmla="*/ 359861 h 2598"/>
              <a:gd name="T64" fmla="*/ 359861 w 2598"/>
              <a:gd name="T65" fmla="*/ 325219 h 2598"/>
              <a:gd name="T66" fmla="*/ 325219 w 2598"/>
              <a:gd name="T67" fmla="*/ 258291 h 2598"/>
              <a:gd name="T68" fmla="*/ 325219 w 2598"/>
              <a:gd name="T69" fmla="*/ 339215 h 2598"/>
              <a:gd name="T70" fmla="*/ 279076 w 2598"/>
              <a:gd name="T71" fmla="*/ 325219 h 2598"/>
              <a:gd name="T72" fmla="*/ 292933 w 2598"/>
              <a:gd name="T73" fmla="*/ 279076 h 2598"/>
              <a:gd name="T74" fmla="*/ 339076 w 2598"/>
              <a:gd name="T75" fmla="*/ 292933 h 2598"/>
              <a:gd name="T76" fmla="*/ 195935 w 2598"/>
              <a:gd name="T77" fmla="*/ 258291 h 2598"/>
              <a:gd name="T78" fmla="*/ 129145 w 2598"/>
              <a:gd name="T79" fmla="*/ 292933 h 2598"/>
              <a:gd name="T80" fmla="*/ 163788 w 2598"/>
              <a:gd name="T81" fmla="*/ 359861 h 2598"/>
              <a:gd name="T82" fmla="*/ 230577 w 2598"/>
              <a:gd name="T83" fmla="*/ 325219 h 2598"/>
              <a:gd name="T84" fmla="*/ 195935 w 2598"/>
              <a:gd name="T85" fmla="*/ 258291 h 2598"/>
              <a:gd name="T86" fmla="*/ 195935 w 2598"/>
              <a:gd name="T87" fmla="*/ 339215 h 2598"/>
              <a:gd name="T88" fmla="*/ 149931 w 2598"/>
              <a:gd name="T89" fmla="*/ 325219 h 2598"/>
              <a:gd name="T90" fmla="*/ 163788 w 2598"/>
              <a:gd name="T91" fmla="*/ 279076 h 2598"/>
              <a:gd name="T92" fmla="*/ 209931 w 2598"/>
              <a:gd name="T93" fmla="*/ 292933 h 259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98" h="2598">
                <a:moveTo>
                  <a:pt x="366" y="1781"/>
                </a:moveTo>
                <a:cubicBezTo>
                  <a:pt x="407" y="1781"/>
                  <a:pt x="441" y="1747"/>
                  <a:pt x="441" y="1706"/>
                </a:cubicBezTo>
                <a:lnTo>
                  <a:pt x="441" y="1314"/>
                </a:lnTo>
                <a:lnTo>
                  <a:pt x="1224" y="1314"/>
                </a:lnTo>
                <a:lnTo>
                  <a:pt x="1224" y="1706"/>
                </a:lnTo>
                <a:cubicBezTo>
                  <a:pt x="1224" y="1747"/>
                  <a:pt x="1257" y="1781"/>
                  <a:pt x="1298" y="1781"/>
                </a:cubicBezTo>
                <a:cubicBezTo>
                  <a:pt x="1339" y="1781"/>
                  <a:pt x="1372" y="1747"/>
                  <a:pt x="1372" y="1706"/>
                </a:cubicBezTo>
                <a:lnTo>
                  <a:pt x="1372" y="1314"/>
                </a:lnTo>
                <a:lnTo>
                  <a:pt x="2156" y="1314"/>
                </a:lnTo>
                <a:lnTo>
                  <a:pt x="2156" y="1706"/>
                </a:lnTo>
                <a:cubicBezTo>
                  <a:pt x="2156" y="1747"/>
                  <a:pt x="2189" y="1781"/>
                  <a:pt x="2231" y="1781"/>
                </a:cubicBezTo>
                <a:cubicBezTo>
                  <a:pt x="2272" y="1781"/>
                  <a:pt x="2305" y="1747"/>
                  <a:pt x="2305" y="1706"/>
                </a:cubicBezTo>
                <a:lnTo>
                  <a:pt x="2305" y="1241"/>
                </a:lnTo>
                <a:cubicBezTo>
                  <a:pt x="2305" y="1199"/>
                  <a:pt x="2272" y="1166"/>
                  <a:pt x="2231" y="1166"/>
                </a:cubicBezTo>
                <a:lnTo>
                  <a:pt x="1372" y="1166"/>
                </a:lnTo>
                <a:lnTo>
                  <a:pt x="1372" y="891"/>
                </a:lnTo>
                <a:cubicBezTo>
                  <a:pt x="1372" y="849"/>
                  <a:pt x="1340" y="816"/>
                  <a:pt x="1298" y="816"/>
                </a:cubicBezTo>
                <a:cubicBezTo>
                  <a:pt x="1257" y="816"/>
                  <a:pt x="1224" y="849"/>
                  <a:pt x="1224" y="891"/>
                </a:cubicBezTo>
                <a:lnTo>
                  <a:pt x="1224" y="1166"/>
                </a:lnTo>
                <a:lnTo>
                  <a:pt x="366" y="1166"/>
                </a:lnTo>
                <a:cubicBezTo>
                  <a:pt x="325" y="1166"/>
                  <a:pt x="291" y="1199"/>
                  <a:pt x="291" y="1241"/>
                </a:cubicBezTo>
                <a:lnTo>
                  <a:pt x="291" y="1706"/>
                </a:lnTo>
                <a:cubicBezTo>
                  <a:pt x="291" y="1747"/>
                  <a:pt x="325" y="1781"/>
                  <a:pt x="366" y="1781"/>
                </a:cubicBezTo>
                <a:close/>
                <a:moveTo>
                  <a:pt x="1182" y="732"/>
                </a:moveTo>
                <a:lnTo>
                  <a:pt x="1414" y="732"/>
                </a:lnTo>
                <a:cubicBezTo>
                  <a:pt x="1552" y="732"/>
                  <a:pt x="1664" y="620"/>
                  <a:pt x="1664" y="483"/>
                </a:cubicBezTo>
                <a:lnTo>
                  <a:pt x="1664" y="249"/>
                </a:lnTo>
                <a:cubicBezTo>
                  <a:pt x="1664" y="112"/>
                  <a:pt x="1552" y="0"/>
                  <a:pt x="1414" y="0"/>
                </a:cubicBezTo>
                <a:lnTo>
                  <a:pt x="1182" y="0"/>
                </a:lnTo>
                <a:cubicBezTo>
                  <a:pt x="1044" y="0"/>
                  <a:pt x="932" y="112"/>
                  <a:pt x="932" y="249"/>
                </a:cubicBezTo>
                <a:lnTo>
                  <a:pt x="932" y="483"/>
                </a:lnTo>
                <a:cubicBezTo>
                  <a:pt x="932" y="620"/>
                  <a:pt x="1044" y="732"/>
                  <a:pt x="1182" y="732"/>
                </a:cubicBezTo>
                <a:close/>
                <a:moveTo>
                  <a:pt x="1082" y="249"/>
                </a:moveTo>
                <a:cubicBezTo>
                  <a:pt x="1082" y="194"/>
                  <a:pt x="1127" y="149"/>
                  <a:pt x="1182" y="149"/>
                </a:cubicBezTo>
                <a:lnTo>
                  <a:pt x="1414" y="149"/>
                </a:lnTo>
                <a:cubicBezTo>
                  <a:pt x="1470" y="149"/>
                  <a:pt x="1515" y="194"/>
                  <a:pt x="1515" y="249"/>
                </a:cubicBezTo>
                <a:lnTo>
                  <a:pt x="1515" y="483"/>
                </a:lnTo>
                <a:cubicBezTo>
                  <a:pt x="1515" y="538"/>
                  <a:pt x="1470" y="583"/>
                  <a:pt x="1414" y="583"/>
                </a:cubicBezTo>
                <a:lnTo>
                  <a:pt x="1182" y="583"/>
                </a:lnTo>
                <a:cubicBezTo>
                  <a:pt x="1127" y="583"/>
                  <a:pt x="1082" y="538"/>
                  <a:pt x="1082" y="483"/>
                </a:cubicBezTo>
                <a:lnTo>
                  <a:pt x="1082" y="249"/>
                </a:lnTo>
                <a:close/>
                <a:moveTo>
                  <a:pt x="482" y="1864"/>
                </a:moveTo>
                <a:lnTo>
                  <a:pt x="249" y="1864"/>
                </a:lnTo>
                <a:cubicBezTo>
                  <a:pt x="112" y="1864"/>
                  <a:pt x="0" y="1976"/>
                  <a:pt x="0" y="2114"/>
                </a:cubicBezTo>
                <a:lnTo>
                  <a:pt x="0" y="2347"/>
                </a:lnTo>
                <a:cubicBezTo>
                  <a:pt x="0" y="2485"/>
                  <a:pt x="112" y="2597"/>
                  <a:pt x="249" y="2597"/>
                </a:cubicBezTo>
                <a:lnTo>
                  <a:pt x="482" y="2597"/>
                </a:lnTo>
                <a:cubicBezTo>
                  <a:pt x="620" y="2597"/>
                  <a:pt x="732" y="2485"/>
                  <a:pt x="732" y="2347"/>
                </a:cubicBezTo>
                <a:lnTo>
                  <a:pt x="732" y="2114"/>
                </a:lnTo>
                <a:cubicBezTo>
                  <a:pt x="732" y="1976"/>
                  <a:pt x="620" y="1864"/>
                  <a:pt x="482" y="1864"/>
                </a:cubicBezTo>
                <a:close/>
                <a:moveTo>
                  <a:pt x="583" y="2347"/>
                </a:moveTo>
                <a:cubicBezTo>
                  <a:pt x="583" y="2403"/>
                  <a:pt x="538" y="2448"/>
                  <a:pt x="482" y="2448"/>
                </a:cubicBezTo>
                <a:lnTo>
                  <a:pt x="249" y="2448"/>
                </a:lnTo>
                <a:cubicBezTo>
                  <a:pt x="194" y="2448"/>
                  <a:pt x="149" y="2403"/>
                  <a:pt x="149" y="2347"/>
                </a:cubicBezTo>
                <a:lnTo>
                  <a:pt x="149" y="2114"/>
                </a:lnTo>
                <a:cubicBezTo>
                  <a:pt x="149" y="2059"/>
                  <a:pt x="194" y="2014"/>
                  <a:pt x="249" y="2014"/>
                </a:cubicBezTo>
                <a:lnTo>
                  <a:pt x="482" y="2014"/>
                </a:lnTo>
                <a:cubicBezTo>
                  <a:pt x="538" y="2014"/>
                  <a:pt x="583" y="2059"/>
                  <a:pt x="583" y="2114"/>
                </a:cubicBezTo>
                <a:lnTo>
                  <a:pt x="583" y="2347"/>
                </a:lnTo>
                <a:close/>
                <a:moveTo>
                  <a:pt x="2347" y="1864"/>
                </a:moveTo>
                <a:lnTo>
                  <a:pt x="2114" y="1864"/>
                </a:lnTo>
                <a:cubicBezTo>
                  <a:pt x="1976" y="1864"/>
                  <a:pt x="1864" y="1976"/>
                  <a:pt x="1864" y="2114"/>
                </a:cubicBezTo>
                <a:lnTo>
                  <a:pt x="1864" y="2347"/>
                </a:lnTo>
                <a:cubicBezTo>
                  <a:pt x="1864" y="2485"/>
                  <a:pt x="1976" y="2597"/>
                  <a:pt x="2114" y="2597"/>
                </a:cubicBezTo>
                <a:lnTo>
                  <a:pt x="2347" y="2597"/>
                </a:lnTo>
                <a:cubicBezTo>
                  <a:pt x="2485" y="2597"/>
                  <a:pt x="2597" y="2485"/>
                  <a:pt x="2597" y="2347"/>
                </a:cubicBezTo>
                <a:lnTo>
                  <a:pt x="2597" y="2114"/>
                </a:lnTo>
                <a:cubicBezTo>
                  <a:pt x="2597" y="1976"/>
                  <a:pt x="2485" y="1864"/>
                  <a:pt x="2347" y="1864"/>
                </a:cubicBezTo>
                <a:close/>
                <a:moveTo>
                  <a:pt x="2447" y="2347"/>
                </a:moveTo>
                <a:cubicBezTo>
                  <a:pt x="2447" y="2403"/>
                  <a:pt x="2402" y="2448"/>
                  <a:pt x="2347" y="2448"/>
                </a:cubicBezTo>
                <a:lnTo>
                  <a:pt x="2114" y="2448"/>
                </a:lnTo>
                <a:cubicBezTo>
                  <a:pt x="2059" y="2448"/>
                  <a:pt x="2014" y="2403"/>
                  <a:pt x="2014" y="2347"/>
                </a:cubicBezTo>
                <a:lnTo>
                  <a:pt x="2014" y="2114"/>
                </a:lnTo>
                <a:cubicBezTo>
                  <a:pt x="2014" y="2059"/>
                  <a:pt x="2059" y="2014"/>
                  <a:pt x="2114" y="2014"/>
                </a:cubicBezTo>
                <a:lnTo>
                  <a:pt x="2347" y="2014"/>
                </a:lnTo>
                <a:cubicBezTo>
                  <a:pt x="2402" y="2014"/>
                  <a:pt x="2447" y="2059"/>
                  <a:pt x="2447" y="2114"/>
                </a:cubicBezTo>
                <a:lnTo>
                  <a:pt x="2447" y="2347"/>
                </a:lnTo>
                <a:close/>
                <a:moveTo>
                  <a:pt x="1414" y="1864"/>
                </a:moveTo>
                <a:lnTo>
                  <a:pt x="1182" y="1864"/>
                </a:lnTo>
                <a:cubicBezTo>
                  <a:pt x="1044" y="1864"/>
                  <a:pt x="932" y="1976"/>
                  <a:pt x="932" y="2114"/>
                </a:cubicBezTo>
                <a:lnTo>
                  <a:pt x="932" y="2347"/>
                </a:lnTo>
                <a:cubicBezTo>
                  <a:pt x="932" y="2485"/>
                  <a:pt x="1044" y="2597"/>
                  <a:pt x="1182" y="2597"/>
                </a:cubicBezTo>
                <a:lnTo>
                  <a:pt x="1414" y="2597"/>
                </a:lnTo>
                <a:cubicBezTo>
                  <a:pt x="1552" y="2597"/>
                  <a:pt x="1664" y="2485"/>
                  <a:pt x="1664" y="2347"/>
                </a:cubicBezTo>
                <a:lnTo>
                  <a:pt x="1664" y="2114"/>
                </a:lnTo>
                <a:cubicBezTo>
                  <a:pt x="1664" y="1976"/>
                  <a:pt x="1552" y="1864"/>
                  <a:pt x="1414" y="1864"/>
                </a:cubicBezTo>
                <a:close/>
                <a:moveTo>
                  <a:pt x="1515" y="2347"/>
                </a:moveTo>
                <a:cubicBezTo>
                  <a:pt x="1515" y="2403"/>
                  <a:pt x="1470" y="2448"/>
                  <a:pt x="1414" y="2448"/>
                </a:cubicBezTo>
                <a:lnTo>
                  <a:pt x="1182" y="2448"/>
                </a:lnTo>
                <a:cubicBezTo>
                  <a:pt x="1127" y="2448"/>
                  <a:pt x="1082" y="2403"/>
                  <a:pt x="1082" y="2347"/>
                </a:cubicBezTo>
                <a:lnTo>
                  <a:pt x="1082" y="2114"/>
                </a:lnTo>
                <a:cubicBezTo>
                  <a:pt x="1082" y="2059"/>
                  <a:pt x="1127" y="2014"/>
                  <a:pt x="1182" y="2014"/>
                </a:cubicBezTo>
                <a:lnTo>
                  <a:pt x="1414" y="2014"/>
                </a:lnTo>
                <a:cubicBezTo>
                  <a:pt x="1470" y="2014"/>
                  <a:pt x="1515" y="2059"/>
                  <a:pt x="1515" y="2114"/>
                </a:cubicBezTo>
                <a:lnTo>
                  <a:pt x="1515" y="2347"/>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96" name="Freeform 28">
            <a:extLst>
              <a:ext uri="{FF2B5EF4-FFF2-40B4-BE49-F238E27FC236}">
                <a16:creationId xmlns:a16="http://schemas.microsoft.com/office/drawing/2014/main" id="{2AA91F66-B2FC-4C45-935D-EDF123797F5C}"/>
              </a:ext>
            </a:extLst>
          </p:cNvPr>
          <p:cNvSpPr>
            <a:spLocks noChangeAspect="1" noChangeArrowheads="1"/>
          </p:cNvSpPr>
          <p:nvPr/>
        </p:nvSpPr>
        <p:spPr bwMode="auto">
          <a:xfrm>
            <a:off x="1617215" y="3343750"/>
            <a:ext cx="435824" cy="435825"/>
          </a:xfrm>
          <a:custGeom>
            <a:avLst/>
            <a:gdLst>
              <a:gd name="T0" fmla="*/ 280485 w 2807"/>
              <a:gd name="T1" fmla="*/ 32699 h 2803"/>
              <a:gd name="T2" fmla="*/ 261247 w 2807"/>
              <a:gd name="T3" fmla="*/ 42958 h 2803"/>
              <a:gd name="T4" fmla="*/ 335761 w 2807"/>
              <a:gd name="T5" fmla="*/ 179525 h 2803"/>
              <a:gd name="T6" fmla="*/ 260990 w 2807"/>
              <a:gd name="T7" fmla="*/ 316221 h 2803"/>
              <a:gd name="T8" fmla="*/ 280228 w 2807"/>
              <a:gd name="T9" fmla="*/ 326608 h 2803"/>
              <a:gd name="T10" fmla="*/ 359872 w 2807"/>
              <a:gd name="T11" fmla="*/ 179525 h 2803"/>
              <a:gd name="T12" fmla="*/ 293951 w 2807"/>
              <a:gd name="T13" fmla="*/ 179525 h 2803"/>
              <a:gd name="T14" fmla="*/ 246883 w 2807"/>
              <a:gd name="T15" fmla="*/ 93097 h 2803"/>
              <a:gd name="T16" fmla="*/ 240086 w 2807"/>
              <a:gd name="T17" fmla="*/ 90788 h 2803"/>
              <a:gd name="T18" fmla="*/ 233929 w 2807"/>
              <a:gd name="T19" fmla="*/ 114896 h 2803"/>
              <a:gd name="T20" fmla="*/ 232775 w 2807"/>
              <a:gd name="T21" fmla="*/ 244795 h 2803"/>
              <a:gd name="T22" fmla="*/ 227004 w 2807"/>
              <a:gd name="T23" fmla="*/ 255823 h 2803"/>
              <a:gd name="T24" fmla="*/ 239188 w 2807"/>
              <a:gd name="T25" fmla="*/ 268775 h 2803"/>
              <a:gd name="T26" fmla="*/ 245344 w 2807"/>
              <a:gd name="T27" fmla="*/ 266980 h 2803"/>
              <a:gd name="T28" fmla="*/ 293951 w 2807"/>
              <a:gd name="T29" fmla="*/ 179525 h 2803"/>
              <a:gd name="T30" fmla="*/ 186733 w 2807"/>
              <a:gd name="T31" fmla="*/ 0 h 2803"/>
              <a:gd name="T32" fmla="*/ 177627 w 2807"/>
              <a:gd name="T33" fmla="*/ 3334 h 2803"/>
              <a:gd name="T34" fmla="*/ 84902 w 2807"/>
              <a:gd name="T35" fmla="*/ 72579 h 2803"/>
              <a:gd name="T36" fmla="*/ 36551 w 2807"/>
              <a:gd name="T37" fmla="*/ 72708 h 2803"/>
              <a:gd name="T38" fmla="*/ 0 w 2807"/>
              <a:gd name="T39" fmla="*/ 85531 h 2803"/>
              <a:gd name="T40" fmla="*/ 12184 w 2807"/>
              <a:gd name="T41" fmla="*/ 286599 h 2803"/>
              <a:gd name="T42" fmla="*/ 139665 w 2807"/>
              <a:gd name="T43" fmla="*/ 321606 h 2803"/>
              <a:gd name="T44" fmla="*/ 177114 w 2807"/>
              <a:gd name="T45" fmla="*/ 355332 h 2803"/>
              <a:gd name="T46" fmla="*/ 186733 w 2807"/>
              <a:gd name="T47" fmla="*/ 359307 h 2803"/>
              <a:gd name="T48" fmla="*/ 201610 w 2807"/>
              <a:gd name="T49" fmla="*/ 343919 h 2803"/>
              <a:gd name="T50" fmla="*/ 201226 w 2807"/>
              <a:gd name="T51" fmla="*/ 15388 h 2803"/>
              <a:gd name="T52" fmla="*/ 177371 w 2807"/>
              <a:gd name="T53" fmla="*/ 277751 h 2803"/>
              <a:gd name="T54" fmla="*/ 159416 w 2807"/>
              <a:gd name="T55" fmla="*/ 303013 h 2803"/>
              <a:gd name="T56" fmla="*/ 94521 w 2807"/>
              <a:gd name="T57" fmla="*/ 260824 h 2803"/>
              <a:gd name="T58" fmla="*/ 94393 w 2807"/>
              <a:gd name="T59" fmla="*/ 260824 h 2803"/>
              <a:gd name="T60" fmla="*/ 32704 w 2807"/>
              <a:gd name="T61" fmla="*/ 260824 h 2803"/>
              <a:gd name="T62" fmla="*/ 24111 w 2807"/>
              <a:gd name="T63" fmla="*/ 106689 h 2803"/>
              <a:gd name="T64" fmla="*/ 85415 w 2807"/>
              <a:gd name="T65" fmla="*/ 98482 h 2803"/>
              <a:gd name="T66" fmla="*/ 177243 w 2807"/>
              <a:gd name="T67" fmla="*/ 38341 h 28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807" h="2803">
                <a:moveTo>
                  <a:pt x="2636" y="731"/>
                </a:moveTo>
                <a:cubicBezTo>
                  <a:pt x="2527" y="535"/>
                  <a:pt x="2372" y="371"/>
                  <a:pt x="2187" y="255"/>
                </a:cubicBezTo>
                <a:cubicBezTo>
                  <a:pt x="2169" y="243"/>
                  <a:pt x="2152" y="235"/>
                  <a:pt x="2131" y="235"/>
                </a:cubicBezTo>
                <a:cubicBezTo>
                  <a:pt x="2079" y="235"/>
                  <a:pt x="2037" y="280"/>
                  <a:pt x="2037" y="335"/>
                </a:cubicBezTo>
                <a:cubicBezTo>
                  <a:pt x="2037" y="373"/>
                  <a:pt x="2056" y="406"/>
                  <a:pt x="2090" y="425"/>
                </a:cubicBezTo>
                <a:cubicBezTo>
                  <a:pt x="2416" y="627"/>
                  <a:pt x="2618" y="1001"/>
                  <a:pt x="2618" y="1400"/>
                </a:cubicBezTo>
                <a:cubicBezTo>
                  <a:pt x="2618" y="1799"/>
                  <a:pt x="2416" y="2173"/>
                  <a:pt x="2091" y="2375"/>
                </a:cubicBezTo>
                <a:cubicBezTo>
                  <a:pt x="2064" y="2391"/>
                  <a:pt x="2035" y="2423"/>
                  <a:pt x="2035" y="2466"/>
                </a:cubicBezTo>
                <a:cubicBezTo>
                  <a:pt x="2035" y="2521"/>
                  <a:pt x="2077" y="2566"/>
                  <a:pt x="2129" y="2566"/>
                </a:cubicBezTo>
                <a:cubicBezTo>
                  <a:pt x="2151" y="2566"/>
                  <a:pt x="2169" y="2556"/>
                  <a:pt x="2185" y="2547"/>
                </a:cubicBezTo>
                <a:cubicBezTo>
                  <a:pt x="2371" y="2432"/>
                  <a:pt x="2526" y="2267"/>
                  <a:pt x="2635" y="2070"/>
                </a:cubicBezTo>
                <a:cubicBezTo>
                  <a:pt x="2747" y="1868"/>
                  <a:pt x="2806" y="1636"/>
                  <a:pt x="2806" y="1400"/>
                </a:cubicBezTo>
                <a:cubicBezTo>
                  <a:pt x="2806" y="1165"/>
                  <a:pt x="2747" y="934"/>
                  <a:pt x="2636" y="731"/>
                </a:cubicBezTo>
                <a:close/>
                <a:moveTo>
                  <a:pt x="2292" y="1400"/>
                </a:moveTo>
                <a:cubicBezTo>
                  <a:pt x="2292" y="1262"/>
                  <a:pt x="2257" y="1125"/>
                  <a:pt x="2191" y="1006"/>
                </a:cubicBezTo>
                <a:cubicBezTo>
                  <a:pt x="2126" y="890"/>
                  <a:pt x="2035" y="793"/>
                  <a:pt x="1925" y="726"/>
                </a:cubicBezTo>
                <a:lnTo>
                  <a:pt x="1925" y="725"/>
                </a:lnTo>
                <a:cubicBezTo>
                  <a:pt x="1922" y="724"/>
                  <a:pt x="1893" y="708"/>
                  <a:pt x="1872" y="708"/>
                </a:cubicBezTo>
                <a:cubicBezTo>
                  <a:pt x="1820" y="708"/>
                  <a:pt x="1777" y="753"/>
                  <a:pt x="1777" y="809"/>
                </a:cubicBezTo>
                <a:cubicBezTo>
                  <a:pt x="1777" y="845"/>
                  <a:pt x="1795" y="878"/>
                  <a:pt x="1824" y="896"/>
                </a:cubicBezTo>
                <a:cubicBezTo>
                  <a:pt x="1995" y="999"/>
                  <a:pt x="2101" y="1192"/>
                  <a:pt x="2101" y="1400"/>
                </a:cubicBezTo>
                <a:cubicBezTo>
                  <a:pt x="2101" y="1612"/>
                  <a:pt x="1991" y="1808"/>
                  <a:pt x="1815" y="1909"/>
                </a:cubicBezTo>
                <a:lnTo>
                  <a:pt x="1815" y="1910"/>
                </a:lnTo>
                <a:cubicBezTo>
                  <a:pt x="1787" y="1928"/>
                  <a:pt x="1770" y="1960"/>
                  <a:pt x="1770" y="1995"/>
                </a:cubicBezTo>
                <a:cubicBezTo>
                  <a:pt x="1770" y="2051"/>
                  <a:pt x="1812" y="2096"/>
                  <a:pt x="1865" y="2096"/>
                </a:cubicBezTo>
                <a:cubicBezTo>
                  <a:pt x="1887" y="2096"/>
                  <a:pt x="1912" y="2083"/>
                  <a:pt x="1913" y="2082"/>
                </a:cubicBezTo>
                <a:lnTo>
                  <a:pt x="1914" y="2082"/>
                </a:lnTo>
                <a:cubicBezTo>
                  <a:pt x="2147" y="1944"/>
                  <a:pt x="2292" y="1683"/>
                  <a:pt x="2292" y="1400"/>
                </a:cubicBezTo>
                <a:close/>
                <a:moveTo>
                  <a:pt x="1505" y="12"/>
                </a:moveTo>
                <a:cubicBezTo>
                  <a:pt x="1490" y="4"/>
                  <a:pt x="1473" y="0"/>
                  <a:pt x="1456" y="0"/>
                </a:cubicBezTo>
                <a:cubicBezTo>
                  <a:pt x="1430" y="0"/>
                  <a:pt x="1405" y="9"/>
                  <a:pt x="1386" y="26"/>
                </a:cubicBezTo>
                <a:lnTo>
                  <a:pt x="1385" y="26"/>
                </a:lnTo>
                <a:cubicBezTo>
                  <a:pt x="1369" y="40"/>
                  <a:pt x="1221" y="165"/>
                  <a:pt x="1059" y="291"/>
                </a:cubicBezTo>
                <a:cubicBezTo>
                  <a:pt x="768" y="519"/>
                  <a:pt x="679" y="560"/>
                  <a:pt x="662" y="566"/>
                </a:cubicBezTo>
                <a:lnTo>
                  <a:pt x="291" y="566"/>
                </a:lnTo>
                <a:cubicBezTo>
                  <a:pt x="289" y="566"/>
                  <a:pt x="287" y="567"/>
                  <a:pt x="285" y="567"/>
                </a:cubicBezTo>
                <a:lnTo>
                  <a:pt x="95" y="567"/>
                </a:lnTo>
                <a:cubicBezTo>
                  <a:pt x="43" y="567"/>
                  <a:pt x="0" y="612"/>
                  <a:pt x="0" y="667"/>
                </a:cubicBezTo>
                <a:lnTo>
                  <a:pt x="0" y="2135"/>
                </a:lnTo>
                <a:cubicBezTo>
                  <a:pt x="0" y="2190"/>
                  <a:pt x="43" y="2235"/>
                  <a:pt x="95" y="2235"/>
                </a:cubicBezTo>
                <a:lnTo>
                  <a:pt x="731" y="2235"/>
                </a:lnTo>
                <a:cubicBezTo>
                  <a:pt x="747" y="2242"/>
                  <a:pt x="831" y="2284"/>
                  <a:pt x="1089" y="2508"/>
                </a:cubicBezTo>
                <a:cubicBezTo>
                  <a:pt x="1178" y="2584"/>
                  <a:pt x="1279" y="2676"/>
                  <a:pt x="1376" y="2766"/>
                </a:cubicBezTo>
                <a:cubicBezTo>
                  <a:pt x="1379" y="2769"/>
                  <a:pt x="1381" y="2770"/>
                  <a:pt x="1381" y="2771"/>
                </a:cubicBezTo>
                <a:cubicBezTo>
                  <a:pt x="1401" y="2791"/>
                  <a:pt x="1428" y="2802"/>
                  <a:pt x="1456" y="2802"/>
                </a:cubicBezTo>
                <a:cubicBezTo>
                  <a:pt x="1472" y="2802"/>
                  <a:pt x="1488" y="2798"/>
                  <a:pt x="1502" y="2791"/>
                </a:cubicBezTo>
                <a:cubicBezTo>
                  <a:pt x="1544" y="2771"/>
                  <a:pt x="1572" y="2727"/>
                  <a:pt x="1572" y="2682"/>
                </a:cubicBezTo>
                <a:cubicBezTo>
                  <a:pt x="1572" y="2677"/>
                  <a:pt x="1573" y="2191"/>
                  <a:pt x="1573" y="2182"/>
                </a:cubicBezTo>
                <a:cubicBezTo>
                  <a:pt x="1573" y="2172"/>
                  <a:pt x="1569" y="140"/>
                  <a:pt x="1569" y="120"/>
                </a:cubicBezTo>
                <a:cubicBezTo>
                  <a:pt x="1569" y="73"/>
                  <a:pt x="1545" y="32"/>
                  <a:pt x="1505" y="12"/>
                </a:cubicBezTo>
                <a:close/>
                <a:moveTo>
                  <a:pt x="1383" y="2166"/>
                </a:moveTo>
                <a:lnTo>
                  <a:pt x="1382" y="2486"/>
                </a:lnTo>
                <a:cubicBezTo>
                  <a:pt x="1334" y="2442"/>
                  <a:pt x="1287" y="2401"/>
                  <a:pt x="1243" y="2363"/>
                </a:cubicBezTo>
                <a:cubicBezTo>
                  <a:pt x="889" y="2059"/>
                  <a:pt x="800" y="2034"/>
                  <a:pt x="740" y="2034"/>
                </a:cubicBezTo>
                <a:cubicBezTo>
                  <a:pt x="739" y="2034"/>
                  <a:pt x="738" y="2034"/>
                  <a:pt x="737" y="2034"/>
                </a:cubicBezTo>
                <a:cubicBezTo>
                  <a:pt x="736" y="2034"/>
                  <a:pt x="736" y="2034"/>
                  <a:pt x="736" y="2034"/>
                </a:cubicBezTo>
                <a:cubicBezTo>
                  <a:pt x="735" y="2034"/>
                  <a:pt x="734" y="2034"/>
                  <a:pt x="733" y="2034"/>
                </a:cubicBezTo>
                <a:lnTo>
                  <a:pt x="255" y="2034"/>
                </a:lnTo>
                <a:cubicBezTo>
                  <a:pt x="200" y="2034"/>
                  <a:pt x="188" y="2020"/>
                  <a:pt x="188" y="1959"/>
                </a:cubicBezTo>
                <a:lnTo>
                  <a:pt x="188" y="832"/>
                </a:lnTo>
                <a:cubicBezTo>
                  <a:pt x="188" y="789"/>
                  <a:pt x="193" y="768"/>
                  <a:pt x="235" y="768"/>
                </a:cubicBezTo>
                <a:lnTo>
                  <a:pt x="666" y="768"/>
                </a:lnTo>
                <a:cubicBezTo>
                  <a:pt x="725" y="768"/>
                  <a:pt x="815" y="743"/>
                  <a:pt x="1201" y="443"/>
                </a:cubicBezTo>
                <a:cubicBezTo>
                  <a:pt x="1260" y="397"/>
                  <a:pt x="1322" y="347"/>
                  <a:pt x="1382" y="299"/>
                </a:cubicBezTo>
                <a:cubicBezTo>
                  <a:pt x="1382" y="486"/>
                  <a:pt x="1383" y="2158"/>
                  <a:pt x="1383" y="2166"/>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97" name="Freeform 29">
            <a:extLst>
              <a:ext uri="{FF2B5EF4-FFF2-40B4-BE49-F238E27FC236}">
                <a16:creationId xmlns:a16="http://schemas.microsoft.com/office/drawing/2014/main" id="{A2F8B502-7A64-124B-8EBA-F47D838A75CB}"/>
              </a:ext>
            </a:extLst>
          </p:cNvPr>
          <p:cNvSpPr>
            <a:spLocks noChangeAspect="1" noChangeArrowheads="1"/>
          </p:cNvSpPr>
          <p:nvPr/>
        </p:nvSpPr>
        <p:spPr bwMode="auto">
          <a:xfrm>
            <a:off x="7872355" y="3351428"/>
            <a:ext cx="435824" cy="428147"/>
          </a:xfrm>
          <a:custGeom>
            <a:avLst/>
            <a:gdLst>
              <a:gd name="T0" fmla="*/ 337662 w 2643"/>
              <a:gd name="T1" fmla="*/ 257153 h 2602"/>
              <a:gd name="T2" fmla="*/ 257980 w 2643"/>
              <a:gd name="T3" fmla="*/ 177432 h 2602"/>
              <a:gd name="T4" fmla="*/ 265743 w 2643"/>
              <a:gd name="T5" fmla="*/ 133006 h 2602"/>
              <a:gd name="T6" fmla="*/ 132940 w 2643"/>
              <a:gd name="T7" fmla="*/ 0 h 2602"/>
              <a:gd name="T8" fmla="*/ 80091 w 2643"/>
              <a:gd name="T9" fmla="*/ 10902 h 2602"/>
              <a:gd name="T10" fmla="*/ 72191 w 2643"/>
              <a:gd name="T11" fmla="*/ 14309 h 2602"/>
              <a:gd name="T12" fmla="*/ 72191 w 2643"/>
              <a:gd name="T13" fmla="*/ 14309 h 2602"/>
              <a:gd name="T14" fmla="*/ 70148 w 2643"/>
              <a:gd name="T15" fmla="*/ 15808 h 2602"/>
              <a:gd name="T16" fmla="*/ 70148 w 2643"/>
              <a:gd name="T17" fmla="*/ 25347 h 2602"/>
              <a:gd name="T18" fmla="*/ 70148 w 2643"/>
              <a:gd name="T19" fmla="*/ 25347 h 2602"/>
              <a:gd name="T20" fmla="*/ 144654 w 2643"/>
              <a:gd name="T21" fmla="*/ 99891 h 2602"/>
              <a:gd name="T22" fmla="*/ 99841 w 2643"/>
              <a:gd name="T23" fmla="*/ 144725 h 2602"/>
              <a:gd name="T24" fmla="*/ 26833 w 2643"/>
              <a:gd name="T25" fmla="*/ 71681 h 2602"/>
              <a:gd name="T26" fmla="*/ 26561 w 2643"/>
              <a:gd name="T27" fmla="*/ 71545 h 2602"/>
              <a:gd name="T28" fmla="*/ 15392 w 2643"/>
              <a:gd name="T29" fmla="*/ 71545 h 2602"/>
              <a:gd name="T30" fmla="*/ 13485 w 2643"/>
              <a:gd name="T31" fmla="*/ 74407 h 2602"/>
              <a:gd name="T32" fmla="*/ 13348 w 2643"/>
              <a:gd name="T33" fmla="*/ 74543 h 2602"/>
              <a:gd name="T34" fmla="*/ 10897 w 2643"/>
              <a:gd name="T35" fmla="*/ 80130 h 2602"/>
              <a:gd name="T36" fmla="*/ 0 w 2643"/>
              <a:gd name="T37" fmla="*/ 133006 h 2602"/>
              <a:gd name="T38" fmla="*/ 132940 w 2643"/>
              <a:gd name="T39" fmla="*/ 265875 h 2602"/>
              <a:gd name="T40" fmla="*/ 177480 w 2643"/>
              <a:gd name="T41" fmla="*/ 258107 h 2602"/>
              <a:gd name="T42" fmla="*/ 257026 w 2643"/>
              <a:gd name="T43" fmla="*/ 337829 h 2602"/>
              <a:gd name="T44" fmla="*/ 297344 w 2643"/>
              <a:gd name="T45" fmla="*/ 354455 h 2602"/>
              <a:gd name="T46" fmla="*/ 297344 w 2643"/>
              <a:gd name="T47" fmla="*/ 354455 h 2602"/>
              <a:gd name="T48" fmla="*/ 337662 w 2643"/>
              <a:gd name="T49" fmla="*/ 337829 h 2602"/>
              <a:gd name="T50" fmla="*/ 337662 w 2643"/>
              <a:gd name="T51" fmla="*/ 257153 h 2602"/>
              <a:gd name="T52" fmla="*/ 319818 w 2643"/>
              <a:gd name="T53" fmla="*/ 319841 h 2602"/>
              <a:gd name="T54" fmla="*/ 297344 w 2643"/>
              <a:gd name="T55" fmla="*/ 329107 h 2602"/>
              <a:gd name="T56" fmla="*/ 297344 w 2643"/>
              <a:gd name="T57" fmla="*/ 329107 h 2602"/>
              <a:gd name="T58" fmla="*/ 275006 w 2643"/>
              <a:gd name="T59" fmla="*/ 319841 h 2602"/>
              <a:gd name="T60" fmla="*/ 183337 w 2643"/>
              <a:gd name="T61" fmla="*/ 228263 h 2602"/>
              <a:gd name="T62" fmla="*/ 175573 w 2643"/>
              <a:gd name="T63" fmla="*/ 231670 h 2602"/>
              <a:gd name="T64" fmla="*/ 132940 w 2643"/>
              <a:gd name="T65" fmla="*/ 240528 h 2602"/>
              <a:gd name="T66" fmla="*/ 25335 w 2643"/>
              <a:gd name="T67" fmla="*/ 133006 h 2602"/>
              <a:gd name="T68" fmla="*/ 28059 w 2643"/>
              <a:gd name="T69" fmla="*/ 108612 h 2602"/>
              <a:gd name="T70" fmla="*/ 94938 w 2643"/>
              <a:gd name="T71" fmla="*/ 175660 h 2602"/>
              <a:gd name="T72" fmla="*/ 104472 w 2643"/>
              <a:gd name="T73" fmla="*/ 175796 h 2602"/>
              <a:gd name="T74" fmla="*/ 174892 w 2643"/>
              <a:gd name="T75" fmla="*/ 105342 h 2602"/>
              <a:gd name="T76" fmla="*/ 174892 w 2643"/>
              <a:gd name="T77" fmla="*/ 105342 h 2602"/>
              <a:gd name="T78" fmla="*/ 175437 w 2643"/>
              <a:gd name="T79" fmla="*/ 94848 h 2602"/>
              <a:gd name="T80" fmla="*/ 108558 w 2643"/>
              <a:gd name="T81" fmla="*/ 28073 h 2602"/>
              <a:gd name="T82" fmla="*/ 132940 w 2643"/>
              <a:gd name="T83" fmla="*/ 25347 h 2602"/>
              <a:gd name="T84" fmla="*/ 240409 w 2643"/>
              <a:gd name="T85" fmla="*/ 133006 h 2602"/>
              <a:gd name="T86" fmla="*/ 231555 w 2643"/>
              <a:gd name="T87" fmla="*/ 175660 h 2602"/>
              <a:gd name="T88" fmla="*/ 228150 w 2643"/>
              <a:gd name="T89" fmla="*/ 183428 h 2602"/>
              <a:gd name="T90" fmla="*/ 319682 w 2643"/>
              <a:gd name="T91" fmla="*/ 275142 h 2602"/>
              <a:gd name="T92" fmla="*/ 319818 w 2643"/>
              <a:gd name="T93" fmla="*/ 319841 h 260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643" h="2602">
                <a:moveTo>
                  <a:pt x="2479" y="1887"/>
                </a:moveTo>
                <a:lnTo>
                  <a:pt x="1894" y="1302"/>
                </a:lnTo>
                <a:cubicBezTo>
                  <a:pt x="1932" y="1198"/>
                  <a:pt x="1951" y="1088"/>
                  <a:pt x="1951" y="976"/>
                </a:cubicBezTo>
                <a:cubicBezTo>
                  <a:pt x="1951" y="438"/>
                  <a:pt x="1513" y="0"/>
                  <a:pt x="976" y="0"/>
                </a:cubicBezTo>
                <a:cubicBezTo>
                  <a:pt x="842" y="0"/>
                  <a:pt x="711" y="27"/>
                  <a:pt x="588" y="80"/>
                </a:cubicBezTo>
                <a:lnTo>
                  <a:pt x="530" y="105"/>
                </a:lnTo>
                <a:cubicBezTo>
                  <a:pt x="530" y="105"/>
                  <a:pt x="531" y="105"/>
                  <a:pt x="530" y="105"/>
                </a:cubicBezTo>
                <a:cubicBezTo>
                  <a:pt x="525" y="108"/>
                  <a:pt x="520" y="111"/>
                  <a:pt x="515" y="116"/>
                </a:cubicBezTo>
                <a:cubicBezTo>
                  <a:pt x="496" y="135"/>
                  <a:pt x="496" y="166"/>
                  <a:pt x="515" y="186"/>
                </a:cubicBezTo>
                <a:cubicBezTo>
                  <a:pt x="516" y="186"/>
                  <a:pt x="515" y="186"/>
                  <a:pt x="515" y="186"/>
                </a:cubicBezTo>
                <a:lnTo>
                  <a:pt x="1062" y="733"/>
                </a:lnTo>
                <a:lnTo>
                  <a:pt x="733" y="1062"/>
                </a:lnTo>
                <a:lnTo>
                  <a:pt x="197" y="526"/>
                </a:lnTo>
                <a:cubicBezTo>
                  <a:pt x="197" y="526"/>
                  <a:pt x="196" y="526"/>
                  <a:pt x="195" y="525"/>
                </a:cubicBezTo>
                <a:cubicBezTo>
                  <a:pt x="172" y="502"/>
                  <a:pt x="135" y="502"/>
                  <a:pt x="113" y="525"/>
                </a:cubicBezTo>
                <a:cubicBezTo>
                  <a:pt x="106" y="531"/>
                  <a:pt x="102" y="539"/>
                  <a:pt x="99" y="546"/>
                </a:cubicBezTo>
                <a:cubicBezTo>
                  <a:pt x="99" y="547"/>
                  <a:pt x="98" y="547"/>
                  <a:pt x="98" y="547"/>
                </a:cubicBezTo>
                <a:lnTo>
                  <a:pt x="80" y="588"/>
                </a:lnTo>
                <a:cubicBezTo>
                  <a:pt x="27" y="711"/>
                  <a:pt x="0" y="842"/>
                  <a:pt x="0" y="976"/>
                </a:cubicBezTo>
                <a:cubicBezTo>
                  <a:pt x="0" y="1513"/>
                  <a:pt x="438" y="1951"/>
                  <a:pt x="976" y="1951"/>
                </a:cubicBezTo>
                <a:cubicBezTo>
                  <a:pt x="1088" y="1951"/>
                  <a:pt x="1198" y="1932"/>
                  <a:pt x="1303" y="1894"/>
                </a:cubicBezTo>
                <a:lnTo>
                  <a:pt x="1887" y="2479"/>
                </a:lnTo>
                <a:cubicBezTo>
                  <a:pt x="1966" y="2558"/>
                  <a:pt x="2071" y="2601"/>
                  <a:pt x="2183" y="2601"/>
                </a:cubicBezTo>
                <a:cubicBezTo>
                  <a:pt x="2295" y="2601"/>
                  <a:pt x="2400" y="2558"/>
                  <a:pt x="2479" y="2479"/>
                </a:cubicBezTo>
                <a:cubicBezTo>
                  <a:pt x="2642" y="2316"/>
                  <a:pt x="2642" y="2050"/>
                  <a:pt x="2479" y="1887"/>
                </a:cubicBezTo>
                <a:close/>
                <a:moveTo>
                  <a:pt x="2348" y="2347"/>
                </a:moveTo>
                <a:cubicBezTo>
                  <a:pt x="2304" y="2391"/>
                  <a:pt x="2245" y="2415"/>
                  <a:pt x="2183" y="2415"/>
                </a:cubicBezTo>
                <a:cubicBezTo>
                  <a:pt x="2121" y="2415"/>
                  <a:pt x="2063" y="2391"/>
                  <a:pt x="2019" y="2347"/>
                </a:cubicBezTo>
                <a:lnTo>
                  <a:pt x="1346" y="1675"/>
                </a:lnTo>
                <a:lnTo>
                  <a:pt x="1289" y="1700"/>
                </a:lnTo>
                <a:cubicBezTo>
                  <a:pt x="1190" y="1743"/>
                  <a:pt x="1084" y="1765"/>
                  <a:pt x="976" y="1765"/>
                </a:cubicBezTo>
                <a:cubicBezTo>
                  <a:pt x="540" y="1765"/>
                  <a:pt x="186" y="1410"/>
                  <a:pt x="186" y="976"/>
                </a:cubicBezTo>
                <a:cubicBezTo>
                  <a:pt x="186" y="915"/>
                  <a:pt x="192" y="856"/>
                  <a:pt x="206" y="797"/>
                </a:cubicBezTo>
                <a:lnTo>
                  <a:pt x="697" y="1289"/>
                </a:lnTo>
                <a:cubicBezTo>
                  <a:pt x="718" y="1304"/>
                  <a:pt x="746" y="1305"/>
                  <a:pt x="767" y="1290"/>
                </a:cubicBezTo>
                <a:lnTo>
                  <a:pt x="1284" y="773"/>
                </a:lnTo>
                <a:cubicBezTo>
                  <a:pt x="1304" y="752"/>
                  <a:pt x="1305" y="719"/>
                  <a:pt x="1288" y="696"/>
                </a:cubicBezTo>
                <a:lnTo>
                  <a:pt x="797" y="206"/>
                </a:lnTo>
                <a:cubicBezTo>
                  <a:pt x="856" y="192"/>
                  <a:pt x="915" y="186"/>
                  <a:pt x="976" y="186"/>
                </a:cubicBezTo>
                <a:cubicBezTo>
                  <a:pt x="1410" y="186"/>
                  <a:pt x="1765" y="540"/>
                  <a:pt x="1765" y="976"/>
                </a:cubicBezTo>
                <a:cubicBezTo>
                  <a:pt x="1765" y="1084"/>
                  <a:pt x="1743" y="1190"/>
                  <a:pt x="1700" y="1289"/>
                </a:cubicBezTo>
                <a:lnTo>
                  <a:pt x="1675" y="1346"/>
                </a:lnTo>
                <a:lnTo>
                  <a:pt x="2347" y="2019"/>
                </a:lnTo>
                <a:cubicBezTo>
                  <a:pt x="2438" y="2109"/>
                  <a:pt x="2438" y="2257"/>
                  <a:pt x="2348" y="2347"/>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98" name="Freeform 30">
            <a:extLst>
              <a:ext uri="{FF2B5EF4-FFF2-40B4-BE49-F238E27FC236}">
                <a16:creationId xmlns:a16="http://schemas.microsoft.com/office/drawing/2014/main" id="{E8A2569E-D738-674F-B2B7-3127A5DCC485}"/>
              </a:ext>
            </a:extLst>
          </p:cNvPr>
          <p:cNvSpPr>
            <a:spLocks noChangeAspect="1" noChangeArrowheads="1"/>
          </p:cNvSpPr>
          <p:nvPr/>
        </p:nvSpPr>
        <p:spPr bwMode="auto">
          <a:xfrm>
            <a:off x="3201160" y="3343750"/>
            <a:ext cx="437745" cy="435825"/>
          </a:xfrm>
          <a:custGeom>
            <a:avLst/>
            <a:gdLst>
              <a:gd name="T0" fmla="*/ 93719 w 2622"/>
              <a:gd name="T1" fmla="*/ 148008 h 2605"/>
              <a:gd name="T2" fmla="*/ 120536 w 2622"/>
              <a:gd name="T3" fmla="*/ 175232 h 2605"/>
              <a:gd name="T4" fmla="*/ 134773 w 2622"/>
              <a:gd name="T5" fmla="*/ 175232 h 2605"/>
              <a:gd name="T6" fmla="*/ 113624 w 2622"/>
              <a:gd name="T7" fmla="*/ 139854 h 2605"/>
              <a:gd name="T8" fmla="*/ 134220 w 2622"/>
              <a:gd name="T9" fmla="*/ 122027 h 2605"/>
              <a:gd name="T10" fmla="*/ 163110 w 2622"/>
              <a:gd name="T11" fmla="*/ 146626 h 2605"/>
              <a:gd name="T12" fmla="*/ 170160 w 2622"/>
              <a:gd name="T13" fmla="*/ 129489 h 2605"/>
              <a:gd name="T14" fmla="*/ 150255 w 2622"/>
              <a:gd name="T15" fmla="*/ 75869 h 2605"/>
              <a:gd name="T16" fmla="*/ 70220 w 2622"/>
              <a:gd name="T17" fmla="*/ 1658 h 2605"/>
              <a:gd name="T18" fmla="*/ 63862 w 2622"/>
              <a:gd name="T19" fmla="*/ 18795 h 2605"/>
              <a:gd name="T20" fmla="*/ 86393 w 2622"/>
              <a:gd name="T21" fmla="*/ 54587 h 2605"/>
              <a:gd name="T22" fmla="*/ 32069 w 2622"/>
              <a:gd name="T23" fmla="*/ 76975 h 2605"/>
              <a:gd name="T24" fmla="*/ 8156 w 2622"/>
              <a:gd name="T25" fmla="*/ 61497 h 2605"/>
              <a:gd name="T26" fmla="*/ 23222 w 2622"/>
              <a:gd name="T27" fmla="*/ 128522 h 2605"/>
              <a:gd name="T28" fmla="*/ 54600 w 2622"/>
              <a:gd name="T29" fmla="*/ 106549 h 2605"/>
              <a:gd name="T30" fmla="*/ 106574 w 2622"/>
              <a:gd name="T31" fmla="*/ 54587 h 2605"/>
              <a:gd name="T32" fmla="*/ 114177 w 2622"/>
              <a:gd name="T33" fmla="*/ 37451 h 2605"/>
              <a:gd name="T34" fmla="*/ 114177 w 2622"/>
              <a:gd name="T35" fmla="*/ 114150 h 2605"/>
              <a:gd name="T36" fmla="*/ 37460 w 2622"/>
              <a:gd name="T37" fmla="*/ 114150 h 2605"/>
              <a:gd name="T38" fmla="*/ 54600 w 2622"/>
              <a:gd name="T39" fmla="*/ 106549 h 2605"/>
              <a:gd name="T40" fmla="*/ 286548 w 2622"/>
              <a:gd name="T41" fmla="*/ 211025 h 2605"/>
              <a:gd name="T42" fmla="*/ 209417 w 2622"/>
              <a:gd name="T43" fmla="*/ 168737 h 2605"/>
              <a:gd name="T44" fmla="*/ 311015 w 2622"/>
              <a:gd name="T45" fmla="*/ 65090 h 2605"/>
              <a:gd name="T46" fmla="*/ 308665 w 2622"/>
              <a:gd name="T47" fmla="*/ 48369 h 2605"/>
              <a:gd name="T48" fmla="*/ 276043 w 2622"/>
              <a:gd name="T49" fmla="*/ 71309 h 2605"/>
              <a:gd name="T50" fmla="*/ 104086 w 2622"/>
              <a:gd name="T51" fmla="*/ 209781 h 2605"/>
              <a:gd name="T52" fmla="*/ 22393 w 2622"/>
              <a:gd name="T53" fmla="*/ 287309 h 2605"/>
              <a:gd name="T54" fmla="*/ 48380 w 2622"/>
              <a:gd name="T55" fmla="*/ 354472 h 2605"/>
              <a:gd name="T56" fmla="*/ 79482 w 2622"/>
              <a:gd name="T57" fmla="*/ 342726 h 2605"/>
              <a:gd name="T58" fmla="*/ 152466 w 2622"/>
              <a:gd name="T59" fmla="*/ 256077 h 2605"/>
              <a:gd name="T60" fmla="*/ 65106 w 2622"/>
              <a:gd name="T61" fmla="*/ 328491 h 2605"/>
              <a:gd name="T62" fmla="*/ 35110 w 2622"/>
              <a:gd name="T63" fmla="*/ 327800 h 2605"/>
              <a:gd name="T64" fmla="*/ 106851 w 2622"/>
              <a:gd name="T65" fmla="*/ 230372 h 2605"/>
              <a:gd name="T66" fmla="*/ 149149 w 2622"/>
              <a:gd name="T67" fmla="*/ 230787 h 2605"/>
              <a:gd name="T68" fmla="*/ 213978 w 2622"/>
              <a:gd name="T69" fmla="*/ 268791 h 2605"/>
              <a:gd name="T70" fmla="*/ 233883 w 2622"/>
              <a:gd name="T71" fmla="*/ 338165 h 2605"/>
              <a:gd name="T72" fmla="*/ 292216 w 2622"/>
              <a:gd name="T73" fmla="*/ 359724 h 2605"/>
              <a:gd name="T74" fmla="*/ 298574 w 2622"/>
              <a:gd name="T75" fmla="*/ 342449 h 2605"/>
              <a:gd name="T76" fmla="*/ 285304 w 2622"/>
              <a:gd name="T77" fmla="*/ 284269 h 2605"/>
              <a:gd name="T78" fmla="*/ 343499 w 2622"/>
              <a:gd name="T79" fmla="*/ 297536 h 2605"/>
              <a:gd name="T80" fmla="*/ 360777 w 2622"/>
              <a:gd name="T81" fmla="*/ 291179 h 2605"/>
              <a:gd name="T82" fmla="*/ 176518 w 2622"/>
              <a:gd name="T83" fmla="*/ 202595 h 2605"/>
              <a:gd name="T84" fmla="*/ 239827 w 2622"/>
              <a:gd name="T85" fmla="*/ 227608 h 2605"/>
              <a:gd name="T86" fmla="*/ 222134 w 2622"/>
              <a:gd name="T87" fmla="*/ 248338 h 2605"/>
              <a:gd name="T88" fmla="*/ 307836 w 2622"/>
              <a:gd name="T89" fmla="*/ 254833 h 2605"/>
              <a:gd name="T90" fmla="*/ 264155 w 2622"/>
              <a:gd name="T91" fmla="*/ 334848 h 2605"/>
              <a:gd name="T92" fmla="*/ 232224 w 2622"/>
              <a:gd name="T93" fmla="*/ 285512 h 2605"/>
              <a:gd name="T94" fmla="*/ 286548 w 2622"/>
              <a:gd name="T95" fmla="*/ 231202 h 2605"/>
              <a:gd name="T96" fmla="*/ 335896 w 2622"/>
              <a:gd name="T97" fmla="*/ 262987 h 26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622" h="2605">
                <a:moveTo>
                  <a:pt x="549" y="1087"/>
                </a:moveTo>
                <a:cubicBezTo>
                  <a:pt x="593" y="1087"/>
                  <a:pt x="636" y="1081"/>
                  <a:pt x="678" y="1071"/>
                </a:cubicBezTo>
                <a:cubicBezTo>
                  <a:pt x="680" y="1074"/>
                  <a:pt x="681" y="1078"/>
                  <a:pt x="684" y="1081"/>
                </a:cubicBezTo>
                <a:lnTo>
                  <a:pt x="872" y="1268"/>
                </a:lnTo>
                <a:cubicBezTo>
                  <a:pt x="886" y="1283"/>
                  <a:pt x="905" y="1290"/>
                  <a:pt x="923" y="1290"/>
                </a:cubicBezTo>
                <a:cubicBezTo>
                  <a:pt x="942" y="1290"/>
                  <a:pt x="961" y="1283"/>
                  <a:pt x="975" y="1268"/>
                </a:cubicBezTo>
                <a:cubicBezTo>
                  <a:pt x="1003" y="1240"/>
                  <a:pt x="1003" y="1194"/>
                  <a:pt x="975" y="1165"/>
                </a:cubicBezTo>
                <a:lnTo>
                  <a:pt x="822" y="1012"/>
                </a:lnTo>
                <a:cubicBezTo>
                  <a:pt x="861" y="989"/>
                  <a:pt x="897" y="962"/>
                  <a:pt x="930" y="929"/>
                </a:cubicBezTo>
                <a:cubicBezTo>
                  <a:pt x="944" y="915"/>
                  <a:pt x="958" y="899"/>
                  <a:pt x="971" y="883"/>
                </a:cubicBezTo>
                <a:lnTo>
                  <a:pt x="1128" y="1040"/>
                </a:lnTo>
                <a:cubicBezTo>
                  <a:pt x="1142" y="1054"/>
                  <a:pt x="1161" y="1061"/>
                  <a:pt x="1180" y="1061"/>
                </a:cubicBezTo>
                <a:cubicBezTo>
                  <a:pt x="1199" y="1061"/>
                  <a:pt x="1217" y="1054"/>
                  <a:pt x="1231" y="1040"/>
                </a:cubicBezTo>
                <a:cubicBezTo>
                  <a:pt x="1260" y="1011"/>
                  <a:pt x="1260" y="965"/>
                  <a:pt x="1231" y="937"/>
                </a:cubicBezTo>
                <a:lnTo>
                  <a:pt x="1047" y="753"/>
                </a:lnTo>
                <a:cubicBezTo>
                  <a:pt x="1074" y="689"/>
                  <a:pt x="1087" y="620"/>
                  <a:pt x="1087" y="549"/>
                </a:cubicBezTo>
                <a:cubicBezTo>
                  <a:pt x="1087" y="405"/>
                  <a:pt x="1031" y="269"/>
                  <a:pt x="930" y="168"/>
                </a:cubicBezTo>
                <a:cubicBezTo>
                  <a:pt x="818" y="57"/>
                  <a:pt x="665" y="0"/>
                  <a:pt x="508" y="12"/>
                </a:cubicBezTo>
                <a:cubicBezTo>
                  <a:pt x="479" y="14"/>
                  <a:pt x="455" y="33"/>
                  <a:pt x="445" y="59"/>
                </a:cubicBezTo>
                <a:cubicBezTo>
                  <a:pt x="435" y="86"/>
                  <a:pt x="441" y="116"/>
                  <a:pt x="462" y="136"/>
                </a:cubicBezTo>
                <a:lnTo>
                  <a:pt x="557" y="232"/>
                </a:lnTo>
                <a:cubicBezTo>
                  <a:pt x="601" y="276"/>
                  <a:pt x="625" y="333"/>
                  <a:pt x="625" y="395"/>
                </a:cubicBezTo>
                <a:cubicBezTo>
                  <a:pt x="625" y="456"/>
                  <a:pt x="601" y="514"/>
                  <a:pt x="557" y="557"/>
                </a:cubicBezTo>
                <a:cubicBezTo>
                  <a:pt x="470" y="644"/>
                  <a:pt x="319" y="644"/>
                  <a:pt x="232" y="557"/>
                </a:cubicBezTo>
                <a:lnTo>
                  <a:pt x="136" y="461"/>
                </a:lnTo>
                <a:cubicBezTo>
                  <a:pt x="116" y="441"/>
                  <a:pt x="86" y="435"/>
                  <a:pt x="59" y="445"/>
                </a:cubicBezTo>
                <a:cubicBezTo>
                  <a:pt x="33" y="454"/>
                  <a:pt x="14" y="479"/>
                  <a:pt x="12" y="507"/>
                </a:cubicBezTo>
                <a:cubicBezTo>
                  <a:pt x="0" y="665"/>
                  <a:pt x="57" y="818"/>
                  <a:pt x="168" y="930"/>
                </a:cubicBezTo>
                <a:cubicBezTo>
                  <a:pt x="270" y="1031"/>
                  <a:pt x="405" y="1087"/>
                  <a:pt x="549" y="1087"/>
                </a:cubicBezTo>
                <a:close/>
                <a:moveTo>
                  <a:pt x="395" y="771"/>
                </a:moveTo>
                <a:cubicBezTo>
                  <a:pt x="495" y="771"/>
                  <a:pt x="590" y="731"/>
                  <a:pt x="661" y="660"/>
                </a:cubicBezTo>
                <a:cubicBezTo>
                  <a:pt x="732" y="589"/>
                  <a:pt x="771" y="495"/>
                  <a:pt x="771" y="395"/>
                </a:cubicBezTo>
                <a:cubicBezTo>
                  <a:pt x="771" y="321"/>
                  <a:pt x="750" y="251"/>
                  <a:pt x="711" y="191"/>
                </a:cubicBezTo>
                <a:cubicBezTo>
                  <a:pt x="753" y="210"/>
                  <a:pt x="792" y="237"/>
                  <a:pt x="826" y="271"/>
                </a:cubicBezTo>
                <a:cubicBezTo>
                  <a:pt x="900" y="345"/>
                  <a:pt x="941" y="444"/>
                  <a:pt x="941" y="549"/>
                </a:cubicBezTo>
                <a:cubicBezTo>
                  <a:pt x="941" y="653"/>
                  <a:pt x="900" y="752"/>
                  <a:pt x="826" y="826"/>
                </a:cubicBezTo>
                <a:cubicBezTo>
                  <a:pt x="752" y="900"/>
                  <a:pt x="654" y="941"/>
                  <a:pt x="549" y="941"/>
                </a:cubicBezTo>
                <a:cubicBezTo>
                  <a:pt x="444" y="941"/>
                  <a:pt x="345" y="900"/>
                  <a:pt x="271" y="826"/>
                </a:cubicBezTo>
                <a:cubicBezTo>
                  <a:pt x="237" y="793"/>
                  <a:pt x="211" y="753"/>
                  <a:pt x="191" y="711"/>
                </a:cubicBezTo>
                <a:cubicBezTo>
                  <a:pt x="251" y="750"/>
                  <a:pt x="321" y="771"/>
                  <a:pt x="395" y="771"/>
                </a:cubicBezTo>
                <a:close/>
                <a:moveTo>
                  <a:pt x="2454" y="1685"/>
                </a:moveTo>
                <a:cubicBezTo>
                  <a:pt x="2352" y="1583"/>
                  <a:pt x="2217" y="1527"/>
                  <a:pt x="2073" y="1527"/>
                </a:cubicBezTo>
                <a:cubicBezTo>
                  <a:pt x="2000" y="1527"/>
                  <a:pt x="1929" y="1542"/>
                  <a:pt x="1864" y="1569"/>
                </a:cubicBezTo>
                <a:lnTo>
                  <a:pt x="1515" y="1221"/>
                </a:lnTo>
                <a:lnTo>
                  <a:pt x="2102" y="617"/>
                </a:lnTo>
                <a:cubicBezTo>
                  <a:pt x="2169" y="575"/>
                  <a:pt x="2234" y="511"/>
                  <a:pt x="2250" y="471"/>
                </a:cubicBezTo>
                <a:cubicBezTo>
                  <a:pt x="2267" y="430"/>
                  <a:pt x="2273" y="390"/>
                  <a:pt x="2265" y="382"/>
                </a:cubicBezTo>
                <a:cubicBezTo>
                  <a:pt x="2256" y="373"/>
                  <a:pt x="2242" y="358"/>
                  <a:pt x="2233" y="350"/>
                </a:cubicBezTo>
                <a:cubicBezTo>
                  <a:pt x="2225" y="341"/>
                  <a:pt x="2184" y="348"/>
                  <a:pt x="2144" y="365"/>
                </a:cubicBezTo>
                <a:cubicBezTo>
                  <a:pt x="2104" y="381"/>
                  <a:pt x="2038" y="448"/>
                  <a:pt x="1997" y="516"/>
                </a:cubicBezTo>
                <a:lnTo>
                  <a:pt x="999" y="1543"/>
                </a:lnTo>
                <a:lnTo>
                  <a:pt x="753" y="1518"/>
                </a:lnTo>
                <a:cubicBezTo>
                  <a:pt x="731" y="1516"/>
                  <a:pt x="710" y="1523"/>
                  <a:pt x="695" y="1538"/>
                </a:cubicBezTo>
                <a:cubicBezTo>
                  <a:pt x="641" y="1591"/>
                  <a:pt x="181" y="2059"/>
                  <a:pt x="162" y="2079"/>
                </a:cubicBezTo>
                <a:cubicBezTo>
                  <a:pt x="40" y="2201"/>
                  <a:pt x="34" y="2347"/>
                  <a:pt x="146" y="2470"/>
                </a:cubicBezTo>
                <a:cubicBezTo>
                  <a:pt x="200" y="2530"/>
                  <a:pt x="271" y="2563"/>
                  <a:pt x="350" y="2565"/>
                </a:cubicBezTo>
                <a:cubicBezTo>
                  <a:pt x="352" y="2565"/>
                  <a:pt x="355" y="2565"/>
                  <a:pt x="357" y="2565"/>
                </a:cubicBezTo>
                <a:cubicBezTo>
                  <a:pt x="449" y="2565"/>
                  <a:pt x="532" y="2523"/>
                  <a:pt x="575" y="2480"/>
                </a:cubicBezTo>
                <a:cubicBezTo>
                  <a:pt x="759" y="2289"/>
                  <a:pt x="1048" y="1992"/>
                  <a:pt x="1093" y="1956"/>
                </a:cubicBezTo>
                <a:cubicBezTo>
                  <a:pt x="1124" y="1930"/>
                  <a:pt x="1129" y="1884"/>
                  <a:pt x="1103" y="1853"/>
                </a:cubicBezTo>
                <a:cubicBezTo>
                  <a:pt x="1078" y="1822"/>
                  <a:pt x="1032" y="1817"/>
                  <a:pt x="1000" y="1842"/>
                </a:cubicBezTo>
                <a:cubicBezTo>
                  <a:pt x="935" y="1896"/>
                  <a:pt x="517" y="2329"/>
                  <a:pt x="471" y="2377"/>
                </a:cubicBezTo>
                <a:cubicBezTo>
                  <a:pt x="453" y="2395"/>
                  <a:pt x="405" y="2422"/>
                  <a:pt x="353" y="2419"/>
                </a:cubicBezTo>
                <a:cubicBezTo>
                  <a:pt x="314" y="2418"/>
                  <a:pt x="282" y="2402"/>
                  <a:pt x="254" y="2372"/>
                </a:cubicBezTo>
                <a:cubicBezTo>
                  <a:pt x="214" y="2328"/>
                  <a:pt x="180" y="2267"/>
                  <a:pt x="266" y="2181"/>
                </a:cubicBezTo>
                <a:cubicBezTo>
                  <a:pt x="270" y="2177"/>
                  <a:pt x="662" y="1778"/>
                  <a:pt x="773" y="1667"/>
                </a:cubicBezTo>
                <a:lnTo>
                  <a:pt x="1020" y="1692"/>
                </a:lnTo>
                <a:cubicBezTo>
                  <a:pt x="1042" y="1694"/>
                  <a:pt x="1064" y="1686"/>
                  <a:pt x="1079" y="1670"/>
                </a:cubicBezTo>
                <a:lnTo>
                  <a:pt x="1175" y="1571"/>
                </a:lnTo>
                <a:lnTo>
                  <a:pt x="1548" y="1945"/>
                </a:lnTo>
                <a:cubicBezTo>
                  <a:pt x="1539" y="1984"/>
                  <a:pt x="1534" y="2024"/>
                  <a:pt x="1534" y="2066"/>
                </a:cubicBezTo>
                <a:cubicBezTo>
                  <a:pt x="1534" y="2210"/>
                  <a:pt x="1590" y="2345"/>
                  <a:pt x="1692" y="2447"/>
                </a:cubicBezTo>
                <a:cubicBezTo>
                  <a:pt x="1793" y="2548"/>
                  <a:pt x="1929" y="2604"/>
                  <a:pt x="2073" y="2604"/>
                </a:cubicBezTo>
                <a:cubicBezTo>
                  <a:pt x="2086" y="2604"/>
                  <a:pt x="2100" y="2604"/>
                  <a:pt x="2114" y="2603"/>
                </a:cubicBezTo>
                <a:cubicBezTo>
                  <a:pt x="2142" y="2600"/>
                  <a:pt x="2167" y="2582"/>
                  <a:pt x="2177" y="2555"/>
                </a:cubicBezTo>
                <a:cubicBezTo>
                  <a:pt x="2187" y="2528"/>
                  <a:pt x="2180" y="2498"/>
                  <a:pt x="2160" y="2478"/>
                </a:cubicBezTo>
                <a:lnTo>
                  <a:pt x="2064" y="2382"/>
                </a:lnTo>
                <a:cubicBezTo>
                  <a:pt x="1975" y="2293"/>
                  <a:pt x="1975" y="2147"/>
                  <a:pt x="2064" y="2057"/>
                </a:cubicBezTo>
                <a:cubicBezTo>
                  <a:pt x="2151" y="1970"/>
                  <a:pt x="2302" y="1970"/>
                  <a:pt x="2389" y="2057"/>
                </a:cubicBezTo>
                <a:lnTo>
                  <a:pt x="2485" y="2153"/>
                </a:lnTo>
                <a:cubicBezTo>
                  <a:pt x="2505" y="2173"/>
                  <a:pt x="2535" y="2180"/>
                  <a:pt x="2562" y="2170"/>
                </a:cubicBezTo>
                <a:cubicBezTo>
                  <a:pt x="2589" y="2160"/>
                  <a:pt x="2607" y="2135"/>
                  <a:pt x="2610" y="2107"/>
                </a:cubicBezTo>
                <a:cubicBezTo>
                  <a:pt x="2621" y="1950"/>
                  <a:pt x="2565" y="1796"/>
                  <a:pt x="2454" y="1685"/>
                </a:cubicBezTo>
                <a:close/>
                <a:moveTo>
                  <a:pt x="1277" y="1466"/>
                </a:moveTo>
                <a:lnTo>
                  <a:pt x="1413" y="1325"/>
                </a:lnTo>
                <a:lnTo>
                  <a:pt x="1735" y="1647"/>
                </a:lnTo>
                <a:cubicBezTo>
                  <a:pt x="1720" y="1659"/>
                  <a:pt x="1706" y="1671"/>
                  <a:pt x="1692" y="1685"/>
                </a:cubicBezTo>
                <a:cubicBezTo>
                  <a:pt x="1658" y="1719"/>
                  <a:pt x="1630" y="1756"/>
                  <a:pt x="1607" y="1797"/>
                </a:cubicBezTo>
                <a:lnTo>
                  <a:pt x="1277" y="1466"/>
                </a:lnTo>
                <a:close/>
                <a:moveTo>
                  <a:pt x="2227" y="1844"/>
                </a:moveTo>
                <a:cubicBezTo>
                  <a:pt x="2126" y="1844"/>
                  <a:pt x="2032" y="1883"/>
                  <a:pt x="1961" y="1954"/>
                </a:cubicBezTo>
                <a:cubicBezTo>
                  <a:pt x="1834" y="2081"/>
                  <a:pt x="1817" y="2278"/>
                  <a:pt x="1911" y="2423"/>
                </a:cubicBezTo>
                <a:cubicBezTo>
                  <a:pt x="1868" y="2404"/>
                  <a:pt x="1829" y="2377"/>
                  <a:pt x="1795" y="2343"/>
                </a:cubicBezTo>
                <a:cubicBezTo>
                  <a:pt x="1721" y="2269"/>
                  <a:pt x="1680" y="2171"/>
                  <a:pt x="1680" y="2066"/>
                </a:cubicBezTo>
                <a:cubicBezTo>
                  <a:pt x="1680" y="1961"/>
                  <a:pt x="1721" y="1862"/>
                  <a:pt x="1795" y="1788"/>
                </a:cubicBezTo>
                <a:cubicBezTo>
                  <a:pt x="1869" y="1714"/>
                  <a:pt x="1968" y="1673"/>
                  <a:pt x="2073" y="1673"/>
                </a:cubicBezTo>
                <a:cubicBezTo>
                  <a:pt x="2178" y="1673"/>
                  <a:pt x="2276" y="1714"/>
                  <a:pt x="2350" y="1788"/>
                </a:cubicBezTo>
                <a:cubicBezTo>
                  <a:pt x="2384" y="1822"/>
                  <a:pt x="2411" y="1861"/>
                  <a:pt x="2430" y="1903"/>
                </a:cubicBezTo>
                <a:cubicBezTo>
                  <a:pt x="2370" y="1865"/>
                  <a:pt x="2300" y="1844"/>
                  <a:pt x="2227" y="184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099" name="Freeform 31">
            <a:extLst>
              <a:ext uri="{FF2B5EF4-FFF2-40B4-BE49-F238E27FC236}">
                <a16:creationId xmlns:a16="http://schemas.microsoft.com/office/drawing/2014/main" id="{571F29BB-7ED3-3C4A-8B8F-D566594B1614}"/>
              </a:ext>
            </a:extLst>
          </p:cNvPr>
          <p:cNvSpPr>
            <a:spLocks noChangeAspect="1" noChangeArrowheads="1"/>
          </p:cNvSpPr>
          <p:nvPr/>
        </p:nvSpPr>
        <p:spPr bwMode="auto">
          <a:xfrm>
            <a:off x="4040168" y="5069769"/>
            <a:ext cx="322549" cy="366707"/>
          </a:xfrm>
          <a:custGeom>
            <a:avLst/>
            <a:gdLst>
              <a:gd name="T0" fmla="*/ 115076 w 1965"/>
              <a:gd name="T1" fmla="*/ 0 h 2227"/>
              <a:gd name="T2" fmla="*/ 234229 w 1965"/>
              <a:gd name="T3" fmla="*/ 118771 h 2227"/>
              <a:gd name="T4" fmla="*/ 234229 w 1965"/>
              <a:gd name="T5" fmla="*/ 118771 h 2227"/>
              <a:gd name="T6" fmla="*/ 266836 w 1965"/>
              <a:gd name="T7" fmla="*/ 151077 h 2227"/>
              <a:gd name="T8" fmla="*/ 234229 w 1965"/>
              <a:gd name="T9" fmla="*/ 183382 h 2227"/>
              <a:gd name="T10" fmla="*/ 234229 w 1965"/>
              <a:gd name="T11" fmla="*/ 183382 h 2227"/>
              <a:gd name="T12" fmla="*/ 115076 w 1965"/>
              <a:gd name="T13" fmla="*/ 302153 h 2227"/>
              <a:gd name="T14" fmla="*/ 82605 w 1965"/>
              <a:gd name="T15" fmla="*/ 269712 h 2227"/>
              <a:gd name="T16" fmla="*/ 201757 w 1965"/>
              <a:gd name="T17" fmla="*/ 151077 h 2227"/>
              <a:gd name="T18" fmla="*/ 82605 w 1965"/>
              <a:gd name="T19" fmla="*/ 32306 h 2227"/>
              <a:gd name="T20" fmla="*/ 115076 w 1965"/>
              <a:gd name="T21" fmla="*/ 0 h 2227"/>
              <a:gd name="T22" fmla="*/ 99724 w 1965"/>
              <a:gd name="T23" fmla="*/ 128137 h 2227"/>
              <a:gd name="T24" fmla="*/ 122821 w 1965"/>
              <a:gd name="T25" fmla="*/ 151077 h 2227"/>
              <a:gd name="T26" fmla="*/ 99724 w 1965"/>
              <a:gd name="T27" fmla="*/ 173881 h 2227"/>
              <a:gd name="T28" fmla="*/ 76763 w 1965"/>
              <a:gd name="T29" fmla="*/ 151077 h 2227"/>
              <a:gd name="T30" fmla="*/ 99724 w 1965"/>
              <a:gd name="T31" fmla="*/ 128137 h 2227"/>
              <a:gd name="T32" fmla="*/ 23097 w 1965"/>
              <a:gd name="T33" fmla="*/ 128137 h 2227"/>
              <a:gd name="T34" fmla="*/ 46058 w 1965"/>
              <a:gd name="T35" fmla="*/ 151077 h 2227"/>
              <a:gd name="T36" fmla="*/ 23097 w 1965"/>
              <a:gd name="T37" fmla="*/ 173881 h 2227"/>
              <a:gd name="T38" fmla="*/ 0 w 1965"/>
              <a:gd name="T39" fmla="*/ 151077 h 2227"/>
              <a:gd name="T40" fmla="*/ 23097 w 1965"/>
              <a:gd name="T41" fmla="*/ 128137 h 22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965" h="2227">
                <a:moveTo>
                  <a:pt x="847" y="0"/>
                </a:moveTo>
                <a:lnTo>
                  <a:pt x="1724" y="875"/>
                </a:lnTo>
                <a:lnTo>
                  <a:pt x="1964" y="1113"/>
                </a:lnTo>
                <a:lnTo>
                  <a:pt x="1724" y="1351"/>
                </a:lnTo>
                <a:lnTo>
                  <a:pt x="847" y="2226"/>
                </a:lnTo>
                <a:lnTo>
                  <a:pt x="608" y="1987"/>
                </a:lnTo>
                <a:lnTo>
                  <a:pt x="1485" y="1113"/>
                </a:lnTo>
                <a:lnTo>
                  <a:pt x="608" y="238"/>
                </a:lnTo>
                <a:lnTo>
                  <a:pt x="847" y="0"/>
                </a:lnTo>
                <a:close/>
                <a:moveTo>
                  <a:pt x="734" y="944"/>
                </a:moveTo>
                <a:cubicBezTo>
                  <a:pt x="828" y="944"/>
                  <a:pt x="904" y="1020"/>
                  <a:pt x="904" y="1113"/>
                </a:cubicBezTo>
                <a:cubicBezTo>
                  <a:pt x="904" y="1205"/>
                  <a:pt x="828" y="1281"/>
                  <a:pt x="734" y="1281"/>
                </a:cubicBezTo>
                <a:cubicBezTo>
                  <a:pt x="641" y="1281"/>
                  <a:pt x="565" y="1205"/>
                  <a:pt x="565" y="1113"/>
                </a:cubicBezTo>
                <a:cubicBezTo>
                  <a:pt x="565" y="1020"/>
                  <a:pt x="641" y="944"/>
                  <a:pt x="734" y="944"/>
                </a:cubicBezTo>
                <a:close/>
                <a:moveTo>
                  <a:pt x="170" y="944"/>
                </a:moveTo>
                <a:cubicBezTo>
                  <a:pt x="263" y="944"/>
                  <a:pt x="339" y="1020"/>
                  <a:pt x="339" y="1113"/>
                </a:cubicBezTo>
                <a:cubicBezTo>
                  <a:pt x="339" y="1205"/>
                  <a:pt x="263" y="1281"/>
                  <a:pt x="170" y="1281"/>
                </a:cubicBezTo>
                <a:cubicBezTo>
                  <a:pt x="76" y="1281"/>
                  <a:pt x="0" y="1205"/>
                  <a:pt x="0" y="1113"/>
                </a:cubicBezTo>
                <a:cubicBezTo>
                  <a:pt x="0" y="1020"/>
                  <a:pt x="76" y="944"/>
                  <a:pt x="170" y="94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00" name="Freeform 32">
            <a:extLst>
              <a:ext uri="{FF2B5EF4-FFF2-40B4-BE49-F238E27FC236}">
                <a16:creationId xmlns:a16="http://schemas.microsoft.com/office/drawing/2014/main" id="{AE11A753-EDA2-B548-B9F4-E53621B10064}"/>
              </a:ext>
            </a:extLst>
          </p:cNvPr>
          <p:cNvSpPr>
            <a:spLocks noChangeAspect="1" noChangeArrowheads="1"/>
          </p:cNvSpPr>
          <p:nvPr/>
        </p:nvSpPr>
        <p:spPr bwMode="auto">
          <a:xfrm>
            <a:off x="2425505" y="5142728"/>
            <a:ext cx="364787" cy="188153"/>
          </a:xfrm>
          <a:custGeom>
            <a:avLst/>
            <a:gdLst>
              <a:gd name="T0" fmla="*/ 197205 w 2612"/>
              <a:gd name="T1" fmla="*/ 0 h 1342"/>
              <a:gd name="T2" fmla="*/ 197205 w 2612"/>
              <a:gd name="T3" fmla="*/ 155114 h 1342"/>
              <a:gd name="T4" fmla="*/ 302173 w 2612"/>
              <a:gd name="T5" fmla="*/ 77615 h 1342"/>
              <a:gd name="T6" fmla="*/ 197205 w 2612"/>
              <a:gd name="T7" fmla="*/ 0 h 1342"/>
              <a:gd name="T8" fmla="*/ 184706 w 2612"/>
              <a:gd name="T9" fmla="*/ 35048 h 1342"/>
              <a:gd name="T10" fmla="*/ 184706 w 2612"/>
              <a:gd name="T11" fmla="*/ 120991 h 1342"/>
              <a:gd name="T12" fmla="*/ 123832 w 2612"/>
              <a:gd name="T13" fmla="*/ 120991 h 1342"/>
              <a:gd name="T14" fmla="*/ 123832 w 2612"/>
              <a:gd name="T15" fmla="*/ 35048 h 1342"/>
              <a:gd name="T16" fmla="*/ 184706 w 2612"/>
              <a:gd name="T17" fmla="*/ 35048 h 1342"/>
              <a:gd name="T18" fmla="*/ 102306 w 2612"/>
              <a:gd name="T19" fmla="*/ 35048 h 1342"/>
              <a:gd name="T20" fmla="*/ 102306 w 2612"/>
              <a:gd name="T21" fmla="*/ 120991 h 1342"/>
              <a:gd name="T22" fmla="*/ 60990 w 2612"/>
              <a:gd name="T23" fmla="*/ 120991 h 1342"/>
              <a:gd name="T24" fmla="*/ 60990 w 2612"/>
              <a:gd name="T25" fmla="*/ 35048 h 1342"/>
              <a:gd name="T26" fmla="*/ 102306 w 2612"/>
              <a:gd name="T27" fmla="*/ 35048 h 1342"/>
              <a:gd name="T28" fmla="*/ 30553 w 2612"/>
              <a:gd name="T29" fmla="*/ 35048 h 1342"/>
              <a:gd name="T30" fmla="*/ 30553 w 2612"/>
              <a:gd name="T31" fmla="*/ 120991 h 1342"/>
              <a:gd name="T32" fmla="*/ 0 w 2612"/>
              <a:gd name="T33" fmla="*/ 120991 h 1342"/>
              <a:gd name="T34" fmla="*/ 0 w 2612"/>
              <a:gd name="T35" fmla="*/ 35048 h 1342"/>
              <a:gd name="T36" fmla="*/ 30553 w 2612"/>
              <a:gd name="T37" fmla="*/ 35048 h 13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612" h="1342">
                <a:moveTo>
                  <a:pt x="1704" y="0"/>
                </a:moveTo>
                <a:lnTo>
                  <a:pt x="1704" y="1341"/>
                </a:lnTo>
                <a:lnTo>
                  <a:pt x="2611" y="671"/>
                </a:lnTo>
                <a:lnTo>
                  <a:pt x="1704" y="0"/>
                </a:lnTo>
                <a:close/>
                <a:moveTo>
                  <a:pt x="1596" y="303"/>
                </a:moveTo>
                <a:lnTo>
                  <a:pt x="1596" y="1046"/>
                </a:lnTo>
                <a:lnTo>
                  <a:pt x="1070" y="1046"/>
                </a:lnTo>
                <a:lnTo>
                  <a:pt x="1070" y="303"/>
                </a:lnTo>
                <a:lnTo>
                  <a:pt x="1596" y="303"/>
                </a:lnTo>
                <a:close/>
                <a:moveTo>
                  <a:pt x="884" y="303"/>
                </a:moveTo>
                <a:lnTo>
                  <a:pt x="884" y="1046"/>
                </a:lnTo>
                <a:lnTo>
                  <a:pt x="527" y="1046"/>
                </a:lnTo>
                <a:lnTo>
                  <a:pt x="527" y="303"/>
                </a:lnTo>
                <a:lnTo>
                  <a:pt x="884" y="303"/>
                </a:lnTo>
                <a:close/>
                <a:moveTo>
                  <a:pt x="264" y="303"/>
                </a:moveTo>
                <a:lnTo>
                  <a:pt x="264" y="1046"/>
                </a:lnTo>
                <a:lnTo>
                  <a:pt x="0" y="1046"/>
                </a:lnTo>
                <a:lnTo>
                  <a:pt x="0" y="303"/>
                </a:lnTo>
                <a:lnTo>
                  <a:pt x="264" y="303"/>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01" name="Freeform 33">
            <a:extLst>
              <a:ext uri="{FF2B5EF4-FFF2-40B4-BE49-F238E27FC236}">
                <a16:creationId xmlns:a16="http://schemas.microsoft.com/office/drawing/2014/main" id="{1EA16165-4B0D-DE43-BDE6-9E1F404865AC}"/>
              </a:ext>
            </a:extLst>
          </p:cNvPr>
          <p:cNvSpPr>
            <a:spLocks noChangeAspect="1" noChangeArrowheads="1"/>
          </p:cNvSpPr>
          <p:nvPr/>
        </p:nvSpPr>
        <p:spPr bwMode="auto">
          <a:xfrm>
            <a:off x="1757370" y="5069769"/>
            <a:ext cx="220793" cy="366707"/>
          </a:xfrm>
          <a:custGeom>
            <a:avLst/>
            <a:gdLst>
              <a:gd name="T0" fmla="*/ 178702 w 1102"/>
              <a:gd name="T1" fmla="*/ 220468 h 1814"/>
              <a:gd name="T2" fmla="*/ 101948 w 1102"/>
              <a:gd name="T3" fmla="*/ 297290 h 1814"/>
              <a:gd name="T4" fmla="*/ 96776 w 1102"/>
              <a:gd name="T5" fmla="*/ 301123 h 1814"/>
              <a:gd name="T6" fmla="*/ 96442 w 1102"/>
              <a:gd name="T7" fmla="*/ 301123 h 1814"/>
              <a:gd name="T8" fmla="*/ 92438 w 1102"/>
              <a:gd name="T9" fmla="*/ 301956 h 1814"/>
              <a:gd name="T10" fmla="*/ 91937 w 1102"/>
              <a:gd name="T11" fmla="*/ 302122 h 1814"/>
              <a:gd name="T12" fmla="*/ 90936 w 1102"/>
              <a:gd name="T13" fmla="*/ 301956 h 1814"/>
              <a:gd name="T14" fmla="*/ 88433 w 1102"/>
              <a:gd name="T15" fmla="*/ 301289 h 1814"/>
              <a:gd name="T16" fmla="*/ 85763 w 1102"/>
              <a:gd name="T17" fmla="*/ 300289 h 1814"/>
              <a:gd name="T18" fmla="*/ 84262 w 1102"/>
              <a:gd name="T19" fmla="*/ 299289 h 1814"/>
              <a:gd name="T20" fmla="*/ 82927 w 1102"/>
              <a:gd name="T21" fmla="*/ 298290 h 1814"/>
              <a:gd name="T22" fmla="*/ 5006 w 1102"/>
              <a:gd name="T23" fmla="*/ 220468 h 1814"/>
              <a:gd name="T24" fmla="*/ 5006 w 1102"/>
              <a:gd name="T25" fmla="*/ 202470 h 1814"/>
              <a:gd name="T26" fmla="*/ 23193 w 1102"/>
              <a:gd name="T27" fmla="*/ 202470 h 1814"/>
              <a:gd name="T28" fmla="*/ 79256 w 1102"/>
              <a:gd name="T29" fmla="*/ 258295 h 1814"/>
              <a:gd name="T30" fmla="*/ 79256 w 1102"/>
              <a:gd name="T31" fmla="*/ 133814 h 1814"/>
              <a:gd name="T32" fmla="*/ 91937 w 1102"/>
              <a:gd name="T33" fmla="*/ 120816 h 1814"/>
              <a:gd name="T34" fmla="*/ 104952 w 1102"/>
              <a:gd name="T35" fmla="*/ 133814 h 1814"/>
              <a:gd name="T36" fmla="*/ 104952 w 1102"/>
              <a:gd name="T37" fmla="*/ 257962 h 1814"/>
              <a:gd name="T38" fmla="*/ 160681 w 1102"/>
              <a:gd name="T39" fmla="*/ 202470 h 1814"/>
              <a:gd name="T40" fmla="*/ 178702 w 1102"/>
              <a:gd name="T41" fmla="*/ 202470 h 1814"/>
              <a:gd name="T42" fmla="*/ 178702 w 1102"/>
              <a:gd name="T43" fmla="*/ 220468 h 1814"/>
              <a:gd name="T44" fmla="*/ 91937 w 1102"/>
              <a:gd name="T45" fmla="*/ 86321 h 1814"/>
              <a:gd name="T46" fmla="*/ 79089 w 1102"/>
              <a:gd name="T47" fmla="*/ 73323 h 1814"/>
              <a:gd name="T48" fmla="*/ 91937 w 1102"/>
              <a:gd name="T49" fmla="*/ 60491 h 1814"/>
              <a:gd name="T50" fmla="*/ 104952 w 1102"/>
              <a:gd name="T51" fmla="*/ 73323 h 1814"/>
              <a:gd name="T52" fmla="*/ 91937 w 1102"/>
              <a:gd name="T53" fmla="*/ 86321 h 1814"/>
              <a:gd name="T54" fmla="*/ 91937 w 1102"/>
              <a:gd name="T55" fmla="*/ 25830 h 1814"/>
              <a:gd name="T56" fmla="*/ 79089 w 1102"/>
              <a:gd name="T57" fmla="*/ 12998 h 1814"/>
              <a:gd name="T58" fmla="*/ 91937 w 1102"/>
              <a:gd name="T59" fmla="*/ 0 h 1814"/>
              <a:gd name="T60" fmla="*/ 104952 w 1102"/>
              <a:gd name="T61" fmla="*/ 12998 h 1814"/>
              <a:gd name="T62" fmla="*/ 91937 w 1102"/>
              <a:gd name="T63" fmla="*/ 25830 h 181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102" h="1814">
                <a:moveTo>
                  <a:pt x="1071" y="1323"/>
                </a:moveTo>
                <a:lnTo>
                  <a:pt x="611" y="1784"/>
                </a:lnTo>
                <a:cubicBezTo>
                  <a:pt x="603" y="1794"/>
                  <a:pt x="592" y="1802"/>
                  <a:pt x="580" y="1807"/>
                </a:cubicBezTo>
                <a:cubicBezTo>
                  <a:pt x="579" y="1807"/>
                  <a:pt x="578" y="1807"/>
                  <a:pt x="578" y="1807"/>
                </a:cubicBezTo>
                <a:cubicBezTo>
                  <a:pt x="570" y="1811"/>
                  <a:pt x="562" y="1812"/>
                  <a:pt x="554" y="1812"/>
                </a:cubicBezTo>
                <a:cubicBezTo>
                  <a:pt x="553" y="1812"/>
                  <a:pt x="551" y="1813"/>
                  <a:pt x="551" y="1813"/>
                </a:cubicBezTo>
                <a:cubicBezTo>
                  <a:pt x="549" y="1813"/>
                  <a:pt x="547" y="1812"/>
                  <a:pt x="545" y="1812"/>
                </a:cubicBezTo>
                <a:cubicBezTo>
                  <a:pt x="540" y="1811"/>
                  <a:pt x="535" y="1810"/>
                  <a:pt x="530" y="1808"/>
                </a:cubicBezTo>
                <a:cubicBezTo>
                  <a:pt x="525" y="1807"/>
                  <a:pt x="519" y="1805"/>
                  <a:pt x="514" y="1802"/>
                </a:cubicBezTo>
                <a:cubicBezTo>
                  <a:pt x="511" y="1800"/>
                  <a:pt x="508" y="1798"/>
                  <a:pt x="505" y="1796"/>
                </a:cubicBezTo>
                <a:cubicBezTo>
                  <a:pt x="502" y="1794"/>
                  <a:pt x="499" y="1793"/>
                  <a:pt x="497" y="1790"/>
                </a:cubicBezTo>
                <a:lnTo>
                  <a:pt x="30" y="1323"/>
                </a:lnTo>
                <a:cubicBezTo>
                  <a:pt x="0" y="1293"/>
                  <a:pt x="0" y="1244"/>
                  <a:pt x="30" y="1215"/>
                </a:cubicBezTo>
                <a:cubicBezTo>
                  <a:pt x="60" y="1185"/>
                  <a:pt x="108" y="1185"/>
                  <a:pt x="139" y="1215"/>
                </a:cubicBezTo>
                <a:lnTo>
                  <a:pt x="475" y="1550"/>
                </a:lnTo>
                <a:lnTo>
                  <a:pt x="475" y="803"/>
                </a:lnTo>
                <a:cubicBezTo>
                  <a:pt x="475" y="760"/>
                  <a:pt x="509" y="725"/>
                  <a:pt x="551" y="725"/>
                </a:cubicBezTo>
                <a:cubicBezTo>
                  <a:pt x="594" y="725"/>
                  <a:pt x="629" y="760"/>
                  <a:pt x="629" y="803"/>
                </a:cubicBezTo>
                <a:lnTo>
                  <a:pt x="629" y="1548"/>
                </a:lnTo>
                <a:lnTo>
                  <a:pt x="963" y="1215"/>
                </a:lnTo>
                <a:cubicBezTo>
                  <a:pt x="992" y="1185"/>
                  <a:pt x="1041" y="1185"/>
                  <a:pt x="1071" y="1215"/>
                </a:cubicBezTo>
                <a:cubicBezTo>
                  <a:pt x="1101" y="1244"/>
                  <a:pt x="1101" y="1293"/>
                  <a:pt x="1071" y="1323"/>
                </a:cubicBezTo>
                <a:close/>
                <a:moveTo>
                  <a:pt x="551" y="518"/>
                </a:moveTo>
                <a:cubicBezTo>
                  <a:pt x="509" y="518"/>
                  <a:pt x="474" y="483"/>
                  <a:pt x="474" y="440"/>
                </a:cubicBezTo>
                <a:cubicBezTo>
                  <a:pt x="474" y="397"/>
                  <a:pt x="509" y="363"/>
                  <a:pt x="551" y="363"/>
                </a:cubicBezTo>
                <a:cubicBezTo>
                  <a:pt x="594" y="363"/>
                  <a:pt x="629" y="397"/>
                  <a:pt x="629" y="440"/>
                </a:cubicBezTo>
                <a:cubicBezTo>
                  <a:pt x="629" y="483"/>
                  <a:pt x="594" y="518"/>
                  <a:pt x="551" y="518"/>
                </a:cubicBezTo>
                <a:close/>
                <a:moveTo>
                  <a:pt x="551" y="155"/>
                </a:moveTo>
                <a:cubicBezTo>
                  <a:pt x="509" y="155"/>
                  <a:pt x="474" y="121"/>
                  <a:pt x="474" y="78"/>
                </a:cubicBezTo>
                <a:cubicBezTo>
                  <a:pt x="474" y="35"/>
                  <a:pt x="509" y="0"/>
                  <a:pt x="551" y="0"/>
                </a:cubicBezTo>
                <a:cubicBezTo>
                  <a:pt x="594" y="0"/>
                  <a:pt x="629" y="35"/>
                  <a:pt x="629" y="78"/>
                </a:cubicBezTo>
                <a:cubicBezTo>
                  <a:pt x="629" y="121"/>
                  <a:pt x="594" y="155"/>
                  <a:pt x="551" y="15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02" name="Freeform 34">
            <a:extLst>
              <a:ext uri="{FF2B5EF4-FFF2-40B4-BE49-F238E27FC236}">
                <a16:creationId xmlns:a16="http://schemas.microsoft.com/office/drawing/2014/main" id="{0A12A9E2-F7B9-4940-AFE0-C15BFE43ACEA}"/>
              </a:ext>
            </a:extLst>
          </p:cNvPr>
          <p:cNvSpPr>
            <a:spLocks noChangeAspect="1" noChangeArrowheads="1"/>
          </p:cNvSpPr>
          <p:nvPr/>
        </p:nvSpPr>
        <p:spPr bwMode="auto">
          <a:xfrm>
            <a:off x="3235719" y="5102407"/>
            <a:ext cx="366708" cy="286071"/>
          </a:xfrm>
          <a:custGeom>
            <a:avLst/>
            <a:gdLst>
              <a:gd name="T0" fmla="*/ 289968 w 2429"/>
              <a:gd name="T1" fmla="*/ 162119 h 1899"/>
              <a:gd name="T2" fmla="*/ 282128 w 2429"/>
              <a:gd name="T3" fmla="*/ 158757 h 1899"/>
              <a:gd name="T4" fmla="*/ 151331 w 2429"/>
              <a:gd name="T5" fmla="*/ 27020 h 1899"/>
              <a:gd name="T6" fmla="*/ 20161 w 2429"/>
              <a:gd name="T7" fmla="*/ 158757 h 1899"/>
              <a:gd name="T8" fmla="*/ 4356 w 2429"/>
              <a:gd name="T9" fmla="*/ 158882 h 1899"/>
              <a:gd name="T10" fmla="*/ 4356 w 2429"/>
              <a:gd name="T11" fmla="*/ 143068 h 1899"/>
              <a:gd name="T12" fmla="*/ 143366 w 2429"/>
              <a:gd name="T13" fmla="*/ 3362 h 1899"/>
              <a:gd name="T14" fmla="*/ 151331 w 2429"/>
              <a:gd name="T15" fmla="*/ 0 h 1899"/>
              <a:gd name="T16" fmla="*/ 151331 w 2429"/>
              <a:gd name="T17" fmla="*/ 0 h 1899"/>
              <a:gd name="T18" fmla="*/ 159047 w 2429"/>
              <a:gd name="T19" fmla="*/ 3362 h 1899"/>
              <a:gd name="T20" fmla="*/ 297933 w 2429"/>
              <a:gd name="T21" fmla="*/ 143068 h 1899"/>
              <a:gd name="T22" fmla="*/ 297809 w 2429"/>
              <a:gd name="T23" fmla="*/ 158882 h 1899"/>
              <a:gd name="T24" fmla="*/ 289968 w 2429"/>
              <a:gd name="T25" fmla="*/ 162119 h 1899"/>
              <a:gd name="T26" fmla="*/ 137019 w 2429"/>
              <a:gd name="T27" fmla="*/ 159131 h 1899"/>
              <a:gd name="T28" fmla="*/ 142993 w 2429"/>
              <a:gd name="T29" fmla="*/ 165108 h 1899"/>
              <a:gd name="T30" fmla="*/ 151207 w 2429"/>
              <a:gd name="T31" fmla="*/ 167349 h 1899"/>
              <a:gd name="T32" fmla="*/ 159172 w 2429"/>
              <a:gd name="T33" fmla="*/ 165108 h 1899"/>
              <a:gd name="T34" fmla="*/ 165145 w 2429"/>
              <a:gd name="T35" fmla="*/ 159131 h 1899"/>
              <a:gd name="T36" fmla="*/ 167385 w 2429"/>
              <a:gd name="T37" fmla="*/ 150913 h 1899"/>
              <a:gd name="T38" fmla="*/ 165145 w 2429"/>
              <a:gd name="T39" fmla="*/ 142819 h 1899"/>
              <a:gd name="T40" fmla="*/ 159172 w 2429"/>
              <a:gd name="T41" fmla="*/ 136843 h 1899"/>
              <a:gd name="T42" fmla="*/ 151207 w 2429"/>
              <a:gd name="T43" fmla="*/ 134601 h 1899"/>
              <a:gd name="T44" fmla="*/ 142993 w 2429"/>
              <a:gd name="T45" fmla="*/ 136843 h 1899"/>
              <a:gd name="T46" fmla="*/ 137019 w 2429"/>
              <a:gd name="T47" fmla="*/ 142819 h 1899"/>
              <a:gd name="T48" fmla="*/ 134904 w 2429"/>
              <a:gd name="T49" fmla="*/ 150913 h 1899"/>
              <a:gd name="T50" fmla="*/ 137019 w 2429"/>
              <a:gd name="T51" fmla="*/ 159131 h 1899"/>
              <a:gd name="T52" fmla="*/ 137019 w 2429"/>
              <a:gd name="T53" fmla="*/ 228112 h 1899"/>
              <a:gd name="T54" fmla="*/ 142993 w 2429"/>
              <a:gd name="T55" fmla="*/ 234089 h 1899"/>
              <a:gd name="T56" fmla="*/ 151207 w 2429"/>
              <a:gd name="T57" fmla="*/ 236330 h 1899"/>
              <a:gd name="T58" fmla="*/ 159172 w 2429"/>
              <a:gd name="T59" fmla="*/ 234089 h 1899"/>
              <a:gd name="T60" fmla="*/ 165145 w 2429"/>
              <a:gd name="T61" fmla="*/ 228112 h 1899"/>
              <a:gd name="T62" fmla="*/ 167385 w 2429"/>
              <a:gd name="T63" fmla="*/ 220019 h 1899"/>
              <a:gd name="T64" fmla="*/ 165145 w 2429"/>
              <a:gd name="T65" fmla="*/ 211801 h 1899"/>
              <a:gd name="T66" fmla="*/ 159172 w 2429"/>
              <a:gd name="T67" fmla="*/ 205824 h 1899"/>
              <a:gd name="T68" fmla="*/ 151207 w 2429"/>
              <a:gd name="T69" fmla="*/ 203583 h 1899"/>
              <a:gd name="T70" fmla="*/ 142993 w 2429"/>
              <a:gd name="T71" fmla="*/ 205824 h 1899"/>
              <a:gd name="T72" fmla="*/ 137019 w 2429"/>
              <a:gd name="T73" fmla="*/ 211801 h 1899"/>
              <a:gd name="T74" fmla="*/ 134904 w 2429"/>
              <a:gd name="T75" fmla="*/ 220019 h 1899"/>
              <a:gd name="T76" fmla="*/ 137019 w 2429"/>
              <a:gd name="T77" fmla="*/ 228112 h 189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429" h="1899">
                <a:moveTo>
                  <a:pt x="2330" y="1302"/>
                </a:moveTo>
                <a:cubicBezTo>
                  <a:pt x="2307" y="1302"/>
                  <a:pt x="2284" y="1293"/>
                  <a:pt x="2267" y="1275"/>
                </a:cubicBezTo>
                <a:lnTo>
                  <a:pt x="1216" y="217"/>
                </a:lnTo>
                <a:lnTo>
                  <a:pt x="162" y="1275"/>
                </a:lnTo>
                <a:cubicBezTo>
                  <a:pt x="127" y="1310"/>
                  <a:pt x="70" y="1311"/>
                  <a:pt x="35" y="1276"/>
                </a:cubicBezTo>
                <a:cubicBezTo>
                  <a:pt x="0" y="1241"/>
                  <a:pt x="0" y="1184"/>
                  <a:pt x="35" y="1149"/>
                </a:cubicBezTo>
                <a:lnTo>
                  <a:pt x="1152" y="27"/>
                </a:lnTo>
                <a:cubicBezTo>
                  <a:pt x="1169" y="10"/>
                  <a:pt x="1192" y="0"/>
                  <a:pt x="1216" y="0"/>
                </a:cubicBezTo>
                <a:cubicBezTo>
                  <a:pt x="1239" y="1"/>
                  <a:pt x="1261" y="10"/>
                  <a:pt x="1278" y="27"/>
                </a:cubicBezTo>
                <a:lnTo>
                  <a:pt x="2394" y="1149"/>
                </a:lnTo>
                <a:cubicBezTo>
                  <a:pt x="2428" y="1184"/>
                  <a:pt x="2428" y="1241"/>
                  <a:pt x="2393" y="1276"/>
                </a:cubicBezTo>
                <a:cubicBezTo>
                  <a:pt x="2376" y="1293"/>
                  <a:pt x="2353" y="1302"/>
                  <a:pt x="2330" y="1302"/>
                </a:cubicBezTo>
                <a:close/>
                <a:moveTo>
                  <a:pt x="1101" y="1278"/>
                </a:moveTo>
                <a:cubicBezTo>
                  <a:pt x="1113" y="1299"/>
                  <a:pt x="1128" y="1314"/>
                  <a:pt x="1149" y="1326"/>
                </a:cubicBezTo>
                <a:cubicBezTo>
                  <a:pt x="1170" y="1338"/>
                  <a:pt x="1191" y="1344"/>
                  <a:pt x="1215" y="1344"/>
                </a:cubicBezTo>
                <a:cubicBezTo>
                  <a:pt x="1238" y="1344"/>
                  <a:pt x="1258" y="1338"/>
                  <a:pt x="1279" y="1326"/>
                </a:cubicBezTo>
                <a:cubicBezTo>
                  <a:pt x="1300" y="1314"/>
                  <a:pt x="1315" y="1299"/>
                  <a:pt x="1327" y="1278"/>
                </a:cubicBezTo>
                <a:cubicBezTo>
                  <a:pt x="1340" y="1257"/>
                  <a:pt x="1345" y="1236"/>
                  <a:pt x="1345" y="1212"/>
                </a:cubicBezTo>
                <a:cubicBezTo>
                  <a:pt x="1345" y="1188"/>
                  <a:pt x="1340" y="1168"/>
                  <a:pt x="1327" y="1147"/>
                </a:cubicBezTo>
                <a:cubicBezTo>
                  <a:pt x="1315" y="1126"/>
                  <a:pt x="1300" y="1111"/>
                  <a:pt x="1279" y="1099"/>
                </a:cubicBezTo>
                <a:cubicBezTo>
                  <a:pt x="1258" y="1087"/>
                  <a:pt x="1238" y="1081"/>
                  <a:pt x="1215" y="1081"/>
                </a:cubicBezTo>
                <a:cubicBezTo>
                  <a:pt x="1191" y="1081"/>
                  <a:pt x="1170" y="1087"/>
                  <a:pt x="1149" y="1099"/>
                </a:cubicBezTo>
                <a:cubicBezTo>
                  <a:pt x="1128" y="1111"/>
                  <a:pt x="1113" y="1126"/>
                  <a:pt x="1101" y="1147"/>
                </a:cubicBezTo>
                <a:cubicBezTo>
                  <a:pt x="1089" y="1168"/>
                  <a:pt x="1084" y="1188"/>
                  <a:pt x="1084" y="1212"/>
                </a:cubicBezTo>
                <a:cubicBezTo>
                  <a:pt x="1084" y="1236"/>
                  <a:pt x="1089" y="1257"/>
                  <a:pt x="1101" y="1278"/>
                </a:cubicBezTo>
                <a:close/>
                <a:moveTo>
                  <a:pt x="1101" y="1832"/>
                </a:moveTo>
                <a:cubicBezTo>
                  <a:pt x="1113" y="1853"/>
                  <a:pt x="1128" y="1868"/>
                  <a:pt x="1149" y="1880"/>
                </a:cubicBezTo>
                <a:cubicBezTo>
                  <a:pt x="1170" y="1892"/>
                  <a:pt x="1191" y="1898"/>
                  <a:pt x="1215" y="1898"/>
                </a:cubicBezTo>
                <a:cubicBezTo>
                  <a:pt x="1238" y="1898"/>
                  <a:pt x="1258" y="1892"/>
                  <a:pt x="1279" y="1880"/>
                </a:cubicBezTo>
                <a:cubicBezTo>
                  <a:pt x="1300" y="1868"/>
                  <a:pt x="1315" y="1853"/>
                  <a:pt x="1327" y="1832"/>
                </a:cubicBezTo>
                <a:cubicBezTo>
                  <a:pt x="1340" y="1811"/>
                  <a:pt x="1345" y="1791"/>
                  <a:pt x="1345" y="1767"/>
                </a:cubicBezTo>
                <a:cubicBezTo>
                  <a:pt x="1345" y="1743"/>
                  <a:pt x="1340" y="1722"/>
                  <a:pt x="1327" y="1701"/>
                </a:cubicBezTo>
                <a:cubicBezTo>
                  <a:pt x="1315" y="1680"/>
                  <a:pt x="1300" y="1665"/>
                  <a:pt x="1279" y="1653"/>
                </a:cubicBezTo>
                <a:cubicBezTo>
                  <a:pt x="1258" y="1641"/>
                  <a:pt x="1238" y="1635"/>
                  <a:pt x="1215" y="1635"/>
                </a:cubicBezTo>
                <a:cubicBezTo>
                  <a:pt x="1191" y="1635"/>
                  <a:pt x="1170" y="1641"/>
                  <a:pt x="1149" y="1653"/>
                </a:cubicBezTo>
                <a:cubicBezTo>
                  <a:pt x="1128" y="1665"/>
                  <a:pt x="1113" y="1680"/>
                  <a:pt x="1101" y="1701"/>
                </a:cubicBezTo>
                <a:cubicBezTo>
                  <a:pt x="1089" y="1722"/>
                  <a:pt x="1084" y="1743"/>
                  <a:pt x="1084" y="1767"/>
                </a:cubicBezTo>
                <a:cubicBezTo>
                  <a:pt x="1084" y="1791"/>
                  <a:pt x="1089" y="1811"/>
                  <a:pt x="1101" y="1832"/>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03" name="Freeform 1">
            <a:extLst>
              <a:ext uri="{FF2B5EF4-FFF2-40B4-BE49-F238E27FC236}">
                <a16:creationId xmlns:a16="http://schemas.microsoft.com/office/drawing/2014/main" id="{F30FB6D7-3AB5-BD4A-8199-A6AC045B527B}"/>
              </a:ext>
            </a:extLst>
          </p:cNvPr>
          <p:cNvSpPr>
            <a:spLocks noChangeAspect="1" noChangeArrowheads="1"/>
          </p:cNvSpPr>
          <p:nvPr/>
        </p:nvSpPr>
        <p:spPr bwMode="auto">
          <a:xfrm>
            <a:off x="7121662" y="4209641"/>
            <a:ext cx="514543" cy="433905"/>
          </a:xfrm>
          <a:custGeom>
            <a:avLst/>
            <a:gdLst>
              <a:gd name="T0" fmla="*/ 410299 w 2968"/>
              <a:gd name="T1" fmla="*/ 276758 h 2517"/>
              <a:gd name="T2" fmla="*/ 405724 w 2968"/>
              <a:gd name="T3" fmla="*/ 276758 h 2517"/>
              <a:gd name="T4" fmla="*/ 405724 w 2968"/>
              <a:gd name="T5" fmla="*/ 27604 h 2517"/>
              <a:gd name="T6" fmla="*/ 410299 w 2968"/>
              <a:gd name="T7" fmla="*/ 27604 h 2517"/>
              <a:gd name="T8" fmla="*/ 424166 w 2968"/>
              <a:gd name="T9" fmla="*/ 13874 h 2517"/>
              <a:gd name="T10" fmla="*/ 410299 w 2968"/>
              <a:gd name="T11" fmla="*/ 0 h 2517"/>
              <a:gd name="T12" fmla="*/ 13867 w 2968"/>
              <a:gd name="T13" fmla="*/ 0 h 2517"/>
              <a:gd name="T14" fmla="*/ 0 w 2968"/>
              <a:gd name="T15" fmla="*/ 13874 h 2517"/>
              <a:gd name="T16" fmla="*/ 13867 w 2968"/>
              <a:gd name="T17" fmla="*/ 27604 h 2517"/>
              <a:gd name="T18" fmla="*/ 18442 w 2968"/>
              <a:gd name="T19" fmla="*/ 27604 h 2517"/>
              <a:gd name="T20" fmla="*/ 18442 w 2968"/>
              <a:gd name="T21" fmla="*/ 276758 h 2517"/>
              <a:gd name="T22" fmla="*/ 13867 w 2968"/>
              <a:gd name="T23" fmla="*/ 276758 h 2517"/>
              <a:gd name="T24" fmla="*/ 0 w 2968"/>
              <a:gd name="T25" fmla="*/ 290632 h 2517"/>
              <a:gd name="T26" fmla="*/ 13867 w 2968"/>
              <a:gd name="T27" fmla="*/ 304362 h 2517"/>
              <a:gd name="T28" fmla="*/ 193712 w 2968"/>
              <a:gd name="T29" fmla="*/ 304362 h 2517"/>
              <a:gd name="T30" fmla="*/ 193712 w 2968"/>
              <a:gd name="T31" fmla="*/ 332110 h 2517"/>
              <a:gd name="T32" fmla="*/ 161403 w 2968"/>
              <a:gd name="T33" fmla="*/ 332110 h 2517"/>
              <a:gd name="T34" fmla="*/ 147679 w 2968"/>
              <a:gd name="T35" fmla="*/ 345983 h 2517"/>
              <a:gd name="T36" fmla="*/ 161403 w 2968"/>
              <a:gd name="T37" fmla="*/ 359857 h 2517"/>
              <a:gd name="T38" fmla="*/ 253613 w 2968"/>
              <a:gd name="T39" fmla="*/ 359857 h 2517"/>
              <a:gd name="T40" fmla="*/ 267338 w 2968"/>
              <a:gd name="T41" fmla="*/ 345983 h 2517"/>
              <a:gd name="T42" fmla="*/ 253613 w 2968"/>
              <a:gd name="T43" fmla="*/ 332110 h 2517"/>
              <a:gd name="T44" fmla="*/ 221304 w 2968"/>
              <a:gd name="T45" fmla="*/ 332110 h 2517"/>
              <a:gd name="T46" fmla="*/ 221304 w 2968"/>
              <a:gd name="T47" fmla="*/ 304362 h 2517"/>
              <a:gd name="T48" fmla="*/ 410299 w 2968"/>
              <a:gd name="T49" fmla="*/ 304362 h 2517"/>
              <a:gd name="T50" fmla="*/ 424166 w 2968"/>
              <a:gd name="T51" fmla="*/ 290632 h 2517"/>
              <a:gd name="T52" fmla="*/ 410299 w 2968"/>
              <a:gd name="T53" fmla="*/ 276758 h 2517"/>
              <a:gd name="T54" fmla="*/ 46176 w 2968"/>
              <a:gd name="T55" fmla="*/ 276758 h 2517"/>
              <a:gd name="T56" fmla="*/ 46176 w 2968"/>
              <a:gd name="T57" fmla="*/ 27604 h 2517"/>
              <a:gd name="T58" fmla="*/ 378133 w 2968"/>
              <a:gd name="T59" fmla="*/ 27604 h 2517"/>
              <a:gd name="T60" fmla="*/ 378133 w 2968"/>
              <a:gd name="T61" fmla="*/ 276758 h 2517"/>
              <a:gd name="T62" fmla="*/ 46176 w 2968"/>
              <a:gd name="T63" fmla="*/ 276758 h 2517"/>
              <a:gd name="T64" fmla="*/ 313657 w 2968"/>
              <a:gd name="T65" fmla="*/ 90107 h 2517"/>
              <a:gd name="T66" fmla="*/ 228881 w 2968"/>
              <a:gd name="T67" fmla="*/ 175066 h 2517"/>
              <a:gd name="T68" fmla="*/ 183419 w 2968"/>
              <a:gd name="T69" fmla="*/ 129297 h 2517"/>
              <a:gd name="T70" fmla="*/ 170410 w 2968"/>
              <a:gd name="T71" fmla="*/ 129297 h 2517"/>
              <a:gd name="T72" fmla="*/ 98643 w 2968"/>
              <a:gd name="T73" fmla="*/ 200954 h 2517"/>
              <a:gd name="T74" fmla="*/ 98643 w 2968"/>
              <a:gd name="T75" fmla="*/ 213969 h 2517"/>
              <a:gd name="T76" fmla="*/ 111653 w 2968"/>
              <a:gd name="T77" fmla="*/ 213969 h 2517"/>
              <a:gd name="T78" fmla="*/ 176843 w 2968"/>
              <a:gd name="T79" fmla="*/ 148892 h 2517"/>
              <a:gd name="T80" fmla="*/ 222448 w 2968"/>
              <a:gd name="T81" fmla="*/ 194517 h 2517"/>
              <a:gd name="T82" fmla="*/ 235457 w 2968"/>
              <a:gd name="T83" fmla="*/ 194517 h 2517"/>
              <a:gd name="T84" fmla="*/ 326809 w 2968"/>
              <a:gd name="T85" fmla="*/ 103266 h 2517"/>
              <a:gd name="T86" fmla="*/ 326809 w 2968"/>
              <a:gd name="T87" fmla="*/ 90107 h 2517"/>
              <a:gd name="T88" fmla="*/ 313657 w 2968"/>
              <a:gd name="T89" fmla="*/ 90107 h 251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968" h="2517">
                <a:moveTo>
                  <a:pt x="2870" y="1935"/>
                </a:moveTo>
                <a:lnTo>
                  <a:pt x="2838" y="1935"/>
                </a:lnTo>
                <a:lnTo>
                  <a:pt x="2838" y="193"/>
                </a:lnTo>
                <a:lnTo>
                  <a:pt x="2870" y="193"/>
                </a:lnTo>
                <a:cubicBezTo>
                  <a:pt x="2924" y="193"/>
                  <a:pt x="2967" y="150"/>
                  <a:pt x="2967" y="97"/>
                </a:cubicBezTo>
                <a:cubicBezTo>
                  <a:pt x="2967" y="43"/>
                  <a:pt x="2924" y="0"/>
                  <a:pt x="2870" y="0"/>
                </a:cubicBezTo>
                <a:lnTo>
                  <a:pt x="97" y="0"/>
                </a:lnTo>
                <a:cubicBezTo>
                  <a:pt x="44" y="0"/>
                  <a:pt x="0" y="43"/>
                  <a:pt x="0" y="97"/>
                </a:cubicBezTo>
                <a:cubicBezTo>
                  <a:pt x="0" y="150"/>
                  <a:pt x="44" y="193"/>
                  <a:pt x="97" y="193"/>
                </a:cubicBezTo>
                <a:lnTo>
                  <a:pt x="129" y="193"/>
                </a:lnTo>
                <a:lnTo>
                  <a:pt x="129" y="1935"/>
                </a:lnTo>
                <a:lnTo>
                  <a:pt x="97" y="1935"/>
                </a:lnTo>
                <a:cubicBezTo>
                  <a:pt x="44" y="1935"/>
                  <a:pt x="0" y="1979"/>
                  <a:pt x="0" y="2032"/>
                </a:cubicBezTo>
                <a:cubicBezTo>
                  <a:pt x="0" y="2086"/>
                  <a:pt x="44" y="2128"/>
                  <a:pt x="97" y="2128"/>
                </a:cubicBezTo>
                <a:lnTo>
                  <a:pt x="1355" y="2128"/>
                </a:lnTo>
                <a:lnTo>
                  <a:pt x="1355" y="2322"/>
                </a:lnTo>
                <a:lnTo>
                  <a:pt x="1129" y="2322"/>
                </a:lnTo>
                <a:cubicBezTo>
                  <a:pt x="1076" y="2322"/>
                  <a:pt x="1033" y="2366"/>
                  <a:pt x="1033" y="2419"/>
                </a:cubicBezTo>
                <a:cubicBezTo>
                  <a:pt x="1033" y="2473"/>
                  <a:pt x="1076" y="2516"/>
                  <a:pt x="1129" y="2516"/>
                </a:cubicBezTo>
                <a:lnTo>
                  <a:pt x="1774" y="2516"/>
                </a:lnTo>
                <a:cubicBezTo>
                  <a:pt x="1827" y="2516"/>
                  <a:pt x="1870" y="2473"/>
                  <a:pt x="1870" y="2419"/>
                </a:cubicBezTo>
                <a:cubicBezTo>
                  <a:pt x="1870" y="2366"/>
                  <a:pt x="1827" y="2322"/>
                  <a:pt x="1774" y="2322"/>
                </a:cubicBezTo>
                <a:lnTo>
                  <a:pt x="1548" y="2322"/>
                </a:lnTo>
                <a:lnTo>
                  <a:pt x="1548" y="2128"/>
                </a:lnTo>
                <a:lnTo>
                  <a:pt x="2870" y="2128"/>
                </a:lnTo>
                <a:cubicBezTo>
                  <a:pt x="2924" y="2128"/>
                  <a:pt x="2967" y="2086"/>
                  <a:pt x="2967" y="2032"/>
                </a:cubicBezTo>
                <a:cubicBezTo>
                  <a:pt x="2967" y="1979"/>
                  <a:pt x="2924" y="1935"/>
                  <a:pt x="2870" y="1935"/>
                </a:cubicBezTo>
                <a:close/>
                <a:moveTo>
                  <a:pt x="323" y="1935"/>
                </a:moveTo>
                <a:lnTo>
                  <a:pt x="323" y="193"/>
                </a:lnTo>
                <a:lnTo>
                  <a:pt x="2645" y="193"/>
                </a:lnTo>
                <a:lnTo>
                  <a:pt x="2645" y="1935"/>
                </a:lnTo>
                <a:lnTo>
                  <a:pt x="323" y="1935"/>
                </a:lnTo>
                <a:close/>
                <a:moveTo>
                  <a:pt x="2194" y="630"/>
                </a:moveTo>
                <a:lnTo>
                  <a:pt x="1601" y="1224"/>
                </a:lnTo>
                <a:lnTo>
                  <a:pt x="1283" y="904"/>
                </a:lnTo>
                <a:cubicBezTo>
                  <a:pt x="1258" y="879"/>
                  <a:pt x="1217" y="879"/>
                  <a:pt x="1192" y="904"/>
                </a:cubicBezTo>
                <a:lnTo>
                  <a:pt x="690" y="1405"/>
                </a:lnTo>
                <a:cubicBezTo>
                  <a:pt x="665" y="1430"/>
                  <a:pt x="665" y="1471"/>
                  <a:pt x="690" y="1496"/>
                </a:cubicBezTo>
                <a:cubicBezTo>
                  <a:pt x="715" y="1522"/>
                  <a:pt x="756" y="1522"/>
                  <a:pt x="781" y="1496"/>
                </a:cubicBezTo>
                <a:lnTo>
                  <a:pt x="1237" y="1041"/>
                </a:lnTo>
                <a:lnTo>
                  <a:pt x="1556" y="1360"/>
                </a:lnTo>
                <a:cubicBezTo>
                  <a:pt x="1581" y="1385"/>
                  <a:pt x="1622" y="1385"/>
                  <a:pt x="1647" y="1360"/>
                </a:cubicBezTo>
                <a:lnTo>
                  <a:pt x="2286" y="722"/>
                </a:lnTo>
                <a:cubicBezTo>
                  <a:pt x="2311" y="697"/>
                  <a:pt x="2311" y="656"/>
                  <a:pt x="2286" y="630"/>
                </a:cubicBezTo>
                <a:cubicBezTo>
                  <a:pt x="2260" y="605"/>
                  <a:pt x="2220" y="605"/>
                  <a:pt x="2194" y="630"/>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04" name="Freeform 2">
            <a:extLst>
              <a:ext uri="{FF2B5EF4-FFF2-40B4-BE49-F238E27FC236}">
                <a16:creationId xmlns:a16="http://schemas.microsoft.com/office/drawing/2014/main" id="{7CE2D4C6-4BDC-4F47-BBFC-827A151965A0}"/>
              </a:ext>
            </a:extLst>
          </p:cNvPr>
          <p:cNvSpPr>
            <a:spLocks noChangeAspect="1" noChangeArrowheads="1"/>
          </p:cNvSpPr>
          <p:nvPr/>
        </p:nvSpPr>
        <p:spPr bwMode="auto">
          <a:xfrm>
            <a:off x="11078645" y="3343750"/>
            <a:ext cx="430065" cy="435825"/>
          </a:xfrm>
          <a:custGeom>
            <a:avLst/>
            <a:gdLst>
              <a:gd name="T0" fmla="*/ 340003 w 3033"/>
              <a:gd name="T1" fmla="*/ 142922 h 3073"/>
              <a:gd name="T2" fmla="*/ 295481 w 3033"/>
              <a:gd name="T3" fmla="*/ 104497 h 3073"/>
              <a:gd name="T4" fmla="*/ 295481 w 3033"/>
              <a:gd name="T5" fmla="*/ 44400 h 3073"/>
              <a:gd name="T6" fmla="*/ 254592 w 3033"/>
              <a:gd name="T7" fmla="*/ 45923 h 3073"/>
              <a:gd name="T8" fmla="*/ 254592 w 3033"/>
              <a:gd name="T9" fmla="*/ 68064 h 3073"/>
              <a:gd name="T10" fmla="*/ 207962 w 3033"/>
              <a:gd name="T11" fmla="*/ 27530 h 3073"/>
              <a:gd name="T12" fmla="*/ 154536 w 3033"/>
              <a:gd name="T13" fmla="*/ 27530 h 3073"/>
              <a:gd name="T14" fmla="*/ 34797 w 3033"/>
              <a:gd name="T15" fmla="*/ 131442 h 3073"/>
              <a:gd name="T16" fmla="*/ 31868 w 3033"/>
              <a:gd name="T17" fmla="*/ 175841 h 3073"/>
              <a:gd name="T18" fmla="*/ 64556 w 3033"/>
              <a:gd name="T19" fmla="*/ 191656 h 3073"/>
              <a:gd name="T20" fmla="*/ 65025 w 3033"/>
              <a:gd name="T21" fmla="*/ 247419 h 3073"/>
              <a:gd name="T22" fmla="*/ 37140 w 3033"/>
              <a:gd name="T23" fmla="*/ 272841 h 3073"/>
              <a:gd name="T24" fmla="*/ 42530 w 3033"/>
              <a:gd name="T25" fmla="*/ 324738 h 3073"/>
              <a:gd name="T26" fmla="*/ 110835 w 3033"/>
              <a:gd name="T27" fmla="*/ 320169 h 3073"/>
              <a:gd name="T28" fmla="*/ 280719 w 3033"/>
              <a:gd name="T29" fmla="*/ 320169 h 3073"/>
              <a:gd name="T30" fmla="*/ 297473 w 3033"/>
              <a:gd name="T31" fmla="*/ 299317 h 3073"/>
              <a:gd name="T32" fmla="*/ 298762 w 3033"/>
              <a:gd name="T33" fmla="*/ 194234 h 3073"/>
              <a:gd name="T34" fmla="*/ 338011 w 3033"/>
              <a:gd name="T35" fmla="*/ 175958 h 3073"/>
              <a:gd name="T36" fmla="*/ 340003 w 3033"/>
              <a:gd name="T37" fmla="*/ 142922 h 3073"/>
              <a:gd name="T38" fmla="*/ 282594 w 3033"/>
              <a:gd name="T39" fmla="*/ 50609 h 3073"/>
              <a:gd name="T40" fmla="*/ 282594 w 3033"/>
              <a:gd name="T41" fmla="*/ 92197 h 3073"/>
              <a:gd name="T42" fmla="*/ 268769 w 3033"/>
              <a:gd name="T43" fmla="*/ 78139 h 3073"/>
              <a:gd name="T44" fmla="*/ 268769 w 3033"/>
              <a:gd name="T45" fmla="*/ 50609 h 3073"/>
              <a:gd name="T46" fmla="*/ 282594 w 3033"/>
              <a:gd name="T47" fmla="*/ 50609 h 3073"/>
              <a:gd name="T48" fmla="*/ 92206 w 3033"/>
              <a:gd name="T49" fmla="*/ 315835 h 3073"/>
              <a:gd name="T50" fmla="*/ 56589 w 3033"/>
              <a:gd name="T51" fmla="*/ 315835 h 3073"/>
              <a:gd name="T52" fmla="*/ 56589 w 3033"/>
              <a:gd name="T53" fmla="*/ 283970 h 3073"/>
              <a:gd name="T54" fmla="*/ 134267 w 3033"/>
              <a:gd name="T55" fmla="*/ 206183 h 3073"/>
              <a:gd name="T56" fmla="*/ 190973 w 3033"/>
              <a:gd name="T57" fmla="*/ 143039 h 3073"/>
              <a:gd name="T58" fmla="*/ 192262 w 3033"/>
              <a:gd name="T59" fmla="*/ 154871 h 3073"/>
              <a:gd name="T60" fmla="*/ 169533 w 3033"/>
              <a:gd name="T61" fmla="*/ 176544 h 3073"/>
              <a:gd name="T62" fmla="*/ 198003 w 3033"/>
              <a:gd name="T63" fmla="*/ 206651 h 3073"/>
              <a:gd name="T64" fmla="*/ 224130 w 3033"/>
              <a:gd name="T65" fmla="*/ 182870 h 3073"/>
              <a:gd name="T66" fmla="*/ 235612 w 3033"/>
              <a:gd name="T67" fmla="*/ 185330 h 3073"/>
              <a:gd name="T68" fmla="*/ 169533 w 3033"/>
              <a:gd name="T69" fmla="*/ 240625 h 3073"/>
              <a:gd name="T70" fmla="*/ 92206 w 3033"/>
              <a:gd name="T71" fmla="*/ 315835 h 3073"/>
              <a:gd name="T72" fmla="*/ 322077 w 3033"/>
              <a:gd name="T73" fmla="*/ 166821 h 3073"/>
              <a:gd name="T74" fmla="*/ 282828 w 3033"/>
              <a:gd name="T75" fmla="*/ 184276 h 3073"/>
              <a:gd name="T76" fmla="*/ 280016 w 3033"/>
              <a:gd name="T77" fmla="*/ 287016 h 3073"/>
              <a:gd name="T78" fmla="*/ 267246 w 3033"/>
              <a:gd name="T79" fmla="*/ 307048 h 3073"/>
              <a:gd name="T80" fmla="*/ 127120 w 3033"/>
              <a:gd name="T81" fmla="*/ 307048 h 3073"/>
              <a:gd name="T82" fmla="*/ 175039 w 3033"/>
              <a:gd name="T83" fmla="*/ 259134 h 3073"/>
              <a:gd name="T84" fmla="*/ 248851 w 3033"/>
              <a:gd name="T85" fmla="*/ 173967 h 3073"/>
              <a:gd name="T86" fmla="*/ 218623 w 3033"/>
              <a:gd name="T87" fmla="*/ 170218 h 3073"/>
              <a:gd name="T88" fmla="*/ 199526 w 3033"/>
              <a:gd name="T89" fmla="*/ 187790 h 3073"/>
              <a:gd name="T90" fmla="*/ 189450 w 3033"/>
              <a:gd name="T91" fmla="*/ 176896 h 3073"/>
              <a:gd name="T92" fmla="*/ 208079 w 3033"/>
              <a:gd name="T93" fmla="*/ 159440 h 3073"/>
              <a:gd name="T94" fmla="*/ 204681 w 3033"/>
              <a:gd name="T95" fmla="*/ 126521 h 3073"/>
              <a:gd name="T96" fmla="*/ 115287 w 3033"/>
              <a:gd name="T97" fmla="*/ 199037 h 3073"/>
              <a:gd name="T98" fmla="*/ 80959 w 3033"/>
              <a:gd name="T99" fmla="*/ 233010 h 3073"/>
              <a:gd name="T100" fmla="*/ 81427 w 3033"/>
              <a:gd name="T101" fmla="*/ 179473 h 3073"/>
              <a:gd name="T102" fmla="*/ 50731 w 3033"/>
              <a:gd name="T103" fmla="*/ 165649 h 3073"/>
              <a:gd name="T104" fmla="*/ 48622 w 3033"/>
              <a:gd name="T105" fmla="*/ 143157 h 3073"/>
              <a:gd name="T106" fmla="*/ 159926 w 3033"/>
              <a:gd name="T107" fmla="*/ 44165 h 3073"/>
              <a:gd name="T108" fmla="*/ 203158 w 3033"/>
              <a:gd name="T109" fmla="*/ 43345 h 3073"/>
              <a:gd name="T110" fmla="*/ 322077 w 3033"/>
              <a:gd name="T111" fmla="*/ 150888 h 3073"/>
              <a:gd name="T112" fmla="*/ 322077 w 3033"/>
              <a:gd name="T113" fmla="*/ 166821 h 307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033" h="3073">
                <a:moveTo>
                  <a:pt x="2902" y="1220"/>
                </a:moveTo>
                <a:lnTo>
                  <a:pt x="2522" y="892"/>
                </a:lnTo>
                <a:lnTo>
                  <a:pt x="2522" y="379"/>
                </a:lnTo>
                <a:cubicBezTo>
                  <a:pt x="2323" y="137"/>
                  <a:pt x="2173" y="392"/>
                  <a:pt x="2173" y="392"/>
                </a:cubicBezTo>
                <a:lnTo>
                  <a:pt x="2173" y="581"/>
                </a:lnTo>
                <a:lnTo>
                  <a:pt x="1775" y="235"/>
                </a:lnTo>
                <a:cubicBezTo>
                  <a:pt x="1543" y="0"/>
                  <a:pt x="1319" y="235"/>
                  <a:pt x="1319" y="235"/>
                </a:cubicBezTo>
                <a:cubicBezTo>
                  <a:pt x="1319" y="235"/>
                  <a:pt x="554" y="902"/>
                  <a:pt x="297" y="1122"/>
                </a:cubicBezTo>
                <a:cubicBezTo>
                  <a:pt x="0" y="1376"/>
                  <a:pt x="272" y="1501"/>
                  <a:pt x="272" y="1501"/>
                </a:cubicBezTo>
                <a:lnTo>
                  <a:pt x="551" y="1636"/>
                </a:lnTo>
                <a:lnTo>
                  <a:pt x="555" y="2112"/>
                </a:lnTo>
                <a:lnTo>
                  <a:pt x="317" y="2329"/>
                </a:lnTo>
                <a:cubicBezTo>
                  <a:pt x="150" y="2573"/>
                  <a:pt x="363" y="2772"/>
                  <a:pt x="363" y="2772"/>
                </a:cubicBezTo>
                <a:cubicBezTo>
                  <a:pt x="663" y="3072"/>
                  <a:pt x="946" y="2733"/>
                  <a:pt x="946" y="2733"/>
                </a:cubicBezTo>
                <a:lnTo>
                  <a:pt x="2396" y="2733"/>
                </a:lnTo>
                <a:cubicBezTo>
                  <a:pt x="2519" y="2716"/>
                  <a:pt x="2539" y="2555"/>
                  <a:pt x="2539" y="2555"/>
                </a:cubicBezTo>
                <a:lnTo>
                  <a:pt x="2550" y="1658"/>
                </a:lnTo>
                <a:lnTo>
                  <a:pt x="2885" y="1502"/>
                </a:lnTo>
                <a:cubicBezTo>
                  <a:pt x="3032" y="1366"/>
                  <a:pt x="2902" y="1220"/>
                  <a:pt x="2902" y="1220"/>
                </a:cubicBezTo>
                <a:close/>
                <a:moveTo>
                  <a:pt x="2412" y="432"/>
                </a:moveTo>
                <a:lnTo>
                  <a:pt x="2412" y="787"/>
                </a:lnTo>
                <a:lnTo>
                  <a:pt x="2294" y="667"/>
                </a:lnTo>
                <a:lnTo>
                  <a:pt x="2294" y="432"/>
                </a:lnTo>
                <a:lnTo>
                  <a:pt x="2412" y="432"/>
                </a:lnTo>
                <a:close/>
                <a:moveTo>
                  <a:pt x="787" y="2696"/>
                </a:moveTo>
                <a:cubicBezTo>
                  <a:pt x="787" y="2696"/>
                  <a:pt x="649" y="2862"/>
                  <a:pt x="483" y="2696"/>
                </a:cubicBezTo>
                <a:cubicBezTo>
                  <a:pt x="483" y="2696"/>
                  <a:pt x="347" y="2574"/>
                  <a:pt x="483" y="2424"/>
                </a:cubicBezTo>
                <a:lnTo>
                  <a:pt x="1146" y="1760"/>
                </a:lnTo>
                <a:cubicBezTo>
                  <a:pt x="1146" y="1760"/>
                  <a:pt x="1087" y="1198"/>
                  <a:pt x="1630" y="1221"/>
                </a:cubicBezTo>
                <a:lnTo>
                  <a:pt x="1641" y="1322"/>
                </a:lnTo>
                <a:lnTo>
                  <a:pt x="1447" y="1507"/>
                </a:lnTo>
                <a:lnTo>
                  <a:pt x="1690" y="1764"/>
                </a:lnTo>
                <a:lnTo>
                  <a:pt x="1913" y="1561"/>
                </a:lnTo>
                <a:lnTo>
                  <a:pt x="2011" y="1582"/>
                </a:lnTo>
                <a:cubicBezTo>
                  <a:pt x="2011" y="1582"/>
                  <a:pt x="2056" y="2123"/>
                  <a:pt x="1447" y="2054"/>
                </a:cubicBezTo>
                <a:lnTo>
                  <a:pt x="787" y="2696"/>
                </a:lnTo>
                <a:close/>
                <a:moveTo>
                  <a:pt x="2749" y="1424"/>
                </a:moveTo>
                <a:lnTo>
                  <a:pt x="2414" y="1573"/>
                </a:lnTo>
                <a:lnTo>
                  <a:pt x="2390" y="2450"/>
                </a:lnTo>
                <a:cubicBezTo>
                  <a:pt x="2383" y="2617"/>
                  <a:pt x="2281" y="2621"/>
                  <a:pt x="2281" y="2621"/>
                </a:cubicBezTo>
                <a:lnTo>
                  <a:pt x="1085" y="2621"/>
                </a:lnTo>
                <a:lnTo>
                  <a:pt x="1494" y="2212"/>
                </a:lnTo>
                <a:cubicBezTo>
                  <a:pt x="2332" y="2220"/>
                  <a:pt x="2124" y="1485"/>
                  <a:pt x="2124" y="1485"/>
                </a:cubicBezTo>
                <a:lnTo>
                  <a:pt x="1866" y="1453"/>
                </a:lnTo>
                <a:lnTo>
                  <a:pt x="1703" y="1603"/>
                </a:lnTo>
                <a:lnTo>
                  <a:pt x="1617" y="1510"/>
                </a:lnTo>
                <a:lnTo>
                  <a:pt x="1776" y="1361"/>
                </a:lnTo>
                <a:lnTo>
                  <a:pt x="1747" y="1080"/>
                </a:lnTo>
                <a:cubicBezTo>
                  <a:pt x="934" y="998"/>
                  <a:pt x="984" y="1699"/>
                  <a:pt x="984" y="1699"/>
                </a:cubicBezTo>
                <a:lnTo>
                  <a:pt x="691" y="1989"/>
                </a:lnTo>
                <a:lnTo>
                  <a:pt x="695" y="1532"/>
                </a:lnTo>
                <a:lnTo>
                  <a:pt x="433" y="1414"/>
                </a:lnTo>
                <a:cubicBezTo>
                  <a:pt x="283" y="1351"/>
                  <a:pt x="415" y="1222"/>
                  <a:pt x="415" y="1222"/>
                </a:cubicBezTo>
                <a:lnTo>
                  <a:pt x="1365" y="377"/>
                </a:lnTo>
                <a:cubicBezTo>
                  <a:pt x="1557" y="192"/>
                  <a:pt x="1734" y="370"/>
                  <a:pt x="1734" y="370"/>
                </a:cubicBezTo>
                <a:lnTo>
                  <a:pt x="2749" y="1288"/>
                </a:lnTo>
                <a:cubicBezTo>
                  <a:pt x="2868" y="1369"/>
                  <a:pt x="2749" y="1424"/>
                  <a:pt x="2749" y="142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05" name="Freeform 3">
            <a:extLst>
              <a:ext uri="{FF2B5EF4-FFF2-40B4-BE49-F238E27FC236}">
                <a16:creationId xmlns:a16="http://schemas.microsoft.com/office/drawing/2014/main" id="{90C66C10-C687-C246-AE8E-A74B23BFB87D}"/>
              </a:ext>
            </a:extLst>
          </p:cNvPr>
          <p:cNvSpPr>
            <a:spLocks noChangeAspect="1" noChangeArrowheads="1"/>
          </p:cNvSpPr>
          <p:nvPr/>
        </p:nvSpPr>
        <p:spPr bwMode="auto">
          <a:xfrm>
            <a:off x="11070965" y="4209641"/>
            <a:ext cx="437745" cy="433905"/>
          </a:xfrm>
          <a:custGeom>
            <a:avLst/>
            <a:gdLst>
              <a:gd name="T0" fmla="*/ 334194 w 2785"/>
              <a:gd name="T1" fmla="*/ 160491 h 2768"/>
              <a:gd name="T2" fmla="*/ 298160 w 2785"/>
              <a:gd name="T3" fmla="*/ 83887 h 2768"/>
              <a:gd name="T4" fmla="*/ 357220 w 2785"/>
              <a:gd name="T5" fmla="*/ 118613 h 2768"/>
              <a:gd name="T6" fmla="*/ 267459 w 2785"/>
              <a:gd name="T7" fmla="*/ 113540 h 2768"/>
              <a:gd name="T8" fmla="*/ 188627 w 2785"/>
              <a:gd name="T9" fmla="*/ 303555 h 2768"/>
              <a:gd name="T10" fmla="*/ 182773 w 2785"/>
              <a:gd name="T11" fmla="*/ 306676 h 2768"/>
              <a:gd name="T12" fmla="*/ 106281 w 2785"/>
              <a:gd name="T13" fmla="*/ 327876 h 2768"/>
              <a:gd name="T14" fmla="*/ 128006 w 2785"/>
              <a:gd name="T15" fmla="*/ 252702 h 2768"/>
              <a:gd name="T16" fmla="*/ 131518 w 2785"/>
              <a:gd name="T17" fmla="*/ 246329 h 2768"/>
              <a:gd name="T18" fmla="*/ 71158 w 2785"/>
              <a:gd name="T19" fmla="*/ 222529 h 2768"/>
              <a:gd name="T20" fmla="*/ 71158 w 2785"/>
              <a:gd name="T21" fmla="*/ 207572 h 2768"/>
              <a:gd name="T22" fmla="*/ 267459 w 2785"/>
              <a:gd name="T23" fmla="*/ 113540 h 2768"/>
              <a:gd name="T24" fmla="*/ 136071 w 2785"/>
              <a:gd name="T25" fmla="*/ 264408 h 2768"/>
              <a:gd name="T26" fmla="*/ 141405 w 2785"/>
              <a:gd name="T27" fmla="*/ 308497 h 2768"/>
              <a:gd name="T28" fmla="*/ 265768 w 2785"/>
              <a:gd name="T29" fmla="*/ 135650 h 2768"/>
              <a:gd name="T30" fmla="*/ 151812 w 2785"/>
              <a:gd name="T31" fmla="*/ 240087 h 2768"/>
              <a:gd name="T32" fmla="*/ 159097 w 2785"/>
              <a:gd name="T33" fmla="*/ 247240 h 2768"/>
              <a:gd name="T34" fmla="*/ 265768 w 2785"/>
              <a:gd name="T35" fmla="*/ 135650 h 2768"/>
              <a:gd name="T36" fmla="*/ 21204 w 2785"/>
              <a:gd name="T37" fmla="*/ 334639 h 2768"/>
              <a:gd name="T38" fmla="*/ 30180 w 2785"/>
              <a:gd name="T39" fmla="*/ 44610 h 2768"/>
              <a:gd name="T40" fmla="*/ 54897 w 2785"/>
              <a:gd name="T41" fmla="*/ 54104 h 2768"/>
              <a:gd name="T42" fmla="*/ 71158 w 2785"/>
              <a:gd name="T43" fmla="*/ 54104 h 2768"/>
              <a:gd name="T44" fmla="*/ 108103 w 2785"/>
              <a:gd name="T45" fmla="*/ 44610 h 2768"/>
              <a:gd name="T46" fmla="*/ 116168 w 2785"/>
              <a:gd name="T47" fmla="*/ 60867 h 2768"/>
              <a:gd name="T48" fmla="*/ 124363 w 2785"/>
              <a:gd name="T49" fmla="*/ 44610 h 2768"/>
              <a:gd name="T50" fmla="*/ 158186 w 2785"/>
              <a:gd name="T51" fmla="*/ 54104 h 2768"/>
              <a:gd name="T52" fmla="*/ 174317 w 2785"/>
              <a:gd name="T53" fmla="*/ 54104 h 2768"/>
              <a:gd name="T54" fmla="*/ 208010 w 2785"/>
              <a:gd name="T55" fmla="*/ 44610 h 2768"/>
              <a:gd name="T56" fmla="*/ 216205 w 2785"/>
              <a:gd name="T57" fmla="*/ 60867 h 2768"/>
              <a:gd name="T58" fmla="*/ 224270 w 2785"/>
              <a:gd name="T59" fmla="*/ 44610 h 2768"/>
              <a:gd name="T60" fmla="*/ 258483 w 2785"/>
              <a:gd name="T61" fmla="*/ 50072 h 2768"/>
              <a:gd name="T62" fmla="*/ 279297 w 2785"/>
              <a:gd name="T63" fmla="*/ 76604 h 2768"/>
              <a:gd name="T64" fmla="*/ 252629 w 2785"/>
              <a:gd name="T65" fmla="*/ 24451 h 2768"/>
              <a:gd name="T66" fmla="*/ 223880 w 2785"/>
              <a:gd name="T67" fmla="*/ 6763 h 2768"/>
              <a:gd name="T68" fmla="*/ 207619 w 2785"/>
              <a:gd name="T69" fmla="*/ 6763 h 2768"/>
              <a:gd name="T70" fmla="*/ 173927 w 2785"/>
              <a:gd name="T71" fmla="*/ 24321 h 2768"/>
              <a:gd name="T72" fmla="*/ 165861 w 2785"/>
              <a:gd name="T73" fmla="*/ 0 h 2768"/>
              <a:gd name="T74" fmla="*/ 157666 w 2785"/>
              <a:gd name="T75" fmla="*/ 24321 h 2768"/>
              <a:gd name="T76" fmla="*/ 123843 w 2785"/>
              <a:gd name="T77" fmla="*/ 6763 h 2768"/>
              <a:gd name="T78" fmla="*/ 107712 w 2785"/>
              <a:gd name="T79" fmla="*/ 6763 h 2768"/>
              <a:gd name="T80" fmla="*/ 70767 w 2785"/>
              <a:gd name="T81" fmla="*/ 24321 h 2768"/>
              <a:gd name="T82" fmla="*/ 62572 w 2785"/>
              <a:gd name="T83" fmla="*/ 0 h 2768"/>
              <a:gd name="T84" fmla="*/ 54507 w 2785"/>
              <a:gd name="T85" fmla="*/ 24321 h 2768"/>
              <a:gd name="T86" fmla="*/ 0 w 2785"/>
              <a:gd name="T87" fmla="*/ 50072 h 2768"/>
              <a:gd name="T88" fmla="*/ 28749 w 2785"/>
              <a:gd name="T89" fmla="*/ 359870 h 2768"/>
              <a:gd name="T90" fmla="*/ 278777 w 2785"/>
              <a:gd name="T91" fmla="*/ 334249 h 2768"/>
              <a:gd name="T92" fmla="*/ 258093 w 2785"/>
              <a:gd name="T93" fmla="*/ 256214 h 2768"/>
              <a:gd name="T94" fmla="*/ 252239 w 2785"/>
              <a:gd name="T95" fmla="*/ 339581 h 2768"/>
              <a:gd name="T96" fmla="*/ 205278 w 2785"/>
              <a:gd name="T97" fmla="*/ 101445 h 2768"/>
              <a:gd name="T98" fmla="*/ 64393 w 2785"/>
              <a:gd name="T99" fmla="*/ 109118 h 2768"/>
              <a:gd name="T100" fmla="*/ 205278 w 2785"/>
              <a:gd name="T101" fmla="*/ 116792 h 2768"/>
              <a:gd name="T102" fmla="*/ 205278 w 2785"/>
              <a:gd name="T103" fmla="*/ 101445 h 2768"/>
              <a:gd name="T104" fmla="*/ 70767 w 2785"/>
              <a:gd name="T105" fmla="*/ 153208 h 2768"/>
              <a:gd name="T106" fmla="*/ 70767 w 2785"/>
              <a:gd name="T107" fmla="*/ 168555 h 2768"/>
              <a:gd name="T108" fmla="*/ 211652 w 2785"/>
              <a:gd name="T109" fmla="*/ 160882 h 276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785" h="2768">
                <a:moveTo>
                  <a:pt x="2728" y="1078"/>
                </a:moveTo>
                <a:lnTo>
                  <a:pt x="2569" y="1234"/>
                </a:lnTo>
                <a:lnTo>
                  <a:pt x="2133" y="801"/>
                </a:lnTo>
                <a:lnTo>
                  <a:pt x="2292" y="645"/>
                </a:lnTo>
                <a:cubicBezTo>
                  <a:pt x="2340" y="596"/>
                  <a:pt x="2417" y="589"/>
                  <a:pt x="2458" y="631"/>
                </a:cubicBezTo>
                <a:lnTo>
                  <a:pt x="2746" y="912"/>
                </a:lnTo>
                <a:cubicBezTo>
                  <a:pt x="2784" y="953"/>
                  <a:pt x="2777" y="1029"/>
                  <a:pt x="2728" y="1078"/>
                </a:cubicBezTo>
                <a:close/>
                <a:moveTo>
                  <a:pt x="2056" y="873"/>
                </a:moveTo>
                <a:lnTo>
                  <a:pt x="2496" y="1303"/>
                </a:lnTo>
                <a:lnTo>
                  <a:pt x="1450" y="2334"/>
                </a:lnTo>
                <a:cubicBezTo>
                  <a:pt x="1447" y="2338"/>
                  <a:pt x="1433" y="2352"/>
                  <a:pt x="1412" y="2355"/>
                </a:cubicBezTo>
                <a:cubicBezTo>
                  <a:pt x="1409" y="2355"/>
                  <a:pt x="1409" y="2355"/>
                  <a:pt x="1405" y="2358"/>
                </a:cubicBezTo>
                <a:lnTo>
                  <a:pt x="859" y="2528"/>
                </a:lnTo>
                <a:cubicBezTo>
                  <a:pt x="845" y="2532"/>
                  <a:pt x="828" y="2532"/>
                  <a:pt x="817" y="2521"/>
                </a:cubicBezTo>
                <a:cubicBezTo>
                  <a:pt x="807" y="2511"/>
                  <a:pt x="803" y="2497"/>
                  <a:pt x="810" y="2480"/>
                </a:cubicBezTo>
                <a:lnTo>
                  <a:pt x="984" y="1943"/>
                </a:lnTo>
                <a:cubicBezTo>
                  <a:pt x="984" y="1939"/>
                  <a:pt x="984" y="1939"/>
                  <a:pt x="987" y="1936"/>
                </a:cubicBezTo>
                <a:cubicBezTo>
                  <a:pt x="990" y="1918"/>
                  <a:pt x="1004" y="1898"/>
                  <a:pt x="1011" y="1894"/>
                </a:cubicBezTo>
                <a:lnTo>
                  <a:pt x="1212" y="1711"/>
                </a:lnTo>
                <a:lnTo>
                  <a:pt x="547" y="1711"/>
                </a:lnTo>
                <a:cubicBezTo>
                  <a:pt x="519" y="1711"/>
                  <a:pt x="495" y="1679"/>
                  <a:pt x="495" y="1655"/>
                </a:cubicBezTo>
                <a:cubicBezTo>
                  <a:pt x="495" y="1627"/>
                  <a:pt x="519" y="1596"/>
                  <a:pt x="547" y="1596"/>
                </a:cubicBezTo>
                <a:lnTo>
                  <a:pt x="1316" y="1596"/>
                </a:lnTo>
                <a:lnTo>
                  <a:pt x="2056" y="873"/>
                </a:lnTo>
                <a:close/>
                <a:moveTo>
                  <a:pt x="1316" y="2300"/>
                </a:moveTo>
                <a:lnTo>
                  <a:pt x="1046" y="2033"/>
                </a:lnTo>
                <a:lnTo>
                  <a:pt x="973" y="2258"/>
                </a:lnTo>
                <a:lnTo>
                  <a:pt x="1087" y="2372"/>
                </a:lnTo>
                <a:lnTo>
                  <a:pt x="1316" y="2300"/>
                </a:lnTo>
                <a:close/>
                <a:moveTo>
                  <a:pt x="2043" y="1043"/>
                </a:moveTo>
                <a:cubicBezTo>
                  <a:pt x="2029" y="1029"/>
                  <a:pt x="2001" y="1029"/>
                  <a:pt x="1987" y="1043"/>
                </a:cubicBezTo>
                <a:lnTo>
                  <a:pt x="1167" y="1846"/>
                </a:lnTo>
                <a:cubicBezTo>
                  <a:pt x="1150" y="1860"/>
                  <a:pt x="1150" y="1887"/>
                  <a:pt x="1167" y="1901"/>
                </a:cubicBezTo>
                <a:cubicBezTo>
                  <a:pt x="1181" y="1915"/>
                  <a:pt x="1209" y="1915"/>
                  <a:pt x="1223" y="1901"/>
                </a:cubicBezTo>
                <a:lnTo>
                  <a:pt x="2039" y="1099"/>
                </a:lnTo>
                <a:cubicBezTo>
                  <a:pt x="2056" y="1085"/>
                  <a:pt x="2056" y="1060"/>
                  <a:pt x="2043" y="1043"/>
                </a:cubicBezTo>
                <a:close/>
                <a:moveTo>
                  <a:pt x="218" y="2611"/>
                </a:moveTo>
                <a:cubicBezTo>
                  <a:pt x="190" y="2611"/>
                  <a:pt x="163" y="2601"/>
                  <a:pt x="163" y="2573"/>
                </a:cubicBezTo>
                <a:lnTo>
                  <a:pt x="163" y="385"/>
                </a:lnTo>
                <a:cubicBezTo>
                  <a:pt x="159" y="333"/>
                  <a:pt x="194" y="343"/>
                  <a:pt x="232" y="343"/>
                </a:cubicBezTo>
                <a:lnTo>
                  <a:pt x="422" y="343"/>
                </a:lnTo>
                <a:lnTo>
                  <a:pt x="422" y="416"/>
                </a:lnTo>
                <a:cubicBezTo>
                  <a:pt x="422" y="444"/>
                  <a:pt x="453" y="468"/>
                  <a:pt x="485" y="468"/>
                </a:cubicBezTo>
                <a:cubicBezTo>
                  <a:pt x="512" y="468"/>
                  <a:pt x="547" y="444"/>
                  <a:pt x="547" y="416"/>
                </a:cubicBezTo>
                <a:lnTo>
                  <a:pt x="547" y="343"/>
                </a:lnTo>
                <a:lnTo>
                  <a:pt x="831" y="343"/>
                </a:lnTo>
                <a:lnTo>
                  <a:pt x="831" y="416"/>
                </a:lnTo>
                <a:cubicBezTo>
                  <a:pt x="831" y="444"/>
                  <a:pt x="862" y="468"/>
                  <a:pt x="893" y="468"/>
                </a:cubicBezTo>
                <a:cubicBezTo>
                  <a:pt x="921" y="468"/>
                  <a:pt x="956" y="444"/>
                  <a:pt x="956" y="416"/>
                </a:cubicBezTo>
                <a:lnTo>
                  <a:pt x="956" y="343"/>
                </a:lnTo>
                <a:lnTo>
                  <a:pt x="1216" y="343"/>
                </a:lnTo>
                <a:lnTo>
                  <a:pt x="1216" y="416"/>
                </a:lnTo>
                <a:cubicBezTo>
                  <a:pt x="1216" y="444"/>
                  <a:pt x="1247" y="468"/>
                  <a:pt x="1278" y="468"/>
                </a:cubicBezTo>
                <a:cubicBezTo>
                  <a:pt x="1306" y="468"/>
                  <a:pt x="1340" y="444"/>
                  <a:pt x="1340" y="416"/>
                </a:cubicBezTo>
                <a:lnTo>
                  <a:pt x="1340" y="343"/>
                </a:lnTo>
                <a:lnTo>
                  <a:pt x="1599" y="343"/>
                </a:lnTo>
                <a:lnTo>
                  <a:pt x="1599" y="416"/>
                </a:lnTo>
                <a:cubicBezTo>
                  <a:pt x="1599" y="444"/>
                  <a:pt x="1630" y="468"/>
                  <a:pt x="1662" y="468"/>
                </a:cubicBezTo>
                <a:cubicBezTo>
                  <a:pt x="1689" y="468"/>
                  <a:pt x="1724" y="444"/>
                  <a:pt x="1724" y="416"/>
                </a:cubicBezTo>
                <a:lnTo>
                  <a:pt x="1724" y="343"/>
                </a:lnTo>
                <a:lnTo>
                  <a:pt x="1942" y="343"/>
                </a:lnTo>
                <a:cubicBezTo>
                  <a:pt x="1970" y="343"/>
                  <a:pt x="1987" y="357"/>
                  <a:pt x="1987" y="385"/>
                </a:cubicBezTo>
                <a:lnTo>
                  <a:pt x="1987" y="745"/>
                </a:lnTo>
                <a:lnTo>
                  <a:pt x="2147" y="589"/>
                </a:lnTo>
                <a:lnTo>
                  <a:pt x="2147" y="385"/>
                </a:lnTo>
                <a:cubicBezTo>
                  <a:pt x="2147" y="271"/>
                  <a:pt x="2060" y="188"/>
                  <a:pt x="1942" y="188"/>
                </a:cubicBezTo>
                <a:lnTo>
                  <a:pt x="1721" y="188"/>
                </a:lnTo>
                <a:lnTo>
                  <a:pt x="1721" y="52"/>
                </a:lnTo>
                <a:cubicBezTo>
                  <a:pt x="1721" y="25"/>
                  <a:pt x="1689" y="0"/>
                  <a:pt x="1658" y="0"/>
                </a:cubicBezTo>
                <a:cubicBezTo>
                  <a:pt x="1630" y="0"/>
                  <a:pt x="1596" y="25"/>
                  <a:pt x="1596" y="52"/>
                </a:cubicBezTo>
                <a:lnTo>
                  <a:pt x="1596" y="187"/>
                </a:lnTo>
                <a:lnTo>
                  <a:pt x="1337" y="187"/>
                </a:lnTo>
                <a:lnTo>
                  <a:pt x="1337" y="52"/>
                </a:lnTo>
                <a:cubicBezTo>
                  <a:pt x="1337" y="25"/>
                  <a:pt x="1306" y="0"/>
                  <a:pt x="1275" y="0"/>
                </a:cubicBezTo>
                <a:cubicBezTo>
                  <a:pt x="1247" y="0"/>
                  <a:pt x="1212" y="25"/>
                  <a:pt x="1212" y="52"/>
                </a:cubicBezTo>
                <a:lnTo>
                  <a:pt x="1212" y="187"/>
                </a:lnTo>
                <a:lnTo>
                  <a:pt x="952" y="187"/>
                </a:lnTo>
                <a:lnTo>
                  <a:pt x="952" y="52"/>
                </a:lnTo>
                <a:cubicBezTo>
                  <a:pt x="952" y="25"/>
                  <a:pt x="921" y="0"/>
                  <a:pt x="890" y="0"/>
                </a:cubicBezTo>
                <a:cubicBezTo>
                  <a:pt x="862" y="0"/>
                  <a:pt x="828" y="25"/>
                  <a:pt x="828" y="52"/>
                </a:cubicBezTo>
                <a:lnTo>
                  <a:pt x="828" y="187"/>
                </a:lnTo>
                <a:lnTo>
                  <a:pt x="544" y="187"/>
                </a:lnTo>
                <a:lnTo>
                  <a:pt x="544" y="52"/>
                </a:lnTo>
                <a:cubicBezTo>
                  <a:pt x="544" y="25"/>
                  <a:pt x="512" y="0"/>
                  <a:pt x="481" y="0"/>
                </a:cubicBezTo>
                <a:cubicBezTo>
                  <a:pt x="453" y="0"/>
                  <a:pt x="419" y="25"/>
                  <a:pt x="419" y="52"/>
                </a:cubicBezTo>
                <a:lnTo>
                  <a:pt x="419" y="187"/>
                </a:lnTo>
                <a:lnTo>
                  <a:pt x="232" y="187"/>
                </a:lnTo>
                <a:cubicBezTo>
                  <a:pt x="76" y="187"/>
                  <a:pt x="0" y="271"/>
                  <a:pt x="0" y="385"/>
                </a:cubicBezTo>
                <a:lnTo>
                  <a:pt x="0" y="2570"/>
                </a:lnTo>
                <a:cubicBezTo>
                  <a:pt x="0" y="2684"/>
                  <a:pt x="104" y="2767"/>
                  <a:pt x="221" y="2767"/>
                </a:cubicBezTo>
                <a:lnTo>
                  <a:pt x="1939" y="2767"/>
                </a:lnTo>
                <a:cubicBezTo>
                  <a:pt x="2056" y="2767"/>
                  <a:pt x="2143" y="2684"/>
                  <a:pt x="2143" y="2570"/>
                </a:cubicBezTo>
                <a:lnTo>
                  <a:pt x="2143" y="1815"/>
                </a:lnTo>
                <a:lnTo>
                  <a:pt x="1984" y="1970"/>
                </a:lnTo>
                <a:lnTo>
                  <a:pt x="1984" y="2573"/>
                </a:lnTo>
                <a:cubicBezTo>
                  <a:pt x="1984" y="2601"/>
                  <a:pt x="1966" y="2611"/>
                  <a:pt x="1939" y="2611"/>
                </a:cubicBezTo>
                <a:lnTo>
                  <a:pt x="218" y="2611"/>
                </a:lnTo>
                <a:close/>
                <a:moveTo>
                  <a:pt x="1578" y="780"/>
                </a:moveTo>
                <a:lnTo>
                  <a:pt x="544" y="780"/>
                </a:lnTo>
                <a:cubicBezTo>
                  <a:pt x="516" y="780"/>
                  <a:pt x="495" y="814"/>
                  <a:pt x="495" y="839"/>
                </a:cubicBezTo>
                <a:cubicBezTo>
                  <a:pt x="495" y="866"/>
                  <a:pt x="516" y="898"/>
                  <a:pt x="544" y="898"/>
                </a:cubicBezTo>
                <a:lnTo>
                  <a:pt x="1578" y="898"/>
                </a:lnTo>
                <a:cubicBezTo>
                  <a:pt x="1606" y="898"/>
                  <a:pt x="1627" y="863"/>
                  <a:pt x="1627" y="839"/>
                </a:cubicBezTo>
                <a:cubicBezTo>
                  <a:pt x="1627" y="814"/>
                  <a:pt x="1606" y="780"/>
                  <a:pt x="1578" y="780"/>
                </a:cubicBezTo>
                <a:close/>
                <a:moveTo>
                  <a:pt x="1578" y="1178"/>
                </a:moveTo>
                <a:lnTo>
                  <a:pt x="544" y="1178"/>
                </a:lnTo>
                <a:cubicBezTo>
                  <a:pt x="516" y="1178"/>
                  <a:pt x="495" y="1213"/>
                  <a:pt x="495" y="1237"/>
                </a:cubicBezTo>
                <a:cubicBezTo>
                  <a:pt x="495" y="1265"/>
                  <a:pt x="516" y="1296"/>
                  <a:pt x="544" y="1296"/>
                </a:cubicBezTo>
                <a:lnTo>
                  <a:pt x="1578" y="1296"/>
                </a:lnTo>
                <a:cubicBezTo>
                  <a:pt x="1606" y="1296"/>
                  <a:pt x="1627" y="1261"/>
                  <a:pt x="1627" y="1237"/>
                </a:cubicBezTo>
                <a:cubicBezTo>
                  <a:pt x="1627" y="1213"/>
                  <a:pt x="1606" y="1178"/>
                  <a:pt x="1578" y="117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06" name="Freeform 4">
            <a:extLst>
              <a:ext uri="{FF2B5EF4-FFF2-40B4-BE49-F238E27FC236}">
                <a16:creationId xmlns:a16="http://schemas.microsoft.com/office/drawing/2014/main" id="{F0CC90D5-F29D-6E47-B639-2E9E9198AF44}"/>
              </a:ext>
            </a:extLst>
          </p:cNvPr>
          <p:cNvSpPr>
            <a:spLocks noChangeAspect="1" noChangeArrowheads="1"/>
          </p:cNvSpPr>
          <p:nvPr/>
        </p:nvSpPr>
        <p:spPr bwMode="auto">
          <a:xfrm>
            <a:off x="9602213" y="2418342"/>
            <a:ext cx="399347" cy="435825"/>
          </a:xfrm>
          <a:custGeom>
            <a:avLst/>
            <a:gdLst>
              <a:gd name="T0" fmla="*/ 312709 w 2394"/>
              <a:gd name="T1" fmla="*/ 44070 h 2614"/>
              <a:gd name="T2" fmla="*/ 270023 w 2394"/>
              <a:gd name="T3" fmla="*/ 44070 h 2614"/>
              <a:gd name="T4" fmla="*/ 261624 w 2394"/>
              <a:gd name="T5" fmla="*/ 52471 h 2614"/>
              <a:gd name="T6" fmla="*/ 270023 w 2394"/>
              <a:gd name="T7" fmla="*/ 60872 h 2614"/>
              <a:gd name="T8" fmla="*/ 312709 w 2394"/>
              <a:gd name="T9" fmla="*/ 60872 h 2614"/>
              <a:gd name="T10" fmla="*/ 312709 w 2394"/>
              <a:gd name="T11" fmla="*/ 343060 h 2614"/>
              <a:gd name="T12" fmla="*/ 16799 w 2394"/>
              <a:gd name="T13" fmla="*/ 343060 h 2614"/>
              <a:gd name="T14" fmla="*/ 16799 w 2394"/>
              <a:gd name="T15" fmla="*/ 60872 h 2614"/>
              <a:gd name="T16" fmla="*/ 60173 w 2394"/>
              <a:gd name="T17" fmla="*/ 60872 h 2614"/>
              <a:gd name="T18" fmla="*/ 68435 w 2394"/>
              <a:gd name="T19" fmla="*/ 52471 h 2614"/>
              <a:gd name="T20" fmla="*/ 60173 w 2394"/>
              <a:gd name="T21" fmla="*/ 44070 h 2614"/>
              <a:gd name="T22" fmla="*/ 16799 w 2394"/>
              <a:gd name="T23" fmla="*/ 44070 h 2614"/>
              <a:gd name="T24" fmla="*/ 0 w 2394"/>
              <a:gd name="T25" fmla="*/ 60872 h 2614"/>
              <a:gd name="T26" fmla="*/ 0 w 2394"/>
              <a:gd name="T27" fmla="*/ 343060 h 2614"/>
              <a:gd name="T28" fmla="*/ 16799 w 2394"/>
              <a:gd name="T29" fmla="*/ 359862 h 2614"/>
              <a:gd name="T30" fmla="*/ 312709 w 2394"/>
              <a:gd name="T31" fmla="*/ 359862 h 2614"/>
              <a:gd name="T32" fmla="*/ 329508 w 2394"/>
              <a:gd name="T33" fmla="*/ 343060 h 2614"/>
              <a:gd name="T34" fmla="*/ 329508 w 2394"/>
              <a:gd name="T35" fmla="*/ 60872 h 2614"/>
              <a:gd name="T36" fmla="*/ 312709 w 2394"/>
              <a:gd name="T37" fmla="*/ 44070 h 2614"/>
              <a:gd name="T38" fmla="*/ 98178 w 2394"/>
              <a:gd name="T39" fmla="*/ 61423 h 2614"/>
              <a:gd name="T40" fmla="*/ 231331 w 2394"/>
              <a:gd name="T41" fmla="*/ 61423 h 2614"/>
              <a:gd name="T42" fmla="*/ 239730 w 2394"/>
              <a:gd name="T43" fmla="*/ 53022 h 2614"/>
              <a:gd name="T44" fmla="*/ 231331 w 2394"/>
              <a:gd name="T45" fmla="*/ 44621 h 2614"/>
              <a:gd name="T46" fmla="*/ 205581 w 2394"/>
              <a:gd name="T47" fmla="*/ 44621 h 2614"/>
              <a:gd name="T48" fmla="*/ 205857 w 2394"/>
              <a:gd name="T49" fmla="*/ 41178 h 2614"/>
              <a:gd name="T50" fmla="*/ 164685 w 2394"/>
              <a:gd name="T51" fmla="*/ 0 h 2614"/>
              <a:gd name="T52" fmla="*/ 123652 w 2394"/>
              <a:gd name="T53" fmla="*/ 41178 h 2614"/>
              <a:gd name="T54" fmla="*/ 123927 w 2394"/>
              <a:gd name="T55" fmla="*/ 44621 h 2614"/>
              <a:gd name="T56" fmla="*/ 98178 w 2394"/>
              <a:gd name="T57" fmla="*/ 44621 h 2614"/>
              <a:gd name="T58" fmla="*/ 89778 w 2394"/>
              <a:gd name="T59" fmla="*/ 53022 h 2614"/>
              <a:gd name="T60" fmla="*/ 98178 w 2394"/>
              <a:gd name="T61" fmla="*/ 61423 h 2614"/>
              <a:gd name="T62" fmla="*/ 140451 w 2394"/>
              <a:gd name="T63" fmla="*/ 41178 h 2614"/>
              <a:gd name="T64" fmla="*/ 164685 w 2394"/>
              <a:gd name="T65" fmla="*/ 16802 h 2614"/>
              <a:gd name="T66" fmla="*/ 189058 w 2394"/>
              <a:gd name="T67" fmla="*/ 41178 h 2614"/>
              <a:gd name="T68" fmla="*/ 188645 w 2394"/>
              <a:gd name="T69" fmla="*/ 44621 h 2614"/>
              <a:gd name="T70" fmla="*/ 140864 w 2394"/>
              <a:gd name="T71" fmla="*/ 44621 h 2614"/>
              <a:gd name="T72" fmla="*/ 140451 w 2394"/>
              <a:gd name="T73" fmla="*/ 41178 h 2614"/>
              <a:gd name="T74" fmla="*/ 80415 w 2394"/>
              <a:gd name="T75" fmla="*/ 143504 h 2614"/>
              <a:gd name="T76" fmla="*/ 249093 w 2394"/>
              <a:gd name="T77" fmla="*/ 143504 h 2614"/>
              <a:gd name="T78" fmla="*/ 257493 w 2394"/>
              <a:gd name="T79" fmla="*/ 135103 h 2614"/>
              <a:gd name="T80" fmla="*/ 249093 w 2394"/>
              <a:gd name="T81" fmla="*/ 126702 h 2614"/>
              <a:gd name="T82" fmla="*/ 80415 w 2394"/>
              <a:gd name="T83" fmla="*/ 126702 h 2614"/>
              <a:gd name="T84" fmla="*/ 72015 w 2394"/>
              <a:gd name="T85" fmla="*/ 135103 h 2614"/>
              <a:gd name="T86" fmla="*/ 80415 w 2394"/>
              <a:gd name="T87" fmla="*/ 143504 h 2614"/>
              <a:gd name="T88" fmla="*/ 80415 w 2394"/>
              <a:gd name="T89" fmla="*/ 215532 h 2614"/>
              <a:gd name="T90" fmla="*/ 249093 w 2394"/>
              <a:gd name="T91" fmla="*/ 215532 h 2614"/>
              <a:gd name="T92" fmla="*/ 257493 w 2394"/>
              <a:gd name="T93" fmla="*/ 207131 h 2614"/>
              <a:gd name="T94" fmla="*/ 249093 w 2394"/>
              <a:gd name="T95" fmla="*/ 198730 h 2614"/>
              <a:gd name="T96" fmla="*/ 80415 w 2394"/>
              <a:gd name="T97" fmla="*/ 198730 h 2614"/>
              <a:gd name="T98" fmla="*/ 72015 w 2394"/>
              <a:gd name="T99" fmla="*/ 207131 h 2614"/>
              <a:gd name="T100" fmla="*/ 80415 w 2394"/>
              <a:gd name="T101" fmla="*/ 215532 h 2614"/>
              <a:gd name="T102" fmla="*/ 80415 w 2394"/>
              <a:gd name="T103" fmla="*/ 287697 h 2614"/>
              <a:gd name="T104" fmla="*/ 249093 w 2394"/>
              <a:gd name="T105" fmla="*/ 287697 h 2614"/>
              <a:gd name="T106" fmla="*/ 257493 w 2394"/>
              <a:gd name="T107" fmla="*/ 279296 h 2614"/>
              <a:gd name="T108" fmla="*/ 249093 w 2394"/>
              <a:gd name="T109" fmla="*/ 270895 h 2614"/>
              <a:gd name="T110" fmla="*/ 80415 w 2394"/>
              <a:gd name="T111" fmla="*/ 270895 h 2614"/>
              <a:gd name="T112" fmla="*/ 72015 w 2394"/>
              <a:gd name="T113" fmla="*/ 279296 h 2614"/>
              <a:gd name="T114" fmla="*/ 80415 w 2394"/>
              <a:gd name="T115" fmla="*/ 287697 h 26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394" h="2614">
                <a:moveTo>
                  <a:pt x="2271" y="320"/>
                </a:moveTo>
                <a:lnTo>
                  <a:pt x="1961" y="320"/>
                </a:lnTo>
                <a:cubicBezTo>
                  <a:pt x="1928" y="320"/>
                  <a:pt x="1900" y="347"/>
                  <a:pt x="1900" y="381"/>
                </a:cubicBezTo>
                <a:cubicBezTo>
                  <a:pt x="1900" y="415"/>
                  <a:pt x="1928" y="442"/>
                  <a:pt x="1961" y="442"/>
                </a:cubicBezTo>
                <a:lnTo>
                  <a:pt x="2271" y="442"/>
                </a:lnTo>
                <a:lnTo>
                  <a:pt x="2271" y="2491"/>
                </a:lnTo>
                <a:lnTo>
                  <a:pt x="122" y="2491"/>
                </a:lnTo>
                <a:lnTo>
                  <a:pt x="122" y="442"/>
                </a:lnTo>
                <a:lnTo>
                  <a:pt x="437" y="442"/>
                </a:lnTo>
                <a:cubicBezTo>
                  <a:pt x="470" y="442"/>
                  <a:pt x="497" y="415"/>
                  <a:pt x="497" y="381"/>
                </a:cubicBezTo>
                <a:cubicBezTo>
                  <a:pt x="497" y="347"/>
                  <a:pt x="470" y="320"/>
                  <a:pt x="437" y="320"/>
                </a:cubicBezTo>
                <a:lnTo>
                  <a:pt x="122" y="320"/>
                </a:lnTo>
                <a:cubicBezTo>
                  <a:pt x="54" y="320"/>
                  <a:pt x="0" y="375"/>
                  <a:pt x="0" y="442"/>
                </a:cubicBezTo>
                <a:lnTo>
                  <a:pt x="0" y="2491"/>
                </a:lnTo>
                <a:cubicBezTo>
                  <a:pt x="0" y="2558"/>
                  <a:pt x="54" y="2613"/>
                  <a:pt x="122" y="2613"/>
                </a:cubicBezTo>
                <a:lnTo>
                  <a:pt x="2271" y="2613"/>
                </a:lnTo>
                <a:cubicBezTo>
                  <a:pt x="2339" y="2613"/>
                  <a:pt x="2393" y="2558"/>
                  <a:pt x="2393" y="2491"/>
                </a:cubicBezTo>
                <a:lnTo>
                  <a:pt x="2393" y="442"/>
                </a:lnTo>
                <a:cubicBezTo>
                  <a:pt x="2393" y="375"/>
                  <a:pt x="2339" y="320"/>
                  <a:pt x="2271" y="320"/>
                </a:cubicBezTo>
                <a:close/>
                <a:moveTo>
                  <a:pt x="713" y="446"/>
                </a:moveTo>
                <a:lnTo>
                  <a:pt x="1680" y="446"/>
                </a:lnTo>
                <a:cubicBezTo>
                  <a:pt x="1714" y="446"/>
                  <a:pt x="1741" y="419"/>
                  <a:pt x="1741" y="385"/>
                </a:cubicBezTo>
                <a:cubicBezTo>
                  <a:pt x="1741" y="351"/>
                  <a:pt x="1714" y="324"/>
                  <a:pt x="1680" y="324"/>
                </a:cubicBezTo>
                <a:lnTo>
                  <a:pt x="1493" y="324"/>
                </a:lnTo>
                <a:cubicBezTo>
                  <a:pt x="1494" y="316"/>
                  <a:pt x="1495" y="308"/>
                  <a:pt x="1495" y="299"/>
                </a:cubicBezTo>
                <a:cubicBezTo>
                  <a:pt x="1495" y="134"/>
                  <a:pt x="1361" y="0"/>
                  <a:pt x="1196" y="0"/>
                </a:cubicBezTo>
                <a:cubicBezTo>
                  <a:pt x="1032" y="0"/>
                  <a:pt x="898" y="134"/>
                  <a:pt x="898" y="299"/>
                </a:cubicBezTo>
                <a:cubicBezTo>
                  <a:pt x="898" y="308"/>
                  <a:pt x="899" y="316"/>
                  <a:pt x="900" y="324"/>
                </a:cubicBezTo>
                <a:lnTo>
                  <a:pt x="713" y="324"/>
                </a:lnTo>
                <a:cubicBezTo>
                  <a:pt x="679" y="324"/>
                  <a:pt x="652" y="351"/>
                  <a:pt x="652" y="385"/>
                </a:cubicBezTo>
                <a:cubicBezTo>
                  <a:pt x="652" y="419"/>
                  <a:pt x="679" y="446"/>
                  <a:pt x="713" y="446"/>
                </a:cubicBezTo>
                <a:close/>
                <a:moveTo>
                  <a:pt x="1020" y="299"/>
                </a:moveTo>
                <a:cubicBezTo>
                  <a:pt x="1020" y="201"/>
                  <a:pt x="1099" y="122"/>
                  <a:pt x="1196" y="122"/>
                </a:cubicBezTo>
                <a:cubicBezTo>
                  <a:pt x="1294" y="122"/>
                  <a:pt x="1373" y="201"/>
                  <a:pt x="1373" y="299"/>
                </a:cubicBezTo>
                <a:cubicBezTo>
                  <a:pt x="1373" y="308"/>
                  <a:pt x="1371" y="316"/>
                  <a:pt x="1370" y="324"/>
                </a:cubicBezTo>
                <a:lnTo>
                  <a:pt x="1023" y="324"/>
                </a:lnTo>
                <a:cubicBezTo>
                  <a:pt x="1022" y="316"/>
                  <a:pt x="1020" y="308"/>
                  <a:pt x="1020" y="299"/>
                </a:cubicBezTo>
                <a:close/>
                <a:moveTo>
                  <a:pt x="584" y="1042"/>
                </a:moveTo>
                <a:lnTo>
                  <a:pt x="1809" y="1042"/>
                </a:lnTo>
                <a:cubicBezTo>
                  <a:pt x="1842" y="1042"/>
                  <a:pt x="1870" y="1015"/>
                  <a:pt x="1870" y="981"/>
                </a:cubicBezTo>
                <a:cubicBezTo>
                  <a:pt x="1870" y="947"/>
                  <a:pt x="1842" y="920"/>
                  <a:pt x="1809" y="920"/>
                </a:cubicBezTo>
                <a:lnTo>
                  <a:pt x="584" y="920"/>
                </a:lnTo>
                <a:cubicBezTo>
                  <a:pt x="550" y="920"/>
                  <a:pt x="523" y="947"/>
                  <a:pt x="523" y="981"/>
                </a:cubicBezTo>
                <a:cubicBezTo>
                  <a:pt x="523" y="1015"/>
                  <a:pt x="550" y="1042"/>
                  <a:pt x="584" y="1042"/>
                </a:cubicBezTo>
                <a:close/>
                <a:moveTo>
                  <a:pt x="584" y="1565"/>
                </a:moveTo>
                <a:lnTo>
                  <a:pt x="1809" y="1565"/>
                </a:lnTo>
                <a:cubicBezTo>
                  <a:pt x="1842" y="1565"/>
                  <a:pt x="1870" y="1538"/>
                  <a:pt x="1870" y="1504"/>
                </a:cubicBezTo>
                <a:cubicBezTo>
                  <a:pt x="1870" y="1470"/>
                  <a:pt x="1842" y="1443"/>
                  <a:pt x="1809" y="1443"/>
                </a:cubicBezTo>
                <a:lnTo>
                  <a:pt x="584" y="1443"/>
                </a:lnTo>
                <a:cubicBezTo>
                  <a:pt x="550" y="1443"/>
                  <a:pt x="523" y="1470"/>
                  <a:pt x="523" y="1504"/>
                </a:cubicBezTo>
                <a:cubicBezTo>
                  <a:pt x="523" y="1538"/>
                  <a:pt x="550" y="1565"/>
                  <a:pt x="584" y="1565"/>
                </a:cubicBezTo>
                <a:close/>
                <a:moveTo>
                  <a:pt x="584" y="2089"/>
                </a:moveTo>
                <a:lnTo>
                  <a:pt x="1809" y="2089"/>
                </a:lnTo>
                <a:cubicBezTo>
                  <a:pt x="1842" y="2089"/>
                  <a:pt x="1870" y="2062"/>
                  <a:pt x="1870" y="2028"/>
                </a:cubicBezTo>
                <a:cubicBezTo>
                  <a:pt x="1870" y="1994"/>
                  <a:pt x="1842" y="1967"/>
                  <a:pt x="1809" y="1967"/>
                </a:cubicBezTo>
                <a:lnTo>
                  <a:pt x="584" y="1967"/>
                </a:lnTo>
                <a:cubicBezTo>
                  <a:pt x="550" y="1967"/>
                  <a:pt x="523" y="1994"/>
                  <a:pt x="523" y="2028"/>
                </a:cubicBezTo>
                <a:cubicBezTo>
                  <a:pt x="523" y="2062"/>
                  <a:pt x="550" y="2089"/>
                  <a:pt x="584" y="208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07" name="Freeform 5">
            <a:extLst>
              <a:ext uri="{FF2B5EF4-FFF2-40B4-BE49-F238E27FC236}">
                <a16:creationId xmlns:a16="http://schemas.microsoft.com/office/drawing/2014/main" id="{3D356F17-BBA4-D246-97DB-F6E1C3E58481}"/>
              </a:ext>
            </a:extLst>
          </p:cNvPr>
          <p:cNvSpPr>
            <a:spLocks noChangeAspect="1" noChangeArrowheads="1"/>
          </p:cNvSpPr>
          <p:nvPr/>
        </p:nvSpPr>
        <p:spPr bwMode="auto">
          <a:xfrm>
            <a:off x="10289553" y="1515974"/>
            <a:ext cx="435825" cy="433905"/>
          </a:xfrm>
          <a:custGeom>
            <a:avLst/>
            <a:gdLst>
              <a:gd name="T0" fmla="*/ 21381 w 2795"/>
              <a:gd name="T1" fmla="*/ 359871 h 2795"/>
              <a:gd name="T2" fmla="*/ 0 w 2795"/>
              <a:gd name="T3" fmla="*/ 338490 h 2795"/>
              <a:gd name="T4" fmla="*/ 0 w 2795"/>
              <a:gd name="T5" fmla="*/ 66719 h 2795"/>
              <a:gd name="T6" fmla="*/ 21381 w 2795"/>
              <a:gd name="T7" fmla="*/ 45338 h 2795"/>
              <a:gd name="T8" fmla="*/ 145546 w 2795"/>
              <a:gd name="T9" fmla="*/ 45338 h 2795"/>
              <a:gd name="T10" fmla="*/ 235320 w 2795"/>
              <a:gd name="T11" fmla="*/ 135242 h 2795"/>
              <a:gd name="T12" fmla="*/ 235320 w 2795"/>
              <a:gd name="T13" fmla="*/ 338490 h 2795"/>
              <a:gd name="T14" fmla="*/ 213810 w 2795"/>
              <a:gd name="T15" fmla="*/ 359871 h 2795"/>
              <a:gd name="T16" fmla="*/ 21381 w 2795"/>
              <a:gd name="T17" fmla="*/ 359871 h 2795"/>
              <a:gd name="T18" fmla="*/ 20093 w 2795"/>
              <a:gd name="T19" fmla="*/ 339778 h 2795"/>
              <a:gd name="T20" fmla="*/ 215098 w 2795"/>
              <a:gd name="T21" fmla="*/ 339778 h 2795"/>
              <a:gd name="T22" fmla="*/ 215098 w 2795"/>
              <a:gd name="T23" fmla="*/ 156107 h 2795"/>
              <a:gd name="T24" fmla="*/ 124551 w 2795"/>
              <a:gd name="T25" fmla="*/ 156107 h 2795"/>
              <a:gd name="T26" fmla="*/ 124551 w 2795"/>
              <a:gd name="T27" fmla="*/ 65431 h 2795"/>
              <a:gd name="T28" fmla="*/ 20093 w 2795"/>
              <a:gd name="T29" fmla="*/ 65431 h 2795"/>
              <a:gd name="T30" fmla="*/ 20093 w 2795"/>
              <a:gd name="T31" fmla="*/ 339778 h 2795"/>
              <a:gd name="T32" fmla="*/ 144773 w 2795"/>
              <a:gd name="T33" fmla="*/ 135886 h 2795"/>
              <a:gd name="T34" fmla="*/ 207499 w 2795"/>
              <a:gd name="T35" fmla="*/ 135886 h 2795"/>
              <a:gd name="T36" fmla="*/ 144773 w 2795"/>
              <a:gd name="T37" fmla="*/ 73030 h 2795"/>
              <a:gd name="T38" fmla="*/ 144773 w 2795"/>
              <a:gd name="T39" fmla="*/ 135886 h 2795"/>
              <a:gd name="T40" fmla="*/ 260436 w 2795"/>
              <a:gd name="T41" fmla="*/ 294440 h 2795"/>
              <a:gd name="T42" fmla="*/ 339778 w 2795"/>
              <a:gd name="T43" fmla="*/ 294440 h 2795"/>
              <a:gd name="T44" fmla="*/ 339778 w 2795"/>
              <a:gd name="T45" fmla="*/ 110769 h 2795"/>
              <a:gd name="T46" fmla="*/ 249102 w 2795"/>
              <a:gd name="T47" fmla="*/ 110769 h 2795"/>
              <a:gd name="T48" fmla="*/ 249102 w 2795"/>
              <a:gd name="T49" fmla="*/ 20093 h 2795"/>
              <a:gd name="T50" fmla="*/ 124680 w 2795"/>
              <a:gd name="T51" fmla="*/ 20093 h 2795"/>
              <a:gd name="T52" fmla="*/ 146061 w 2795"/>
              <a:gd name="T53" fmla="*/ 0 h 2795"/>
              <a:gd name="T54" fmla="*/ 269968 w 2795"/>
              <a:gd name="T55" fmla="*/ 0 h 2795"/>
              <a:gd name="T56" fmla="*/ 359871 w 2795"/>
              <a:gd name="T57" fmla="*/ 89903 h 2795"/>
              <a:gd name="T58" fmla="*/ 359871 w 2795"/>
              <a:gd name="T59" fmla="*/ 293152 h 2795"/>
              <a:gd name="T60" fmla="*/ 338490 w 2795"/>
              <a:gd name="T61" fmla="*/ 314662 h 2795"/>
              <a:gd name="T62" fmla="*/ 260436 w 2795"/>
              <a:gd name="T63" fmla="*/ 314662 h 2795"/>
              <a:gd name="T64" fmla="*/ 260436 w 2795"/>
              <a:gd name="T65" fmla="*/ 294440 h 2795"/>
              <a:gd name="T66" fmla="*/ 269324 w 2795"/>
              <a:gd name="T67" fmla="*/ 90547 h 2795"/>
              <a:gd name="T68" fmla="*/ 332179 w 2795"/>
              <a:gd name="T69" fmla="*/ 90547 h 2795"/>
              <a:gd name="T70" fmla="*/ 269324 w 2795"/>
              <a:gd name="T71" fmla="*/ 27692 h 2795"/>
              <a:gd name="T72" fmla="*/ 269324 w 2795"/>
              <a:gd name="T73" fmla="*/ 90547 h 279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795" h="2795">
                <a:moveTo>
                  <a:pt x="166" y="2794"/>
                </a:moveTo>
                <a:cubicBezTo>
                  <a:pt x="74" y="2794"/>
                  <a:pt x="0" y="2720"/>
                  <a:pt x="0" y="2628"/>
                </a:cubicBezTo>
                <a:lnTo>
                  <a:pt x="0" y="518"/>
                </a:lnTo>
                <a:cubicBezTo>
                  <a:pt x="0" y="426"/>
                  <a:pt x="74" y="352"/>
                  <a:pt x="166" y="352"/>
                </a:cubicBezTo>
                <a:lnTo>
                  <a:pt x="1130" y="352"/>
                </a:lnTo>
                <a:lnTo>
                  <a:pt x="1827" y="1050"/>
                </a:lnTo>
                <a:lnTo>
                  <a:pt x="1827" y="2628"/>
                </a:lnTo>
                <a:cubicBezTo>
                  <a:pt x="1827" y="2720"/>
                  <a:pt x="1752" y="2794"/>
                  <a:pt x="1660" y="2794"/>
                </a:cubicBezTo>
                <a:lnTo>
                  <a:pt x="166" y="2794"/>
                </a:lnTo>
                <a:close/>
                <a:moveTo>
                  <a:pt x="156" y="2638"/>
                </a:moveTo>
                <a:lnTo>
                  <a:pt x="1670" y="2638"/>
                </a:lnTo>
                <a:lnTo>
                  <a:pt x="1670" y="1212"/>
                </a:lnTo>
                <a:lnTo>
                  <a:pt x="967" y="1212"/>
                </a:lnTo>
                <a:lnTo>
                  <a:pt x="967" y="508"/>
                </a:lnTo>
                <a:lnTo>
                  <a:pt x="156" y="508"/>
                </a:lnTo>
                <a:lnTo>
                  <a:pt x="156" y="2638"/>
                </a:lnTo>
                <a:close/>
                <a:moveTo>
                  <a:pt x="1124" y="1055"/>
                </a:moveTo>
                <a:lnTo>
                  <a:pt x="1611" y="1055"/>
                </a:lnTo>
                <a:lnTo>
                  <a:pt x="1124" y="567"/>
                </a:lnTo>
                <a:lnTo>
                  <a:pt x="1124" y="1055"/>
                </a:lnTo>
                <a:close/>
                <a:moveTo>
                  <a:pt x="2022" y="2286"/>
                </a:moveTo>
                <a:lnTo>
                  <a:pt x="2638" y="2286"/>
                </a:lnTo>
                <a:lnTo>
                  <a:pt x="2638" y="860"/>
                </a:lnTo>
                <a:lnTo>
                  <a:pt x="1934" y="860"/>
                </a:lnTo>
                <a:lnTo>
                  <a:pt x="1934" y="156"/>
                </a:lnTo>
                <a:lnTo>
                  <a:pt x="968" y="156"/>
                </a:lnTo>
                <a:cubicBezTo>
                  <a:pt x="973" y="69"/>
                  <a:pt x="1045" y="0"/>
                  <a:pt x="1134" y="0"/>
                </a:cubicBezTo>
                <a:lnTo>
                  <a:pt x="2096" y="0"/>
                </a:lnTo>
                <a:lnTo>
                  <a:pt x="2794" y="698"/>
                </a:lnTo>
                <a:lnTo>
                  <a:pt x="2794" y="2276"/>
                </a:lnTo>
                <a:cubicBezTo>
                  <a:pt x="2794" y="2368"/>
                  <a:pt x="2720" y="2443"/>
                  <a:pt x="2628" y="2443"/>
                </a:cubicBezTo>
                <a:lnTo>
                  <a:pt x="2022" y="2443"/>
                </a:lnTo>
                <a:lnTo>
                  <a:pt x="2022" y="2286"/>
                </a:lnTo>
                <a:close/>
                <a:moveTo>
                  <a:pt x="2091" y="703"/>
                </a:moveTo>
                <a:lnTo>
                  <a:pt x="2579" y="703"/>
                </a:lnTo>
                <a:lnTo>
                  <a:pt x="2091" y="215"/>
                </a:lnTo>
                <a:lnTo>
                  <a:pt x="2091" y="703"/>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08" name="Freeform 6">
            <a:extLst>
              <a:ext uri="{FF2B5EF4-FFF2-40B4-BE49-F238E27FC236}">
                <a16:creationId xmlns:a16="http://schemas.microsoft.com/office/drawing/2014/main" id="{542D4DBE-FC6C-3B48-A1CE-F9874AA9A1FA}"/>
              </a:ext>
            </a:extLst>
          </p:cNvPr>
          <p:cNvSpPr>
            <a:spLocks noChangeAspect="1" noChangeArrowheads="1"/>
          </p:cNvSpPr>
          <p:nvPr/>
        </p:nvSpPr>
        <p:spPr bwMode="auto">
          <a:xfrm>
            <a:off x="11143921" y="2418342"/>
            <a:ext cx="364787" cy="435825"/>
          </a:xfrm>
          <a:custGeom>
            <a:avLst/>
            <a:gdLst>
              <a:gd name="T0" fmla="*/ 227440 w 2356"/>
              <a:gd name="T1" fmla="*/ 3603 h 2798"/>
              <a:gd name="T2" fmla="*/ 101256 w 2356"/>
              <a:gd name="T3" fmla="*/ 0 h 2798"/>
              <a:gd name="T4" fmla="*/ 70031 w 2356"/>
              <a:gd name="T5" fmla="*/ 45547 h 2798"/>
              <a:gd name="T6" fmla="*/ 92261 w 2356"/>
              <a:gd name="T7" fmla="*/ 31137 h 2798"/>
              <a:gd name="T8" fmla="*/ 209965 w 2356"/>
              <a:gd name="T9" fmla="*/ 22259 h 2798"/>
              <a:gd name="T10" fmla="*/ 215233 w 2356"/>
              <a:gd name="T11" fmla="*/ 103317 h 2798"/>
              <a:gd name="T12" fmla="*/ 280381 w 2356"/>
              <a:gd name="T13" fmla="*/ 271351 h 2798"/>
              <a:gd name="T14" fmla="*/ 243631 w 2356"/>
              <a:gd name="T15" fmla="*/ 280357 h 2798"/>
              <a:gd name="T16" fmla="*/ 271515 w 2356"/>
              <a:gd name="T17" fmla="*/ 302616 h 2798"/>
              <a:gd name="T18" fmla="*/ 302612 w 2356"/>
              <a:gd name="T19" fmla="*/ 89421 h 2798"/>
              <a:gd name="T20" fmla="*/ 279610 w 2356"/>
              <a:gd name="T21" fmla="*/ 92895 h 2798"/>
              <a:gd name="T22" fmla="*/ 220373 w 2356"/>
              <a:gd name="T23" fmla="*/ 28692 h 2798"/>
              <a:gd name="T24" fmla="*/ 157409 w 2356"/>
              <a:gd name="T25" fmla="*/ 60858 h 2798"/>
              <a:gd name="T26" fmla="*/ 31225 w 2356"/>
              <a:gd name="T27" fmla="*/ 57255 h 2798"/>
              <a:gd name="T28" fmla="*/ 0 w 2356"/>
              <a:gd name="T29" fmla="*/ 328735 h 2798"/>
              <a:gd name="T30" fmla="*/ 201484 w 2356"/>
              <a:gd name="T31" fmla="*/ 359871 h 2798"/>
              <a:gd name="T32" fmla="*/ 232580 w 2356"/>
              <a:gd name="T33" fmla="*/ 146805 h 2798"/>
              <a:gd name="T34" fmla="*/ 157409 w 2356"/>
              <a:gd name="T35" fmla="*/ 60858 h 2798"/>
              <a:gd name="T36" fmla="*/ 155739 w 2356"/>
              <a:gd name="T37" fmla="*/ 146162 h 2798"/>
              <a:gd name="T38" fmla="*/ 205853 w 2356"/>
              <a:gd name="T39" fmla="*/ 146162 h 2798"/>
              <a:gd name="T40" fmla="*/ 31225 w 2356"/>
              <a:gd name="T41" fmla="*/ 337613 h 2798"/>
              <a:gd name="T42" fmla="*/ 22230 w 2356"/>
              <a:gd name="T43" fmla="*/ 88520 h 2798"/>
              <a:gd name="T44" fmla="*/ 144431 w 2356"/>
              <a:gd name="T45" fmla="*/ 79514 h 2798"/>
              <a:gd name="T46" fmla="*/ 145588 w 2356"/>
              <a:gd name="T47" fmla="*/ 151308 h 2798"/>
              <a:gd name="T48" fmla="*/ 210350 w 2356"/>
              <a:gd name="T49" fmla="*/ 156583 h 2798"/>
              <a:gd name="T50" fmla="*/ 201484 w 2356"/>
              <a:gd name="T51" fmla="*/ 337613 h 2798"/>
              <a:gd name="T52" fmla="*/ 51656 w 2356"/>
              <a:gd name="T53" fmla="*/ 284089 h 2798"/>
              <a:gd name="T54" fmla="*/ 51656 w 2356"/>
              <a:gd name="T55" fmla="*/ 292066 h 2798"/>
              <a:gd name="T56" fmla="*/ 177455 w 2356"/>
              <a:gd name="T57" fmla="*/ 288077 h 2798"/>
              <a:gd name="T58" fmla="*/ 173472 w 2356"/>
              <a:gd name="T59" fmla="*/ 250893 h 2798"/>
              <a:gd name="T60" fmla="*/ 47673 w 2356"/>
              <a:gd name="T61" fmla="*/ 254882 h 2798"/>
              <a:gd name="T62" fmla="*/ 173472 w 2356"/>
              <a:gd name="T63" fmla="*/ 258871 h 2798"/>
              <a:gd name="T64" fmla="*/ 173472 w 2356"/>
              <a:gd name="T65" fmla="*/ 250893 h 2798"/>
              <a:gd name="T66" fmla="*/ 51656 w 2356"/>
              <a:gd name="T67" fmla="*/ 217698 h 2798"/>
              <a:gd name="T68" fmla="*/ 51656 w 2356"/>
              <a:gd name="T69" fmla="*/ 225675 h 2798"/>
              <a:gd name="T70" fmla="*/ 177455 w 2356"/>
              <a:gd name="T71" fmla="*/ 221687 h 2798"/>
              <a:gd name="T72" fmla="*/ 107424 w 2356"/>
              <a:gd name="T73" fmla="*/ 193252 h 2798"/>
              <a:gd name="T74" fmla="*/ 107424 w 2356"/>
              <a:gd name="T75" fmla="*/ 185275 h 2798"/>
              <a:gd name="T76" fmla="*/ 47673 w 2356"/>
              <a:gd name="T77" fmla="*/ 189264 h 2798"/>
              <a:gd name="T78" fmla="*/ 107424 w 2356"/>
              <a:gd name="T79" fmla="*/ 193252 h 2798"/>
              <a:gd name="T80" fmla="*/ 68618 w 2356"/>
              <a:gd name="T81" fmla="*/ 130207 h 2798"/>
              <a:gd name="T82" fmla="*/ 82238 w 2356"/>
              <a:gd name="T83" fmla="*/ 145132 h 2798"/>
              <a:gd name="T84" fmla="*/ 95859 w 2356"/>
              <a:gd name="T85" fmla="*/ 130207 h 2798"/>
              <a:gd name="T86" fmla="*/ 97016 w 2356"/>
              <a:gd name="T87" fmla="*/ 124675 h 2798"/>
              <a:gd name="T88" fmla="*/ 82238 w 2356"/>
              <a:gd name="T89" fmla="*/ 102802 h 2798"/>
              <a:gd name="T90" fmla="*/ 67461 w 2356"/>
              <a:gd name="T91" fmla="*/ 124675 h 2798"/>
              <a:gd name="T92" fmla="*/ 49086 w 2356"/>
              <a:gd name="T93" fmla="*/ 171637 h 2798"/>
              <a:gd name="T94" fmla="*/ 116804 w 2356"/>
              <a:gd name="T95" fmla="*/ 170093 h 2798"/>
              <a:gd name="T96" fmla="*/ 116290 w 2356"/>
              <a:gd name="T97" fmla="*/ 163917 h 2798"/>
              <a:gd name="T98" fmla="*/ 93161 w 2356"/>
              <a:gd name="T99" fmla="*/ 151051 h 2798"/>
              <a:gd name="T100" fmla="*/ 91747 w 2356"/>
              <a:gd name="T101" fmla="*/ 151308 h 2798"/>
              <a:gd name="T102" fmla="*/ 72730 w 2356"/>
              <a:gd name="T103" fmla="*/ 151308 h 2798"/>
              <a:gd name="T104" fmla="*/ 71445 w 2356"/>
              <a:gd name="T105" fmla="*/ 151051 h 2798"/>
              <a:gd name="T106" fmla="*/ 48058 w 2356"/>
              <a:gd name="T107" fmla="*/ 163917 h 2798"/>
              <a:gd name="T108" fmla="*/ 47673 w 2356"/>
              <a:gd name="T109" fmla="*/ 170093 h 279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56" h="2798">
                <a:moveTo>
                  <a:pt x="2332" y="637"/>
                </a:moveTo>
                <a:lnTo>
                  <a:pt x="1770" y="28"/>
                </a:lnTo>
                <a:cubicBezTo>
                  <a:pt x="1753" y="10"/>
                  <a:pt x="1730" y="0"/>
                  <a:pt x="1706" y="0"/>
                </a:cubicBezTo>
                <a:lnTo>
                  <a:pt x="788" y="0"/>
                </a:lnTo>
                <a:cubicBezTo>
                  <a:pt x="654" y="0"/>
                  <a:pt x="545" y="109"/>
                  <a:pt x="545" y="242"/>
                </a:cubicBezTo>
                <a:lnTo>
                  <a:pt x="545" y="354"/>
                </a:lnTo>
                <a:lnTo>
                  <a:pt x="718" y="354"/>
                </a:lnTo>
                <a:lnTo>
                  <a:pt x="718" y="242"/>
                </a:lnTo>
                <a:cubicBezTo>
                  <a:pt x="718" y="204"/>
                  <a:pt x="749" y="173"/>
                  <a:pt x="788" y="173"/>
                </a:cubicBezTo>
                <a:lnTo>
                  <a:pt x="1634" y="173"/>
                </a:lnTo>
                <a:lnTo>
                  <a:pt x="1634" y="763"/>
                </a:lnTo>
                <a:cubicBezTo>
                  <a:pt x="1634" y="785"/>
                  <a:pt x="1652" y="803"/>
                  <a:pt x="1675" y="803"/>
                </a:cubicBezTo>
                <a:lnTo>
                  <a:pt x="2182" y="803"/>
                </a:lnTo>
                <a:lnTo>
                  <a:pt x="2182" y="2109"/>
                </a:lnTo>
                <a:cubicBezTo>
                  <a:pt x="2182" y="2148"/>
                  <a:pt x="2151" y="2179"/>
                  <a:pt x="2113" y="2179"/>
                </a:cubicBezTo>
                <a:lnTo>
                  <a:pt x="1896" y="2179"/>
                </a:lnTo>
                <a:lnTo>
                  <a:pt x="1896" y="2352"/>
                </a:lnTo>
                <a:lnTo>
                  <a:pt x="2113" y="2352"/>
                </a:lnTo>
                <a:cubicBezTo>
                  <a:pt x="2246" y="2352"/>
                  <a:pt x="2355" y="2243"/>
                  <a:pt x="2355" y="2109"/>
                </a:cubicBezTo>
                <a:lnTo>
                  <a:pt x="2355" y="695"/>
                </a:lnTo>
                <a:cubicBezTo>
                  <a:pt x="2355" y="673"/>
                  <a:pt x="2347" y="652"/>
                  <a:pt x="2332" y="637"/>
                </a:cubicBezTo>
                <a:close/>
                <a:moveTo>
                  <a:pt x="2176" y="722"/>
                </a:moveTo>
                <a:lnTo>
                  <a:pt x="1715" y="722"/>
                </a:lnTo>
                <a:lnTo>
                  <a:pt x="1715" y="223"/>
                </a:lnTo>
                <a:lnTo>
                  <a:pt x="2176" y="722"/>
                </a:lnTo>
                <a:close/>
                <a:moveTo>
                  <a:pt x="1225" y="473"/>
                </a:moveTo>
                <a:cubicBezTo>
                  <a:pt x="1208" y="455"/>
                  <a:pt x="1185" y="445"/>
                  <a:pt x="1162" y="445"/>
                </a:cubicBezTo>
                <a:lnTo>
                  <a:pt x="243" y="445"/>
                </a:lnTo>
                <a:cubicBezTo>
                  <a:pt x="109" y="445"/>
                  <a:pt x="0" y="554"/>
                  <a:pt x="0" y="688"/>
                </a:cubicBezTo>
                <a:lnTo>
                  <a:pt x="0" y="2555"/>
                </a:lnTo>
                <a:cubicBezTo>
                  <a:pt x="0" y="2688"/>
                  <a:pt x="109" y="2797"/>
                  <a:pt x="243" y="2797"/>
                </a:cubicBezTo>
                <a:lnTo>
                  <a:pt x="1568" y="2797"/>
                </a:lnTo>
                <a:cubicBezTo>
                  <a:pt x="1701" y="2797"/>
                  <a:pt x="1810" y="2688"/>
                  <a:pt x="1810" y="2555"/>
                </a:cubicBezTo>
                <a:lnTo>
                  <a:pt x="1810" y="1141"/>
                </a:lnTo>
                <a:cubicBezTo>
                  <a:pt x="1810" y="1119"/>
                  <a:pt x="1802" y="1098"/>
                  <a:pt x="1787" y="1082"/>
                </a:cubicBezTo>
                <a:lnTo>
                  <a:pt x="1225" y="473"/>
                </a:lnTo>
                <a:close/>
                <a:moveTo>
                  <a:pt x="1602" y="1136"/>
                </a:moveTo>
                <a:lnTo>
                  <a:pt x="1212" y="1136"/>
                </a:lnTo>
                <a:lnTo>
                  <a:pt x="1212" y="714"/>
                </a:lnTo>
                <a:lnTo>
                  <a:pt x="1602" y="1136"/>
                </a:lnTo>
                <a:close/>
                <a:moveTo>
                  <a:pt x="1568" y="2624"/>
                </a:moveTo>
                <a:lnTo>
                  <a:pt x="243" y="2624"/>
                </a:lnTo>
                <a:cubicBezTo>
                  <a:pt x="204" y="2624"/>
                  <a:pt x="173" y="2593"/>
                  <a:pt x="173" y="2555"/>
                </a:cubicBezTo>
                <a:lnTo>
                  <a:pt x="173" y="688"/>
                </a:lnTo>
                <a:cubicBezTo>
                  <a:pt x="173" y="649"/>
                  <a:pt x="204" y="618"/>
                  <a:pt x="243" y="618"/>
                </a:cubicBezTo>
                <a:lnTo>
                  <a:pt x="1124" y="618"/>
                </a:lnTo>
                <a:lnTo>
                  <a:pt x="1133" y="627"/>
                </a:lnTo>
                <a:lnTo>
                  <a:pt x="1133" y="1176"/>
                </a:lnTo>
                <a:cubicBezTo>
                  <a:pt x="1133" y="1199"/>
                  <a:pt x="1151" y="1217"/>
                  <a:pt x="1173" y="1217"/>
                </a:cubicBezTo>
                <a:lnTo>
                  <a:pt x="1637" y="1217"/>
                </a:lnTo>
                <a:lnTo>
                  <a:pt x="1637" y="2555"/>
                </a:lnTo>
                <a:cubicBezTo>
                  <a:pt x="1637" y="2593"/>
                  <a:pt x="1606" y="2624"/>
                  <a:pt x="1568" y="2624"/>
                </a:cubicBezTo>
                <a:close/>
                <a:moveTo>
                  <a:pt x="1350" y="2208"/>
                </a:moveTo>
                <a:lnTo>
                  <a:pt x="402" y="2208"/>
                </a:lnTo>
                <a:cubicBezTo>
                  <a:pt x="385" y="2208"/>
                  <a:pt x="371" y="2222"/>
                  <a:pt x="371" y="2239"/>
                </a:cubicBezTo>
                <a:cubicBezTo>
                  <a:pt x="371" y="2256"/>
                  <a:pt x="385" y="2270"/>
                  <a:pt x="402" y="2270"/>
                </a:cubicBezTo>
                <a:lnTo>
                  <a:pt x="1350" y="2270"/>
                </a:lnTo>
                <a:cubicBezTo>
                  <a:pt x="1367" y="2270"/>
                  <a:pt x="1381" y="2256"/>
                  <a:pt x="1381" y="2239"/>
                </a:cubicBezTo>
                <a:cubicBezTo>
                  <a:pt x="1381" y="2222"/>
                  <a:pt x="1367" y="2208"/>
                  <a:pt x="1350" y="2208"/>
                </a:cubicBezTo>
                <a:close/>
                <a:moveTo>
                  <a:pt x="1350" y="1950"/>
                </a:moveTo>
                <a:lnTo>
                  <a:pt x="402" y="1950"/>
                </a:lnTo>
                <a:cubicBezTo>
                  <a:pt x="385" y="1950"/>
                  <a:pt x="371" y="1964"/>
                  <a:pt x="371" y="1981"/>
                </a:cubicBezTo>
                <a:cubicBezTo>
                  <a:pt x="371" y="1998"/>
                  <a:pt x="385" y="2012"/>
                  <a:pt x="402" y="2012"/>
                </a:cubicBezTo>
                <a:lnTo>
                  <a:pt x="1350" y="2012"/>
                </a:lnTo>
                <a:cubicBezTo>
                  <a:pt x="1367" y="2012"/>
                  <a:pt x="1381" y="1998"/>
                  <a:pt x="1381" y="1981"/>
                </a:cubicBezTo>
                <a:cubicBezTo>
                  <a:pt x="1381" y="1964"/>
                  <a:pt x="1367" y="1950"/>
                  <a:pt x="1350" y="1950"/>
                </a:cubicBezTo>
                <a:close/>
                <a:moveTo>
                  <a:pt x="1350" y="1692"/>
                </a:moveTo>
                <a:lnTo>
                  <a:pt x="402" y="1692"/>
                </a:lnTo>
                <a:cubicBezTo>
                  <a:pt x="385" y="1692"/>
                  <a:pt x="371" y="1706"/>
                  <a:pt x="371" y="1723"/>
                </a:cubicBezTo>
                <a:cubicBezTo>
                  <a:pt x="371" y="1740"/>
                  <a:pt x="385" y="1754"/>
                  <a:pt x="402" y="1754"/>
                </a:cubicBezTo>
                <a:lnTo>
                  <a:pt x="1350" y="1754"/>
                </a:lnTo>
                <a:cubicBezTo>
                  <a:pt x="1367" y="1754"/>
                  <a:pt x="1381" y="1740"/>
                  <a:pt x="1381" y="1723"/>
                </a:cubicBezTo>
                <a:cubicBezTo>
                  <a:pt x="1381" y="1706"/>
                  <a:pt x="1367" y="1692"/>
                  <a:pt x="1350" y="1692"/>
                </a:cubicBezTo>
                <a:close/>
                <a:moveTo>
                  <a:pt x="836" y="1502"/>
                </a:moveTo>
                <a:cubicBezTo>
                  <a:pt x="853" y="1502"/>
                  <a:pt x="867" y="1488"/>
                  <a:pt x="867" y="1471"/>
                </a:cubicBezTo>
                <a:cubicBezTo>
                  <a:pt x="867" y="1454"/>
                  <a:pt x="853" y="1440"/>
                  <a:pt x="836" y="1440"/>
                </a:cubicBezTo>
                <a:lnTo>
                  <a:pt x="402" y="1440"/>
                </a:lnTo>
                <a:cubicBezTo>
                  <a:pt x="385" y="1440"/>
                  <a:pt x="371" y="1454"/>
                  <a:pt x="371" y="1471"/>
                </a:cubicBezTo>
                <a:cubicBezTo>
                  <a:pt x="371" y="1488"/>
                  <a:pt x="385" y="1502"/>
                  <a:pt x="402" y="1502"/>
                </a:cubicBezTo>
                <a:lnTo>
                  <a:pt x="836" y="1502"/>
                </a:lnTo>
                <a:close/>
                <a:moveTo>
                  <a:pt x="513" y="990"/>
                </a:moveTo>
                <a:cubicBezTo>
                  <a:pt x="513" y="1002"/>
                  <a:pt x="522" y="1012"/>
                  <a:pt x="534" y="1012"/>
                </a:cubicBezTo>
                <a:cubicBezTo>
                  <a:pt x="538" y="1070"/>
                  <a:pt x="584" y="1128"/>
                  <a:pt x="640" y="1128"/>
                </a:cubicBezTo>
                <a:cubicBezTo>
                  <a:pt x="696" y="1128"/>
                  <a:pt x="741" y="1070"/>
                  <a:pt x="746" y="1012"/>
                </a:cubicBezTo>
                <a:cubicBezTo>
                  <a:pt x="758" y="1012"/>
                  <a:pt x="767" y="1002"/>
                  <a:pt x="767" y="990"/>
                </a:cubicBezTo>
                <a:cubicBezTo>
                  <a:pt x="767" y="981"/>
                  <a:pt x="762" y="973"/>
                  <a:pt x="755" y="969"/>
                </a:cubicBezTo>
                <a:cubicBezTo>
                  <a:pt x="759" y="956"/>
                  <a:pt x="761" y="942"/>
                  <a:pt x="761" y="928"/>
                </a:cubicBezTo>
                <a:cubicBezTo>
                  <a:pt x="761" y="857"/>
                  <a:pt x="707" y="799"/>
                  <a:pt x="640" y="799"/>
                </a:cubicBezTo>
                <a:cubicBezTo>
                  <a:pt x="573" y="799"/>
                  <a:pt x="519" y="857"/>
                  <a:pt x="519" y="928"/>
                </a:cubicBezTo>
                <a:cubicBezTo>
                  <a:pt x="519" y="942"/>
                  <a:pt x="521" y="956"/>
                  <a:pt x="525" y="969"/>
                </a:cubicBezTo>
                <a:cubicBezTo>
                  <a:pt x="518" y="973"/>
                  <a:pt x="513" y="981"/>
                  <a:pt x="513" y="990"/>
                </a:cubicBezTo>
                <a:close/>
                <a:moveTo>
                  <a:pt x="382" y="1334"/>
                </a:moveTo>
                <a:lnTo>
                  <a:pt x="897" y="1334"/>
                </a:lnTo>
                <a:cubicBezTo>
                  <a:pt x="904" y="1334"/>
                  <a:pt x="909" y="1329"/>
                  <a:pt x="909" y="1322"/>
                </a:cubicBezTo>
                <a:lnTo>
                  <a:pt x="909" y="1282"/>
                </a:lnTo>
                <a:cubicBezTo>
                  <a:pt x="909" y="1279"/>
                  <a:pt x="908" y="1276"/>
                  <a:pt x="905" y="1274"/>
                </a:cubicBezTo>
                <a:cubicBezTo>
                  <a:pt x="856" y="1226"/>
                  <a:pt x="795" y="1192"/>
                  <a:pt x="730" y="1176"/>
                </a:cubicBezTo>
                <a:cubicBezTo>
                  <a:pt x="729" y="1175"/>
                  <a:pt x="727" y="1174"/>
                  <a:pt x="725" y="1174"/>
                </a:cubicBezTo>
                <a:lnTo>
                  <a:pt x="719" y="1174"/>
                </a:lnTo>
                <a:cubicBezTo>
                  <a:pt x="717" y="1174"/>
                  <a:pt x="715" y="1175"/>
                  <a:pt x="714" y="1176"/>
                </a:cubicBezTo>
                <a:cubicBezTo>
                  <a:pt x="694" y="1186"/>
                  <a:pt x="667" y="1192"/>
                  <a:pt x="640" y="1192"/>
                </a:cubicBezTo>
                <a:cubicBezTo>
                  <a:pt x="613" y="1192"/>
                  <a:pt x="586" y="1186"/>
                  <a:pt x="566" y="1176"/>
                </a:cubicBezTo>
                <a:cubicBezTo>
                  <a:pt x="564" y="1175"/>
                  <a:pt x="563" y="1174"/>
                  <a:pt x="561" y="1174"/>
                </a:cubicBezTo>
                <a:lnTo>
                  <a:pt x="556" y="1174"/>
                </a:lnTo>
                <a:cubicBezTo>
                  <a:pt x="555" y="1174"/>
                  <a:pt x="555" y="1175"/>
                  <a:pt x="554" y="1175"/>
                </a:cubicBezTo>
                <a:cubicBezTo>
                  <a:pt x="487" y="1190"/>
                  <a:pt x="425" y="1225"/>
                  <a:pt x="374" y="1274"/>
                </a:cubicBezTo>
                <a:cubicBezTo>
                  <a:pt x="372" y="1276"/>
                  <a:pt x="371" y="1279"/>
                  <a:pt x="371" y="1282"/>
                </a:cubicBezTo>
                <a:lnTo>
                  <a:pt x="371" y="1322"/>
                </a:lnTo>
                <a:cubicBezTo>
                  <a:pt x="371" y="1329"/>
                  <a:pt x="376" y="1334"/>
                  <a:pt x="382" y="133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09" name="Freeform 8">
            <a:extLst>
              <a:ext uri="{FF2B5EF4-FFF2-40B4-BE49-F238E27FC236}">
                <a16:creationId xmlns:a16="http://schemas.microsoft.com/office/drawing/2014/main" id="{C0AABAFC-A30F-6047-BDCE-36125E6B59FE}"/>
              </a:ext>
            </a:extLst>
          </p:cNvPr>
          <p:cNvSpPr>
            <a:spLocks noChangeAspect="1" noChangeArrowheads="1"/>
          </p:cNvSpPr>
          <p:nvPr/>
        </p:nvSpPr>
        <p:spPr bwMode="auto">
          <a:xfrm>
            <a:off x="8822723" y="1515974"/>
            <a:ext cx="359028" cy="433905"/>
          </a:xfrm>
          <a:custGeom>
            <a:avLst/>
            <a:gdLst>
              <a:gd name="T0" fmla="*/ 271177 w 2278"/>
              <a:gd name="T1" fmla="*/ 0 h 2780"/>
              <a:gd name="T2" fmla="*/ 24122 w 2278"/>
              <a:gd name="T3" fmla="*/ 0 h 2780"/>
              <a:gd name="T4" fmla="*/ 0 w 2278"/>
              <a:gd name="T5" fmla="*/ 24086 h 2780"/>
              <a:gd name="T6" fmla="*/ 0 w 2278"/>
              <a:gd name="T7" fmla="*/ 335784 h 2780"/>
              <a:gd name="T8" fmla="*/ 24122 w 2278"/>
              <a:gd name="T9" fmla="*/ 359871 h 2780"/>
              <a:gd name="T10" fmla="*/ 271177 w 2278"/>
              <a:gd name="T11" fmla="*/ 359871 h 2780"/>
              <a:gd name="T12" fmla="*/ 295299 w 2278"/>
              <a:gd name="T13" fmla="*/ 335784 h 2780"/>
              <a:gd name="T14" fmla="*/ 295299 w 2278"/>
              <a:gd name="T15" fmla="*/ 24086 h 2780"/>
              <a:gd name="T16" fmla="*/ 271177 w 2278"/>
              <a:gd name="T17" fmla="*/ 0 h 2780"/>
              <a:gd name="T18" fmla="*/ 278829 w 2278"/>
              <a:gd name="T19" fmla="*/ 334230 h 2780"/>
              <a:gd name="T20" fmla="*/ 270788 w 2278"/>
              <a:gd name="T21" fmla="*/ 342259 h 2780"/>
              <a:gd name="T22" fmla="*/ 23863 w 2278"/>
              <a:gd name="T23" fmla="*/ 342259 h 2780"/>
              <a:gd name="T24" fmla="*/ 15952 w 2278"/>
              <a:gd name="T25" fmla="*/ 334230 h 2780"/>
              <a:gd name="T26" fmla="*/ 15952 w 2278"/>
              <a:gd name="T27" fmla="*/ 25122 h 2780"/>
              <a:gd name="T28" fmla="*/ 23863 w 2278"/>
              <a:gd name="T29" fmla="*/ 17094 h 2780"/>
              <a:gd name="T30" fmla="*/ 270788 w 2278"/>
              <a:gd name="T31" fmla="*/ 17094 h 2780"/>
              <a:gd name="T32" fmla="*/ 278829 w 2278"/>
              <a:gd name="T33" fmla="*/ 25122 h 2780"/>
              <a:gd name="T34" fmla="*/ 278829 w 2278"/>
              <a:gd name="T35" fmla="*/ 334230 h 2780"/>
              <a:gd name="T36" fmla="*/ 129429 w 2278"/>
              <a:gd name="T37" fmla="*/ 231928 h 2780"/>
              <a:gd name="T38" fmla="*/ 116071 w 2278"/>
              <a:gd name="T39" fmla="*/ 204863 h 2780"/>
              <a:gd name="T40" fmla="*/ 102713 w 2278"/>
              <a:gd name="T41" fmla="*/ 231928 h 2780"/>
              <a:gd name="T42" fmla="*/ 72755 w 2278"/>
              <a:gd name="T43" fmla="*/ 236201 h 2780"/>
              <a:gd name="T44" fmla="*/ 94413 w 2278"/>
              <a:gd name="T45" fmla="*/ 257309 h 2780"/>
              <a:gd name="T46" fmla="*/ 89355 w 2278"/>
              <a:gd name="T47" fmla="*/ 287094 h 2780"/>
              <a:gd name="T48" fmla="*/ 116071 w 2278"/>
              <a:gd name="T49" fmla="*/ 272978 h 2780"/>
              <a:gd name="T50" fmla="*/ 142916 w 2278"/>
              <a:gd name="T51" fmla="*/ 287094 h 2780"/>
              <a:gd name="T52" fmla="*/ 137729 w 2278"/>
              <a:gd name="T53" fmla="*/ 257309 h 2780"/>
              <a:gd name="T54" fmla="*/ 159257 w 2278"/>
              <a:gd name="T55" fmla="*/ 236201 h 2780"/>
              <a:gd name="T56" fmla="*/ 129429 w 2278"/>
              <a:gd name="T57" fmla="*/ 231928 h 2780"/>
              <a:gd name="T58" fmla="*/ 67827 w 2278"/>
              <a:gd name="T59" fmla="*/ 45712 h 2780"/>
              <a:gd name="T60" fmla="*/ 228251 w 2278"/>
              <a:gd name="T61" fmla="*/ 45712 h 2780"/>
              <a:gd name="T62" fmla="*/ 228251 w 2278"/>
              <a:gd name="T63" fmla="*/ 62417 h 2780"/>
              <a:gd name="T64" fmla="*/ 67827 w 2278"/>
              <a:gd name="T65" fmla="*/ 62417 h 2780"/>
              <a:gd name="T66" fmla="*/ 67827 w 2278"/>
              <a:gd name="T67" fmla="*/ 45712 h 2780"/>
              <a:gd name="T68" fmla="*/ 67827 w 2278"/>
              <a:gd name="T69" fmla="*/ 86504 h 2780"/>
              <a:gd name="T70" fmla="*/ 228251 w 2278"/>
              <a:gd name="T71" fmla="*/ 86504 h 2780"/>
              <a:gd name="T72" fmla="*/ 228251 w 2278"/>
              <a:gd name="T73" fmla="*/ 103209 h 2780"/>
              <a:gd name="T74" fmla="*/ 67827 w 2278"/>
              <a:gd name="T75" fmla="*/ 103209 h 2780"/>
              <a:gd name="T76" fmla="*/ 67827 w 2278"/>
              <a:gd name="T77" fmla="*/ 86504 h 2780"/>
              <a:gd name="T78" fmla="*/ 67827 w 2278"/>
              <a:gd name="T79" fmla="*/ 126259 h 2780"/>
              <a:gd name="T80" fmla="*/ 228251 w 2278"/>
              <a:gd name="T81" fmla="*/ 126259 h 2780"/>
              <a:gd name="T82" fmla="*/ 228251 w 2278"/>
              <a:gd name="T83" fmla="*/ 142964 h 2780"/>
              <a:gd name="T84" fmla="*/ 67827 w 2278"/>
              <a:gd name="T85" fmla="*/ 142964 h 2780"/>
              <a:gd name="T86" fmla="*/ 67827 w 2278"/>
              <a:gd name="T87" fmla="*/ 126259 h 2780"/>
              <a:gd name="T88" fmla="*/ 161332 w 2278"/>
              <a:gd name="T89" fmla="*/ 172230 h 2780"/>
              <a:gd name="T90" fmla="*/ 174430 w 2278"/>
              <a:gd name="T91" fmla="*/ 182590 h 2780"/>
              <a:gd name="T92" fmla="*/ 228251 w 2278"/>
              <a:gd name="T93" fmla="*/ 182590 h 2780"/>
              <a:gd name="T94" fmla="*/ 228251 w 2278"/>
              <a:gd name="T95" fmla="*/ 166014 h 2780"/>
              <a:gd name="T96" fmla="*/ 143694 w 2278"/>
              <a:gd name="T97" fmla="*/ 166014 h 2780"/>
              <a:gd name="T98" fmla="*/ 161332 w 2278"/>
              <a:gd name="T99" fmla="*/ 172230 h 2780"/>
              <a:gd name="T100" fmla="*/ 41241 w 2278"/>
              <a:gd name="T101" fmla="*/ 248245 h 2780"/>
              <a:gd name="T102" fmla="*/ 115422 w 2278"/>
              <a:gd name="T103" fmla="*/ 322317 h 2780"/>
              <a:gd name="T104" fmla="*/ 189344 w 2278"/>
              <a:gd name="T105" fmla="*/ 248245 h 2780"/>
              <a:gd name="T106" fmla="*/ 115422 w 2278"/>
              <a:gd name="T107" fmla="*/ 174302 h 2780"/>
              <a:gd name="T108" fmla="*/ 41241 w 2278"/>
              <a:gd name="T109" fmla="*/ 248245 h 2780"/>
              <a:gd name="T110" fmla="*/ 51227 w 2278"/>
              <a:gd name="T111" fmla="*/ 248245 h 2780"/>
              <a:gd name="T112" fmla="*/ 115422 w 2278"/>
              <a:gd name="T113" fmla="*/ 184273 h 2780"/>
              <a:gd name="T114" fmla="*/ 179358 w 2278"/>
              <a:gd name="T115" fmla="*/ 248245 h 2780"/>
              <a:gd name="T116" fmla="*/ 115422 w 2278"/>
              <a:gd name="T117" fmla="*/ 312216 h 2780"/>
              <a:gd name="T118" fmla="*/ 51227 w 2278"/>
              <a:gd name="T119" fmla="*/ 248245 h 278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278" h="2780">
                <a:moveTo>
                  <a:pt x="2091" y="0"/>
                </a:moveTo>
                <a:lnTo>
                  <a:pt x="186" y="0"/>
                </a:lnTo>
                <a:cubicBezTo>
                  <a:pt x="83" y="0"/>
                  <a:pt x="0" y="83"/>
                  <a:pt x="0" y="186"/>
                </a:cubicBezTo>
                <a:lnTo>
                  <a:pt x="0" y="2593"/>
                </a:lnTo>
                <a:cubicBezTo>
                  <a:pt x="0" y="2696"/>
                  <a:pt x="83" y="2779"/>
                  <a:pt x="186" y="2779"/>
                </a:cubicBezTo>
                <a:lnTo>
                  <a:pt x="2091" y="2779"/>
                </a:lnTo>
                <a:cubicBezTo>
                  <a:pt x="2194" y="2779"/>
                  <a:pt x="2277" y="2696"/>
                  <a:pt x="2277" y="2593"/>
                </a:cubicBezTo>
                <a:lnTo>
                  <a:pt x="2277" y="186"/>
                </a:lnTo>
                <a:cubicBezTo>
                  <a:pt x="2277" y="83"/>
                  <a:pt x="2194" y="0"/>
                  <a:pt x="2091" y="0"/>
                </a:cubicBezTo>
                <a:close/>
                <a:moveTo>
                  <a:pt x="2150" y="2581"/>
                </a:moveTo>
                <a:cubicBezTo>
                  <a:pt x="2150" y="2615"/>
                  <a:pt x="2122" y="2643"/>
                  <a:pt x="2088" y="2643"/>
                </a:cubicBezTo>
                <a:lnTo>
                  <a:pt x="184" y="2643"/>
                </a:lnTo>
                <a:cubicBezTo>
                  <a:pt x="150" y="2643"/>
                  <a:pt x="123" y="2615"/>
                  <a:pt x="123" y="2581"/>
                </a:cubicBezTo>
                <a:lnTo>
                  <a:pt x="123" y="194"/>
                </a:lnTo>
                <a:cubicBezTo>
                  <a:pt x="123" y="159"/>
                  <a:pt x="150" y="132"/>
                  <a:pt x="184" y="132"/>
                </a:cubicBezTo>
                <a:lnTo>
                  <a:pt x="2088" y="132"/>
                </a:lnTo>
                <a:cubicBezTo>
                  <a:pt x="2122" y="132"/>
                  <a:pt x="2150" y="159"/>
                  <a:pt x="2150" y="194"/>
                </a:cubicBezTo>
                <a:lnTo>
                  <a:pt x="2150" y="2581"/>
                </a:lnTo>
                <a:close/>
                <a:moveTo>
                  <a:pt x="998" y="1791"/>
                </a:moveTo>
                <a:lnTo>
                  <a:pt x="895" y="1582"/>
                </a:lnTo>
                <a:lnTo>
                  <a:pt x="792" y="1791"/>
                </a:lnTo>
                <a:lnTo>
                  <a:pt x="561" y="1824"/>
                </a:lnTo>
                <a:lnTo>
                  <a:pt x="728" y="1987"/>
                </a:lnTo>
                <a:lnTo>
                  <a:pt x="689" y="2217"/>
                </a:lnTo>
                <a:lnTo>
                  <a:pt x="895" y="2108"/>
                </a:lnTo>
                <a:lnTo>
                  <a:pt x="1102" y="2217"/>
                </a:lnTo>
                <a:lnTo>
                  <a:pt x="1062" y="1987"/>
                </a:lnTo>
                <a:lnTo>
                  <a:pt x="1228" y="1824"/>
                </a:lnTo>
                <a:lnTo>
                  <a:pt x="998" y="1791"/>
                </a:lnTo>
                <a:close/>
                <a:moveTo>
                  <a:pt x="523" y="353"/>
                </a:moveTo>
                <a:lnTo>
                  <a:pt x="1760" y="353"/>
                </a:lnTo>
                <a:lnTo>
                  <a:pt x="1760" y="482"/>
                </a:lnTo>
                <a:lnTo>
                  <a:pt x="523" y="482"/>
                </a:lnTo>
                <a:lnTo>
                  <a:pt x="523" y="353"/>
                </a:lnTo>
                <a:close/>
                <a:moveTo>
                  <a:pt x="523" y="668"/>
                </a:moveTo>
                <a:lnTo>
                  <a:pt x="1760" y="668"/>
                </a:lnTo>
                <a:lnTo>
                  <a:pt x="1760" y="797"/>
                </a:lnTo>
                <a:lnTo>
                  <a:pt x="523" y="797"/>
                </a:lnTo>
                <a:lnTo>
                  <a:pt x="523" y="668"/>
                </a:lnTo>
                <a:close/>
                <a:moveTo>
                  <a:pt x="523" y="975"/>
                </a:moveTo>
                <a:lnTo>
                  <a:pt x="1760" y="975"/>
                </a:lnTo>
                <a:lnTo>
                  <a:pt x="1760" y="1104"/>
                </a:lnTo>
                <a:lnTo>
                  <a:pt x="523" y="1104"/>
                </a:lnTo>
                <a:lnTo>
                  <a:pt x="523" y="975"/>
                </a:lnTo>
                <a:close/>
                <a:moveTo>
                  <a:pt x="1244" y="1330"/>
                </a:moveTo>
                <a:cubicBezTo>
                  <a:pt x="1330" y="1377"/>
                  <a:pt x="1345" y="1410"/>
                  <a:pt x="1345" y="1410"/>
                </a:cubicBezTo>
                <a:lnTo>
                  <a:pt x="1760" y="1410"/>
                </a:lnTo>
                <a:lnTo>
                  <a:pt x="1760" y="1282"/>
                </a:lnTo>
                <a:lnTo>
                  <a:pt x="1108" y="1282"/>
                </a:lnTo>
                <a:cubicBezTo>
                  <a:pt x="1108" y="1282"/>
                  <a:pt x="1159" y="1282"/>
                  <a:pt x="1244" y="1330"/>
                </a:cubicBezTo>
                <a:close/>
                <a:moveTo>
                  <a:pt x="318" y="1917"/>
                </a:moveTo>
                <a:cubicBezTo>
                  <a:pt x="318" y="2233"/>
                  <a:pt x="574" y="2489"/>
                  <a:pt x="890" y="2489"/>
                </a:cubicBezTo>
                <a:cubicBezTo>
                  <a:pt x="1204" y="2489"/>
                  <a:pt x="1460" y="2233"/>
                  <a:pt x="1460" y="1917"/>
                </a:cubicBezTo>
                <a:cubicBezTo>
                  <a:pt x="1460" y="1601"/>
                  <a:pt x="1204" y="1346"/>
                  <a:pt x="890" y="1346"/>
                </a:cubicBezTo>
                <a:cubicBezTo>
                  <a:pt x="574" y="1346"/>
                  <a:pt x="318" y="1601"/>
                  <a:pt x="318" y="1917"/>
                </a:cubicBezTo>
                <a:close/>
                <a:moveTo>
                  <a:pt x="395" y="1917"/>
                </a:moveTo>
                <a:cubicBezTo>
                  <a:pt x="395" y="1644"/>
                  <a:pt x="617" y="1423"/>
                  <a:pt x="890" y="1423"/>
                </a:cubicBezTo>
                <a:cubicBezTo>
                  <a:pt x="1161" y="1423"/>
                  <a:pt x="1383" y="1644"/>
                  <a:pt x="1383" y="1917"/>
                </a:cubicBezTo>
                <a:cubicBezTo>
                  <a:pt x="1383" y="2190"/>
                  <a:pt x="1161" y="2411"/>
                  <a:pt x="890" y="2411"/>
                </a:cubicBezTo>
                <a:cubicBezTo>
                  <a:pt x="617" y="2411"/>
                  <a:pt x="395" y="2190"/>
                  <a:pt x="395" y="1917"/>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10" name="Freeform 9">
            <a:extLst>
              <a:ext uri="{FF2B5EF4-FFF2-40B4-BE49-F238E27FC236}">
                <a16:creationId xmlns:a16="http://schemas.microsoft.com/office/drawing/2014/main" id="{DB8F968C-1206-5349-8918-6A714FAD3DFD}"/>
              </a:ext>
            </a:extLst>
          </p:cNvPr>
          <p:cNvSpPr>
            <a:spLocks noChangeAspect="1" noChangeArrowheads="1"/>
          </p:cNvSpPr>
          <p:nvPr/>
        </p:nvSpPr>
        <p:spPr bwMode="auto">
          <a:xfrm>
            <a:off x="3304833" y="2418342"/>
            <a:ext cx="403187" cy="435825"/>
          </a:xfrm>
          <a:custGeom>
            <a:avLst/>
            <a:gdLst>
              <a:gd name="T0" fmla="*/ 173565 w 2524"/>
              <a:gd name="T1" fmla="*/ 149978 h 2734"/>
              <a:gd name="T2" fmla="*/ 321997 w 2524"/>
              <a:gd name="T3" fmla="*/ 73738 h 2734"/>
              <a:gd name="T4" fmla="*/ 285941 w 2524"/>
              <a:gd name="T5" fmla="*/ 37527 h 2734"/>
              <a:gd name="T6" fmla="*/ 168696 w 2524"/>
              <a:gd name="T7" fmla="*/ 197118 h 2734"/>
              <a:gd name="T8" fmla="*/ 169223 w 2524"/>
              <a:gd name="T9" fmla="*/ 154455 h 2734"/>
              <a:gd name="T10" fmla="*/ 288968 w 2524"/>
              <a:gd name="T11" fmla="*/ 329583 h 2734"/>
              <a:gd name="T12" fmla="*/ 30134 w 2524"/>
              <a:gd name="T13" fmla="*/ 341565 h 2734"/>
              <a:gd name="T14" fmla="*/ 18028 w 2524"/>
              <a:gd name="T15" fmla="*/ 30154 h 2734"/>
              <a:gd name="T16" fmla="*/ 276993 w 2524"/>
              <a:gd name="T17" fmla="*/ 18171 h 2734"/>
              <a:gd name="T18" fmla="*/ 299890 w 2524"/>
              <a:gd name="T19" fmla="*/ 10534 h 2734"/>
              <a:gd name="T20" fmla="*/ 30134 w 2524"/>
              <a:gd name="T21" fmla="*/ 0 h 2734"/>
              <a:gd name="T22" fmla="*/ 0 w 2524"/>
              <a:gd name="T23" fmla="*/ 329583 h 2734"/>
              <a:gd name="T24" fmla="*/ 276993 w 2524"/>
              <a:gd name="T25" fmla="*/ 359868 h 2734"/>
              <a:gd name="T26" fmla="*/ 307127 w 2524"/>
              <a:gd name="T27" fmla="*/ 102180 h 2734"/>
              <a:gd name="T28" fmla="*/ 288968 w 2524"/>
              <a:gd name="T29" fmla="*/ 329583 h 2734"/>
              <a:gd name="T30" fmla="*/ 58688 w 2524"/>
              <a:gd name="T31" fmla="*/ 242019 h 2734"/>
              <a:gd name="T32" fmla="*/ 51451 w 2524"/>
              <a:gd name="T33" fmla="*/ 253738 h 2734"/>
              <a:gd name="T34" fmla="*/ 248439 w 2524"/>
              <a:gd name="T35" fmla="*/ 260980 h 2734"/>
              <a:gd name="T36" fmla="*/ 255676 w 2524"/>
              <a:gd name="T37" fmla="*/ 249261 h 2734"/>
              <a:gd name="T38" fmla="*/ 58688 w 2524"/>
              <a:gd name="T39" fmla="*/ 98625 h 2734"/>
              <a:gd name="T40" fmla="*/ 51451 w 2524"/>
              <a:gd name="T41" fmla="*/ 110475 h 2734"/>
              <a:gd name="T42" fmla="*/ 193040 w 2524"/>
              <a:gd name="T43" fmla="*/ 117718 h 2734"/>
              <a:gd name="T44" fmla="*/ 58688 w 2524"/>
              <a:gd name="T45" fmla="*/ 98625 h 2734"/>
              <a:gd name="T46" fmla="*/ 162248 w 2524"/>
              <a:gd name="T47" fmla="*/ 205677 h 2734"/>
              <a:gd name="T48" fmla="*/ 154353 w 2524"/>
              <a:gd name="T49" fmla="*/ 194089 h 2734"/>
              <a:gd name="T50" fmla="*/ 51451 w 2524"/>
              <a:gd name="T51" fmla="*/ 201463 h 2734"/>
              <a:gd name="T52" fmla="*/ 58688 w 2524"/>
              <a:gd name="T53" fmla="*/ 213182 h 2734"/>
              <a:gd name="T54" fmla="*/ 255676 w 2524"/>
              <a:gd name="T55" fmla="*/ 205940 h 2734"/>
              <a:gd name="T56" fmla="*/ 248439 w 2524"/>
              <a:gd name="T57" fmla="*/ 194089 h 2734"/>
              <a:gd name="T58" fmla="*/ 211594 w 2524"/>
              <a:gd name="T59" fmla="*/ 196591 h 2734"/>
              <a:gd name="T60" fmla="*/ 146721 w 2524"/>
              <a:gd name="T61" fmla="*/ 165516 h 2734"/>
              <a:gd name="T62" fmla="*/ 58688 w 2524"/>
              <a:gd name="T63" fmla="*/ 146423 h 2734"/>
              <a:gd name="T64" fmla="*/ 51451 w 2524"/>
              <a:gd name="T65" fmla="*/ 158274 h 2734"/>
              <a:gd name="T66" fmla="*/ 255676 w 2524"/>
              <a:gd name="T67" fmla="*/ 154060 h 2734"/>
              <a:gd name="T68" fmla="*/ 248439 w 2524"/>
              <a:gd name="T69" fmla="*/ 165516 h 2734"/>
              <a:gd name="T70" fmla="*/ 255676 w 2524"/>
              <a:gd name="T71" fmla="*/ 154060 h 27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24" h="2734">
                <a:moveTo>
                  <a:pt x="2173" y="285"/>
                </a:moveTo>
                <a:lnTo>
                  <a:pt x="1319" y="1139"/>
                </a:lnTo>
                <a:lnTo>
                  <a:pt x="1593" y="1412"/>
                </a:lnTo>
                <a:lnTo>
                  <a:pt x="2447" y="560"/>
                </a:lnTo>
                <a:cubicBezTo>
                  <a:pt x="2523" y="484"/>
                  <a:pt x="2523" y="361"/>
                  <a:pt x="2447" y="285"/>
                </a:cubicBezTo>
                <a:cubicBezTo>
                  <a:pt x="2372" y="210"/>
                  <a:pt x="2248" y="210"/>
                  <a:pt x="2173" y="285"/>
                </a:cubicBezTo>
                <a:close/>
                <a:moveTo>
                  <a:pt x="1234" y="1450"/>
                </a:moveTo>
                <a:cubicBezTo>
                  <a:pt x="1230" y="1478"/>
                  <a:pt x="1254" y="1502"/>
                  <a:pt x="1282" y="1497"/>
                </a:cubicBezTo>
                <a:lnTo>
                  <a:pt x="1560" y="1446"/>
                </a:lnTo>
                <a:lnTo>
                  <a:pt x="1286" y="1173"/>
                </a:lnTo>
                <a:lnTo>
                  <a:pt x="1234" y="1450"/>
                </a:lnTo>
                <a:close/>
                <a:moveTo>
                  <a:pt x="2196" y="2503"/>
                </a:moveTo>
                <a:cubicBezTo>
                  <a:pt x="2196" y="2553"/>
                  <a:pt x="2155" y="2594"/>
                  <a:pt x="2105" y="2594"/>
                </a:cubicBezTo>
                <a:lnTo>
                  <a:pt x="229" y="2594"/>
                </a:lnTo>
                <a:cubicBezTo>
                  <a:pt x="178" y="2594"/>
                  <a:pt x="137" y="2553"/>
                  <a:pt x="137" y="2503"/>
                </a:cubicBezTo>
                <a:lnTo>
                  <a:pt x="137" y="229"/>
                </a:lnTo>
                <a:cubicBezTo>
                  <a:pt x="137" y="179"/>
                  <a:pt x="178" y="138"/>
                  <a:pt x="229" y="138"/>
                </a:cubicBezTo>
                <a:lnTo>
                  <a:pt x="2105" y="138"/>
                </a:lnTo>
                <a:cubicBezTo>
                  <a:pt x="2137" y="138"/>
                  <a:pt x="2164" y="154"/>
                  <a:pt x="2180" y="178"/>
                </a:cubicBezTo>
                <a:lnTo>
                  <a:pt x="2279" y="80"/>
                </a:lnTo>
                <a:cubicBezTo>
                  <a:pt x="2237" y="31"/>
                  <a:pt x="2175" y="0"/>
                  <a:pt x="2105" y="0"/>
                </a:cubicBezTo>
                <a:lnTo>
                  <a:pt x="229" y="0"/>
                </a:lnTo>
                <a:cubicBezTo>
                  <a:pt x="103" y="0"/>
                  <a:pt x="0" y="102"/>
                  <a:pt x="0" y="229"/>
                </a:cubicBezTo>
                <a:lnTo>
                  <a:pt x="0" y="2503"/>
                </a:lnTo>
                <a:cubicBezTo>
                  <a:pt x="0" y="2629"/>
                  <a:pt x="103" y="2733"/>
                  <a:pt x="229" y="2733"/>
                </a:cubicBezTo>
                <a:lnTo>
                  <a:pt x="2105" y="2733"/>
                </a:lnTo>
                <a:cubicBezTo>
                  <a:pt x="2231" y="2733"/>
                  <a:pt x="2334" y="2630"/>
                  <a:pt x="2334" y="2503"/>
                </a:cubicBezTo>
                <a:lnTo>
                  <a:pt x="2334" y="776"/>
                </a:lnTo>
                <a:lnTo>
                  <a:pt x="2196" y="914"/>
                </a:lnTo>
                <a:lnTo>
                  <a:pt x="2196" y="2503"/>
                </a:lnTo>
                <a:close/>
                <a:moveTo>
                  <a:pt x="1888" y="1838"/>
                </a:moveTo>
                <a:lnTo>
                  <a:pt x="446" y="1838"/>
                </a:lnTo>
                <a:cubicBezTo>
                  <a:pt x="416" y="1838"/>
                  <a:pt x="391" y="1862"/>
                  <a:pt x="391" y="1893"/>
                </a:cubicBezTo>
                <a:lnTo>
                  <a:pt x="391" y="1927"/>
                </a:lnTo>
                <a:cubicBezTo>
                  <a:pt x="391" y="1958"/>
                  <a:pt x="416" y="1982"/>
                  <a:pt x="446" y="1982"/>
                </a:cubicBezTo>
                <a:lnTo>
                  <a:pt x="1888" y="1982"/>
                </a:lnTo>
                <a:cubicBezTo>
                  <a:pt x="1918" y="1982"/>
                  <a:pt x="1943" y="1958"/>
                  <a:pt x="1943" y="1927"/>
                </a:cubicBezTo>
                <a:lnTo>
                  <a:pt x="1943" y="1893"/>
                </a:lnTo>
                <a:cubicBezTo>
                  <a:pt x="1943" y="1862"/>
                  <a:pt x="1918" y="1838"/>
                  <a:pt x="1888" y="1838"/>
                </a:cubicBezTo>
                <a:close/>
                <a:moveTo>
                  <a:pt x="446" y="749"/>
                </a:moveTo>
                <a:cubicBezTo>
                  <a:pt x="416" y="749"/>
                  <a:pt x="391" y="774"/>
                  <a:pt x="391" y="805"/>
                </a:cubicBezTo>
                <a:lnTo>
                  <a:pt x="391" y="839"/>
                </a:lnTo>
                <a:cubicBezTo>
                  <a:pt x="391" y="869"/>
                  <a:pt x="416" y="894"/>
                  <a:pt x="446" y="894"/>
                </a:cubicBezTo>
                <a:lnTo>
                  <a:pt x="1467" y="894"/>
                </a:lnTo>
                <a:lnTo>
                  <a:pt x="1612" y="749"/>
                </a:lnTo>
                <a:lnTo>
                  <a:pt x="446" y="749"/>
                </a:lnTo>
                <a:close/>
                <a:moveTo>
                  <a:pt x="1608" y="1493"/>
                </a:moveTo>
                <a:lnTo>
                  <a:pt x="1233" y="1562"/>
                </a:lnTo>
                <a:cubicBezTo>
                  <a:pt x="1195" y="1569"/>
                  <a:pt x="1162" y="1536"/>
                  <a:pt x="1169" y="1498"/>
                </a:cubicBezTo>
                <a:lnTo>
                  <a:pt x="1173" y="1474"/>
                </a:lnTo>
                <a:lnTo>
                  <a:pt x="446" y="1474"/>
                </a:lnTo>
                <a:cubicBezTo>
                  <a:pt x="416" y="1474"/>
                  <a:pt x="391" y="1499"/>
                  <a:pt x="391" y="1530"/>
                </a:cubicBezTo>
                <a:lnTo>
                  <a:pt x="391" y="1564"/>
                </a:lnTo>
                <a:cubicBezTo>
                  <a:pt x="391" y="1595"/>
                  <a:pt x="416" y="1619"/>
                  <a:pt x="446" y="1619"/>
                </a:cubicBezTo>
                <a:lnTo>
                  <a:pt x="1888" y="1619"/>
                </a:lnTo>
                <a:cubicBezTo>
                  <a:pt x="1918" y="1619"/>
                  <a:pt x="1943" y="1595"/>
                  <a:pt x="1943" y="1564"/>
                </a:cubicBezTo>
                <a:lnTo>
                  <a:pt x="1943" y="1530"/>
                </a:lnTo>
                <a:cubicBezTo>
                  <a:pt x="1943" y="1499"/>
                  <a:pt x="1918" y="1474"/>
                  <a:pt x="1888" y="1474"/>
                </a:cubicBezTo>
                <a:lnTo>
                  <a:pt x="1589" y="1474"/>
                </a:lnTo>
                <a:lnTo>
                  <a:pt x="1608" y="1493"/>
                </a:lnTo>
                <a:close/>
                <a:moveTo>
                  <a:pt x="446" y="1257"/>
                </a:moveTo>
                <a:lnTo>
                  <a:pt x="1115" y="1257"/>
                </a:lnTo>
                <a:lnTo>
                  <a:pt x="1259" y="1112"/>
                </a:lnTo>
                <a:lnTo>
                  <a:pt x="446" y="1112"/>
                </a:lnTo>
                <a:cubicBezTo>
                  <a:pt x="416" y="1112"/>
                  <a:pt x="391" y="1137"/>
                  <a:pt x="391" y="1168"/>
                </a:cubicBezTo>
                <a:lnTo>
                  <a:pt x="391" y="1202"/>
                </a:lnTo>
                <a:cubicBezTo>
                  <a:pt x="391" y="1233"/>
                  <a:pt x="416" y="1257"/>
                  <a:pt x="446" y="1257"/>
                </a:cubicBezTo>
                <a:close/>
                <a:moveTo>
                  <a:pt x="1943" y="1170"/>
                </a:moveTo>
                <a:lnTo>
                  <a:pt x="1855" y="1257"/>
                </a:lnTo>
                <a:lnTo>
                  <a:pt x="1888" y="1257"/>
                </a:lnTo>
                <a:cubicBezTo>
                  <a:pt x="1918" y="1257"/>
                  <a:pt x="1943" y="1233"/>
                  <a:pt x="1943" y="1202"/>
                </a:cubicBezTo>
                <a:lnTo>
                  <a:pt x="1943" y="1170"/>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11" name="Freeform 10">
            <a:extLst>
              <a:ext uri="{FF2B5EF4-FFF2-40B4-BE49-F238E27FC236}">
                <a16:creationId xmlns:a16="http://schemas.microsoft.com/office/drawing/2014/main" id="{D6DD83A7-2AAB-C54D-AAA1-B55C7A87D074}"/>
              </a:ext>
            </a:extLst>
          </p:cNvPr>
          <p:cNvSpPr>
            <a:spLocks noChangeAspect="1" noChangeArrowheads="1"/>
          </p:cNvSpPr>
          <p:nvPr/>
        </p:nvSpPr>
        <p:spPr bwMode="auto">
          <a:xfrm>
            <a:off x="4861900" y="2418342"/>
            <a:ext cx="451184" cy="435825"/>
          </a:xfrm>
          <a:custGeom>
            <a:avLst/>
            <a:gdLst>
              <a:gd name="T0" fmla="*/ 21745 w 2576"/>
              <a:gd name="T1" fmla="*/ 338243 h 2482"/>
              <a:gd name="T2" fmla="*/ 162795 w 2576"/>
              <a:gd name="T3" fmla="*/ 34230 h 2482"/>
              <a:gd name="T4" fmla="*/ 21745 w 2576"/>
              <a:gd name="T5" fmla="*/ 12474 h 2482"/>
              <a:gd name="T6" fmla="*/ 0 w 2576"/>
              <a:gd name="T7" fmla="*/ 338243 h 2482"/>
              <a:gd name="T8" fmla="*/ 325445 w 2576"/>
              <a:gd name="T9" fmla="*/ 359855 h 2482"/>
              <a:gd name="T10" fmla="*/ 347189 w 2576"/>
              <a:gd name="T11" fmla="*/ 196970 h 2482"/>
              <a:gd name="T12" fmla="*/ 325445 w 2576"/>
              <a:gd name="T13" fmla="*/ 338243 h 2482"/>
              <a:gd name="T14" fmla="*/ 54362 w 2576"/>
              <a:gd name="T15" fmla="*/ 135761 h 2482"/>
              <a:gd name="T16" fmla="*/ 211648 w 2576"/>
              <a:gd name="T17" fmla="*/ 107768 h 2482"/>
              <a:gd name="T18" fmla="*/ 275432 w 2576"/>
              <a:gd name="T19" fmla="*/ 214085 h 2482"/>
              <a:gd name="T20" fmla="*/ 53782 w 2576"/>
              <a:gd name="T21" fmla="*/ 186092 h 2482"/>
              <a:gd name="T22" fmla="*/ 275432 w 2576"/>
              <a:gd name="T23" fmla="*/ 214085 h 2482"/>
              <a:gd name="T24" fmla="*/ 54362 w 2576"/>
              <a:gd name="T25" fmla="*/ 294295 h 2482"/>
              <a:gd name="T26" fmla="*/ 288189 w 2576"/>
              <a:gd name="T27" fmla="*/ 266301 h 2482"/>
              <a:gd name="T28" fmla="*/ 367919 w 2576"/>
              <a:gd name="T29" fmla="*/ 68461 h 2482"/>
              <a:gd name="T30" fmla="*/ 351538 w 2576"/>
              <a:gd name="T31" fmla="*/ 62514 h 2482"/>
              <a:gd name="T32" fmla="*/ 348784 w 2576"/>
              <a:gd name="T33" fmla="*/ 42208 h 2482"/>
              <a:gd name="T34" fmla="*/ 356177 w 2576"/>
              <a:gd name="T35" fmla="*/ 32490 h 2482"/>
              <a:gd name="T36" fmla="*/ 344725 w 2576"/>
              <a:gd name="T37" fmla="*/ 18711 h 2482"/>
              <a:gd name="T38" fmla="*/ 337042 w 2576"/>
              <a:gd name="T39" fmla="*/ 18711 h 2482"/>
              <a:gd name="T40" fmla="*/ 321241 w 2576"/>
              <a:gd name="T41" fmla="*/ 26108 h 2482"/>
              <a:gd name="T42" fmla="*/ 305005 w 2576"/>
              <a:gd name="T43" fmla="*/ 13779 h 2482"/>
              <a:gd name="T44" fmla="*/ 303410 w 2576"/>
              <a:gd name="T45" fmla="*/ 1595 h 2482"/>
              <a:gd name="T46" fmla="*/ 285435 w 2576"/>
              <a:gd name="T47" fmla="*/ 0 h 2482"/>
              <a:gd name="T48" fmla="*/ 280071 w 2576"/>
              <a:gd name="T49" fmla="*/ 5512 h 2482"/>
              <a:gd name="T50" fmla="*/ 274127 w 2576"/>
              <a:gd name="T51" fmla="*/ 21757 h 2482"/>
              <a:gd name="T52" fmla="*/ 253832 w 2576"/>
              <a:gd name="T53" fmla="*/ 24658 h 2482"/>
              <a:gd name="T54" fmla="*/ 244120 w 2576"/>
              <a:gd name="T55" fmla="*/ 17115 h 2482"/>
              <a:gd name="T56" fmla="*/ 230348 w 2576"/>
              <a:gd name="T57" fmla="*/ 28719 h 2482"/>
              <a:gd name="T58" fmla="*/ 230348 w 2576"/>
              <a:gd name="T59" fmla="*/ 36406 h 2482"/>
              <a:gd name="T60" fmla="*/ 237741 w 2576"/>
              <a:gd name="T61" fmla="*/ 52071 h 2482"/>
              <a:gd name="T62" fmla="*/ 225275 w 2576"/>
              <a:gd name="T63" fmla="*/ 68461 h 2482"/>
              <a:gd name="T64" fmla="*/ 213242 w 2576"/>
              <a:gd name="T65" fmla="*/ 70056 h 2482"/>
              <a:gd name="T66" fmla="*/ 211648 w 2576"/>
              <a:gd name="T67" fmla="*/ 87897 h 2482"/>
              <a:gd name="T68" fmla="*/ 217012 w 2576"/>
              <a:gd name="T69" fmla="*/ 93409 h 2482"/>
              <a:gd name="T70" fmla="*/ 233393 w 2576"/>
              <a:gd name="T71" fmla="*/ 99355 h 2482"/>
              <a:gd name="T72" fmla="*/ 236147 w 2576"/>
              <a:gd name="T73" fmla="*/ 119662 h 2482"/>
              <a:gd name="T74" fmla="*/ 228754 w 2576"/>
              <a:gd name="T75" fmla="*/ 129380 h 2482"/>
              <a:gd name="T76" fmla="*/ 240351 w 2576"/>
              <a:gd name="T77" fmla="*/ 143159 h 2482"/>
              <a:gd name="T78" fmla="*/ 247889 w 2576"/>
              <a:gd name="T79" fmla="*/ 143159 h 2482"/>
              <a:gd name="T80" fmla="*/ 263690 w 2576"/>
              <a:gd name="T81" fmla="*/ 135761 h 2482"/>
              <a:gd name="T82" fmla="*/ 280071 w 2576"/>
              <a:gd name="T83" fmla="*/ 148090 h 2482"/>
              <a:gd name="T84" fmla="*/ 281666 w 2576"/>
              <a:gd name="T85" fmla="*/ 160274 h 2482"/>
              <a:gd name="T86" fmla="*/ 299496 w 2576"/>
              <a:gd name="T87" fmla="*/ 161869 h 2482"/>
              <a:gd name="T88" fmla="*/ 305005 w 2576"/>
              <a:gd name="T89" fmla="*/ 156358 h 2482"/>
              <a:gd name="T90" fmla="*/ 310803 w 2576"/>
              <a:gd name="T91" fmla="*/ 140113 h 2482"/>
              <a:gd name="T92" fmla="*/ 331243 w 2576"/>
              <a:gd name="T93" fmla="*/ 137212 h 2482"/>
              <a:gd name="T94" fmla="*/ 340811 w 2576"/>
              <a:gd name="T95" fmla="*/ 144754 h 2482"/>
              <a:gd name="T96" fmla="*/ 354583 w 2576"/>
              <a:gd name="T97" fmla="*/ 133151 h 2482"/>
              <a:gd name="T98" fmla="*/ 354583 w 2576"/>
              <a:gd name="T99" fmla="*/ 125463 h 2482"/>
              <a:gd name="T100" fmla="*/ 347334 w 2576"/>
              <a:gd name="T101" fmla="*/ 109799 h 2482"/>
              <a:gd name="T102" fmla="*/ 359656 w 2576"/>
              <a:gd name="T103" fmla="*/ 93409 h 2482"/>
              <a:gd name="T104" fmla="*/ 371688 w 2576"/>
              <a:gd name="T105" fmla="*/ 91813 h 2482"/>
              <a:gd name="T106" fmla="*/ 373283 w 2576"/>
              <a:gd name="T107" fmla="*/ 73828 h 2482"/>
              <a:gd name="T108" fmla="*/ 367919 w 2576"/>
              <a:gd name="T109" fmla="*/ 68461 h 2482"/>
              <a:gd name="T110" fmla="*/ 292538 w 2576"/>
              <a:gd name="T111" fmla="*/ 49750 h 2482"/>
              <a:gd name="T112" fmla="*/ 292538 w 2576"/>
              <a:gd name="T113" fmla="*/ 111974 h 24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576" h="2482">
                <a:moveTo>
                  <a:pt x="2245" y="2332"/>
                </a:moveTo>
                <a:lnTo>
                  <a:pt x="150" y="2332"/>
                </a:lnTo>
                <a:lnTo>
                  <a:pt x="150" y="236"/>
                </a:lnTo>
                <a:lnTo>
                  <a:pt x="1123" y="236"/>
                </a:lnTo>
                <a:lnTo>
                  <a:pt x="1123" y="86"/>
                </a:lnTo>
                <a:lnTo>
                  <a:pt x="150" y="86"/>
                </a:lnTo>
                <a:cubicBezTo>
                  <a:pt x="67" y="86"/>
                  <a:pt x="0" y="153"/>
                  <a:pt x="0" y="236"/>
                </a:cubicBezTo>
                <a:lnTo>
                  <a:pt x="0" y="2332"/>
                </a:lnTo>
                <a:cubicBezTo>
                  <a:pt x="0" y="2414"/>
                  <a:pt x="67" y="2481"/>
                  <a:pt x="150" y="2481"/>
                </a:cubicBezTo>
                <a:lnTo>
                  <a:pt x="2245" y="2481"/>
                </a:lnTo>
                <a:cubicBezTo>
                  <a:pt x="2328" y="2481"/>
                  <a:pt x="2395" y="2414"/>
                  <a:pt x="2395" y="2332"/>
                </a:cubicBezTo>
                <a:lnTo>
                  <a:pt x="2395" y="1358"/>
                </a:lnTo>
                <a:lnTo>
                  <a:pt x="2245" y="1358"/>
                </a:lnTo>
                <a:lnTo>
                  <a:pt x="2245" y="2332"/>
                </a:lnTo>
                <a:close/>
                <a:moveTo>
                  <a:pt x="1460" y="936"/>
                </a:moveTo>
                <a:lnTo>
                  <a:pt x="375" y="936"/>
                </a:lnTo>
                <a:lnTo>
                  <a:pt x="375" y="743"/>
                </a:lnTo>
                <a:lnTo>
                  <a:pt x="1460" y="743"/>
                </a:lnTo>
                <a:lnTo>
                  <a:pt x="1460" y="936"/>
                </a:lnTo>
                <a:close/>
                <a:moveTo>
                  <a:pt x="1900" y="1476"/>
                </a:moveTo>
                <a:lnTo>
                  <a:pt x="371" y="1476"/>
                </a:lnTo>
                <a:lnTo>
                  <a:pt x="371" y="1283"/>
                </a:lnTo>
                <a:lnTo>
                  <a:pt x="1900" y="1283"/>
                </a:lnTo>
                <a:lnTo>
                  <a:pt x="1900" y="1476"/>
                </a:lnTo>
                <a:close/>
                <a:moveTo>
                  <a:pt x="1988" y="2029"/>
                </a:moveTo>
                <a:lnTo>
                  <a:pt x="375" y="2029"/>
                </a:lnTo>
                <a:lnTo>
                  <a:pt x="375" y="1836"/>
                </a:lnTo>
                <a:lnTo>
                  <a:pt x="1988" y="1836"/>
                </a:lnTo>
                <a:lnTo>
                  <a:pt x="1988" y="2029"/>
                </a:lnTo>
                <a:close/>
                <a:moveTo>
                  <a:pt x="2538" y="472"/>
                </a:moveTo>
                <a:lnTo>
                  <a:pt x="2481" y="472"/>
                </a:lnTo>
                <a:cubicBezTo>
                  <a:pt x="2457" y="472"/>
                  <a:pt x="2432" y="454"/>
                  <a:pt x="2425" y="431"/>
                </a:cubicBezTo>
                <a:lnTo>
                  <a:pt x="2396" y="359"/>
                </a:lnTo>
                <a:cubicBezTo>
                  <a:pt x="2385" y="339"/>
                  <a:pt x="2389" y="308"/>
                  <a:pt x="2406" y="291"/>
                </a:cubicBezTo>
                <a:lnTo>
                  <a:pt x="2446" y="251"/>
                </a:lnTo>
                <a:cubicBezTo>
                  <a:pt x="2453" y="244"/>
                  <a:pt x="2457" y="235"/>
                  <a:pt x="2457" y="224"/>
                </a:cubicBezTo>
                <a:cubicBezTo>
                  <a:pt x="2457" y="214"/>
                  <a:pt x="2453" y="205"/>
                  <a:pt x="2446" y="198"/>
                </a:cubicBezTo>
                <a:lnTo>
                  <a:pt x="2378" y="129"/>
                </a:lnTo>
                <a:cubicBezTo>
                  <a:pt x="2371" y="123"/>
                  <a:pt x="2362" y="118"/>
                  <a:pt x="2351" y="118"/>
                </a:cubicBezTo>
                <a:cubicBezTo>
                  <a:pt x="2341" y="118"/>
                  <a:pt x="2332" y="123"/>
                  <a:pt x="2325" y="129"/>
                </a:cubicBezTo>
                <a:lnTo>
                  <a:pt x="2284" y="170"/>
                </a:lnTo>
                <a:cubicBezTo>
                  <a:pt x="2268" y="186"/>
                  <a:pt x="2237" y="191"/>
                  <a:pt x="2216" y="180"/>
                </a:cubicBezTo>
                <a:lnTo>
                  <a:pt x="2144" y="150"/>
                </a:lnTo>
                <a:cubicBezTo>
                  <a:pt x="2122" y="143"/>
                  <a:pt x="2104" y="118"/>
                  <a:pt x="2104" y="95"/>
                </a:cubicBezTo>
                <a:lnTo>
                  <a:pt x="2104" y="38"/>
                </a:lnTo>
                <a:cubicBezTo>
                  <a:pt x="2104" y="28"/>
                  <a:pt x="2100" y="18"/>
                  <a:pt x="2093" y="11"/>
                </a:cubicBezTo>
                <a:cubicBezTo>
                  <a:pt x="2085" y="4"/>
                  <a:pt x="2076" y="0"/>
                  <a:pt x="2066" y="0"/>
                </a:cubicBezTo>
                <a:lnTo>
                  <a:pt x="1969" y="0"/>
                </a:lnTo>
                <a:cubicBezTo>
                  <a:pt x="1960" y="0"/>
                  <a:pt x="1950" y="4"/>
                  <a:pt x="1943" y="11"/>
                </a:cubicBezTo>
                <a:cubicBezTo>
                  <a:pt x="1935" y="18"/>
                  <a:pt x="1932" y="28"/>
                  <a:pt x="1932" y="38"/>
                </a:cubicBezTo>
                <a:lnTo>
                  <a:pt x="1932" y="95"/>
                </a:lnTo>
                <a:cubicBezTo>
                  <a:pt x="1932" y="118"/>
                  <a:pt x="1913" y="143"/>
                  <a:pt x="1891" y="150"/>
                </a:cubicBezTo>
                <a:lnTo>
                  <a:pt x="1819" y="180"/>
                </a:lnTo>
                <a:cubicBezTo>
                  <a:pt x="1798" y="191"/>
                  <a:pt x="1768" y="186"/>
                  <a:pt x="1751" y="170"/>
                </a:cubicBezTo>
                <a:lnTo>
                  <a:pt x="1710" y="129"/>
                </a:lnTo>
                <a:cubicBezTo>
                  <a:pt x="1704" y="123"/>
                  <a:pt x="1694" y="118"/>
                  <a:pt x="1684" y="118"/>
                </a:cubicBezTo>
                <a:cubicBezTo>
                  <a:pt x="1674" y="118"/>
                  <a:pt x="1664" y="123"/>
                  <a:pt x="1658" y="129"/>
                </a:cubicBezTo>
                <a:lnTo>
                  <a:pt x="1589" y="198"/>
                </a:lnTo>
                <a:cubicBezTo>
                  <a:pt x="1582" y="205"/>
                  <a:pt x="1578" y="214"/>
                  <a:pt x="1578" y="224"/>
                </a:cubicBezTo>
                <a:cubicBezTo>
                  <a:pt x="1578" y="235"/>
                  <a:pt x="1582" y="244"/>
                  <a:pt x="1589" y="251"/>
                </a:cubicBezTo>
                <a:lnTo>
                  <a:pt x="1629" y="291"/>
                </a:lnTo>
                <a:cubicBezTo>
                  <a:pt x="1646" y="308"/>
                  <a:pt x="1651" y="339"/>
                  <a:pt x="1640" y="359"/>
                </a:cubicBezTo>
                <a:lnTo>
                  <a:pt x="1610" y="431"/>
                </a:lnTo>
                <a:cubicBezTo>
                  <a:pt x="1603" y="454"/>
                  <a:pt x="1578" y="472"/>
                  <a:pt x="1554" y="472"/>
                </a:cubicBezTo>
                <a:lnTo>
                  <a:pt x="1497" y="472"/>
                </a:lnTo>
                <a:cubicBezTo>
                  <a:pt x="1488" y="472"/>
                  <a:pt x="1478" y="476"/>
                  <a:pt x="1471" y="483"/>
                </a:cubicBezTo>
                <a:cubicBezTo>
                  <a:pt x="1464" y="490"/>
                  <a:pt x="1460" y="500"/>
                  <a:pt x="1460" y="509"/>
                </a:cubicBezTo>
                <a:lnTo>
                  <a:pt x="1460" y="606"/>
                </a:lnTo>
                <a:cubicBezTo>
                  <a:pt x="1460" y="616"/>
                  <a:pt x="1464" y="626"/>
                  <a:pt x="1471" y="633"/>
                </a:cubicBezTo>
                <a:cubicBezTo>
                  <a:pt x="1478" y="640"/>
                  <a:pt x="1488" y="644"/>
                  <a:pt x="1497" y="644"/>
                </a:cubicBezTo>
                <a:lnTo>
                  <a:pt x="1554" y="644"/>
                </a:lnTo>
                <a:cubicBezTo>
                  <a:pt x="1578" y="644"/>
                  <a:pt x="1603" y="662"/>
                  <a:pt x="1610" y="685"/>
                </a:cubicBezTo>
                <a:lnTo>
                  <a:pt x="1640" y="757"/>
                </a:lnTo>
                <a:cubicBezTo>
                  <a:pt x="1651" y="777"/>
                  <a:pt x="1646" y="808"/>
                  <a:pt x="1629" y="825"/>
                </a:cubicBezTo>
                <a:lnTo>
                  <a:pt x="1589" y="865"/>
                </a:lnTo>
                <a:cubicBezTo>
                  <a:pt x="1582" y="872"/>
                  <a:pt x="1578" y="881"/>
                  <a:pt x="1578" y="892"/>
                </a:cubicBezTo>
                <a:cubicBezTo>
                  <a:pt x="1578" y="902"/>
                  <a:pt x="1582" y="911"/>
                  <a:pt x="1589" y="918"/>
                </a:cubicBezTo>
                <a:lnTo>
                  <a:pt x="1658" y="987"/>
                </a:lnTo>
                <a:cubicBezTo>
                  <a:pt x="1664" y="993"/>
                  <a:pt x="1674" y="998"/>
                  <a:pt x="1684" y="998"/>
                </a:cubicBezTo>
                <a:cubicBezTo>
                  <a:pt x="1694" y="998"/>
                  <a:pt x="1704" y="993"/>
                  <a:pt x="1710" y="987"/>
                </a:cubicBezTo>
                <a:lnTo>
                  <a:pt x="1751" y="946"/>
                </a:lnTo>
                <a:cubicBezTo>
                  <a:pt x="1768" y="930"/>
                  <a:pt x="1798" y="925"/>
                  <a:pt x="1819" y="936"/>
                </a:cubicBezTo>
                <a:lnTo>
                  <a:pt x="1891" y="966"/>
                </a:lnTo>
                <a:cubicBezTo>
                  <a:pt x="1913" y="973"/>
                  <a:pt x="1932" y="998"/>
                  <a:pt x="1932" y="1021"/>
                </a:cubicBezTo>
                <a:lnTo>
                  <a:pt x="1932" y="1078"/>
                </a:lnTo>
                <a:cubicBezTo>
                  <a:pt x="1932" y="1088"/>
                  <a:pt x="1935" y="1098"/>
                  <a:pt x="1943" y="1105"/>
                </a:cubicBezTo>
                <a:cubicBezTo>
                  <a:pt x="1950" y="1112"/>
                  <a:pt x="1960" y="1116"/>
                  <a:pt x="1969" y="1116"/>
                </a:cubicBezTo>
                <a:lnTo>
                  <a:pt x="2066" y="1116"/>
                </a:lnTo>
                <a:cubicBezTo>
                  <a:pt x="2076" y="1116"/>
                  <a:pt x="2085" y="1112"/>
                  <a:pt x="2093" y="1105"/>
                </a:cubicBezTo>
                <a:cubicBezTo>
                  <a:pt x="2100" y="1098"/>
                  <a:pt x="2104" y="1088"/>
                  <a:pt x="2104" y="1078"/>
                </a:cubicBezTo>
                <a:lnTo>
                  <a:pt x="2104" y="1021"/>
                </a:lnTo>
                <a:cubicBezTo>
                  <a:pt x="2104" y="998"/>
                  <a:pt x="2122" y="973"/>
                  <a:pt x="2144" y="966"/>
                </a:cubicBezTo>
                <a:lnTo>
                  <a:pt x="2216" y="936"/>
                </a:lnTo>
                <a:cubicBezTo>
                  <a:pt x="2237" y="925"/>
                  <a:pt x="2268" y="930"/>
                  <a:pt x="2285" y="946"/>
                </a:cubicBezTo>
                <a:lnTo>
                  <a:pt x="2325" y="987"/>
                </a:lnTo>
                <a:cubicBezTo>
                  <a:pt x="2332" y="993"/>
                  <a:pt x="2341" y="998"/>
                  <a:pt x="2351" y="998"/>
                </a:cubicBezTo>
                <a:cubicBezTo>
                  <a:pt x="2362" y="998"/>
                  <a:pt x="2371" y="994"/>
                  <a:pt x="2378" y="987"/>
                </a:cubicBezTo>
                <a:lnTo>
                  <a:pt x="2446" y="918"/>
                </a:lnTo>
                <a:cubicBezTo>
                  <a:pt x="2453" y="911"/>
                  <a:pt x="2457" y="902"/>
                  <a:pt x="2457" y="892"/>
                </a:cubicBezTo>
                <a:cubicBezTo>
                  <a:pt x="2457" y="881"/>
                  <a:pt x="2453" y="872"/>
                  <a:pt x="2446" y="865"/>
                </a:cubicBezTo>
                <a:lnTo>
                  <a:pt x="2406" y="825"/>
                </a:lnTo>
                <a:cubicBezTo>
                  <a:pt x="2389" y="808"/>
                  <a:pt x="2385" y="777"/>
                  <a:pt x="2396" y="757"/>
                </a:cubicBezTo>
                <a:lnTo>
                  <a:pt x="2425" y="685"/>
                </a:lnTo>
                <a:cubicBezTo>
                  <a:pt x="2432" y="662"/>
                  <a:pt x="2458" y="644"/>
                  <a:pt x="2481" y="644"/>
                </a:cubicBezTo>
                <a:lnTo>
                  <a:pt x="2538" y="644"/>
                </a:lnTo>
                <a:cubicBezTo>
                  <a:pt x="2548" y="644"/>
                  <a:pt x="2557" y="640"/>
                  <a:pt x="2564" y="633"/>
                </a:cubicBezTo>
                <a:cubicBezTo>
                  <a:pt x="2572" y="626"/>
                  <a:pt x="2575" y="616"/>
                  <a:pt x="2575" y="606"/>
                </a:cubicBezTo>
                <a:lnTo>
                  <a:pt x="2575" y="509"/>
                </a:lnTo>
                <a:cubicBezTo>
                  <a:pt x="2575" y="500"/>
                  <a:pt x="2572" y="490"/>
                  <a:pt x="2564" y="483"/>
                </a:cubicBezTo>
                <a:cubicBezTo>
                  <a:pt x="2557" y="476"/>
                  <a:pt x="2548" y="472"/>
                  <a:pt x="2538" y="472"/>
                </a:cubicBezTo>
                <a:close/>
                <a:moveTo>
                  <a:pt x="1803" y="558"/>
                </a:moveTo>
                <a:cubicBezTo>
                  <a:pt x="1803" y="439"/>
                  <a:pt x="1899" y="343"/>
                  <a:pt x="2018" y="343"/>
                </a:cubicBezTo>
                <a:cubicBezTo>
                  <a:pt x="2136" y="343"/>
                  <a:pt x="2232" y="439"/>
                  <a:pt x="2232" y="558"/>
                </a:cubicBezTo>
                <a:cubicBezTo>
                  <a:pt x="2232" y="676"/>
                  <a:pt x="2136" y="772"/>
                  <a:pt x="2018" y="772"/>
                </a:cubicBezTo>
                <a:cubicBezTo>
                  <a:pt x="1899" y="772"/>
                  <a:pt x="1803" y="676"/>
                  <a:pt x="1803" y="55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12" name="Freeform 11">
            <a:extLst>
              <a:ext uri="{FF2B5EF4-FFF2-40B4-BE49-F238E27FC236}">
                <a16:creationId xmlns:a16="http://schemas.microsoft.com/office/drawing/2014/main" id="{DAB8149E-0C00-AF4C-9B7E-7BBE4F056374}"/>
              </a:ext>
            </a:extLst>
          </p:cNvPr>
          <p:cNvSpPr>
            <a:spLocks noChangeAspect="1" noChangeArrowheads="1"/>
          </p:cNvSpPr>
          <p:nvPr/>
        </p:nvSpPr>
        <p:spPr bwMode="auto">
          <a:xfrm>
            <a:off x="7997153" y="1515974"/>
            <a:ext cx="435825" cy="433905"/>
          </a:xfrm>
          <a:custGeom>
            <a:avLst/>
            <a:gdLst>
              <a:gd name="T0" fmla="*/ 19281 w 2759"/>
              <a:gd name="T1" fmla="*/ 339682 h 2764"/>
              <a:gd name="T2" fmla="*/ 260157 w 2759"/>
              <a:gd name="T3" fmla="*/ 19276 h 2764"/>
              <a:gd name="T4" fmla="*/ 269797 w 2759"/>
              <a:gd name="T5" fmla="*/ 81404 h 2764"/>
              <a:gd name="T6" fmla="*/ 279568 w 2759"/>
              <a:gd name="T7" fmla="*/ 19146 h 2764"/>
              <a:gd name="T8" fmla="*/ 19281 w 2759"/>
              <a:gd name="T9" fmla="*/ 0 h 2764"/>
              <a:gd name="T10" fmla="*/ 0 w 2759"/>
              <a:gd name="T11" fmla="*/ 339682 h 2764"/>
              <a:gd name="T12" fmla="*/ 126626 w 2759"/>
              <a:gd name="T13" fmla="*/ 358958 h 2764"/>
              <a:gd name="T14" fmla="*/ 126626 w 2759"/>
              <a:gd name="T15" fmla="*/ 339682 h 2764"/>
              <a:gd name="T16" fmla="*/ 59796 w 2759"/>
              <a:gd name="T17" fmla="*/ 70203 h 2764"/>
              <a:gd name="T18" fmla="*/ 59796 w 2759"/>
              <a:gd name="T19" fmla="*/ 89609 h 2764"/>
              <a:gd name="T20" fmla="*/ 231367 w 2759"/>
              <a:gd name="T21" fmla="*/ 79971 h 2764"/>
              <a:gd name="T22" fmla="*/ 139654 w 2759"/>
              <a:gd name="T23" fmla="*/ 149653 h 2764"/>
              <a:gd name="T24" fmla="*/ 59796 w 2759"/>
              <a:gd name="T25" fmla="*/ 140014 h 2764"/>
              <a:gd name="T26" fmla="*/ 59796 w 2759"/>
              <a:gd name="T27" fmla="*/ 159291 h 2764"/>
              <a:gd name="T28" fmla="*/ 139654 w 2759"/>
              <a:gd name="T29" fmla="*/ 149653 h 2764"/>
              <a:gd name="T30" fmla="*/ 59796 w 2759"/>
              <a:gd name="T31" fmla="*/ 209566 h 2764"/>
              <a:gd name="T32" fmla="*/ 59796 w 2759"/>
              <a:gd name="T33" fmla="*/ 228842 h 2764"/>
              <a:gd name="T34" fmla="*/ 113208 w 2759"/>
              <a:gd name="T35" fmla="*/ 219204 h 2764"/>
              <a:gd name="T36" fmla="*/ 103568 w 2759"/>
              <a:gd name="T37" fmla="*/ 279247 h 2764"/>
              <a:gd name="T38" fmla="*/ 50155 w 2759"/>
              <a:gd name="T39" fmla="*/ 288886 h 2764"/>
              <a:gd name="T40" fmla="*/ 103568 w 2759"/>
              <a:gd name="T41" fmla="*/ 298654 h 2764"/>
              <a:gd name="T42" fmla="*/ 103568 w 2759"/>
              <a:gd name="T43" fmla="*/ 279247 h 2764"/>
              <a:gd name="T44" fmla="*/ 201794 w 2759"/>
              <a:gd name="T45" fmla="*/ 302041 h 2764"/>
              <a:gd name="T46" fmla="*/ 295201 w 2759"/>
              <a:gd name="T47" fmla="*/ 311679 h 2764"/>
              <a:gd name="T48" fmla="*/ 265368 w 2759"/>
              <a:gd name="T49" fmla="*/ 249421 h 2764"/>
              <a:gd name="T50" fmla="*/ 295201 w 2759"/>
              <a:gd name="T51" fmla="*/ 187294 h 2764"/>
              <a:gd name="T52" fmla="*/ 201794 w 2759"/>
              <a:gd name="T53" fmla="*/ 196932 h 2764"/>
              <a:gd name="T54" fmla="*/ 222638 w 2759"/>
              <a:gd name="T55" fmla="*/ 292402 h 2764"/>
              <a:gd name="T56" fmla="*/ 260157 w 2759"/>
              <a:gd name="T57" fmla="*/ 270651 h 2764"/>
              <a:gd name="T58" fmla="*/ 222638 w 2759"/>
              <a:gd name="T59" fmla="*/ 292402 h 2764"/>
              <a:gd name="T60" fmla="*/ 248563 w 2759"/>
              <a:gd name="T61" fmla="*/ 237959 h 2764"/>
              <a:gd name="T62" fmla="*/ 274357 w 2759"/>
              <a:gd name="T63" fmla="*/ 206570 h 2764"/>
              <a:gd name="T64" fmla="*/ 168835 w 2759"/>
              <a:gd name="T65" fmla="*/ 169450 h 2764"/>
              <a:gd name="T66" fmla="*/ 168835 w 2759"/>
              <a:gd name="T67" fmla="*/ 327178 h 2764"/>
              <a:gd name="T68" fmla="*/ 326597 w 2759"/>
              <a:gd name="T69" fmla="*/ 327178 h 2764"/>
              <a:gd name="T70" fmla="*/ 326597 w 2759"/>
              <a:gd name="T71" fmla="*/ 169450 h 2764"/>
              <a:gd name="T72" fmla="*/ 155417 w 2759"/>
              <a:gd name="T73" fmla="*/ 248249 h 2764"/>
              <a:gd name="T74" fmla="*/ 340015 w 2759"/>
              <a:gd name="T75" fmla="*/ 248249 h 2764"/>
              <a:gd name="T76" fmla="*/ 155417 w 2759"/>
              <a:gd name="T77" fmla="*/ 248249 h 276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759" h="2764">
                <a:moveTo>
                  <a:pt x="972" y="2608"/>
                </a:moveTo>
                <a:lnTo>
                  <a:pt x="148" y="2608"/>
                </a:lnTo>
                <a:lnTo>
                  <a:pt x="148" y="148"/>
                </a:lnTo>
                <a:lnTo>
                  <a:pt x="1997" y="148"/>
                </a:lnTo>
                <a:lnTo>
                  <a:pt x="1997" y="551"/>
                </a:lnTo>
                <a:cubicBezTo>
                  <a:pt x="1997" y="592"/>
                  <a:pt x="2031" y="625"/>
                  <a:pt x="2071" y="625"/>
                </a:cubicBezTo>
                <a:cubicBezTo>
                  <a:pt x="2112" y="625"/>
                  <a:pt x="2146" y="592"/>
                  <a:pt x="2146" y="551"/>
                </a:cubicBezTo>
                <a:lnTo>
                  <a:pt x="2146" y="147"/>
                </a:lnTo>
                <a:cubicBezTo>
                  <a:pt x="2146" y="66"/>
                  <a:pt x="2079" y="0"/>
                  <a:pt x="1998" y="0"/>
                </a:cubicBezTo>
                <a:lnTo>
                  <a:pt x="148" y="0"/>
                </a:lnTo>
                <a:cubicBezTo>
                  <a:pt x="66" y="0"/>
                  <a:pt x="0" y="66"/>
                  <a:pt x="0" y="147"/>
                </a:cubicBezTo>
                <a:lnTo>
                  <a:pt x="0" y="2608"/>
                </a:lnTo>
                <a:cubicBezTo>
                  <a:pt x="0" y="2690"/>
                  <a:pt x="66" y="2756"/>
                  <a:pt x="148" y="2756"/>
                </a:cubicBezTo>
                <a:lnTo>
                  <a:pt x="972" y="2756"/>
                </a:lnTo>
                <a:cubicBezTo>
                  <a:pt x="1013" y="2756"/>
                  <a:pt x="1046" y="2723"/>
                  <a:pt x="1046" y="2682"/>
                </a:cubicBezTo>
                <a:cubicBezTo>
                  <a:pt x="1046" y="2641"/>
                  <a:pt x="1013" y="2608"/>
                  <a:pt x="972" y="2608"/>
                </a:cubicBezTo>
                <a:close/>
                <a:moveTo>
                  <a:pt x="1702" y="539"/>
                </a:moveTo>
                <a:lnTo>
                  <a:pt x="459" y="539"/>
                </a:lnTo>
                <a:cubicBezTo>
                  <a:pt x="418" y="539"/>
                  <a:pt x="385" y="573"/>
                  <a:pt x="385" y="614"/>
                </a:cubicBezTo>
                <a:cubicBezTo>
                  <a:pt x="385" y="655"/>
                  <a:pt x="418" y="688"/>
                  <a:pt x="459" y="688"/>
                </a:cubicBezTo>
                <a:lnTo>
                  <a:pt x="1702" y="688"/>
                </a:lnTo>
                <a:cubicBezTo>
                  <a:pt x="1743" y="688"/>
                  <a:pt x="1776" y="655"/>
                  <a:pt x="1776" y="614"/>
                </a:cubicBezTo>
                <a:cubicBezTo>
                  <a:pt x="1776" y="573"/>
                  <a:pt x="1743" y="539"/>
                  <a:pt x="1702" y="539"/>
                </a:cubicBezTo>
                <a:close/>
                <a:moveTo>
                  <a:pt x="1072" y="1149"/>
                </a:moveTo>
                <a:cubicBezTo>
                  <a:pt x="1072" y="1108"/>
                  <a:pt x="1039" y="1075"/>
                  <a:pt x="998" y="1075"/>
                </a:cubicBezTo>
                <a:lnTo>
                  <a:pt x="459" y="1075"/>
                </a:lnTo>
                <a:cubicBezTo>
                  <a:pt x="418" y="1075"/>
                  <a:pt x="385" y="1108"/>
                  <a:pt x="385" y="1149"/>
                </a:cubicBezTo>
                <a:cubicBezTo>
                  <a:pt x="385" y="1190"/>
                  <a:pt x="418" y="1223"/>
                  <a:pt x="459" y="1223"/>
                </a:cubicBezTo>
                <a:lnTo>
                  <a:pt x="998" y="1223"/>
                </a:lnTo>
                <a:cubicBezTo>
                  <a:pt x="1039" y="1223"/>
                  <a:pt x="1072" y="1190"/>
                  <a:pt x="1072" y="1149"/>
                </a:cubicBezTo>
                <a:close/>
                <a:moveTo>
                  <a:pt x="795" y="1609"/>
                </a:moveTo>
                <a:lnTo>
                  <a:pt x="459" y="1609"/>
                </a:lnTo>
                <a:cubicBezTo>
                  <a:pt x="418" y="1609"/>
                  <a:pt x="385" y="1642"/>
                  <a:pt x="385" y="1683"/>
                </a:cubicBezTo>
                <a:cubicBezTo>
                  <a:pt x="385" y="1724"/>
                  <a:pt x="418" y="1757"/>
                  <a:pt x="459" y="1757"/>
                </a:cubicBezTo>
                <a:lnTo>
                  <a:pt x="795" y="1757"/>
                </a:lnTo>
                <a:cubicBezTo>
                  <a:pt x="836" y="1757"/>
                  <a:pt x="869" y="1724"/>
                  <a:pt x="869" y="1683"/>
                </a:cubicBezTo>
                <a:cubicBezTo>
                  <a:pt x="869" y="1642"/>
                  <a:pt x="836" y="1609"/>
                  <a:pt x="795" y="1609"/>
                </a:cubicBezTo>
                <a:close/>
                <a:moveTo>
                  <a:pt x="795" y="2144"/>
                </a:moveTo>
                <a:lnTo>
                  <a:pt x="459" y="2144"/>
                </a:lnTo>
                <a:cubicBezTo>
                  <a:pt x="418" y="2144"/>
                  <a:pt x="385" y="2177"/>
                  <a:pt x="385" y="2218"/>
                </a:cubicBezTo>
                <a:cubicBezTo>
                  <a:pt x="385" y="2259"/>
                  <a:pt x="418" y="2293"/>
                  <a:pt x="459" y="2293"/>
                </a:cubicBezTo>
                <a:lnTo>
                  <a:pt x="795" y="2293"/>
                </a:lnTo>
                <a:cubicBezTo>
                  <a:pt x="836" y="2293"/>
                  <a:pt x="869" y="2259"/>
                  <a:pt x="869" y="2218"/>
                </a:cubicBezTo>
                <a:cubicBezTo>
                  <a:pt x="869" y="2177"/>
                  <a:pt x="836" y="2144"/>
                  <a:pt x="795" y="2144"/>
                </a:cubicBezTo>
                <a:close/>
                <a:moveTo>
                  <a:pt x="1778" y="1915"/>
                </a:moveTo>
                <a:cubicBezTo>
                  <a:pt x="1683" y="1992"/>
                  <a:pt x="1549" y="2132"/>
                  <a:pt x="1549" y="2319"/>
                </a:cubicBezTo>
                <a:lnTo>
                  <a:pt x="1549" y="2393"/>
                </a:lnTo>
                <a:lnTo>
                  <a:pt x="2266" y="2393"/>
                </a:lnTo>
                <a:lnTo>
                  <a:pt x="2266" y="2319"/>
                </a:lnTo>
                <a:cubicBezTo>
                  <a:pt x="2266" y="2132"/>
                  <a:pt x="2132" y="1992"/>
                  <a:pt x="2037" y="1915"/>
                </a:cubicBezTo>
                <a:cubicBezTo>
                  <a:pt x="2132" y="1839"/>
                  <a:pt x="2266" y="1699"/>
                  <a:pt x="2266" y="1512"/>
                </a:cubicBezTo>
                <a:lnTo>
                  <a:pt x="2266" y="1438"/>
                </a:lnTo>
                <a:lnTo>
                  <a:pt x="1549" y="1438"/>
                </a:lnTo>
                <a:lnTo>
                  <a:pt x="1549" y="1512"/>
                </a:lnTo>
                <a:cubicBezTo>
                  <a:pt x="1549" y="1699"/>
                  <a:pt x="1683" y="1839"/>
                  <a:pt x="1778" y="1915"/>
                </a:cubicBezTo>
                <a:close/>
                <a:moveTo>
                  <a:pt x="1709" y="2245"/>
                </a:moveTo>
                <a:cubicBezTo>
                  <a:pt x="1744" y="2131"/>
                  <a:pt x="1851" y="2043"/>
                  <a:pt x="1908" y="2004"/>
                </a:cubicBezTo>
                <a:cubicBezTo>
                  <a:pt x="1932" y="2021"/>
                  <a:pt x="1965" y="2046"/>
                  <a:pt x="1997" y="2078"/>
                </a:cubicBezTo>
                <a:cubicBezTo>
                  <a:pt x="2053" y="2133"/>
                  <a:pt x="2089" y="2189"/>
                  <a:pt x="2106" y="2245"/>
                </a:cubicBezTo>
                <a:lnTo>
                  <a:pt x="1709" y="2245"/>
                </a:lnTo>
                <a:close/>
                <a:moveTo>
                  <a:pt x="2106" y="1586"/>
                </a:moveTo>
                <a:cubicBezTo>
                  <a:pt x="2071" y="1700"/>
                  <a:pt x="1964" y="1787"/>
                  <a:pt x="1908" y="1827"/>
                </a:cubicBezTo>
                <a:cubicBezTo>
                  <a:pt x="1851" y="1787"/>
                  <a:pt x="1744" y="1700"/>
                  <a:pt x="1709" y="1586"/>
                </a:cubicBezTo>
                <a:lnTo>
                  <a:pt x="2106" y="1586"/>
                </a:lnTo>
                <a:close/>
                <a:moveTo>
                  <a:pt x="1901" y="1050"/>
                </a:moveTo>
                <a:cubicBezTo>
                  <a:pt x="1672" y="1050"/>
                  <a:pt x="1457" y="1139"/>
                  <a:pt x="1296" y="1301"/>
                </a:cubicBezTo>
                <a:cubicBezTo>
                  <a:pt x="1134" y="1462"/>
                  <a:pt x="1045" y="1678"/>
                  <a:pt x="1045" y="1906"/>
                </a:cubicBezTo>
                <a:cubicBezTo>
                  <a:pt x="1045" y="2135"/>
                  <a:pt x="1134" y="2350"/>
                  <a:pt x="1296" y="2512"/>
                </a:cubicBezTo>
                <a:cubicBezTo>
                  <a:pt x="1457" y="2673"/>
                  <a:pt x="1672" y="2763"/>
                  <a:pt x="1901" y="2763"/>
                </a:cubicBezTo>
                <a:cubicBezTo>
                  <a:pt x="2130" y="2763"/>
                  <a:pt x="2345" y="2673"/>
                  <a:pt x="2507" y="2512"/>
                </a:cubicBezTo>
                <a:cubicBezTo>
                  <a:pt x="2669" y="2350"/>
                  <a:pt x="2758" y="2134"/>
                  <a:pt x="2758" y="1906"/>
                </a:cubicBezTo>
                <a:cubicBezTo>
                  <a:pt x="2758" y="1677"/>
                  <a:pt x="2669" y="1462"/>
                  <a:pt x="2507" y="1301"/>
                </a:cubicBezTo>
                <a:cubicBezTo>
                  <a:pt x="2345" y="1139"/>
                  <a:pt x="2130" y="1050"/>
                  <a:pt x="1901" y="1050"/>
                </a:cubicBezTo>
                <a:close/>
                <a:moveTo>
                  <a:pt x="1193" y="1906"/>
                </a:moveTo>
                <a:cubicBezTo>
                  <a:pt x="1193" y="1515"/>
                  <a:pt x="1510" y="1198"/>
                  <a:pt x="1901" y="1198"/>
                </a:cubicBezTo>
                <a:cubicBezTo>
                  <a:pt x="2292" y="1198"/>
                  <a:pt x="2610" y="1515"/>
                  <a:pt x="2610" y="1906"/>
                </a:cubicBezTo>
                <a:cubicBezTo>
                  <a:pt x="2610" y="2296"/>
                  <a:pt x="2292" y="2614"/>
                  <a:pt x="1901" y="2614"/>
                </a:cubicBezTo>
                <a:cubicBezTo>
                  <a:pt x="1510" y="2614"/>
                  <a:pt x="1193" y="2296"/>
                  <a:pt x="1193" y="1906"/>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13" name="Freeform 12">
            <a:extLst>
              <a:ext uri="{FF2B5EF4-FFF2-40B4-BE49-F238E27FC236}">
                <a16:creationId xmlns:a16="http://schemas.microsoft.com/office/drawing/2014/main" id="{D2F93602-BFF5-D74F-87C2-2798700CE308}"/>
              </a:ext>
            </a:extLst>
          </p:cNvPr>
          <p:cNvSpPr>
            <a:spLocks noChangeAspect="1" noChangeArrowheads="1"/>
          </p:cNvSpPr>
          <p:nvPr/>
        </p:nvSpPr>
        <p:spPr bwMode="auto">
          <a:xfrm>
            <a:off x="8807365" y="2418342"/>
            <a:ext cx="435825" cy="435825"/>
          </a:xfrm>
          <a:custGeom>
            <a:avLst/>
            <a:gdLst>
              <a:gd name="T0" fmla="*/ 25733 w 2770"/>
              <a:gd name="T1" fmla="*/ 0 h 2770"/>
              <a:gd name="T2" fmla="*/ 0 w 2770"/>
              <a:gd name="T3" fmla="*/ 25733 h 2770"/>
              <a:gd name="T4" fmla="*/ 0 w 2770"/>
              <a:gd name="T5" fmla="*/ 334137 h 2770"/>
              <a:gd name="T6" fmla="*/ 25733 w 2770"/>
              <a:gd name="T7" fmla="*/ 359870 h 2770"/>
              <a:gd name="T8" fmla="*/ 334267 w 2770"/>
              <a:gd name="T9" fmla="*/ 359870 h 2770"/>
              <a:gd name="T10" fmla="*/ 359870 w 2770"/>
              <a:gd name="T11" fmla="*/ 334137 h 2770"/>
              <a:gd name="T12" fmla="*/ 359870 w 2770"/>
              <a:gd name="T13" fmla="*/ 25733 h 2770"/>
              <a:gd name="T14" fmla="*/ 334267 w 2770"/>
              <a:gd name="T15" fmla="*/ 0 h 2770"/>
              <a:gd name="T16" fmla="*/ 25733 w 2770"/>
              <a:gd name="T17" fmla="*/ 0 h 2770"/>
              <a:gd name="T18" fmla="*/ 334267 w 2770"/>
              <a:gd name="T19" fmla="*/ 334137 h 2770"/>
              <a:gd name="T20" fmla="*/ 25733 w 2770"/>
              <a:gd name="T21" fmla="*/ 334137 h 2770"/>
              <a:gd name="T22" fmla="*/ 25733 w 2770"/>
              <a:gd name="T23" fmla="*/ 25733 h 2770"/>
              <a:gd name="T24" fmla="*/ 334267 w 2770"/>
              <a:gd name="T25" fmla="*/ 25733 h 2770"/>
              <a:gd name="T26" fmla="*/ 334267 w 2770"/>
              <a:gd name="T27" fmla="*/ 334137 h 2770"/>
              <a:gd name="T28" fmla="*/ 128534 w 2770"/>
              <a:gd name="T29" fmla="*/ 77069 h 2770"/>
              <a:gd name="T30" fmla="*/ 282801 w 2770"/>
              <a:gd name="T31" fmla="*/ 77069 h 2770"/>
              <a:gd name="T32" fmla="*/ 282801 w 2770"/>
              <a:gd name="T33" fmla="*/ 102801 h 2770"/>
              <a:gd name="T34" fmla="*/ 128534 w 2770"/>
              <a:gd name="T35" fmla="*/ 102801 h 2770"/>
              <a:gd name="T36" fmla="*/ 128534 w 2770"/>
              <a:gd name="T37" fmla="*/ 77069 h 2770"/>
              <a:gd name="T38" fmla="*/ 102801 w 2770"/>
              <a:gd name="T39" fmla="*/ 77069 h 2770"/>
              <a:gd name="T40" fmla="*/ 102801 w 2770"/>
              <a:gd name="T41" fmla="*/ 102801 h 2770"/>
              <a:gd name="T42" fmla="*/ 77199 w 2770"/>
              <a:gd name="T43" fmla="*/ 102801 h 2770"/>
              <a:gd name="T44" fmla="*/ 77199 w 2770"/>
              <a:gd name="T45" fmla="*/ 77069 h 2770"/>
              <a:gd name="T46" fmla="*/ 102801 w 2770"/>
              <a:gd name="T47" fmla="*/ 77069 h 2770"/>
              <a:gd name="T48" fmla="*/ 282801 w 2770"/>
              <a:gd name="T49" fmla="*/ 128534 h 2770"/>
              <a:gd name="T50" fmla="*/ 282801 w 2770"/>
              <a:gd name="T51" fmla="*/ 154267 h 2770"/>
              <a:gd name="T52" fmla="*/ 128534 w 2770"/>
              <a:gd name="T53" fmla="*/ 154267 h 2770"/>
              <a:gd name="T54" fmla="*/ 128534 w 2770"/>
              <a:gd name="T55" fmla="*/ 128534 h 2770"/>
              <a:gd name="T56" fmla="*/ 282801 w 2770"/>
              <a:gd name="T57" fmla="*/ 128534 h 2770"/>
              <a:gd name="T58" fmla="*/ 102801 w 2770"/>
              <a:gd name="T59" fmla="*/ 128534 h 2770"/>
              <a:gd name="T60" fmla="*/ 102801 w 2770"/>
              <a:gd name="T61" fmla="*/ 154267 h 2770"/>
              <a:gd name="T62" fmla="*/ 77199 w 2770"/>
              <a:gd name="T63" fmla="*/ 154267 h 2770"/>
              <a:gd name="T64" fmla="*/ 77199 w 2770"/>
              <a:gd name="T65" fmla="*/ 128534 h 2770"/>
              <a:gd name="T66" fmla="*/ 102801 w 2770"/>
              <a:gd name="T67" fmla="*/ 128534 h 2770"/>
              <a:gd name="T68" fmla="*/ 128534 w 2770"/>
              <a:gd name="T69" fmla="*/ 205603 h 2770"/>
              <a:gd name="T70" fmla="*/ 282801 w 2770"/>
              <a:gd name="T71" fmla="*/ 205603 h 2770"/>
              <a:gd name="T72" fmla="*/ 282801 w 2770"/>
              <a:gd name="T73" fmla="*/ 231336 h 2770"/>
              <a:gd name="T74" fmla="*/ 128534 w 2770"/>
              <a:gd name="T75" fmla="*/ 231336 h 2770"/>
              <a:gd name="T76" fmla="*/ 128534 w 2770"/>
              <a:gd name="T77" fmla="*/ 205603 h 2770"/>
              <a:gd name="T78" fmla="*/ 102801 w 2770"/>
              <a:gd name="T79" fmla="*/ 205603 h 2770"/>
              <a:gd name="T80" fmla="*/ 102801 w 2770"/>
              <a:gd name="T81" fmla="*/ 231336 h 2770"/>
              <a:gd name="T82" fmla="*/ 77199 w 2770"/>
              <a:gd name="T83" fmla="*/ 231336 h 2770"/>
              <a:gd name="T84" fmla="*/ 77199 w 2770"/>
              <a:gd name="T85" fmla="*/ 205603 h 2770"/>
              <a:gd name="T86" fmla="*/ 102801 w 2770"/>
              <a:gd name="T87" fmla="*/ 205603 h 2770"/>
              <a:gd name="T88" fmla="*/ 128534 w 2770"/>
              <a:gd name="T89" fmla="*/ 257069 h 2770"/>
              <a:gd name="T90" fmla="*/ 282801 w 2770"/>
              <a:gd name="T91" fmla="*/ 257069 h 2770"/>
              <a:gd name="T92" fmla="*/ 282801 w 2770"/>
              <a:gd name="T93" fmla="*/ 282801 h 2770"/>
              <a:gd name="T94" fmla="*/ 128534 w 2770"/>
              <a:gd name="T95" fmla="*/ 282801 h 2770"/>
              <a:gd name="T96" fmla="*/ 128534 w 2770"/>
              <a:gd name="T97" fmla="*/ 257069 h 2770"/>
              <a:gd name="T98" fmla="*/ 102801 w 2770"/>
              <a:gd name="T99" fmla="*/ 257069 h 2770"/>
              <a:gd name="T100" fmla="*/ 102801 w 2770"/>
              <a:gd name="T101" fmla="*/ 282801 h 2770"/>
              <a:gd name="T102" fmla="*/ 77199 w 2770"/>
              <a:gd name="T103" fmla="*/ 282801 h 2770"/>
              <a:gd name="T104" fmla="*/ 77199 w 2770"/>
              <a:gd name="T105" fmla="*/ 257069 h 2770"/>
              <a:gd name="T106" fmla="*/ 102801 w 2770"/>
              <a:gd name="T107" fmla="*/ 257069 h 277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770" h="2770">
                <a:moveTo>
                  <a:pt x="198" y="0"/>
                </a:moveTo>
                <a:cubicBezTo>
                  <a:pt x="89" y="0"/>
                  <a:pt x="0" y="89"/>
                  <a:pt x="0" y="198"/>
                </a:cubicBezTo>
                <a:lnTo>
                  <a:pt x="0" y="2571"/>
                </a:lnTo>
                <a:cubicBezTo>
                  <a:pt x="0" y="2680"/>
                  <a:pt x="89" y="2769"/>
                  <a:pt x="198" y="2769"/>
                </a:cubicBezTo>
                <a:lnTo>
                  <a:pt x="2572" y="2769"/>
                </a:lnTo>
                <a:cubicBezTo>
                  <a:pt x="2680" y="2769"/>
                  <a:pt x="2769" y="2680"/>
                  <a:pt x="2769" y="2571"/>
                </a:cubicBezTo>
                <a:lnTo>
                  <a:pt x="2769" y="198"/>
                </a:lnTo>
                <a:cubicBezTo>
                  <a:pt x="2769" y="89"/>
                  <a:pt x="2680" y="0"/>
                  <a:pt x="2572" y="0"/>
                </a:cubicBezTo>
                <a:lnTo>
                  <a:pt x="198" y="0"/>
                </a:lnTo>
                <a:close/>
                <a:moveTo>
                  <a:pt x="2572" y="2571"/>
                </a:moveTo>
                <a:lnTo>
                  <a:pt x="198" y="2571"/>
                </a:lnTo>
                <a:lnTo>
                  <a:pt x="198" y="198"/>
                </a:lnTo>
                <a:lnTo>
                  <a:pt x="2572" y="198"/>
                </a:lnTo>
                <a:lnTo>
                  <a:pt x="2572" y="2571"/>
                </a:lnTo>
                <a:close/>
                <a:moveTo>
                  <a:pt x="989" y="593"/>
                </a:moveTo>
                <a:lnTo>
                  <a:pt x="2176" y="593"/>
                </a:lnTo>
                <a:lnTo>
                  <a:pt x="2176" y="791"/>
                </a:lnTo>
                <a:lnTo>
                  <a:pt x="989" y="791"/>
                </a:lnTo>
                <a:lnTo>
                  <a:pt x="989" y="593"/>
                </a:lnTo>
                <a:close/>
                <a:moveTo>
                  <a:pt x="791" y="593"/>
                </a:moveTo>
                <a:lnTo>
                  <a:pt x="791" y="791"/>
                </a:lnTo>
                <a:lnTo>
                  <a:pt x="594" y="791"/>
                </a:lnTo>
                <a:lnTo>
                  <a:pt x="594" y="593"/>
                </a:lnTo>
                <a:lnTo>
                  <a:pt x="791" y="593"/>
                </a:lnTo>
                <a:close/>
                <a:moveTo>
                  <a:pt x="2176" y="989"/>
                </a:moveTo>
                <a:lnTo>
                  <a:pt x="2176" y="1187"/>
                </a:lnTo>
                <a:lnTo>
                  <a:pt x="989" y="1187"/>
                </a:lnTo>
                <a:lnTo>
                  <a:pt x="989" y="989"/>
                </a:lnTo>
                <a:lnTo>
                  <a:pt x="2176" y="989"/>
                </a:lnTo>
                <a:close/>
                <a:moveTo>
                  <a:pt x="791" y="989"/>
                </a:moveTo>
                <a:lnTo>
                  <a:pt x="791" y="1187"/>
                </a:lnTo>
                <a:lnTo>
                  <a:pt x="594" y="1187"/>
                </a:lnTo>
                <a:lnTo>
                  <a:pt x="594" y="989"/>
                </a:lnTo>
                <a:lnTo>
                  <a:pt x="791" y="989"/>
                </a:lnTo>
                <a:close/>
                <a:moveTo>
                  <a:pt x="989" y="1582"/>
                </a:moveTo>
                <a:lnTo>
                  <a:pt x="2176" y="1582"/>
                </a:lnTo>
                <a:lnTo>
                  <a:pt x="2176" y="1780"/>
                </a:lnTo>
                <a:lnTo>
                  <a:pt x="989" y="1780"/>
                </a:lnTo>
                <a:lnTo>
                  <a:pt x="989" y="1582"/>
                </a:lnTo>
                <a:close/>
                <a:moveTo>
                  <a:pt x="791" y="1582"/>
                </a:moveTo>
                <a:lnTo>
                  <a:pt x="791" y="1780"/>
                </a:lnTo>
                <a:lnTo>
                  <a:pt x="594" y="1780"/>
                </a:lnTo>
                <a:lnTo>
                  <a:pt x="594" y="1582"/>
                </a:lnTo>
                <a:lnTo>
                  <a:pt x="791" y="1582"/>
                </a:lnTo>
                <a:close/>
                <a:moveTo>
                  <a:pt x="989" y="1978"/>
                </a:moveTo>
                <a:lnTo>
                  <a:pt x="2176" y="1978"/>
                </a:lnTo>
                <a:lnTo>
                  <a:pt x="2176" y="2176"/>
                </a:lnTo>
                <a:lnTo>
                  <a:pt x="989" y="2176"/>
                </a:lnTo>
                <a:lnTo>
                  <a:pt x="989" y="1978"/>
                </a:lnTo>
                <a:close/>
                <a:moveTo>
                  <a:pt x="791" y="1978"/>
                </a:moveTo>
                <a:lnTo>
                  <a:pt x="791" y="2176"/>
                </a:lnTo>
                <a:lnTo>
                  <a:pt x="594" y="2176"/>
                </a:lnTo>
                <a:lnTo>
                  <a:pt x="594" y="1978"/>
                </a:lnTo>
                <a:lnTo>
                  <a:pt x="791" y="1978"/>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14" name="Freeform 13">
            <a:extLst>
              <a:ext uri="{FF2B5EF4-FFF2-40B4-BE49-F238E27FC236}">
                <a16:creationId xmlns:a16="http://schemas.microsoft.com/office/drawing/2014/main" id="{8757E5DA-B6E4-FF43-B2E1-C58865751ED1}"/>
              </a:ext>
            </a:extLst>
          </p:cNvPr>
          <p:cNvSpPr>
            <a:spLocks noChangeAspect="1" noChangeArrowheads="1"/>
          </p:cNvSpPr>
          <p:nvPr/>
        </p:nvSpPr>
        <p:spPr bwMode="auto">
          <a:xfrm>
            <a:off x="8024029" y="2418342"/>
            <a:ext cx="424307" cy="435825"/>
          </a:xfrm>
          <a:custGeom>
            <a:avLst/>
            <a:gdLst>
              <a:gd name="T0" fmla="*/ 162342 w 2728"/>
              <a:gd name="T1" fmla="*/ 265399 h 2797"/>
              <a:gd name="T2" fmla="*/ 351354 w 2728"/>
              <a:gd name="T3" fmla="*/ 265399 h 2797"/>
              <a:gd name="T4" fmla="*/ 256784 w 2728"/>
              <a:gd name="T5" fmla="*/ 188945 h 2797"/>
              <a:gd name="T6" fmla="*/ 256784 w 2728"/>
              <a:gd name="T7" fmla="*/ 341981 h 2797"/>
              <a:gd name="T8" fmla="*/ 256784 w 2728"/>
              <a:gd name="T9" fmla="*/ 188945 h 2797"/>
              <a:gd name="T10" fmla="*/ 248666 w 2728"/>
              <a:gd name="T11" fmla="*/ 278398 h 2797"/>
              <a:gd name="T12" fmla="*/ 247249 w 2728"/>
              <a:gd name="T13" fmla="*/ 277497 h 2797"/>
              <a:gd name="T14" fmla="*/ 243770 w 2728"/>
              <a:gd name="T15" fmla="*/ 272478 h 2797"/>
              <a:gd name="T16" fmla="*/ 243255 w 2728"/>
              <a:gd name="T17" fmla="*/ 224598 h 2797"/>
              <a:gd name="T18" fmla="*/ 252661 w 2728"/>
              <a:gd name="T19" fmla="*/ 215974 h 2797"/>
              <a:gd name="T20" fmla="*/ 261293 w 2728"/>
              <a:gd name="T21" fmla="*/ 264369 h 2797"/>
              <a:gd name="T22" fmla="*/ 305873 w 2728"/>
              <a:gd name="T23" fmla="*/ 291269 h 2797"/>
              <a:gd name="T24" fmla="*/ 252274 w 2728"/>
              <a:gd name="T25" fmla="*/ 44920 h 2797"/>
              <a:gd name="T26" fmla="*/ 234236 w 2728"/>
              <a:gd name="T27" fmla="*/ 27029 h 2797"/>
              <a:gd name="T28" fmla="*/ 288350 w 2728"/>
              <a:gd name="T29" fmla="*/ 62939 h 2797"/>
              <a:gd name="T30" fmla="*/ 270312 w 2728"/>
              <a:gd name="T31" fmla="*/ 153936 h 2797"/>
              <a:gd name="T32" fmla="*/ 252274 w 2728"/>
              <a:gd name="T33" fmla="*/ 44920 h 2797"/>
              <a:gd name="T34" fmla="*/ 215940 w 2728"/>
              <a:gd name="T35" fmla="*/ 71949 h 2797"/>
              <a:gd name="T36" fmla="*/ 207179 w 2728"/>
              <a:gd name="T37" fmla="*/ 8624 h 2797"/>
              <a:gd name="T38" fmla="*/ 216585 w 2728"/>
              <a:gd name="T39" fmla="*/ 0 h 2797"/>
              <a:gd name="T40" fmla="*/ 225217 w 2728"/>
              <a:gd name="T41" fmla="*/ 63325 h 2797"/>
              <a:gd name="T42" fmla="*/ 90190 w 2728"/>
              <a:gd name="T43" fmla="*/ 27029 h 2797"/>
              <a:gd name="T44" fmla="*/ 198289 w 2728"/>
              <a:gd name="T45" fmla="*/ 44920 h 2797"/>
              <a:gd name="T46" fmla="*/ 90190 w 2728"/>
              <a:gd name="T47" fmla="*/ 27029 h 2797"/>
              <a:gd name="T48" fmla="*/ 63133 w 2728"/>
              <a:gd name="T49" fmla="*/ 63325 h 2797"/>
              <a:gd name="T50" fmla="*/ 71765 w 2728"/>
              <a:gd name="T51" fmla="*/ 0 h 2797"/>
              <a:gd name="T52" fmla="*/ 81171 w 2728"/>
              <a:gd name="T53" fmla="*/ 8624 h 2797"/>
              <a:gd name="T54" fmla="*/ 72538 w 2728"/>
              <a:gd name="T55" fmla="*/ 71949 h 2797"/>
              <a:gd name="T56" fmla="*/ 72152 w 2728"/>
              <a:gd name="T57" fmla="*/ 125492 h 2797"/>
              <a:gd name="T58" fmla="*/ 63648 w 2728"/>
              <a:gd name="T59" fmla="*/ 135016 h 2797"/>
              <a:gd name="T60" fmla="*/ 54114 w 2728"/>
              <a:gd name="T61" fmla="*/ 126521 h 2797"/>
              <a:gd name="T62" fmla="*/ 62618 w 2728"/>
              <a:gd name="T63" fmla="*/ 116997 h 2797"/>
              <a:gd name="T64" fmla="*/ 72152 w 2728"/>
              <a:gd name="T65" fmla="*/ 125492 h 2797"/>
              <a:gd name="T66" fmla="*/ 62618 w 2728"/>
              <a:gd name="T67" fmla="*/ 188945 h 2797"/>
              <a:gd name="T68" fmla="*/ 54114 w 2728"/>
              <a:gd name="T69" fmla="*/ 179550 h 2797"/>
              <a:gd name="T70" fmla="*/ 63648 w 2728"/>
              <a:gd name="T71" fmla="*/ 171055 h 2797"/>
              <a:gd name="T72" fmla="*/ 72152 w 2728"/>
              <a:gd name="T73" fmla="*/ 180450 h 2797"/>
              <a:gd name="T74" fmla="*/ 72152 w 2728"/>
              <a:gd name="T75" fmla="*/ 234508 h 2797"/>
              <a:gd name="T76" fmla="*/ 62618 w 2728"/>
              <a:gd name="T77" fmla="*/ 243003 h 2797"/>
              <a:gd name="T78" fmla="*/ 54114 w 2728"/>
              <a:gd name="T79" fmla="*/ 233479 h 2797"/>
              <a:gd name="T80" fmla="*/ 63648 w 2728"/>
              <a:gd name="T81" fmla="*/ 224984 h 2797"/>
              <a:gd name="T82" fmla="*/ 72152 w 2728"/>
              <a:gd name="T83" fmla="*/ 234508 h 2797"/>
              <a:gd name="T84" fmla="*/ 151906 w 2728"/>
              <a:gd name="T85" fmla="*/ 224984 h 2797"/>
              <a:gd name="T86" fmla="*/ 98822 w 2728"/>
              <a:gd name="T87" fmla="*/ 243003 h 2797"/>
              <a:gd name="T88" fmla="*/ 90190 w 2728"/>
              <a:gd name="T89" fmla="*/ 233607 h 2797"/>
              <a:gd name="T90" fmla="*/ 90190 w 2728"/>
              <a:gd name="T91" fmla="*/ 125492 h 2797"/>
              <a:gd name="T92" fmla="*/ 234880 w 2728"/>
              <a:gd name="T93" fmla="*/ 116997 h 2797"/>
              <a:gd name="T94" fmla="*/ 243255 w 2728"/>
              <a:gd name="T95" fmla="*/ 126650 h 2797"/>
              <a:gd name="T96" fmla="*/ 98694 w 2728"/>
              <a:gd name="T97" fmla="*/ 135016 h 2797"/>
              <a:gd name="T98" fmla="*/ 90190 w 2728"/>
              <a:gd name="T99" fmla="*/ 125492 h 2797"/>
              <a:gd name="T100" fmla="*/ 90190 w 2728"/>
              <a:gd name="T101" fmla="*/ 180322 h 2797"/>
              <a:gd name="T102" fmla="*/ 98822 w 2728"/>
              <a:gd name="T103" fmla="*/ 171055 h 2797"/>
              <a:gd name="T104" fmla="*/ 174453 w 2728"/>
              <a:gd name="T105" fmla="*/ 188945 h 2797"/>
              <a:gd name="T106" fmla="*/ 18038 w 2728"/>
              <a:gd name="T107" fmla="*/ 296932 h 2797"/>
              <a:gd name="T108" fmla="*/ 155900 w 2728"/>
              <a:gd name="T109" fmla="*/ 314952 h 2797"/>
              <a:gd name="T110" fmla="*/ 36076 w 2728"/>
              <a:gd name="T111" fmla="*/ 332971 h 2797"/>
              <a:gd name="T112" fmla="*/ 0 w 2728"/>
              <a:gd name="T113" fmla="*/ 62939 h 2797"/>
              <a:gd name="T114" fmla="*/ 54114 w 2728"/>
              <a:gd name="T115" fmla="*/ 27029 h 2797"/>
              <a:gd name="T116" fmla="*/ 36076 w 2728"/>
              <a:gd name="T117" fmla="*/ 44920 h 2797"/>
              <a:gd name="T118" fmla="*/ 18038 w 2728"/>
              <a:gd name="T119" fmla="*/ 296932 h 279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728" h="2797">
                <a:moveTo>
                  <a:pt x="1993" y="2796"/>
                </a:moveTo>
                <a:cubicBezTo>
                  <a:pt x="1587" y="2796"/>
                  <a:pt x="1260" y="2468"/>
                  <a:pt x="1260" y="2062"/>
                </a:cubicBezTo>
                <a:cubicBezTo>
                  <a:pt x="1260" y="1657"/>
                  <a:pt x="1587" y="1329"/>
                  <a:pt x="1993" y="1329"/>
                </a:cubicBezTo>
                <a:cubicBezTo>
                  <a:pt x="2399" y="1329"/>
                  <a:pt x="2727" y="1657"/>
                  <a:pt x="2727" y="2062"/>
                </a:cubicBezTo>
                <a:cubicBezTo>
                  <a:pt x="2727" y="2468"/>
                  <a:pt x="2399" y="2796"/>
                  <a:pt x="1993" y="2796"/>
                </a:cubicBezTo>
                <a:close/>
                <a:moveTo>
                  <a:pt x="1993" y="1468"/>
                </a:moveTo>
                <a:cubicBezTo>
                  <a:pt x="1665" y="1468"/>
                  <a:pt x="1399" y="1735"/>
                  <a:pt x="1399" y="2063"/>
                </a:cubicBezTo>
                <a:cubicBezTo>
                  <a:pt x="1399" y="2392"/>
                  <a:pt x="1665" y="2657"/>
                  <a:pt x="1993" y="2657"/>
                </a:cubicBezTo>
                <a:cubicBezTo>
                  <a:pt x="2322" y="2657"/>
                  <a:pt x="2588" y="2392"/>
                  <a:pt x="2588" y="2063"/>
                </a:cubicBezTo>
                <a:cubicBezTo>
                  <a:pt x="2588" y="1735"/>
                  <a:pt x="2322" y="1468"/>
                  <a:pt x="1993" y="1468"/>
                </a:cubicBezTo>
                <a:close/>
                <a:moveTo>
                  <a:pt x="2292" y="2304"/>
                </a:moveTo>
                <a:lnTo>
                  <a:pt x="1930" y="2163"/>
                </a:lnTo>
                <a:lnTo>
                  <a:pt x="1930" y="2162"/>
                </a:lnTo>
                <a:cubicBezTo>
                  <a:pt x="1926" y="2161"/>
                  <a:pt x="1923" y="2158"/>
                  <a:pt x="1919" y="2156"/>
                </a:cubicBezTo>
                <a:cubicBezTo>
                  <a:pt x="1916" y="2153"/>
                  <a:pt x="1911" y="2151"/>
                  <a:pt x="1908" y="2148"/>
                </a:cubicBezTo>
                <a:cubicBezTo>
                  <a:pt x="1900" y="2140"/>
                  <a:pt x="1895" y="2129"/>
                  <a:pt x="1892" y="2117"/>
                </a:cubicBezTo>
                <a:cubicBezTo>
                  <a:pt x="1890" y="2111"/>
                  <a:pt x="1888" y="2106"/>
                  <a:pt x="1888" y="2100"/>
                </a:cubicBezTo>
                <a:lnTo>
                  <a:pt x="1888" y="1745"/>
                </a:lnTo>
                <a:cubicBezTo>
                  <a:pt x="1888" y="1708"/>
                  <a:pt x="1918" y="1678"/>
                  <a:pt x="1956" y="1678"/>
                </a:cubicBezTo>
                <a:lnTo>
                  <a:pt x="1961" y="1678"/>
                </a:lnTo>
                <a:cubicBezTo>
                  <a:pt x="1998" y="1678"/>
                  <a:pt x="2028" y="1708"/>
                  <a:pt x="2028" y="1745"/>
                </a:cubicBezTo>
                <a:lnTo>
                  <a:pt x="2028" y="2054"/>
                </a:lnTo>
                <a:lnTo>
                  <a:pt x="2336" y="2175"/>
                </a:lnTo>
                <a:cubicBezTo>
                  <a:pt x="2369" y="2188"/>
                  <a:pt x="2386" y="2227"/>
                  <a:pt x="2374" y="2263"/>
                </a:cubicBezTo>
                <a:cubicBezTo>
                  <a:pt x="2362" y="2299"/>
                  <a:pt x="2325" y="2317"/>
                  <a:pt x="2292" y="2304"/>
                </a:cubicBezTo>
                <a:close/>
                <a:moveTo>
                  <a:pt x="1958" y="349"/>
                </a:moveTo>
                <a:lnTo>
                  <a:pt x="1818" y="349"/>
                </a:lnTo>
                <a:lnTo>
                  <a:pt x="1818" y="210"/>
                </a:lnTo>
                <a:lnTo>
                  <a:pt x="1958" y="210"/>
                </a:lnTo>
                <a:cubicBezTo>
                  <a:pt x="2113" y="210"/>
                  <a:pt x="2238" y="335"/>
                  <a:pt x="2238" y="489"/>
                </a:cubicBezTo>
                <a:lnTo>
                  <a:pt x="2238" y="1225"/>
                </a:lnTo>
                <a:cubicBezTo>
                  <a:pt x="2193" y="1211"/>
                  <a:pt x="2146" y="1202"/>
                  <a:pt x="2098" y="1196"/>
                </a:cubicBezTo>
                <a:lnTo>
                  <a:pt x="2098" y="489"/>
                </a:lnTo>
                <a:cubicBezTo>
                  <a:pt x="2098" y="411"/>
                  <a:pt x="2036" y="349"/>
                  <a:pt x="1958" y="349"/>
                </a:cubicBezTo>
                <a:close/>
                <a:moveTo>
                  <a:pt x="1681" y="559"/>
                </a:moveTo>
                <a:lnTo>
                  <a:pt x="1676" y="559"/>
                </a:lnTo>
                <a:cubicBezTo>
                  <a:pt x="1639" y="559"/>
                  <a:pt x="1608" y="529"/>
                  <a:pt x="1608" y="492"/>
                </a:cubicBezTo>
                <a:lnTo>
                  <a:pt x="1608" y="67"/>
                </a:lnTo>
                <a:cubicBezTo>
                  <a:pt x="1608" y="30"/>
                  <a:pt x="1639" y="0"/>
                  <a:pt x="1676" y="0"/>
                </a:cubicBezTo>
                <a:lnTo>
                  <a:pt x="1681" y="0"/>
                </a:lnTo>
                <a:cubicBezTo>
                  <a:pt x="1718" y="0"/>
                  <a:pt x="1748" y="30"/>
                  <a:pt x="1748" y="67"/>
                </a:cubicBezTo>
                <a:lnTo>
                  <a:pt x="1748" y="492"/>
                </a:lnTo>
                <a:cubicBezTo>
                  <a:pt x="1748" y="529"/>
                  <a:pt x="1718" y="559"/>
                  <a:pt x="1681" y="559"/>
                </a:cubicBezTo>
                <a:close/>
                <a:moveTo>
                  <a:pt x="700" y="210"/>
                </a:moveTo>
                <a:lnTo>
                  <a:pt x="1539" y="210"/>
                </a:lnTo>
                <a:lnTo>
                  <a:pt x="1539" y="349"/>
                </a:lnTo>
                <a:lnTo>
                  <a:pt x="700" y="349"/>
                </a:lnTo>
                <a:lnTo>
                  <a:pt x="700" y="210"/>
                </a:lnTo>
                <a:close/>
                <a:moveTo>
                  <a:pt x="557" y="559"/>
                </a:moveTo>
                <a:cubicBezTo>
                  <a:pt x="520" y="559"/>
                  <a:pt x="490" y="529"/>
                  <a:pt x="490" y="492"/>
                </a:cubicBezTo>
                <a:lnTo>
                  <a:pt x="490" y="67"/>
                </a:lnTo>
                <a:cubicBezTo>
                  <a:pt x="490" y="30"/>
                  <a:pt x="520" y="0"/>
                  <a:pt x="557" y="0"/>
                </a:cubicBezTo>
                <a:lnTo>
                  <a:pt x="563" y="0"/>
                </a:lnTo>
                <a:cubicBezTo>
                  <a:pt x="600" y="0"/>
                  <a:pt x="630" y="30"/>
                  <a:pt x="630" y="67"/>
                </a:cubicBezTo>
                <a:lnTo>
                  <a:pt x="630" y="492"/>
                </a:lnTo>
                <a:cubicBezTo>
                  <a:pt x="630" y="529"/>
                  <a:pt x="600" y="559"/>
                  <a:pt x="563" y="559"/>
                </a:cubicBezTo>
                <a:lnTo>
                  <a:pt x="557" y="559"/>
                </a:lnTo>
                <a:close/>
                <a:moveTo>
                  <a:pt x="560" y="975"/>
                </a:moveTo>
                <a:lnTo>
                  <a:pt x="560" y="983"/>
                </a:lnTo>
                <a:cubicBezTo>
                  <a:pt x="560" y="1020"/>
                  <a:pt x="530" y="1049"/>
                  <a:pt x="494" y="1049"/>
                </a:cubicBezTo>
                <a:lnTo>
                  <a:pt x="486" y="1049"/>
                </a:lnTo>
                <a:cubicBezTo>
                  <a:pt x="450" y="1049"/>
                  <a:pt x="420" y="1020"/>
                  <a:pt x="420" y="983"/>
                </a:cubicBezTo>
                <a:lnTo>
                  <a:pt x="420" y="975"/>
                </a:lnTo>
                <a:cubicBezTo>
                  <a:pt x="420" y="939"/>
                  <a:pt x="450" y="909"/>
                  <a:pt x="486" y="909"/>
                </a:cubicBezTo>
                <a:lnTo>
                  <a:pt x="494" y="909"/>
                </a:lnTo>
                <a:cubicBezTo>
                  <a:pt x="530" y="909"/>
                  <a:pt x="560" y="939"/>
                  <a:pt x="560" y="975"/>
                </a:cubicBezTo>
                <a:close/>
                <a:moveTo>
                  <a:pt x="494" y="1468"/>
                </a:moveTo>
                <a:lnTo>
                  <a:pt x="486" y="1468"/>
                </a:lnTo>
                <a:cubicBezTo>
                  <a:pt x="450" y="1468"/>
                  <a:pt x="420" y="1438"/>
                  <a:pt x="420" y="1402"/>
                </a:cubicBezTo>
                <a:lnTo>
                  <a:pt x="420" y="1395"/>
                </a:lnTo>
                <a:cubicBezTo>
                  <a:pt x="420" y="1359"/>
                  <a:pt x="450" y="1329"/>
                  <a:pt x="486" y="1329"/>
                </a:cubicBezTo>
                <a:lnTo>
                  <a:pt x="494" y="1329"/>
                </a:lnTo>
                <a:cubicBezTo>
                  <a:pt x="530" y="1329"/>
                  <a:pt x="560" y="1359"/>
                  <a:pt x="560" y="1395"/>
                </a:cubicBezTo>
                <a:lnTo>
                  <a:pt x="560" y="1402"/>
                </a:lnTo>
                <a:cubicBezTo>
                  <a:pt x="560" y="1438"/>
                  <a:pt x="530" y="1468"/>
                  <a:pt x="494" y="1468"/>
                </a:cubicBezTo>
                <a:close/>
                <a:moveTo>
                  <a:pt x="560" y="1822"/>
                </a:moveTo>
                <a:cubicBezTo>
                  <a:pt x="560" y="1858"/>
                  <a:pt x="530" y="1888"/>
                  <a:pt x="494" y="1888"/>
                </a:cubicBezTo>
                <a:lnTo>
                  <a:pt x="486" y="1888"/>
                </a:lnTo>
                <a:cubicBezTo>
                  <a:pt x="450" y="1888"/>
                  <a:pt x="420" y="1858"/>
                  <a:pt x="420" y="1822"/>
                </a:cubicBezTo>
                <a:lnTo>
                  <a:pt x="420" y="1814"/>
                </a:lnTo>
                <a:cubicBezTo>
                  <a:pt x="420" y="1777"/>
                  <a:pt x="450" y="1748"/>
                  <a:pt x="486" y="1748"/>
                </a:cubicBezTo>
                <a:lnTo>
                  <a:pt x="494" y="1748"/>
                </a:lnTo>
                <a:cubicBezTo>
                  <a:pt x="530" y="1748"/>
                  <a:pt x="560" y="1777"/>
                  <a:pt x="560" y="1814"/>
                </a:cubicBezTo>
                <a:lnTo>
                  <a:pt x="560" y="1822"/>
                </a:lnTo>
                <a:close/>
                <a:moveTo>
                  <a:pt x="767" y="1748"/>
                </a:moveTo>
                <a:lnTo>
                  <a:pt x="1179" y="1748"/>
                </a:lnTo>
                <a:cubicBezTo>
                  <a:pt x="1162" y="1793"/>
                  <a:pt x="1147" y="1839"/>
                  <a:pt x="1137" y="1888"/>
                </a:cubicBezTo>
                <a:lnTo>
                  <a:pt x="767" y="1888"/>
                </a:lnTo>
                <a:cubicBezTo>
                  <a:pt x="730" y="1888"/>
                  <a:pt x="700" y="1858"/>
                  <a:pt x="700" y="1821"/>
                </a:cubicBezTo>
                <a:lnTo>
                  <a:pt x="700" y="1815"/>
                </a:lnTo>
                <a:cubicBezTo>
                  <a:pt x="700" y="1778"/>
                  <a:pt x="730" y="1748"/>
                  <a:pt x="767" y="1748"/>
                </a:cubicBezTo>
                <a:close/>
                <a:moveTo>
                  <a:pt x="700" y="975"/>
                </a:moveTo>
                <a:cubicBezTo>
                  <a:pt x="700" y="939"/>
                  <a:pt x="729" y="909"/>
                  <a:pt x="766" y="909"/>
                </a:cubicBezTo>
                <a:lnTo>
                  <a:pt x="1823" y="909"/>
                </a:lnTo>
                <a:cubicBezTo>
                  <a:pt x="1859" y="909"/>
                  <a:pt x="1888" y="939"/>
                  <a:pt x="1888" y="975"/>
                </a:cubicBezTo>
                <a:lnTo>
                  <a:pt x="1888" y="984"/>
                </a:lnTo>
                <a:cubicBezTo>
                  <a:pt x="1888" y="1020"/>
                  <a:pt x="1859" y="1049"/>
                  <a:pt x="1823" y="1049"/>
                </a:cubicBezTo>
                <a:lnTo>
                  <a:pt x="766" y="1049"/>
                </a:lnTo>
                <a:cubicBezTo>
                  <a:pt x="729" y="1049"/>
                  <a:pt x="700" y="1020"/>
                  <a:pt x="700" y="984"/>
                </a:cubicBezTo>
                <a:lnTo>
                  <a:pt x="700" y="975"/>
                </a:lnTo>
                <a:close/>
                <a:moveTo>
                  <a:pt x="767" y="1468"/>
                </a:moveTo>
                <a:cubicBezTo>
                  <a:pt x="730" y="1468"/>
                  <a:pt x="700" y="1438"/>
                  <a:pt x="700" y="1401"/>
                </a:cubicBezTo>
                <a:lnTo>
                  <a:pt x="700" y="1396"/>
                </a:lnTo>
                <a:cubicBezTo>
                  <a:pt x="700" y="1359"/>
                  <a:pt x="730" y="1329"/>
                  <a:pt x="767" y="1329"/>
                </a:cubicBezTo>
                <a:lnTo>
                  <a:pt x="1520" y="1329"/>
                </a:lnTo>
                <a:cubicBezTo>
                  <a:pt x="1459" y="1369"/>
                  <a:pt x="1403" y="1415"/>
                  <a:pt x="1354" y="1468"/>
                </a:cubicBezTo>
                <a:lnTo>
                  <a:pt x="767" y="1468"/>
                </a:lnTo>
                <a:close/>
                <a:moveTo>
                  <a:pt x="140" y="2307"/>
                </a:moveTo>
                <a:cubicBezTo>
                  <a:pt x="140" y="2384"/>
                  <a:pt x="203" y="2447"/>
                  <a:pt x="280" y="2447"/>
                </a:cubicBezTo>
                <a:lnTo>
                  <a:pt x="1210" y="2447"/>
                </a:lnTo>
                <a:cubicBezTo>
                  <a:pt x="1234" y="2496"/>
                  <a:pt x="1263" y="2543"/>
                  <a:pt x="1296" y="2587"/>
                </a:cubicBezTo>
                <a:lnTo>
                  <a:pt x="280" y="2587"/>
                </a:lnTo>
                <a:cubicBezTo>
                  <a:pt x="126" y="2587"/>
                  <a:pt x="0" y="2462"/>
                  <a:pt x="0" y="2308"/>
                </a:cubicBezTo>
                <a:lnTo>
                  <a:pt x="0" y="489"/>
                </a:lnTo>
                <a:cubicBezTo>
                  <a:pt x="0" y="335"/>
                  <a:pt x="126" y="210"/>
                  <a:pt x="280" y="210"/>
                </a:cubicBezTo>
                <a:lnTo>
                  <a:pt x="420" y="210"/>
                </a:lnTo>
                <a:lnTo>
                  <a:pt x="420" y="349"/>
                </a:lnTo>
                <a:lnTo>
                  <a:pt x="280" y="349"/>
                </a:lnTo>
                <a:cubicBezTo>
                  <a:pt x="203" y="349"/>
                  <a:pt x="140" y="411"/>
                  <a:pt x="140" y="489"/>
                </a:cubicBezTo>
                <a:lnTo>
                  <a:pt x="140" y="2307"/>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15" name="Freeform 14">
            <a:extLst>
              <a:ext uri="{FF2B5EF4-FFF2-40B4-BE49-F238E27FC236}">
                <a16:creationId xmlns:a16="http://schemas.microsoft.com/office/drawing/2014/main" id="{36C341AD-FF03-924C-8534-C4CB610DCBC7}"/>
              </a:ext>
            </a:extLst>
          </p:cNvPr>
          <p:cNvSpPr>
            <a:spLocks noChangeAspect="1" noChangeArrowheads="1"/>
          </p:cNvSpPr>
          <p:nvPr/>
        </p:nvSpPr>
        <p:spPr bwMode="auto">
          <a:xfrm>
            <a:off x="6440085" y="2418342"/>
            <a:ext cx="428144" cy="435825"/>
          </a:xfrm>
          <a:custGeom>
            <a:avLst/>
            <a:gdLst>
              <a:gd name="T0" fmla="*/ 301927 w 2740"/>
              <a:gd name="T1" fmla="*/ 254445 h 2783"/>
              <a:gd name="T2" fmla="*/ 310719 w 2740"/>
              <a:gd name="T3" fmla="*/ 298167 h 2783"/>
              <a:gd name="T4" fmla="*/ 354166 w 2740"/>
              <a:gd name="T5" fmla="*/ 306834 h 2783"/>
              <a:gd name="T6" fmla="*/ 354166 w 2740"/>
              <a:gd name="T7" fmla="*/ 307610 h 2783"/>
              <a:gd name="T8" fmla="*/ 310719 w 2740"/>
              <a:gd name="T9" fmla="*/ 316407 h 2783"/>
              <a:gd name="T10" fmla="*/ 301927 w 2740"/>
              <a:gd name="T11" fmla="*/ 359871 h 2783"/>
              <a:gd name="T12" fmla="*/ 292358 w 2740"/>
              <a:gd name="T13" fmla="*/ 351204 h 2783"/>
              <a:gd name="T14" fmla="*/ 257446 w 2740"/>
              <a:gd name="T15" fmla="*/ 316407 h 2783"/>
              <a:gd name="T16" fmla="*/ 248782 w 2740"/>
              <a:gd name="T17" fmla="*/ 306834 h 2783"/>
              <a:gd name="T18" fmla="*/ 292358 w 2740"/>
              <a:gd name="T19" fmla="*/ 298167 h 2783"/>
              <a:gd name="T20" fmla="*/ 301151 w 2740"/>
              <a:gd name="T21" fmla="*/ 254445 h 2783"/>
              <a:gd name="T22" fmla="*/ 232619 w 2740"/>
              <a:gd name="T23" fmla="*/ 168552 h 2783"/>
              <a:gd name="T24" fmla="*/ 258222 w 2740"/>
              <a:gd name="T25" fmla="*/ 168552 h 2783"/>
              <a:gd name="T26" fmla="*/ 60256 w 2740"/>
              <a:gd name="T27" fmla="*/ 168552 h 2783"/>
              <a:gd name="T28" fmla="*/ 109780 w 2740"/>
              <a:gd name="T29" fmla="*/ 275918 h 2783"/>
              <a:gd name="T30" fmla="*/ 12801 w 2740"/>
              <a:gd name="T31" fmla="*/ 359483 h 2783"/>
              <a:gd name="T32" fmla="*/ 124003 w 2740"/>
              <a:gd name="T33" fmla="*/ 299461 h 2783"/>
              <a:gd name="T34" fmla="*/ 135253 w 2740"/>
              <a:gd name="T35" fmla="*/ 267251 h 2783"/>
              <a:gd name="T36" fmla="*/ 85729 w 2740"/>
              <a:gd name="T37" fmla="*/ 168423 h 2783"/>
              <a:gd name="T38" fmla="*/ 315633 w 2740"/>
              <a:gd name="T39" fmla="*/ 135178 h 2783"/>
              <a:gd name="T40" fmla="*/ 159045 w 2740"/>
              <a:gd name="T41" fmla="*/ 0 h 2783"/>
              <a:gd name="T42" fmla="*/ 8663 w 2740"/>
              <a:gd name="T43" fmla="*/ 142939 h 2783"/>
              <a:gd name="T44" fmla="*/ 4138 w 2740"/>
              <a:gd name="T45" fmla="*/ 202702 h 2783"/>
              <a:gd name="T46" fmla="*/ 29611 w 2740"/>
              <a:gd name="T47" fmla="*/ 202702 h 2783"/>
              <a:gd name="T48" fmla="*/ 39050 w 2740"/>
              <a:gd name="T49" fmla="*/ 150830 h 2783"/>
              <a:gd name="T50" fmla="*/ 159303 w 2740"/>
              <a:gd name="T51" fmla="*/ 25483 h 2783"/>
              <a:gd name="T52" fmla="*/ 284470 w 2740"/>
              <a:gd name="T53" fmla="*/ 153547 h 2783"/>
              <a:gd name="T54" fmla="*/ 300375 w 2740"/>
              <a:gd name="T55" fmla="*/ 202831 h 2783"/>
              <a:gd name="T56" fmla="*/ 325848 w 2740"/>
              <a:gd name="T57" fmla="*/ 202831 h 2783"/>
              <a:gd name="T58" fmla="*/ 315633 w 2740"/>
              <a:gd name="T59" fmla="*/ 135178 h 2783"/>
              <a:gd name="T60" fmla="*/ 173915 w 2740"/>
              <a:gd name="T61" fmla="*/ 210852 h 2783"/>
              <a:gd name="T62" fmla="*/ 173915 w 2740"/>
              <a:gd name="T63" fmla="*/ 236464 h 2783"/>
              <a:gd name="T64" fmla="*/ 280721 w 2740"/>
              <a:gd name="T65" fmla="*/ 189637 h 2783"/>
              <a:gd name="T66" fmla="*/ 208569 w 2740"/>
              <a:gd name="T67" fmla="*/ 267122 h 2783"/>
              <a:gd name="T68" fmla="*/ 183096 w 2740"/>
              <a:gd name="T69" fmla="*/ 267122 h 2783"/>
              <a:gd name="T70" fmla="*/ 194345 w 2740"/>
              <a:gd name="T71" fmla="*/ 299332 h 2783"/>
              <a:gd name="T72" fmla="*/ 213353 w 2740"/>
              <a:gd name="T73" fmla="*/ 276177 h 2783"/>
              <a:gd name="T74" fmla="*/ 208569 w 2740"/>
              <a:gd name="T75" fmla="*/ 267122 h 278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40" h="2783">
                <a:moveTo>
                  <a:pt x="2329" y="1967"/>
                </a:moveTo>
                <a:lnTo>
                  <a:pt x="2335" y="1967"/>
                </a:lnTo>
                <a:cubicBezTo>
                  <a:pt x="2373" y="1967"/>
                  <a:pt x="2403" y="1997"/>
                  <a:pt x="2403" y="2035"/>
                </a:cubicBezTo>
                <a:lnTo>
                  <a:pt x="2403" y="2305"/>
                </a:lnTo>
                <a:lnTo>
                  <a:pt x="2672" y="2305"/>
                </a:lnTo>
                <a:cubicBezTo>
                  <a:pt x="2709" y="2305"/>
                  <a:pt x="2739" y="2335"/>
                  <a:pt x="2739" y="2372"/>
                </a:cubicBezTo>
                <a:lnTo>
                  <a:pt x="2739" y="2378"/>
                </a:lnTo>
                <a:cubicBezTo>
                  <a:pt x="2739" y="2416"/>
                  <a:pt x="2709" y="2446"/>
                  <a:pt x="2672" y="2446"/>
                </a:cubicBezTo>
                <a:lnTo>
                  <a:pt x="2403" y="2446"/>
                </a:lnTo>
                <a:lnTo>
                  <a:pt x="2403" y="2715"/>
                </a:lnTo>
                <a:cubicBezTo>
                  <a:pt x="2403" y="2752"/>
                  <a:pt x="2373" y="2782"/>
                  <a:pt x="2335" y="2782"/>
                </a:cubicBezTo>
                <a:lnTo>
                  <a:pt x="2329" y="2782"/>
                </a:lnTo>
                <a:cubicBezTo>
                  <a:pt x="2292" y="2782"/>
                  <a:pt x="2261" y="2752"/>
                  <a:pt x="2261" y="2715"/>
                </a:cubicBezTo>
                <a:lnTo>
                  <a:pt x="2261" y="2446"/>
                </a:lnTo>
                <a:lnTo>
                  <a:pt x="1991" y="2446"/>
                </a:lnTo>
                <a:cubicBezTo>
                  <a:pt x="1954" y="2446"/>
                  <a:pt x="1924" y="2416"/>
                  <a:pt x="1924" y="2378"/>
                </a:cubicBezTo>
                <a:lnTo>
                  <a:pt x="1924" y="2372"/>
                </a:lnTo>
                <a:cubicBezTo>
                  <a:pt x="1924" y="2335"/>
                  <a:pt x="1954" y="2305"/>
                  <a:pt x="1991" y="2305"/>
                </a:cubicBezTo>
                <a:lnTo>
                  <a:pt x="2261" y="2305"/>
                </a:lnTo>
                <a:lnTo>
                  <a:pt x="2261" y="2035"/>
                </a:lnTo>
                <a:cubicBezTo>
                  <a:pt x="2261" y="1998"/>
                  <a:pt x="2292" y="1967"/>
                  <a:pt x="2329" y="1967"/>
                </a:cubicBezTo>
                <a:close/>
                <a:moveTo>
                  <a:pt x="1230" y="567"/>
                </a:moveTo>
                <a:cubicBezTo>
                  <a:pt x="1473" y="567"/>
                  <a:pt x="1799" y="643"/>
                  <a:pt x="1799" y="1303"/>
                </a:cubicBezTo>
                <a:cubicBezTo>
                  <a:pt x="1799" y="1357"/>
                  <a:pt x="1844" y="1400"/>
                  <a:pt x="1898" y="1400"/>
                </a:cubicBezTo>
                <a:cubicBezTo>
                  <a:pt x="1952" y="1400"/>
                  <a:pt x="1997" y="1357"/>
                  <a:pt x="1997" y="1303"/>
                </a:cubicBezTo>
                <a:cubicBezTo>
                  <a:pt x="1997" y="532"/>
                  <a:pt x="1580" y="372"/>
                  <a:pt x="1232" y="372"/>
                </a:cubicBezTo>
                <a:cubicBezTo>
                  <a:pt x="882" y="372"/>
                  <a:pt x="466" y="534"/>
                  <a:pt x="466" y="1303"/>
                </a:cubicBezTo>
                <a:cubicBezTo>
                  <a:pt x="466" y="1627"/>
                  <a:pt x="615" y="1942"/>
                  <a:pt x="849" y="2118"/>
                </a:cubicBezTo>
                <a:lnTo>
                  <a:pt x="849" y="2133"/>
                </a:lnTo>
                <a:cubicBezTo>
                  <a:pt x="330" y="2207"/>
                  <a:pt x="0" y="2418"/>
                  <a:pt x="0" y="2680"/>
                </a:cubicBezTo>
                <a:cubicBezTo>
                  <a:pt x="0" y="2734"/>
                  <a:pt x="45" y="2779"/>
                  <a:pt x="99" y="2779"/>
                </a:cubicBezTo>
                <a:cubicBezTo>
                  <a:pt x="153" y="2779"/>
                  <a:pt x="198" y="2734"/>
                  <a:pt x="198" y="2680"/>
                </a:cubicBezTo>
                <a:cubicBezTo>
                  <a:pt x="198" y="2542"/>
                  <a:pt x="482" y="2367"/>
                  <a:pt x="959" y="2315"/>
                </a:cubicBezTo>
                <a:cubicBezTo>
                  <a:pt x="1008" y="2310"/>
                  <a:pt x="1046" y="2267"/>
                  <a:pt x="1046" y="2217"/>
                </a:cubicBezTo>
                <a:lnTo>
                  <a:pt x="1046" y="2066"/>
                </a:lnTo>
                <a:cubicBezTo>
                  <a:pt x="1046" y="2033"/>
                  <a:pt x="1028" y="2003"/>
                  <a:pt x="1001" y="1984"/>
                </a:cubicBezTo>
                <a:cubicBezTo>
                  <a:pt x="799" y="1852"/>
                  <a:pt x="663" y="1577"/>
                  <a:pt x="663" y="1302"/>
                </a:cubicBezTo>
                <a:cubicBezTo>
                  <a:pt x="661" y="641"/>
                  <a:pt x="985" y="567"/>
                  <a:pt x="1230" y="567"/>
                </a:cubicBezTo>
                <a:close/>
                <a:moveTo>
                  <a:pt x="2441" y="1045"/>
                </a:moveTo>
                <a:lnTo>
                  <a:pt x="2317" y="1013"/>
                </a:lnTo>
                <a:cubicBezTo>
                  <a:pt x="2277" y="448"/>
                  <a:pt x="1804" y="0"/>
                  <a:pt x="1230" y="0"/>
                </a:cubicBezTo>
                <a:cubicBezTo>
                  <a:pt x="644" y="0"/>
                  <a:pt x="165" y="464"/>
                  <a:pt x="140" y="1043"/>
                </a:cubicBezTo>
                <a:lnTo>
                  <a:pt x="67" y="1105"/>
                </a:lnTo>
                <a:cubicBezTo>
                  <a:pt x="44" y="1124"/>
                  <a:pt x="32" y="1151"/>
                  <a:pt x="32" y="1180"/>
                </a:cubicBezTo>
                <a:lnTo>
                  <a:pt x="32" y="1567"/>
                </a:lnTo>
                <a:cubicBezTo>
                  <a:pt x="32" y="1621"/>
                  <a:pt x="77" y="1666"/>
                  <a:pt x="131" y="1666"/>
                </a:cubicBezTo>
                <a:cubicBezTo>
                  <a:pt x="185" y="1666"/>
                  <a:pt x="229" y="1621"/>
                  <a:pt x="229" y="1567"/>
                </a:cubicBezTo>
                <a:lnTo>
                  <a:pt x="229" y="1226"/>
                </a:lnTo>
                <a:lnTo>
                  <a:pt x="302" y="1166"/>
                </a:lnTo>
                <a:cubicBezTo>
                  <a:pt x="325" y="1147"/>
                  <a:pt x="337" y="1120"/>
                  <a:pt x="337" y="1091"/>
                </a:cubicBezTo>
                <a:cubicBezTo>
                  <a:pt x="337" y="597"/>
                  <a:pt x="739" y="197"/>
                  <a:pt x="1232" y="197"/>
                </a:cubicBezTo>
                <a:cubicBezTo>
                  <a:pt x="1724" y="197"/>
                  <a:pt x="2125" y="599"/>
                  <a:pt x="2125" y="1091"/>
                </a:cubicBezTo>
                <a:cubicBezTo>
                  <a:pt x="2125" y="1136"/>
                  <a:pt x="2156" y="1175"/>
                  <a:pt x="2200" y="1187"/>
                </a:cubicBezTo>
                <a:lnTo>
                  <a:pt x="2323" y="1217"/>
                </a:lnTo>
                <a:lnTo>
                  <a:pt x="2323" y="1568"/>
                </a:lnTo>
                <a:cubicBezTo>
                  <a:pt x="2323" y="1622"/>
                  <a:pt x="2367" y="1667"/>
                  <a:pt x="2421" y="1667"/>
                </a:cubicBezTo>
                <a:cubicBezTo>
                  <a:pt x="2475" y="1667"/>
                  <a:pt x="2520" y="1622"/>
                  <a:pt x="2520" y="1568"/>
                </a:cubicBezTo>
                <a:lnTo>
                  <a:pt x="2520" y="1141"/>
                </a:lnTo>
                <a:cubicBezTo>
                  <a:pt x="2516" y="1094"/>
                  <a:pt x="2486" y="1054"/>
                  <a:pt x="2441" y="1045"/>
                </a:cubicBezTo>
                <a:close/>
                <a:moveTo>
                  <a:pt x="2074" y="1444"/>
                </a:moveTo>
                <a:cubicBezTo>
                  <a:pt x="2056" y="1497"/>
                  <a:pt x="1893" y="1630"/>
                  <a:pt x="1345" y="1630"/>
                </a:cubicBezTo>
                <a:cubicBezTo>
                  <a:pt x="1291" y="1630"/>
                  <a:pt x="1247" y="1675"/>
                  <a:pt x="1247" y="1729"/>
                </a:cubicBezTo>
                <a:cubicBezTo>
                  <a:pt x="1247" y="1783"/>
                  <a:pt x="1292" y="1828"/>
                  <a:pt x="1345" y="1828"/>
                </a:cubicBezTo>
                <a:cubicBezTo>
                  <a:pt x="2178" y="1828"/>
                  <a:pt x="2260" y="1537"/>
                  <a:pt x="2268" y="1478"/>
                </a:cubicBezTo>
                <a:lnTo>
                  <a:pt x="2171" y="1466"/>
                </a:lnTo>
                <a:lnTo>
                  <a:pt x="2074" y="1444"/>
                </a:lnTo>
                <a:close/>
                <a:moveTo>
                  <a:pt x="1613" y="2065"/>
                </a:moveTo>
                <a:cubicBezTo>
                  <a:pt x="1613" y="2011"/>
                  <a:pt x="1569" y="1967"/>
                  <a:pt x="1515" y="1967"/>
                </a:cubicBezTo>
                <a:cubicBezTo>
                  <a:pt x="1461" y="1967"/>
                  <a:pt x="1416" y="2011"/>
                  <a:pt x="1416" y="2065"/>
                </a:cubicBezTo>
                <a:lnTo>
                  <a:pt x="1416" y="2216"/>
                </a:lnTo>
                <a:cubicBezTo>
                  <a:pt x="1416" y="2266"/>
                  <a:pt x="1454" y="2308"/>
                  <a:pt x="1503" y="2314"/>
                </a:cubicBezTo>
                <a:cubicBezTo>
                  <a:pt x="1554" y="2320"/>
                  <a:pt x="1604" y="2326"/>
                  <a:pt x="1650" y="2334"/>
                </a:cubicBezTo>
                <a:lnTo>
                  <a:pt x="1650" y="2135"/>
                </a:lnTo>
                <a:cubicBezTo>
                  <a:pt x="1639" y="2135"/>
                  <a:pt x="1626" y="2134"/>
                  <a:pt x="1613" y="2131"/>
                </a:cubicBezTo>
                <a:lnTo>
                  <a:pt x="1613" y="2065"/>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16" name="Freeform 15">
            <a:extLst>
              <a:ext uri="{FF2B5EF4-FFF2-40B4-BE49-F238E27FC236}">
                <a16:creationId xmlns:a16="http://schemas.microsoft.com/office/drawing/2014/main" id="{EBE1D56F-C1F2-7E41-906F-79C5C5FB73D7}"/>
              </a:ext>
            </a:extLst>
          </p:cNvPr>
          <p:cNvSpPr>
            <a:spLocks noChangeAspect="1" noChangeArrowheads="1"/>
          </p:cNvSpPr>
          <p:nvPr/>
        </p:nvSpPr>
        <p:spPr bwMode="auto">
          <a:xfrm>
            <a:off x="11117041" y="1515974"/>
            <a:ext cx="391667" cy="433905"/>
          </a:xfrm>
          <a:custGeom>
            <a:avLst/>
            <a:gdLst>
              <a:gd name="T0" fmla="*/ 215075 w 2520"/>
              <a:gd name="T1" fmla="*/ 156000 h 2790"/>
              <a:gd name="T2" fmla="*/ 238657 w 2520"/>
              <a:gd name="T3" fmla="*/ 156000 h 2790"/>
              <a:gd name="T4" fmla="*/ 55670 w 2520"/>
              <a:gd name="T5" fmla="*/ 156000 h 2790"/>
              <a:gd name="T6" fmla="*/ 101417 w 2520"/>
              <a:gd name="T7" fmla="*/ 255484 h 2790"/>
              <a:gd name="T8" fmla="*/ 11856 w 2520"/>
              <a:gd name="T9" fmla="*/ 332774 h 2790"/>
              <a:gd name="T10" fmla="*/ 114561 w 2520"/>
              <a:gd name="T11" fmla="*/ 277290 h 2790"/>
              <a:gd name="T12" fmla="*/ 124999 w 2520"/>
              <a:gd name="T13" fmla="*/ 247484 h 2790"/>
              <a:gd name="T14" fmla="*/ 79252 w 2520"/>
              <a:gd name="T15" fmla="*/ 156000 h 2790"/>
              <a:gd name="T16" fmla="*/ 291750 w 2520"/>
              <a:gd name="T17" fmla="*/ 125161 h 2790"/>
              <a:gd name="T18" fmla="*/ 147035 w 2520"/>
              <a:gd name="T19" fmla="*/ 0 h 2790"/>
              <a:gd name="T20" fmla="*/ 7990 w 2520"/>
              <a:gd name="T21" fmla="*/ 132387 h 2790"/>
              <a:gd name="T22" fmla="*/ 3737 w 2520"/>
              <a:gd name="T23" fmla="*/ 187613 h 2790"/>
              <a:gd name="T24" fmla="*/ 27319 w 2520"/>
              <a:gd name="T25" fmla="*/ 187613 h 2790"/>
              <a:gd name="T26" fmla="*/ 36082 w 2520"/>
              <a:gd name="T27" fmla="*/ 139742 h 2790"/>
              <a:gd name="T28" fmla="*/ 147292 w 2520"/>
              <a:gd name="T29" fmla="*/ 23613 h 2790"/>
              <a:gd name="T30" fmla="*/ 263013 w 2520"/>
              <a:gd name="T31" fmla="*/ 142194 h 2790"/>
              <a:gd name="T32" fmla="*/ 277703 w 2520"/>
              <a:gd name="T33" fmla="*/ 187871 h 2790"/>
              <a:gd name="T34" fmla="*/ 301286 w 2520"/>
              <a:gd name="T35" fmla="*/ 187871 h 2790"/>
              <a:gd name="T36" fmla="*/ 291879 w 2520"/>
              <a:gd name="T37" fmla="*/ 125161 h 2790"/>
              <a:gd name="T38" fmla="*/ 247936 w 2520"/>
              <a:gd name="T39" fmla="*/ 173161 h 2790"/>
              <a:gd name="T40" fmla="*/ 149096 w 2520"/>
              <a:gd name="T41" fmla="*/ 207097 h 2790"/>
              <a:gd name="T42" fmla="*/ 271131 w 2520"/>
              <a:gd name="T43" fmla="*/ 177161 h 2790"/>
              <a:gd name="T44" fmla="*/ 247936 w 2520"/>
              <a:gd name="T45" fmla="*/ 173161 h 2790"/>
              <a:gd name="T46" fmla="*/ 192910 w 2520"/>
              <a:gd name="T47" fmla="*/ 247355 h 2790"/>
              <a:gd name="T48" fmla="*/ 169328 w 2520"/>
              <a:gd name="T49" fmla="*/ 247355 h 2790"/>
              <a:gd name="T50" fmla="*/ 179766 w 2520"/>
              <a:gd name="T51" fmla="*/ 277161 h 2790"/>
              <a:gd name="T52" fmla="*/ 197163 w 2520"/>
              <a:gd name="T53" fmla="*/ 255742 h 2790"/>
              <a:gd name="T54" fmla="*/ 316878 w 2520"/>
              <a:gd name="T55" fmla="*/ 289935 h 2790"/>
              <a:gd name="T56" fmla="*/ 308373 w 2520"/>
              <a:gd name="T57" fmla="*/ 290194 h 2790"/>
              <a:gd name="T58" fmla="*/ 300899 w 2520"/>
              <a:gd name="T59" fmla="*/ 270323 h 2790"/>
              <a:gd name="T60" fmla="*/ 306440 w 2520"/>
              <a:gd name="T61" fmla="*/ 253806 h 2790"/>
              <a:gd name="T62" fmla="*/ 289946 w 2520"/>
              <a:gd name="T63" fmla="*/ 259355 h 2790"/>
              <a:gd name="T64" fmla="*/ 270100 w 2520"/>
              <a:gd name="T65" fmla="*/ 251871 h 2790"/>
              <a:gd name="T66" fmla="*/ 270229 w 2520"/>
              <a:gd name="T67" fmla="*/ 243355 h 2790"/>
              <a:gd name="T68" fmla="*/ 254765 w 2520"/>
              <a:gd name="T69" fmla="*/ 243355 h 2790"/>
              <a:gd name="T70" fmla="*/ 254894 w 2520"/>
              <a:gd name="T71" fmla="*/ 251871 h 2790"/>
              <a:gd name="T72" fmla="*/ 235049 w 2520"/>
              <a:gd name="T73" fmla="*/ 259355 h 2790"/>
              <a:gd name="T74" fmla="*/ 218683 w 2520"/>
              <a:gd name="T75" fmla="*/ 253806 h 2790"/>
              <a:gd name="T76" fmla="*/ 224096 w 2520"/>
              <a:gd name="T77" fmla="*/ 270323 h 2790"/>
              <a:gd name="T78" fmla="*/ 216750 w 2520"/>
              <a:gd name="T79" fmla="*/ 290194 h 2790"/>
              <a:gd name="T80" fmla="*/ 208245 w 2520"/>
              <a:gd name="T81" fmla="*/ 289935 h 2790"/>
              <a:gd name="T82" fmla="*/ 208245 w 2520"/>
              <a:gd name="T83" fmla="*/ 305548 h 2790"/>
              <a:gd name="T84" fmla="*/ 216750 w 2520"/>
              <a:gd name="T85" fmla="*/ 305419 h 2790"/>
              <a:gd name="T86" fmla="*/ 224096 w 2520"/>
              <a:gd name="T87" fmla="*/ 325290 h 2790"/>
              <a:gd name="T88" fmla="*/ 218683 w 2520"/>
              <a:gd name="T89" fmla="*/ 341677 h 2790"/>
              <a:gd name="T90" fmla="*/ 235049 w 2520"/>
              <a:gd name="T91" fmla="*/ 336258 h 2790"/>
              <a:gd name="T92" fmla="*/ 254894 w 2520"/>
              <a:gd name="T93" fmla="*/ 343613 h 2790"/>
              <a:gd name="T94" fmla="*/ 254765 w 2520"/>
              <a:gd name="T95" fmla="*/ 352129 h 2790"/>
              <a:gd name="T96" fmla="*/ 270229 w 2520"/>
              <a:gd name="T97" fmla="*/ 352129 h 2790"/>
              <a:gd name="T98" fmla="*/ 270100 w 2520"/>
              <a:gd name="T99" fmla="*/ 343613 h 2790"/>
              <a:gd name="T100" fmla="*/ 289946 w 2520"/>
              <a:gd name="T101" fmla="*/ 336258 h 2790"/>
              <a:gd name="T102" fmla="*/ 306440 w 2520"/>
              <a:gd name="T103" fmla="*/ 341677 h 2790"/>
              <a:gd name="T104" fmla="*/ 300899 w 2520"/>
              <a:gd name="T105" fmla="*/ 325290 h 2790"/>
              <a:gd name="T106" fmla="*/ 308244 w 2520"/>
              <a:gd name="T107" fmla="*/ 305419 h 2790"/>
              <a:gd name="T108" fmla="*/ 316878 w 2520"/>
              <a:gd name="T109" fmla="*/ 305548 h 2790"/>
              <a:gd name="T110" fmla="*/ 316878 w 2520"/>
              <a:gd name="T111" fmla="*/ 289935 h 2790"/>
              <a:gd name="T112" fmla="*/ 231441 w 2520"/>
              <a:gd name="T113" fmla="*/ 297806 h 2790"/>
              <a:gd name="T114" fmla="*/ 293554 w 2520"/>
              <a:gd name="T115" fmla="*/ 297806 h 279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520" h="2790">
                <a:moveTo>
                  <a:pt x="1141" y="527"/>
                </a:moveTo>
                <a:cubicBezTo>
                  <a:pt x="1367" y="527"/>
                  <a:pt x="1669" y="598"/>
                  <a:pt x="1669" y="1209"/>
                </a:cubicBezTo>
                <a:cubicBezTo>
                  <a:pt x="1669" y="1259"/>
                  <a:pt x="1711" y="1301"/>
                  <a:pt x="1761" y="1301"/>
                </a:cubicBezTo>
                <a:cubicBezTo>
                  <a:pt x="1811" y="1301"/>
                  <a:pt x="1852" y="1259"/>
                  <a:pt x="1852" y="1209"/>
                </a:cubicBezTo>
                <a:cubicBezTo>
                  <a:pt x="1852" y="494"/>
                  <a:pt x="1467" y="346"/>
                  <a:pt x="1143" y="346"/>
                </a:cubicBezTo>
                <a:cubicBezTo>
                  <a:pt x="818" y="346"/>
                  <a:pt x="432" y="495"/>
                  <a:pt x="432" y="1209"/>
                </a:cubicBezTo>
                <a:cubicBezTo>
                  <a:pt x="432" y="1510"/>
                  <a:pt x="571" y="1802"/>
                  <a:pt x="787" y="1966"/>
                </a:cubicBezTo>
                <a:lnTo>
                  <a:pt x="787" y="1980"/>
                </a:lnTo>
                <a:cubicBezTo>
                  <a:pt x="306" y="2048"/>
                  <a:pt x="0" y="2244"/>
                  <a:pt x="0" y="2488"/>
                </a:cubicBezTo>
                <a:cubicBezTo>
                  <a:pt x="0" y="2538"/>
                  <a:pt x="41" y="2579"/>
                  <a:pt x="92" y="2579"/>
                </a:cubicBezTo>
                <a:cubicBezTo>
                  <a:pt x="142" y="2579"/>
                  <a:pt x="183" y="2538"/>
                  <a:pt x="183" y="2488"/>
                </a:cubicBezTo>
                <a:cubicBezTo>
                  <a:pt x="183" y="2360"/>
                  <a:pt x="447" y="2197"/>
                  <a:pt x="889" y="2149"/>
                </a:cubicBezTo>
                <a:cubicBezTo>
                  <a:pt x="935" y="2144"/>
                  <a:pt x="970" y="2104"/>
                  <a:pt x="970" y="2059"/>
                </a:cubicBezTo>
                <a:lnTo>
                  <a:pt x="970" y="1918"/>
                </a:lnTo>
                <a:cubicBezTo>
                  <a:pt x="970" y="1888"/>
                  <a:pt x="954" y="1860"/>
                  <a:pt x="929" y="1842"/>
                </a:cubicBezTo>
                <a:cubicBezTo>
                  <a:pt x="741" y="1719"/>
                  <a:pt x="615" y="1465"/>
                  <a:pt x="615" y="1209"/>
                </a:cubicBezTo>
                <a:cubicBezTo>
                  <a:pt x="613" y="596"/>
                  <a:pt x="914" y="527"/>
                  <a:pt x="1141" y="527"/>
                </a:cubicBezTo>
                <a:close/>
                <a:moveTo>
                  <a:pt x="2264" y="970"/>
                </a:moveTo>
                <a:lnTo>
                  <a:pt x="2149" y="941"/>
                </a:lnTo>
                <a:cubicBezTo>
                  <a:pt x="2113" y="416"/>
                  <a:pt x="1673" y="0"/>
                  <a:pt x="1141" y="0"/>
                </a:cubicBezTo>
                <a:cubicBezTo>
                  <a:pt x="597" y="0"/>
                  <a:pt x="153" y="431"/>
                  <a:pt x="130" y="968"/>
                </a:cubicBezTo>
                <a:lnTo>
                  <a:pt x="62" y="1026"/>
                </a:lnTo>
                <a:cubicBezTo>
                  <a:pt x="41" y="1044"/>
                  <a:pt x="29" y="1069"/>
                  <a:pt x="29" y="1096"/>
                </a:cubicBezTo>
                <a:lnTo>
                  <a:pt x="29" y="1454"/>
                </a:lnTo>
                <a:cubicBezTo>
                  <a:pt x="29" y="1505"/>
                  <a:pt x="71" y="1546"/>
                  <a:pt x="121" y="1546"/>
                </a:cubicBezTo>
                <a:cubicBezTo>
                  <a:pt x="171" y="1546"/>
                  <a:pt x="212" y="1505"/>
                  <a:pt x="212" y="1454"/>
                </a:cubicBezTo>
                <a:lnTo>
                  <a:pt x="212" y="1138"/>
                </a:lnTo>
                <a:lnTo>
                  <a:pt x="280" y="1083"/>
                </a:lnTo>
                <a:cubicBezTo>
                  <a:pt x="301" y="1065"/>
                  <a:pt x="313" y="1040"/>
                  <a:pt x="313" y="1013"/>
                </a:cubicBezTo>
                <a:cubicBezTo>
                  <a:pt x="313" y="555"/>
                  <a:pt x="685" y="183"/>
                  <a:pt x="1143" y="183"/>
                </a:cubicBezTo>
                <a:cubicBezTo>
                  <a:pt x="1599" y="183"/>
                  <a:pt x="1972" y="556"/>
                  <a:pt x="1972" y="1013"/>
                </a:cubicBezTo>
                <a:cubicBezTo>
                  <a:pt x="1972" y="1055"/>
                  <a:pt x="2000" y="1091"/>
                  <a:pt x="2041" y="1102"/>
                </a:cubicBezTo>
                <a:lnTo>
                  <a:pt x="2155" y="1130"/>
                </a:lnTo>
                <a:lnTo>
                  <a:pt x="2155" y="1456"/>
                </a:lnTo>
                <a:cubicBezTo>
                  <a:pt x="2155" y="1506"/>
                  <a:pt x="2196" y="1547"/>
                  <a:pt x="2246" y="1547"/>
                </a:cubicBezTo>
                <a:cubicBezTo>
                  <a:pt x="2296" y="1547"/>
                  <a:pt x="2338" y="1506"/>
                  <a:pt x="2338" y="1456"/>
                </a:cubicBezTo>
                <a:lnTo>
                  <a:pt x="2338" y="1059"/>
                </a:lnTo>
                <a:cubicBezTo>
                  <a:pt x="2334" y="1016"/>
                  <a:pt x="2306" y="979"/>
                  <a:pt x="2265" y="970"/>
                </a:cubicBezTo>
                <a:lnTo>
                  <a:pt x="2264" y="970"/>
                </a:lnTo>
                <a:close/>
                <a:moveTo>
                  <a:pt x="1924" y="1342"/>
                </a:moveTo>
                <a:cubicBezTo>
                  <a:pt x="1908" y="1390"/>
                  <a:pt x="1756" y="1513"/>
                  <a:pt x="1248" y="1513"/>
                </a:cubicBezTo>
                <a:cubicBezTo>
                  <a:pt x="1198" y="1513"/>
                  <a:pt x="1157" y="1555"/>
                  <a:pt x="1157" y="1605"/>
                </a:cubicBezTo>
                <a:cubicBezTo>
                  <a:pt x="1157" y="1655"/>
                  <a:pt x="1198" y="1696"/>
                  <a:pt x="1248" y="1696"/>
                </a:cubicBezTo>
                <a:cubicBezTo>
                  <a:pt x="2021" y="1696"/>
                  <a:pt x="2096" y="1427"/>
                  <a:pt x="2104" y="1373"/>
                </a:cubicBezTo>
                <a:lnTo>
                  <a:pt x="2014" y="1362"/>
                </a:lnTo>
                <a:lnTo>
                  <a:pt x="1924" y="1342"/>
                </a:lnTo>
                <a:close/>
                <a:moveTo>
                  <a:pt x="1497" y="1978"/>
                </a:moveTo>
                <a:lnTo>
                  <a:pt x="1497" y="1917"/>
                </a:lnTo>
                <a:cubicBezTo>
                  <a:pt x="1497" y="1867"/>
                  <a:pt x="1455" y="1826"/>
                  <a:pt x="1405" y="1826"/>
                </a:cubicBezTo>
                <a:cubicBezTo>
                  <a:pt x="1355" y="1826"/>
                  <a:pt x="1314" y="1867"/>
                  <a:pt x="1314" y="1917"/>
                </a:cubicBezTo>
                <a:lnTo>
                  <a:pt x="1314" y="2058"/>
                </a:lnTo>
                <a:cubicBezTo>
                  <a:pt x="1314" y="2103"/>
                  <a:pt x="1349" y="2143"/>
                  <a:pt x="1395" y="2148"/>
                </a:cubicBezTo>
                <a:cubicBezTo>
                  <a:pt x="1442" y="2153"/>
                  <a:pt x="1487" y="2159"/>
                  <a:pt x="1530" y="2167"/>
                </a:cubicBezTo>
                <a:lnTo>
                  <a:pt x="1530" y="1982"/>
                </a:lnTo>
                <a:cubicBezTo>
                  <a:pt x="1520" y="1982"/>
                  <a:pt x="1508" y="1980"/>
                  <a:pt x="1497" y="1978"/>
                </a:cubicBezTo>
                <a:close/>
                <a:moveTo>
                  <a:pt x="2459" y="2247"/>
                </a:moveTo>
                <a:lnTo>
                  <a:pt x="2398" y="2247"/>
                </a:lnTo>
                <a:cubicBezTo>
                  <a:pt x="2396" y="2247"/>
                  <a:pt x="2395" y="2248"/>
                  <a:pt x="2393" y="2249"/>
                </a:cubicBezTo>
                <a:cubicBezTo>
                  <a:pt x="2383" y="2193"/>
                  <a:pt x="2362" y="2142"/>
                  <a:pt x="2330" y="2098"/>
                </a:cubicBezTo>
                <a:cubicBezTo>
                  <a:pt x="2332" y="2097"/>
                  <a:pt x="2334" y="2096"/>
                  <a:pt x="2335" y="2095"/>
                </a:cubicBezTo>
                <a:lnTo>
                  <a:pt x="2378" y="2052"/>
                </a:lnTo>
                <a:cubicBezTo>
                  <a:pt x="2401" y="2029"/>
                  <a:pt x="2401" y="1991"/>
                  <a:pt x="2378" y="1967"/>
                </a:cubicBezTo>
                <a:cubicBezTo>
                  <a:pt x="2354" y="1944"/>
                  <a:pt x="2316" y="1944"/>
                  <a:pt x="2293" y="1967"/>
                </a:cubicBezTo>
                <a:lnTo>
                  <a:pt x="2250" y="2010"/>
                </a:lnTo>
                <a:cubicBezTo>
                  <a:pt x="2249" y="2011"/>
                  <a:pt x="2248" y="2013"/>
                  <a:pt x="2247" y="2014"/>
                </a:cubicBezTo>
                <a:cubicBezTo>
                  <a:pt x="2203" y="1983"/>
                  <a:pt x="2152" y="1961"/>
                  <a:pt x="2096" y="1952"/>
                </a:cubicBezTo>
                <a:cubicBezTo>
                  <a:pt x="2096" y="1950"/>
                  <a:pt x="2097" y="1948"/>
                  <a:pt x="2097" y="1946"/>
                </a:cubicBezTo>
                <a:lnTo>
                  <a:pt x="2097" y="1886"/>
                </a:lnTo>
                <a:cubicBezTo>
                  <a:pt x="2097" y="1853"/>
                  <a:pt x="2070" y="1826"/>
                  <a:pt x="2037" y="1826"/>
                </a:cubicBezTo>
                <a:cubicBezTo>
                  <a:pt x="2004" y="1826"/>
                  <a:pt x="1977" y="1853"/>
                  <a:pt x="1977" y="1886"/>
                </a:cubicBezTo>
                <a:lnTo>
                  <a:pt x="1977" y="1946"/>
                </a:lnTo>
                <a:cubicBezTo>
                  <a:pt x="1977" y="1948"/>
                  <a:pt x="1978" y="1950"/>
                  <a:pt x="1978" y="1952"/>
                </a:cubicBezTo>
                <a:cubicBezTo>
                  <a:pt x="1923" y="1961"/>
                  <a:pt x="1872" y="1983"/>
                  <a:pt x="1827" y="2014"/>
                </a:cubicBezTo>
                <a:cubicBezTo>
                  <a:pt x="1826" y="2013"/>
                  <a:pt x="1826" y="2011"/>
                  <a:pt x="1824" y="2010"/>
                </a:cubicBezTo>
                <a:lnTo>
                  <a:pt x="1782" y="1967"/>
                </a:lnTo>
                <a:cubicBezTo>
                  <a:pt x="1758" y="1944"/>
                  <a:pt x="1720" y="1944"/>
                  <a:pt x="1697" y="1967"/>
                </a:cubicBezTo>
                <a:cubicBezTo>
                  <a:pt x="1673" y="1991"/>
                  <a:pt x="1673" y="2029"/>
                  <a:pt x="1697" y="2052"/>
                </a:cubicBezTo>
                <a:lnTo>
                  <a:pt x="1739" y="2095"/>
                </a:lnTo>
                <a:cubicBezTo>
                  <a:pt x="1741" y="2096"/>
                  <a:pt x="1742" y="2097"/>
                  <a:pt x="1744" y="2098"/>
                </a:cubicBezTo>
                <a:cubicBezTo>
                  <a:pt x="1712" y="2142"/>
                  <a:pt x="1691" y="2193"/>
                  <a:pt x="1682" y="2249"/>
                </a:cubicBezTo>
                <a:cubicBezTo>
                  <a:pt x="1680" y="2248"/>
                  <a:pt x="1678" y="2247"/>
                  <a:pt x="1676" y="2247"/>
                </a:cubicBezTo>
                <a:lnTo>
                  <a:pt x="1616" y="2247"/>
                </a:lnTo>
                <a:cubicBezTo>
                  <a:pt x="1582" y="2247"/>
                  <a:pt x="1555" y="2274"/>
                  <a:pt x="1555" y="2308"/>
                </a:cubicBezTo>
                <a:cubicBezTo>
                  <a:pt x="1555" y="2341"/>
                  <a:pt x="1582" y="2368"/>
                  <a:pt x="1616" y="2368"/>
                </a:cubicBezTo>
                <a:lnTo>
                  <a:pt x="1676" y="2368"/>
                </a:lnTo>
                <a:cubicBezTo>
                  <a:pt x="1678" y="2368"/>
                  <a:pt x="1680" y="2367"/>
                  <a:pt x="1682" y="2367"/>
                </a:cubicBezTo>
                <a:cubicBezTo>
                  <a:pt x="1691" y="2422"/>
                  <a:pt x="1712" y="2473"/>
                  <a:pt x="1744" y="2517"/>
                </a:cubicBezTo>
                <a:cubicBezTo>
                  <a:pt x="1742" y="2519"/>
                  <a:pt x="1741" y="2519"/>
                  <a:pt x="1739" y="2521"/>
                </a:cubicBezTo>
                <a:lnTo>
                  <a:pt x="1697" y="2563"/>
                </a:lnTo>
                <a:cubicBezTo>
                  <a:pt x="1673" y="2587"/>
                  <a:pt x="1673" y="2625"/>
                  <a:pt x="1697" y="2648"/>
                </a:cubicBezTo>
                <a:cubicBezTo>
                  <a:pt x="1720" y="2672"/>
                  <a:pt x="1758" y="2672"/>
                  <a:pt x="1782" y="2648"/>
                </a:cubicBezTo>
                <a:lnTo>
                  <a:pt x="1824" y="2606"/>
                </a:lnTo>
                <a:cubicBezTo>
                  <a:pt x="1826" y="2604"/>
                  <a:pt x="1826" y="2602"/>
                  <a:pt x="1827" y="2601"/>
                </a:cubicBezTo>
                <a:cubicBezTo>
                  <a:pt x="1871" y="2632"/>
                  <a:pt x="1923" y="2654"/>
                  <a:pt x="1978" y="2663"/>
                </a:cubicBezTo>
                <a:cubicBezTo>
                  <a:pt x="1978" y="2665"/>
                  <a:pt x="1977" y="2667"/>
                  <a:pt x="1977" y="2669"/>
                </a:cubicBezTo>
                <a:lnTo>
                  <a:pt x="1977" y="2729"/>
                </a:lnTo>
                <a:cubicBezTo>
                  <a:pt x="1977" y="2762"/>
                  <a:pt x="2004" y="2789"/>
                  <a:pt x="2037" y="2789"/>
                </a:cubicBezTo>
                <a:cubicBezTo>
                  <a:pt x="2070" y="2789"/>
                  <a:pt x="2097" y="2762"/>
                  <a:pt x="2097" y="2729"/>
                </a:cubicBezTo>
                <a:lnTo>
                  <a:pt x="2097" y="2669"/>
                </a:lnTo>
                <a:cubicBezTo>
                  <a:pt x="2097" y="2667"/>
                  <a:pt x="2096" y="2665"/>
                  <a:pt x="2096" y="2663"/>
                </a:cubicBezTo>
                <a:cubicBezTo>
                  <a:pt x="2152" y="2654"/>
                  <a:pt x="2203" y="2632"/>
                  <a:pt x="2247" y="2601"/>
                </a:cubicBezTo>
                <a:cubicBezTo>
                  <a:pt x="2248" y="2602"/>
                  <a:pt x="2249" y="2604"/>
                  <a:pt x="2250" y="2606"/>
                </a:cubicBezTo>
                <a:lnTo>
                  <a:pt x="2293" y="2648"/>
                </a:lnTo>
                <a:cubicBezTo>
                  <a:pt x="2316" y="2672"/>
                  <a:pt x="2354" y="2672"/>
                  <a:pt x="2378" y="2648"/>
                </a:cubicBezTo>
                <a:cubicBezTo>
                  <a:pt x="2401" y="2625"/>
                  <a:pt x="2401" y="2587"/>
                  <a:pt x="2378" y="2563"/>
                </a:cubicBezTo>
                <a:lnTo>
                  <a:pt x="2335" y="2521"/>
                </a:lnTo>
                <a:cubicBezTo>
                  <a:pt x="2334" y="2519"/>
                  <a:pt x="2332" y="2519"/>
                  <a:pt x="2330" y="2517"/>
                </a:cubicBezTo>
                <a:cubicBezTo>
                  <a:pt x="2362" y="2473"/>
                  <a:pt x="2383" y="2422"/>
                  <a:pt x="2392" y="2367"/>
                </a:cubicBezTo>
                <a:cubicBezTo>
                  <a:pt x="2395" y="2367"/>
                  <a:pt x="2396" y="2368"/>
                  <a:pt x="2398" y="2368"/>
                </a:cubicBezTo>
                <a:lnTo>
                  <a:pt x="2459" y="2368"/>
                </a:lnTo>
                <a:cubicBezTo>
                  <a:pt x="2492" y="2368"/>
                  <a:pt x="2519" y="2341"/>
                  <a:pt x="2519" y="2308"/>
                </a:cubicBezTo>
                <a:cubicBezTo>
                  <a:pt x="2519" y="2274"/>
                  <a:pt x="2492" y="2247"/>
                  <a:pt x="2459" y="2247"/>
                </a:cubicBezTo>
                <a:close/>
                <a:moveTo>
                  <a:pt x="2037" y="2548"/>
                </a:moveTo>
                <a:cubicBezTo>
                  <a:pt x="1904" y="2548"/>
                  <a:pt x="1796" y="2441"/>
                  <a:pt x="1796" y="2308"/>
                </a:cubicBezTo>
                <a:cubicBezTo>
                  <a:pt x="1796" y="2175"/>
                  <a:pt x="1904" y="2067"/>
                  <a:pt x="2037" y="2067"/>
                </a:cubicBezTo>
                <a:cubicBezTo>
                  <a:pt x="2170" y="2067"/>
                  <a:pt x="2278" y="2175"/>
                  <a:pt x="2278" y="2308"/>
                </a:cubicBezTo>
                <a:cubicBezTo>
                  <a:pt x="2278" y="2441"/>
                  <a:pt x="2170" y="2548"/>
                  <a:pt x="2037" y="254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17" name="Freeform 18">
            <a:extLst>
              <a:ext uri="{FF2B5EF4-FFF2-40B4-BE49-F238E27FC236}">
                <a16:creationId xmlns:a16="http://schemas.microsoft.com/office/drawing/2014/main" id="{401A5B2C-B682-BA47-A629-73CDEB548888}"/>
              </a:ext>
            </a:extLst>
          </p:cNvPr>
          <p:cNvSpPr>
            <a:spLocks noChangeAspect="1" noChangeArrowheads="1"/>
          </p:cNvSpPr>
          <p:nvPr/>
        </p:nvSpPr>
        <p:spPr bwMode="auto">
          <a:xfrm>
            <a:off x="7288698" y="1515974"/>
            <a:ext cx="316788" cy="433905"/>
          </a:xfrm>
          <a:custGeom>
            <a:avLst/>
            <a:gdLst>
              <a:gd name="T0" fmla="*/ 49117 w 2026"/>
              <a:gd name="T1" fmla="*/ 310862 h 2784"/>
              <a:gd name="T2" fmla="*/ 147221 w 2026"/>
              <a:gd name="T3" fmla="*/ 310862 h 2784"/>
              <a:gd name="T4" fmla="*/ 149289 w 2026"/>
              <a:gd name="T5" fmla="*/ 294440 h 2784"/>
              <a:gd name="T6" fmla="*/ 49117 w 2026"/>
              <a:gd name="T7" fmla="*/ 294440 h 2784"/>
              <a:gd name="T8" fmla="*/ 49117 w 2026"/>
              <a:gd name="T9" fmla="*/ 310862 h 2784"/>
              <a:gd name="T10" fmla="*/ 228910 w 2026"/>
              <a:gd name="T11" fmla="*/ 359871 h 2784"/>
              <a:gd name="T12" fmla="*/ 228910 w 2026"/>
              <a:gd name="T13" fmla="*/ 327155 h 2784"/>
              <a:gd name="T14" fmla="*/ 261741 w 2026"/>
              <a:gd name="T15" fmla="*/ 327155 h 2784"/>
              <a:gd name="T16" fmla="*/ 261741 w 2026"/>
              <a:gd name="T17" fmla="*/ 294440 h 2784"/>
              <a:gd name="T18" fmla="*/ 228910 w 2026"/>
              <a:gd name="T19" fmla="*/ 294440 h 2784"/>
              <a:gd name="T20" fmla="*/ 228910 w 2026"/>
              <a:gd name="T21" fmla="*/ 261724 h 2784"/>
              <a:gd name="T22" fmla="*/ 196209 w 2026"/>
              <a:gd name="T23" fmla="*/ 261724 h 2784"/>
              <a:gd name="T24" fmla="*/ 196209 w 2026"/>
              <a:gd name="T25" fmla="*/ 294440 h 2784"/>
              <a:gd name="T26" fmla="*/ 163507 w 2026"/>
              <a:gd name="T27" fmla="*/ 294440 h 2784"/>
              <a:gd name="T28" fmla="*/ 163507 w 2026"/>
              <a:gd name="T29" fmla="*/ 327155 h 2784"/>
              <a:gd name="T30" fmla="*/ 196209 w 2026"/>
              <a:gd name="T31" fmla="*/ 327155 h 2784"/>
              <a:gd name="T32" fmla="*/ 196209 w 2026"/>
              <a:gd name="T33" fmla="*/ 359871 h 2784"/>
              <a:gd name="T34" fmla="*/ 228910 w 2026"/>
              <a:gd name="T35" fmla="*/ 359871 h 2784"/>
              <a:gd name="T36" fmla="*/ 212624 w 2026"/>
              <a:gd name="T37" fmla="*/ 245302 h 2784"/>
              <a:gd name="T38" fmla="*/ 49117 w 2026"/>
              <a:gd name="T39" fmla="*/ 245302 h 2784"/>
              <a:gd name="T40" fmla="*/ 49117 w 2026"/>
              <a:gd name="T41" fmla="*/ 261724 h 2784"/>
              <a:gd name="T42" fmla="*/ 169324 w 2026"/>
              <a:gd name="T43" fmla="*/ 261724 h 2784"/>
              <a:gd name="T44" fmla="*/ 212624 w 2026"/>
              <a:gd name="T45" fmla="*/ 245302 h 2784"/>
              <a:gd name="T46" fmla="*/ 212624 w 2026"/>
              <a:gd name="T47" fmla="*/ 98147 h 2784"/>
              <a:gd name="T48" fmla="*/ 212624 w 2026"/>
              <a:gd name="T49" fmla="*/ 114569 h 2784"/>
              <a:gd name="T50" fmla="*/ 49117 w 2026"/>
              <a:gd name="T51" fmla="*/ 114569 h 2784"/>
              <a:gd name="T52" fmla="*/ 49117 w 2026"/>
              <a:gd name="T53" fmla="*/ 98147 h 2784"/>
              <a:gd name="T54" fmla="*/ 212624 w 2026"/>
              <a:gd name="T55" fmla="*/ 98147 h 2784"/>
              <a:gd name="T56" fmla="*/ 212624 w 2026"/>
              <a:gd name="T57" fmla="*/ 196293 h 2784"/>
              <a:gd name="T58" fmla="*/ 212624 w 2026"/>
              <a:gd name="T59" fmla="*/ 212586 h 2784"/>
              <a:gd name="T60" fmla="*/ 49117 w 2026"/>
              <a:gd name="T61" fmla="*/ 212586 h 2784"/>
              <a:gd name="T62" fmla="*/ 49117 w 2026"/>
              <a:gd name="T63" fmla="*/ 196293 h 2784"/>
              <a:gd name="T64" fmla="*/ 212624 w 2026"/>
              <a:gd name="T65" fmla="*/ 196293 h 2784"/>
              <a:gd name="T66" fmla="*/ 261741 w 2026"/>
              <a:gd name="T67" fmla="*/ 72026 h 2784"/>
              <a:gd name="T68" fmla="*/ 190263 w 2026"/>
              <a:gd name="T69" fmla="*/ 0 h 2784"/>
              <a:gd name="T70" fmla="*/ 8014 w 2026"/>
              <a:gd name="T71" fmla="*/ 0 h 2784"/>
              <a:gd name="T72" fmla="*/ 0 w 2026"/>
              <a:gd name="T73" fmla="*/ 8017 h 2784"/>
              <a:gd name="T74" fmla="*/ 0 w 2026"/>
              <a:gd name="T75" fmla="*/ 351853 h 2784"/>
              <a:gd name="T76" fmla="*/ 8014 w 2026"/>
              <a:gd name="T77" fmla="*/ 359871 h 2784"/>
              <a:gd name="T78" fmla="*/ 169324 w 2026"/>
              <a:gd name="T79" fmla="*/ 359871 h 2784"/>
              <a:gd name="T80" fmla="*/ 155881 w 2026"/>
              <a:gd name="T81" fmla="*/ 343578 h 2784"/>
              <a:gd name="T82" fmla="*/ 16415 w 2026"/>
              <a:gd name="T83" fmla="*/ 343578 h 2784"/>
              <a:gd name="T84" fmla="*/ 16415 w 2026"/>
              <a:gd name="T85" fmla="*/ 16293 h 2784"/>
              <a:gd name="T86" fmla="*/ 179923 w 2026"/>
              <a:gd name="T87" fmla="*/ 16293 h 2784"/>
              <a:gd name="T88" fmla="*/ 179923 w 2026"/>
              <a:gd name="T89" fmla="*/ 65431 h 2784"/>
              <a:gd name="T90" fmla="*/ 196209 w 2026"/>
              <a:gd name="T91" fmla="*/ 81853 h 2784"/>
              <a:gd name="T92" fmla="*/ 245325 w 2026"/>
              <a:gd name="T93" fmla="*/ 81853 h 2784"/>
              <a:gd name="T94" fmla="*/ 245325 w 2026"/>
              <a:gd name="T95" fmla="*/ 254095 h 2784"/>
              <a:gd name="T96" fmla="*/ 261741 w 2026"/>
              <a:gd name="T97" fmla="*/ 267543 h 2784"/>
              <a:gd name="T98" fmla="*/ 261741 w 2026"/>
              <a:gd name="T99" fmla="*/ 72026 h 2784"/>
              <a:gd name="T100" fmla="*/ 49117 w 2026"/>
              <a:gd name="T101" fmla="*/ 49009 h 2784"/>
              <a:gd name="T102" fmla="*/ 147221 w 2026"/>
              <a:gd name="T103" fmla="*/ 49009 h 2784"/>
              <a:gd name="T104" fmla="*/ 147221 w 2026"/>
              <a:gd name="T105" fmla="*/ 65431 h 2784"/>
              <a:gd name="T106" fmla="*/ 49117 w 2026"/>
              <a:gd name="T107" fmla="*/ 65431 h 2784"/>
              <a:gd name="T108" fmla="*/ 49117 w 2026"/>
              <a:gd name="T109" fmla="*/ 49009 h 2784"/>
              <a:gd name="T110" fmla="*/ 212624 w 2026"/>
              <a:gd name="T111" fmla="*/ 147284 h 2784"/>
              <a:gd name="T112" fmla="*/ 212624 w 2026"/>
              <a:gd name="T113" fmla="*/ 163578 h 2784"/>
              <a:gd name="T114" fmla="*/ 49117 w 2026"/>
              <a:gd name="T115" fmla="*/ 163578 h 2784"/>
              <a:gd name="T116" fmla="*/ 49117 w 2026"/>
              <a:gd name="T117" fmla="*/ 147284 h 2784"/>
              <a:gd name="T118" fmla="*/ 212624 w 2026"/>
              <a:gd name="T119" fmla="*/ 147284 h 27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26" h="2784">
                <a:moveTo>
                  <a:pt x="380" y="2404"/>
                </a:moveTo>
                <a:lnTo>
                  <a:pt x="1139" y="2404"/>
                </a:lnTo>
                <a:cubicBezTo>
                  <a:pt x="1139" y="2360"/>
                  <a:pt x="1144" y="2317"/>
                  <a:pt x="1155" y="2277"/>
                </a:cubicBezTo>
                <a:lnTo>
                  <a:pt x="380" y="2277"/>
                </a:lnTo>
                <a:lnTo>
                  <a:pt x="380" y="2404"/>
                </a:lnTo>
                <a:close/>
                <a:moveTo>
                  <a:pt x="1771" y="2783"/>
                </a:moveTo>
                <a:lnTo>
                  <a:pt x="1771" y="2530"/>
                </a:lnTo>
                <a:lnTo>
                  <a:pt x="2025" y="2530"/>
                </a:lnTo>
                <a:lnTo>
                  <a:pt x="2025" y="2277"/>
                </a:lnTo>
                <a:lnTo>
                  <a:pt x="1771" y="2277"/>
                </a:lnTo>
                <a:lnTo>
                  <a:pt x="1771" y="2024"/>
                </a:lnTo>
                <a:lnTo>
                  <a:pt x="1518" y="2024"/>
                </a:lnTo>
                <a:lnTo>
                  <a:pt x="1518" y="2277"/>
                </a:lnTo>
                <a:lnTo>
                  <a:pt x="1265" y="2277"/>
                </a:lnTo>
                <a:lnTo>
                  <a:pt x="1265" y="2530"/>
                </a:lnTo>
                <a:lnTo>
                  <a:pt x="1518" y="2530"/>
                </a:lnTo>
                <a:lnTo>
                  <a:pt x="1518" y="2783"/>
                </a:lnTo>
                <a:lnTo>
                  <a:pt x="1771" y="2783"/>
                </a:lnTo>
                <a:close/>
                <a:moveTo>
                  <a:pt x="1645" y="1897"/>
                </a:moveTo>
                <a:lnTo>
                  <a:pt x="380" y="1897"/>
                </a:lnTo>
                <a:lnTo>
                  <a:pt x="380" y="2024"/>
                </a:lnTo>
                <a:lnTo>
                  <a:pt x="1310" y="2024"/>
                </a:lnTo>
                <a:cubicBezTo>
                  <a:pt x="1399" y="1945"/>
                  <a:pt x="1517" y="1897"/>
                  <a:pt x="1645" y="1897"/>
                </a:cubicBezTo>
                <a:close/>
                <a:moveTo>
                  <a:pt x="1645" y="759"/>
                </a:moveTo>
                <a:lnTo>
                  <a:pt x="1645" y="886"/>
                </a:lnTo>
                <a:lnTo>
                  <a:pt x="380" y="886"/>
                </a:lnTo>
                <a:lnTo>
                  <a:pt x="380" y="759"/>
                </a:lnTo>
                <a:lnTo>
                  <a:pt x="1645" y="759"/>
                </a:lnTo>
                <a:close/>
                <a:moveTo>
                  <a:pt x="1645" y="1518"/>
                </a:moveTo>
                <a:lnTo>
                  <a:pt x="1645" y="1644"/>
                </a:lnTo>
                <a:lnTo>
                  <a:pt x="380" y="1644"/>
                </a:lnTo>
                <a:lnTo>
                  <a:pt x="380" y="1518"/>
                </a:lnTo>
                <a:lnTo>
                  <a:pt x="1645" y="1518"/>
                </a:lnTo>
                <a:close/>
                <a:moveTo>
                  <a:pt x="2025" y="557"/>
                </a:moveTo>
                <a:lnTo>
                  <a:pt x="1472" y="0"/>
                </a:lnTo>
                <a:lnTo>
                  <a:pt x="62" y="0"/>
                </a:lnTo>
                <a:cubicBezTo>
                  <a:pt x="62" y="0"/>
                  <a:pt x="0" y="0"/>
                  <a:pt x="0" y="62"/>
                </a:cubicBezTo>
                <a:lnTo>
                  <a:pt x="0" y="2721"/>
                </a:lnTo>
                <a:cubicBezTo>
                  <a:pt x="0" y="2783"/>
                  <a:pt x="62" y="2783"/>
                  <a:pt x="62" y="2783"/>
                </a:cubicBezTo>
                <a:lnTo>
                  <a:pt x="1310" y="2783"/>
                </a:lnTo>
                <a:cubicBezTo>
                  <a:pt x="1269" y="2747"/>
                  <a:pt x="1234" y="2704"/>
                  <a:pt x="1206" y="2657"/>
                </a:cubicBezTo>
                <a:lnTo>
                  <a:pt x="127" y="2657"/>
                </a:lnTo>
                <a:lnTo>
                  <a:pt x="127" y="126"/>
                </a:lnTo>
                <a:lnTo>
                  <a:pt x="1392" y="126"/>
                </a:lnTo>
                <a:lnTo>
                  <a:pt x="1392" y="506"/>
                </a:lnTo>
                <a:cubicBezTo>
                  <a:pt x="1392" y="633"/>
                  <a:pt x="1518" y="633"/>
                  <a:pt x="1518" y="633"/>
                </a:cubicBezTo>
                <a:lnTo>
                  <a:pt x="1898" y="633"/>
                </a:lnTo>
                <a:lnTo>
                  <a:pt x="1898" y="1965"/>
                </a:lnTo>
                <a:cubicBezTo>
                  <a:pt x="1946" y="1993"/>
                  <a:pt x="1988" y="2028"/>
                  <a:pt x="2025" y="2069"/>
                </a:cubicBezTo>
                <a:lnTo>
                  <a:pt x="2025" y="557"/>
                </a:lnTo>
                <a:close/>
                <a:moveTo>
                  <a:pt x="380" y="379"/>
                </a:moveTo>
                <a:lnTo>
                  <a:pt x="1139" y="379"/>
                </a:lnTo>
                <a:lnTo>
                  <a:pt x="1139" y="506"/>
                </a:lnTo>
                <a:lnTo>
                  <a:pt x="380" y="506"/>
                </a:lnTo>
                <a:lnTo>
                  <a:pt x="380" y="379"/>
                </a:lnTo>
                <a:close/>
                <a:moveTo>
                  <a:pt x="1645" y="1139"/>
                </a:moveTo>
                <a:lnTo>
                  <a:pt x="1645" y="1265"/>
                </a:lnTo>
                <a:lnTo>
                  <a:pt x="380" y="1265"/>
                </a:lnTo>
                <a:lnTo>
                  <a:pt x="380" y="1139"/>
                </a:lnTo>
                <a:lnTo>
                  <a:pt x="1645" y="1139"/>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18" name="Freeform 19">
            <a:extLst>
              <a:ext uri="{FF2B5EF4-FFF2-40B4-BE49-F238E27FC236}">
                <a16:creationId xmlns:a16="http://schemas.microsoft.com/office/drawing/2014/main" id="{5F7E0C11-767C-A444-BF57-762A3090FA9D}"/>
              </a:ext>
            </a:extLst>
          </p:cNvPr>
          <p:cNvSpPr>
            <a:spLocks noChangeAspect="1" noChangeArrowheads="1"/>
          </p:cNvSpPr>
          <p:nvPr/>
        </p:nvSpPr>
        <p:spPr bwMode="auto">
          <a:xfrm>
            <a:off x="820443" y="5119687"/>
            <a:ext cx="366708" cy="243831"/>
          </a:xfrm>
          <a:custGeom>
            <a:avLst/>
            <a:gdLst>
              <a:gd name="T0" fmla="*/ 14246 w 2610"/>
              <a:gd name="T1" fmla="*/ 88691 h 1742"/>
              <a:gd name="T2" fmla="*/ 28607 w 2610"/>
              <a:gd name="T3" fmla="*/ 102932 h 1742"/>
              <a:gd name="T4" fmla="*/ 14246 w 2610"/>
              <a:gd name="T5" fmla="*/ 117174 h 1742"/>
              <a:gd name="T6" fmla="*/ 0 w 2610"/>
              <a:gd name="T7" fmla="*/ 102932 h 1742"/>
              <a:gd name="T8" fmla="*/ 14246 w 2610"/>
              <a:gd name="T9" fmla="*/ 88691 h 1742"/>
              <a:gd name="T10" fmla="*/ 70766 w 2610"/>
              <a:gd name="T11" fmla="*/ 88691 h 1742"/>
              <a:gd name="T12" fmla="*/ 85012 w 2610"/>
              <a:gd name="T13" fmla="*/ 102932 h 1742"/>
              <a:gd name="T14" fmla="*/ 70766 w 2610"/>
              <a:gd name="T15" fmla="*/ 117174 h 1742"/>
              <a:gd name="T16" fmla="*/ 56404 w 2610"/>
              <a:gd name="T17" fmla="*/ 102932 h 1742"/>
              <a:gd name="T18" fmla="*/ 70766 w 2610"/>
              <a:gd name="T19" fmla="*/ 88691 h 1742"/>
              <a:gd name="T20" fmla="*/ 127286 w 2610"/>
              <a:gd name="T21" fmla="*/ 88691 h 1742"/>
              <a:gd name="T22" fmla="*/ 141531 w 2610"/>
              <a:gd name="T23" fmla="*/ 102932 h 1742"/>
              <a:gd name="T24" fmla="*/ 127286 w 2610"/>
              <a:gd name="T25" fmla="*/ 117174 h 1742"/>
              <a:gd name="T26" fmla="*/ 112924 w 2610"/>
              <a:gd name="T27" fmla="*/ 102932 h 1742"/>
              <a:gd name="T28" fmla="*/ 127286 w 2610"/>
              <a:gd name="T29" fmla="*/ 88691 h 1742"/>
              <a:gd name="T30" fmla="*/ 183574 w 2610"/>
              <a:gd name="T31" fmla="*/ 88691 h 1742"/>
              <a:gd name="T32" fmla="*/ 197936 w 2610"/>
              <a:gd name="T33" fmla="*/ 102932 h 1742"/>
              <a:gd name="T34" fmla="*/ 183574 w 2610"/>
              <a:gd name="T35" fmla="*/ 117174 h 1742"/>
              <a:gd name="T36" fmla="*/ 169328 w 2610"/>
              <a:gd name="T37" fmla="*/ 102932 h 1742"/>
              <a:gd name="T38" fmla="*/ 183574 w 2610"/>
              <a:gd name="T39" fmla="*/ 88691 h 1742"/>
              <a:gd name="T40" fmla="*/ 299509 w 2610"/>
              <a:gd name="T41" fmla="*/ 93206 h 1742"/>
              <a:gd name="T42" fmla="*/ 210444 w 2610"/>
              <a:gd name="T43" fmla="*/ 4168 h 1742"/>
              <a:gd name="T44" fmla="*/ 192955 w 2610"/>
              <a:gd name="T45" fmla="*/ 6831 h 1742"/>
              <a:gd name="T46" fmla="*/ 190292 w 2610"/>
              <a:gd name="T47" fmla="*/ 24315 h 1742"/>
              <a:gd name="T48" fmla="*/ 266732 w 2610"/>
              <a:gd name="T49" fmla="*/ 100848 h 1742"/>
              <a:gd name="T50" fmla="*/ 190292 w 2610"/>
              <a:gd name="T51" fmla="*/ 177266 h 1742"/>
              <a:gd name="T52" fmla="*/ 192955 w 2610"/>
              <a:gd name="T53" fmla="*/ 194749 h 1742"/>
              <a:gd name="T54" fmla="*/ 210444 w 2610"/>
              <a:gd name="T55" fmla="*/ 197412 h 1742"/>
              <a:gd name="T56" fmla="*/ 299625 w 2610"/>
              <a:gd name="T57" fmla="*/ 108374 h 1742"/>
              <a:gd name="T58" fmla="*/ 301942 w 2610"/>
              <a:gd name="T59" fmla="*/ 100848 h 1742"/>
              <a:gd name="T60" fmla="*/ 299509 w 2610"/>
              <a:gd name="T61" fmla="*/ 93206 h 174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610" h="1742">
                <a:moveTo>
                  <a:pt x="123" y="766"/>
                </a:moveTo>
                <a:cubicBezTo>
                  <a:pt x="191" y="766"/>
                  <a:pt x="247" y="821"/>
                  <a:pt x="247" y="889"/>
                </a:cubicBezTo>
                <a:cubicBezTo>
                  <a:pt x="247" y="957"/>
                  <a:pt x="191" y="1012"/>
                  <a:pt x="123" y="1012"/>
                </a:cubicBezTo>
                <a:cubicBezTo>
                  <a:pt x="55" y="1012"/>
                  <a:pt x="0" y="957"/>
                  <a:pt x="0" y="889"/>
                </a:cubicBezTo>
                <a:cubicBezTo>
                  <a:pt x="0" y="821"/>
                  <a:pt x="55" y="766"/>
                  <a:pt x="123" y="766"/>
                </a:cubicBezTo>
                <a:close/>
                <a:moveTo>
                  <a:pt x="611" y="766"/>
                </a:moveTo>
                <a:cubicBezTo>
                  <a:pt x="679" y="766"/>
                  <a:pt x="734" y="821"/>
                  <a:pt x="734" y="889"/>
                </a:cubicBezTo>
                <a:cubicBezTo>
                  <a:pt x="734" y="957"/>
                  <a:pt x="679" y="1012"/>
                  <a:pt x="611" y="1012"/>
                </a:cubicBezTo>
                <a:cubicBezTo>
                  <a:pt x="543" y="1012"/>
                  <a:pt x="487" y="957"/>
                  <a:pt x="487" y="889"/>
                </a:cubicBezTo>
                <a:cubicBezTo>
                  <a:pt x="487" y="821"/>
                  <a:pt x="543" y="766"/>
                  <a:pt x="611" y="766"/>
                </a:cubicBezTo>
                <a:close/>
                <a:moveTo>
                  <a:pt x="1099" y="766"/>
                </a:moveTo>
                <a:cubicBezTo>
                  <a:pt x="1167" y="766"/>
                  <a:pt x="1222" y="821"/>
                  <a:pt x="1222" y="889"/>
                </a:cubicBezTo>
                <a:cubicBezTo>
                  <a:pt x="1222" y="957"/>
                  <a:pt x="1167" y="1012"/>
                  <a:pt x="1099" y="1012"/>
                </a:cubicBezTo>
                <a:cubicBezTo>
                  <a:pt x="1030" y="1012"/>
                  <a:pt x="975" y="957"/>
                  <a:pt x="975" y="889"/>
                </a:cubicBezTo>
                <a:cubicBezTo>
                  <a:pt x="975" y="821"/>
                  <a:pt x="1030" y="766"/>
                  <a:pt x="1099" y="766"/>
                </a:cubicBezTo>
                <a:close/>
                <a:moveTo>
                  <a:pt x="1585" y="766"/>
                </a:moveTo>
                <a:cubicBezTo>
                  <a:pt x="1654" y="766"/>
                  <a:pt x="1709" y="821"/>
                  <a:pt x="1709" y="889"/>
                </a:cubicBezTo>
                <a:cubicBezTo>
                  <a:pt x="1709" y="957"/>
                  <a:pt x="1654" y="1012"/>
                  <a:pt x="1585" y="1012"/>
                </a:cubicBezTo>
                <a:cubicBezTo>
                  <a:pt x="1517" y="1012"/>
                  <a:pt x="1462" y="957"/>
                  <a:pt x="1462" y="889"/>
                </a:cubicBezTo>
                <a:cubicBezTo>
                  <a:pt x="1462" y="821"/>
                  <a:pt x="1517" y="766"/>
                  <a:pt x="1585" y="766"/>
                </a:cubicBezTo>
                <a:close/>
                <a:moveTo>
                  <a:pt x="2586" y="805"/>
                </a:moveTo>
                <a:lnTo>
                  <a:pt x="1817" y="36"/>
                </a:lnTo>
                <a:cubicBezTo>
                  <a:pt x="1782" y="0"/>
                  <a:pt x="1715" y="11"/>
                  <a:pt x="1666" y="59"/>
                </a:cubicBezTo>
                <a:cubicBezTo>
                  <a:pt x="1618" y="107"/>
                  <a:pt x="1608" y="175"/>
                  <a:pt x="1643" y="210"/>
                </a:cubicBezTo>
                <a:lnTo>
                  <a:pt x="2303" y="871"/>
                </a:lnTo>
                <a:lnTo>
                  <a:pt x="1643" y="1531"/>
                </a:lnTo>
                <a:cubicBezTo>
                  <a:pt x="1608" y="1566"/>
                  <a:pt x="1618" y="1634"/>
                  <a:pt x="1666" y="1682"/>
                </a:cubicBezTo>
                <a:cubicBezTo>
                  <a:pt x="1715" y="1730"/>
                  <a:pt x="1782" y="1741"/>
                  <a:pt x="1817" y="1705"/>
                </a:cubicBezTo>
                <a:lnTo>
                  <a:pt x="2587" y="936"/>
                </a:lnTo>
                <a:cubicBezTo>
                  <a:pt x="2603" y="920"/>
                  <a:pt x="2609" y="896"/>
                  <a:pt x="2607" y="871"/>
                </a:cubicBezTo>
                <a:cubicBezTo>
                  <a:pt x="2609" y="845"/>
                  <a:pt x="2603" y="821"/>
                  <a:pt x="2586" y="80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19" name="Freeform 20">
            <a:extLst>
              <a:ext uri="{FF2B5EF4-FFF2-40B4-BE49-F238E27FC236}">
                <a16:creationId xmlns:a16="http://schemas.microsoft.com/office/drawing/2014/main" id="{70B974D3-645C-BC48-A248-6F09D8F04405}"/>
              </a:ext>
            </a:extLst>
          </p:cNvPr>
          <p:cNvSpPr>
            <a:spLocks noChangeAspect="1" noChangeArrowheads="1"/>
          </p:cNvSpPr>
          <p:nvPr/>
        </p:nvSpPr>
        <p:spPr bwMode="auto">
          <a:xfrm>
            <a:off x="820443" y="4209641"/>
            <a:ext cx="370548" cy="433905"/>
          </a:xfrm>
          <a:custGeom>
            <a:avLst/>
            <a:gdLst>
              <a:gd name="T0" fmla="*/ 297399 w 2353"/>
              <a:gd name="T1" fmla="*/ 334249 h 2768"/>
              <a:gd name="T2" fmla="*/ 176930 w 2353"/>
              <a:gd name="T3" fmla="*/ 334249 h 2768"/>
              <a:gd name="T4" fmla="*/ 176930 w 2353"/>
              <a:gd name="T5" fmla="*/ 334899 h 2768"/>
              <a:gd name="T6" fmla="*/ 152082 w 2353"/>
              <a:gd name="T7" fmla="*/ 359870 h 2768"/>
              <a:gd name="T8" fmla="*/ 127234 w 2353"/>
              <a:gd name="T9" fmla="*/ 334899 h 2768"/>
              <a:gd name="T10" fmla="*/ 127234 w 2353"/>
              <a:gd name="T11" fmla="*/ 334249 h 2768"/>
              <a:gd name="T12" fmla="*/ 8586 w 2353"/>
              <a:gd name="T13" fmla="*/ 334249 h 2768"/>
              <a:gd name="T14" fmla="*/ 1431 w 2353"/>
              <a:gd name="T15" fmla="*/ 330087 h 2768"/>
              <a:gd name="T16" fmla="*/ 1431 w 2353"/>
              <a:gd name="T17" fmla="*/ 321893 h 2768"/>
              <a:gd name="T18" fmla="*/ 33695 w 2353"/>
              <a:gd name="T19" fmla="*/ 266228 h 2768"/>
              <a:gd name="T20" fmla="*/ 33695 w 2353"/>
              <a:gd name="T21" fmla="*/ 145014 h 2768"/>
              <a:gd name="T22" fmla="*/ 129055 w 2353"/>
              <a:gd name="T23" fmla="*/ 28223 h 2768"/>
              <a:gd name="T24" fmla="*/ 129055 w 2353"/>
              <a:gd name="T25" fmla="*/ 24971 h 2768"/>
              <a:gd name="T26" fmla="*/ 154033 w 2353"/>
              <a:gd name="T27" fmla="*/ 0 h 2768"/>
              <a:gd name="T28" fmla="*/ 178751 w 2353"/>
              <a:gd name="T29" fmla="*/ 24971 h 2768"/>
              <a:gd name="T30" fmla="*/ 178751 w 2353"/>
              <a:gd name="T31" fmla="*/ 28613 h 2768"/>
              <a:gd name="T32" fmla="*/ 272290 w 2353"/>
              <a:gd name="T33" fmla="*/ 145014 h 2768"/>
              <a:gd name="T34" fmla="*/ 272290 w 2353"/>
              <a:gd name="T35" fmla="*/ 266228 h 2768"/>
              <a:gd name="T36" fmla="*/ 304554 w 2353"/>
              <a:gd name="T37" fmla="*/ 321893 h 2768"/>
              <a:gd name="T38" fmla="*/ 304554 w 2353"/>
              <a:gd name="T39" fmla="*/ 330087 h 2768"/>
              <a:gd name="T40" fmla="*/ 297399 w 2353"/>
              <a:gd name="T41" fmla="*/ 334249 h 2768"/>
              <a:gd name="T42" fmla="*/ 143756 w 2353"/>
              <a:gd name="T43" fmla="*/ 334249 h 2768"/>
              <a:gd name="T44" fmla="*/ 143756 w 2353"/>
              <a:gd name="T45" fmla="*/ 334899 h 2768"/>
              <a:gd name="T46" fmla="*/ 152082 w 2353"/>
              <a:gd name="T47" fmla="*/ 343223 h 2768"/>
              <a:gd name="T48" fmla="*/ 160408 w 2353"/>
              <a:gd name="T49" fmla="*/ 334899 h 2768"/>
              <a:gd name="T50" fmla="*/ 160408 w 2353"/>
              <a:gd name="T51" fmla="*/ 334249 h 2768"/>
              <a:gd name="T52" fmla="*/ 143756 w 2353"/>
              <a:gd name="T53" fmla="*/ 334249 h 2768"/>
              <a:gd name="T54" fmla="*/ 282958 w 2353"/>
              <a:gd name="T55" fmla="*/ 317731 h 2768"/>
              <a:gd name="T56" fmla="*/ 256028 w 2353"/>
              <a:gd name="T57" fmla="*/ 271171 h 2768"/>
              <a:gd name="T58" fmla="*/ 255768 w 2353"/>
              <a:gd name="T59" fmla="*/ 263497 h 2768"/>
              <a:gd name="T60" fmla="*/ 255768 w 2353"/>
              <a:gd name="T61" fmla="*/ 145014 h 2768"/>
              <a:gd name="T62" fmla="*/ 169254 w 2353"/>
              <a:gd name="T63" fmla="*/ 43699 h 2768"/>
              <a:gd name="T64" fmla="*/ 162229 w 2353"/>
              <a:gd name="T65" fmla="*/ 35506 h 2768"/>
              <a:gd name="T66" fmla="*/ 162229 w 2353"/>
              <a:gd name="T67" fmla="*/ 24971 h 2768"/>
              <a:gd name="T68" fmla="*/ 154033 w 2353"/>
              <a:gd name="T69" fmla="*/ 16517 h 2768"/>
              <a:gd name="T70" fmla="*/ 145577 w 2353"/>
              <a:gd name="T71" fmla="*/ 24971 h 2768"/>
              <a:gd name="T72" fmla="*/ 145577 w 2353"/>
              <a:gd name="T73" fmla="*/ 35246 h 2768"/>
              <a:gd name="T74" fmla="*/ 138552 w 2353"/>
              <a:gd name="T75" fmla="*/ 43309 h 2768"/>
              <a:gd name="T76" fmla="*/ 50217 w 2353"/>
              <a:gd name="T77" fmla="*/ 145014 h 2768"/>
              <a:gd name="T78" fmla="*/ 50217 w 2353"/>
              <a:gd name="T79" fmla="*/ 264408 h 2768"/>
              <a:gd name="T80" fmla="*/ 49957 w 2353"/>
              <a:gd name="T81" fmla="*/ 271171 h 2768"/>
              <a:gd name="T82" fmla="*/ 23027 w 2353"/>
              <a:gd name="T83" fmla="*/ 317731 h 2768"/>
              <a:gd name="T84" fmla="*/ 282958 w 2353"/>
              <a:gd name="T85" fmla="*/ 317731 h 276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353" h="2768">
                <a:moveTo>
                  <a:pt x="2286" y="2570"/>
                </a:moveTo>
                <a:lnTo>
                  <a:pt x="1360" y="2570"/>
                </a:lnTo>
                <a:cubicBezTo>
                  <a:pt x="1360" y="2572"/>
                  <a:pt x="1360" y="2573"/>
                  <a:pt x="1360" y="2575"/>
                </a:cubicBezTo>
                <a:cubicBezTo>
                  <a:pt x="1360" y="2681"/>
                  <a:pt x="1274" y="2767"/>
                  <a:pt x="1169" y="2767"/>
                </a:cubicBezTo>
                <a:cubicBezTo>
                  <a:pt x="1064" y="2767"/>
                  <a:pt x="978" y="2681"/>
                  <a:pt x="978" y="2575"/>
                </a:cubicBezTo>
                <a:cubicBezTo>
                  <a:pt x="978" y="2573"/>
                  <a:pt x="978" y="2572"/>
                  <a:pt x="978" y="2570"/>
                </a:cubicBezTo>
                <a:lnTo>
                  <a:pt x="66" y="2570"/>
                </a:lnTo>
                <a:cubicBezTo>
                  <a:pt x="44" y="2570"/>
                  <a:pt x="23" y="2558"/>
                  <a:pt x="11" y="2538"/>
                </a:cubicBezTo>
                <a:cubicBezTo>
                  <a:pt x="0" y="2519"/>
                  <a:pt x="0" y="2494"/>
                  <a:pt x="11" y="2475"/>
                </a:cubicBezTo>
                <a:lnTo>
                  <a:pt x="259" y="2047"/>
                </a:lnTo>
                <a:lnTo>
                  <a:pt x="259" y="1115"/>
                </a:lnTo>
                <a:cubicBezTo>
                  <a:pt x="259" y="680"/>
                  <a:pt x="570" y="304"/>
                  <a:pt x="992" y="217"/>
                </a:cubicBezTo>
                <a:lnTo>
                  <a:pt x="992" y="192"/>
                </a:lnTo>
                <a:cubicBezTo>
                  <a:pt x="992" y="86"/>
                  <a:pt x="1078" y="0"/>
                  <a:pt x="1184" y="0"/>
                </a:cubicBezTo>
                <a:cubicBezTo>
                  <a:pt x="1289" y="0"/>
                  <a:pt x="1374" y="86"/>
                  <a:pt x="1374" y="192"/>
                </a:cubicBezTo>
                <a:lnTo>
                  <a:pt x="1374" y="220"/>
                </a:lnTo>
                <a:cubicBezTo>
                  <a:pt x="1794" y="312"/>
                  <a:pt x="2093" y="680"/>
                  <a:pt x="2093" y="1115"/>
                </a:cubicBezTo>
                <a:lnTo>
                  <a:pt x="2093" y="2047"/>
                </a:lnTo>
                <a:lnTo>
                  <a:pt x="2341" y="2475"/>
                </a:lnTo>
                <a:cubicBezTo>
                  <a:pt x="2352" y="2494"/>
                  <a:pt x="2352" y="2519"/>
                  <a:pt x="2341" y="2538"/>
                </a:cubicBezTo>
                <a:cubicBezTo>
                  <a:pt x="2329" y="2558"/>
                  <a:pt x="2308" y="2570"/>
                  <a:pt x="2286" y="2570"/>
                </a:cubicBezTo>
                <a:close/>
                <a:moveTo>
                  <a:pt x="1105" y="2570"/>
                </a:moveTo>
                <a:cubicBezTo>
                  <a:pt x="1105" y="2572"/>
                  <a:pt x="1105" y="2573"/>
                  <a:pt x="1105" y="2575"/>
                </a:cubicBezTo>
                <a:cubicBezTo>
                  <a:pt x="1105" y="2611"/>
                  <a:pt x="1133" y="2639"/>
                  <a:pt x="1169" y="2639"/>
                </a:cubicBezTo>
                <a:cubicBezTo>
                  <a:pt x="1204" y="2639"/>
                  <a:pt x="1233" y="2611"/>
                  <a:pt x="1233" y="2575"/>
                </a:cubicBezTo>
                <a:cubicBezTo>
                  <a:pt x="1233" y="2573"/>
                  <a:pt x="1233" y="2572"/>
                  <a:pt x="1233" y="2570"/>
                </a:cubicBezTo>
                <a:lnTo>
                  <a:pt x="1105" y="2570"/>
                </a:lnTo>
                <a:close/>
                <a:moveTo>
                  <a:pt x="2175" y="2443"/>
                </a:moveTo>
                <a:lnTo>
                  <a:pt x="1968" y="2085"/>
                </a:lnTo>
                <a:cubicBezTo>
                  <a:pt x="1958" y="2067"/>
                  <a:pt x="1957" y="2045"/>
                  <a:pt x="1966" y="2026"/>
                </a:cubicBezTo>
                <a:lnTo>
                  <a:pt x="1966" y="1115"/>
                </a:lnTo>
                <a:cubicBezTo>
                  <a:pt x="1966" y="725"/>
                  <a:pt x="1686" y="397"/>
                  <a:pt x="1301" y="336"/>
                </a:cubicBezTo>
                <a:cubicBezTo>
                  <a:pt x="1270" y="331"/>
                  <a:pt x="1247" y="304"/>
                  <a:pt x="1247" y="273"/>
                </a:cubicBezTo>
                <a:lnTo>
                  <a:pt x="1247" y="192"/>
                </a:lnTo>
                <a:cubicBezTo>
                  <a:pt x="1247" y="156"/>
                  <a:pt x="1219" y="127"/>
                  <a:pt x="1184" y="127"/>
                </a:cubicBezTo>
                <a:cubicBezTo>
                  <a:pt x="1148" y="127"/>
                  <a:pt x="1119" y="156"/>
                  <a:pt x="1119" y="192"/>
                </a:cubicBezTo>
                <a:lnTo>
                  <a:pt x="1119" y="271"/>
                </a:lnTo>
                <a:cubicBezTo>
                  <a:pt x="1119" y="302"/>
                  <a:pt x="1096" y="329"/>
                  <a:pt x="1065" y="333"/>
                </a:cubicBezTo>
                <a:cubicBezTo>
                  <a:pt x="678" y="388"/>
                  <a:pt x="386" y="724"/>
                  <a:pt x="386" y="1115"/>
                </a:cubicBezTo>
                <a:lnTo>
                  <a:pt x="386" y="2033"/>
                </a:lnTo>
                <a:cubicBezTo>
                  <a:pt x="393" y="2050"/>
                  <a:pt x="393" y="2069"/>
                  <a:pt x="384" y="2085"/>
                </a:cubicBezTo>
                <a:lnTo>
                  <a:pt x="177" y="2443"/>
                </a:lnTo>
                <a:lnTo>
                  <a:pt x="2175" y="2443"/>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20" name="Freeform 21">
            <a:extLst>
              <a:ext uri="{FF2B5EF4-FFF2-40B4-BE49-F238E27FC236}">
                <a16:creationId xmlns:a16="http://schemas.microsoft.com/office/drawing/2014/main" id="{6F54C8EC-127F-B848-B8F3-3A4B3526FCB5}"/>
              </a:ext>
            </a:extLst>
          </p:cNvPr>
          <p:cNvSpPr>
            <a:spLocks noChangeAspect="1" noChangeArrowheads="1"/>
          </p:cNvSpPr>
          <p:nvPr/>
        </p:nvSpPr>
        <p:spPr bwMode="auto">
          <a:xfrm>
            <a:off x="7987554" y="4209641"/>
            <a:ext cx="472303" cy="433905"/>
          </a:xfrm>
          <a:custGeom>
            <a:avLst/>
            <a:gdLst>
              <a:gd name="T0" fmla="*/ 389124 w 2968"/>
              <a:gd name="T1" fmla="*/ 322872 h 2744"/>
              <a:gd name="T2" fmla="*/ 389124 w 2968"/>
              <a:gd name="T3" fmla="*/ 298076 h 2744"/>
              <a:gd name="T4" fmla="*/ 389124 w 2968"/>
              <a:gd name="T5" fmla="*/ 224344 h 2744"/>
              <a:gd name="T6" fmla="*/ 389124 w 2968"/>
              <a:gd name="T7" fmla="*/ 220802 h 2744"/>
              <a:gd name="T8" fmla="*/ 382694 w 2968"/>
              <a:gd name="T9" fmla="*/ 205845 h 2744"/>
              <a:gd name="T10" fmla="*/ 211033 w 2968"/>
              <a:gd name="T11" fmla="*/ 201647 h 2744"/>
              <a:gd name="T12" fmla="*/ 210245 w 2968"/>
              <a:gd name="T13" fmla="*/ 201647 h 2744"/>
              <a:gd name="T14" fmla="*/ 191347 w 2968"/>
              <a:gd name="T15" fmla="*/ 299781 h 2744"/>
              <a:gd name="T16" fmla="*/ 192134 w 2968"/>
              <a:gd name="T17" fmla="*/ 345175 h 2744"/>
              <a:gd name="T18" fmla="*/ 214839 w 2968"/>
              <a:gd name="T19" fmla="*/ 358294 h 2744"/>
              <a:gd name="T20" fmla="*/ 232687 w 2968"/>
              <a:gd name="T21" fmla="*/ 358426 h 2744"/>
              <a:gd name="T22" fmla="*/ 340041 w 2968"/>
              <a:gd name="T23" fmla="*/ 358163 h 2744"/>
              <a:gd name="T24" fmla="*/ 370751 w 2968"/>
              <a:gd name="T25" fmla="*/ 358294 h 2744"/>
              <a:gd name="T26" fmla="*/ 382300 w 2968"/>
              <a:gd name="T27" fmla="*/ 354359 h 2744"/>
              <a:gd name="T28" fmla="*/ 389124 w 2968"/>
              <a:gd name="T29" fmla="*/ 327988 h 2744"/>
              <a:gd name="T30" fmla="*/ 363139 w 2968"/>
              <a:gd name="T31" fmla="*/ 223032 h 2744"/>
              <a:gd name="T32" fmla="*/ 295288 w 2968"/>
              <a:gd name="T33" fmla="*/ 286137 h 2744"/>
              <a:gd name="T34" fmla="*/ 288070 w 2968"/>
              <a:gd name="T35" fmla="*/ 287843 h 2744"/>
              <a:gd name="T36" fmla="*/ 248698 w 2968"/>
              <a:gd name="T37" fmla="*/ 251239 h 2744"/>
              <a:gd name="T38" fmla="*/ 363139 w 2968"/>
              <a:gd name="T39" fmla="*/ 223032 h 2744"/>
              <a:gd name="T40" fmla="*/ 367732 w 2968"/>
              <a:gd name="T41" fmla="*/ 336910 h 2744"/>
              <a:gd name="T42" fmla="*/ 343191 w 2968"/>
              <a:gd name="T43" fmla="*/ 336778 h 2744"/>
              <a:gd name="T44" fmla="*/ 232687 w 2968"/>
              <a:gd name="T45" fmla="*/ 337041 h 2744"/>
              <a:gd name="T46" fmla="*/ 215101 w 2968"/>
              <a:gd name="T47" fmla="*/ 336910 h 2744"/>
              <a:gd name="T48" fmla="*/ 212608 w 2968"/>
              <a:gd name="T49" fmla="*/ 299781 h 2744"/>
              <a:gd name="T50" fmla="*/ 234262 w 2968"/>
              <a:gd name="T51" fmla="*/ 267114 h 2744"/>
              <a:gd name="T52" fmla="*/ 276259 w 2968"/>
              <a:gd name="T53" fmla="*/ 305685 h 2744"/>
              <a:gd name="T54" fmla="*/ 298569 w 2968"/>
              <a:gd name="T55" fmla="*/ 308834 h 2744"/>
              <a:gd name="T56" fmla="*/ 346996 w 2968"/>
              <a:gd name="T57" fmla="*/ 267114 h 2744"/>
              <a:gd name="T58" fmla="*/ 367732 w 2968"/>
              <a:gd name="T59" fmla="*/ 298076 h 2744"/>
              <a:gd name="T60" fmla="*/ 367732 w 2968"/>
              <a:gd name="T61" fmla="*/ 323790 h 2744"/>
              <a:gd name="T62" fmla="*/ 367732 w 2968"/>
              <a:gd name="T63" fmla="*/ 326939 h 2744"/>
              <a:gd name="T64" fmla="*/ 0 w 2968"/>
              <a:gd name="T65" fmla="*/ 347668 h 2744"/>
              <a:gd name="T66" fmla="*/ 24542 w 2968"/>
              <a:gd name="T67" fmla="*/ 347668 h 2744"/>
              <a:gd name="T68" fmla="*/ 130583 w 2968"/>
              <a:gd name="T69" fmla="*/ 190496 h 2744"/>
              <a:gd name="T70" fmla="*/ 288201 w 2968"/>
              <a:gd name="T71" fmla="*/ 91706 h 2744"/>
              <a:gd name="T72" fmla="*/ 104729 w 2968"/>
              <a:gd name="T73" fmla="*/ 91706 h 2744"/>
              <a:gd name="T74" fmla="*/ 288201 w 2968"/>
              <a:gd name="T75" fmla="*/ 91706 h 2744"/>
              <a:gd name="T76" fmla="*/ 196334 w 2968"/>
              <a:gd name="T77" fmla="*/ 24402 h 2744"/>
              <a:gd name="T78" fmla="*/ 196334 w 2968"/>
              <a:gd name="T79" fmla="*/ 159140 h 27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968" h="2744">
                <a:moveTo>
                  <a:pt x="2967" y="2480"/>
                </a:moveTo>
                <a:cubicBezTo>
                  <a:pt x="2967" y="2472"/>
                  <a:pt x="2966" y="2465"/>
                  <a:pt x="2965" y="2461"/>
                </a:cubicBezTo>
                <a:cubicBezTo>
                  <a:pt x="2965" y="2434"/>
                  <a:pt x="2965" y="2408"/>
                  <a:pt x="2965" y="2382"/>
                </a:cubicBezTo>
                <a:lnTo>
                  <a:pt x="2965" y="2272"/>
                </a:lnTo>
                <a:cubicBezTo>
                  <a:pt x="2965" y="2086"/>
                  <a:pt x="2965" y="1900"/>
                  <a:pt x="2965" y="1715"/>
                </a:cubicBezTo>
                <a:lnTo>
                  <a:pt x="2965" y="1710"/>
                </a:lnTo>
                <a:cubicBezTo>
                  <a:pt x="2965" y="1698"/>
                  <a:pt x="2965" y="1693"/>
                  <a:pt x="2965" y="1689"/>
                </a:cubicBezTo>
                <a:cubicBezTo>
                  <a:pt x="2965" y="1687"/>
                  <a:pt x="2965" y="1685"/>
                  <a:pt x="2965" y="1683"/>
                </a:cubicBezTo>
                <a:cubicBezTo>
                  <a:pt x="2965" y="1677"/>
                  <a:pt x="2965" y="1671"/>
                  <a:pt x="2964" y="1664"/>
                </a:cubicBezTo>
                <a:cubicBezTo>
                  <a:pt x="2962" y="1626"/>
                  <a:pt x="2945" y="1593"/>
                  <a:pt x="2916" y="1569"/>
                </a:cubicBezTo>
                <a:cubicBezTo>
                  <a:pt x="2879" y="1537"/>
                  <a:pt x="2836" y="1537"/>
                  <a:pt x="2822" y="1537"/>
                </a:cubicBezTo>
                <a:lnTo>
                  <a:pt x="1608" y="1537"/>
                </a:lnTo>
                <a:lnTo>
                  <a:pt x="1606" y="1537"/>
                </a:lnTo>
                <a:lnTo>
                  <a:pt x="1602" y="1537"/>
                </a:lnTo>
                <a:cubicBezTo>
                  <a:pt x="1521" y="1537"/>
                  <a:pt x="1458" y="1600"/>
                  <a:pt x="1458" y="1680"/>
                </a:cubicBezTo>
                <a:cubicBezTo>
                  <a:pt x="1458" y="1882"/>
                  <a:pt x="1458" y="2087"/>
                  <a:pt x="1458" y="2285"/>
                </a:cubicBezTo>
                <a:cubicBezTo>
                  <a:pt x="1458" y="2386"/>
                  <a:pt x="1458" y="2487"/>
                  <a:pt x="1459" y="2588"/>
                </a:cubicBezTo>
                <a:cubicBezTo>
                  <a:pt x="1459" y="2598"/>
                  <a:pt x="1459" y="2614"/>
                  <a:pt x="1464" y="2631"/>
                </a:cubicBezTo>
                <a:cubicBezTo>
                  <a:pt x="1482" y="2691"/>
                  <a:pt x="1536" y="2730"/>
                  <a:pt x="1602" y="2731"/>
                </a:cubicBezTo>
                <a:lnTo>
                  <a:pt x="1637" y="2731"/>
                </a:lnTo>
                <a:cubicBezTo>
                  <a:pt x="1679" y="2731"/>
                  <a:pt x="1722" y="2732"/>
                  <a:pt x="1764" y="2732"/>
                </a:cubicBezTo>
                <a:lnTo>
                  <a:pt x="1773" y="2732"/>
                </a:lnTo>
                <a:cubicBezTo>
                  <a:pt x="1988" y="2731"/>
                  <a:pt x="2202" y="2731"/>
                  <a:pt x="2417" y="2731"/>
                </a:cubicBezTo>
                <a:lnTo>
                  <a:pt x="2591" y="2730"/>
                </a:lnTo>
                <a:lnTo>
                  <a:pt x="2658" y="2730"/>
                </a:lnTo>
                <a:cubicBezTo>
                  <a:pt x="2713" y="2730"/>
                  <a:pt x="2769" y="2731"/>
                  <a:pt x="2825" y="2731"/>
                </a:cubicBezTo>
                <a:lnTo>
                  <a:pt x="2830" y="2731"/>
                </a:lnTo>
                <a:cubicBezTo>
                  <a:pt x="2861" y="2731"/>
                  <a:pt x="2889" y="2720"/>
                  <a:pt x="2913" y="2701"/>
                </a:cubicBezTo>
                <a:cubicBezTo>
                  <a:pt x="2937" y="2683"/>
                  <a:pt x="2965" y="2648"/>
                  <a:pt x="2965" y="2590"/>
                </a:cubicBezTo>
                <a:cubicBezTo>
                  <a:pt x="2965" y="2563"/>
                  <a:pt x="2965" y="2531"/>
                  <a:pt x="2965" y="2500"/>
                </a:cubicBezTo>
                <a:cubicBezTo>
                  <a:pt x="2966" y="2495"/>
                  <a:pt x="2967" y="2488"/>
                  <a:pt x="2967" y="2480"/>
                </a:cubicBezTo>
                <a:close/>
                <a:moveTo>
                  <a:pt x="2767" y="1700"/>
                </a:moveTo>
                <a:cubicBezTo>
                  <a:pt x="2693" y="1771"/>
                  <a:pt x="2613" y="1844"/>
                  <a:pt x="2535" y="1915"/>
                </a:cubicBezTo>
                <a:cubicBezTo>
                  <a:pt x="2439" y="2003"/>
                  <a:pt x="2339" y="2093"/>
                  <a:pt x="2250" y="2181"/>
                </a:cubicBezTo>
                <a:cubicBezTo>
                  <a:pt x="2241" y="2191"/>
                  <a:pt x="2232" y="2197"/>
                  <a:pt x="2223" y="2200"/>
                </a:cubicBezTo>
                <a:cubicBezTo>
                  <a:pt x="2218" y="2202"/>
                  <a:pt x="2211" y="2204"/>
                  <a:pt x="2195" y="2194"/>
                </a:cubicBezTo>
                <a:cubicBezTo>
                  <a:pt x="2190" y="2190"/>
                  <a:pt x="2184" y="2186"/>
                  <a:pt x="2179" y="2180"/>
                </a:cubicBezTo>
                <a:cubicBezTo>
                  <a:pt x="2090" y="2093"/>
                  <a:pt x="1991" y="2003"/>
                  <a:pt x="1895" y="1915"/>
                </a:cubicBezTo>
                <a:cubicBezTo>
                  <a:pt x="1817" y="1844"/>
                  <a:pt x="1737" y="1771"/>
                  <a:pt x="1663" y="1700"/>
                </a:cubicBezTo>
                <a:lnTo>
                  <a:pt x="2767" y="1700"/>
                </a:lnTo>
                <a:close/>
                <a:moveTo>
                  <a:pt x="2802" y="2492"/>
                </a:moveTo>
                <a:cubicBezTo>
                  <a:pt x="2802" y="2518"/>
                  <a:pt x="2802" y="2544"/>
                  <a:pt x="2802" y="2568"/>
                </a:cubicBezTo>
                <a:cubicBezTo>
                  <a:pt x="2754" y="2568"/>
                  <a:pt x="2706" y="2568"/>
                  <a:pt x="2658" y="2567"/>
                </a:cubicBezTo>
                <a:lnTo>
                  <a:pt x="2615" y="2567"/>
                </a:lnTo>
                <a:lnTo>
                  <a:pt x="2417" y="2568"/>
                </a:lnTo>
                <a:cubicBezTo>
                  <a:pt x="2202" y="2568"/>
                  <a:pt x="1987" y="2568"/>
                  <a:pt x="1773" y="2569"/>
                </a:cubicBezTo>
                <a:lnTo>
                  <a:pt x="1764" y="2569"/>
                </a:lnTo>
                <a:cubicBezTo>
                  <a:pt x="1723" y="2569"/>
                  <a:pt x="1680" y="2568"/>
                  <a:pt x="1639" y="2568"/>
                </a:cubicBezTo>
                <a:lnTo>
                  <a:pt x="1620" y="2568"/>
                </a:lnTo>
                <a:cubicBezTo>
                  <a:pt x="1620" y="2474"/>
                  <a:pt x="1620" y="2379"/>
                  <a:pt x="1620" y="2285"/>
                </a:cubicBezTo>
                <a:cubicBezTo>
                  <a:pt x="1620" y="2153"/>
                  <a:pt x="1620" y="2019"/>
                  <a:pt x="1620" y="1884"/>
                </a:cubicBezTo>
                <a:cubicBezTo>
                  <a:pt x="1675" y="1935"/>
                  <a:pt x="1731" y="1986"/>
                  <a:pt x="1785" y="2036"/>
                </a:cubicBezTo>
                <a:cubicBezTo>
                  <a:pt x="1880" y="2122"/>
                  <a:pt x="1978" y="2211"/>
                  <a:pt x="2064" y="2296"/>
                </a:cubicBezTo>
                <a:cubicBezTo>
                  <a:pt x="2077" y="2309"/>
                  <a:pt x="2091" y="2320"/>
                  <a:pt x="2105" y="2330"/>
                </a:cubicBezTo>
                <a:cubicBezTo>
                  <a:pt x="2144" y="2356"/>
                  <a:pt x="2182" y="2364"/>
                  <a:pt x="2214" y="2364"/>
                </a:cubicBezTo>
                <a:cubicBezTo>
                  <a:pt x="2238" y="2364"/>
                  <a:pt x="2258" y="2360"/>
                  <a:pt x="2275" y="2354"/>
                </a:cubicBezTo>
                <a:cubicBezTo>
                  <a:pt x="2308" y="2343"/>
                  <a:pt x="2337" y="2324"/>
                  <a:pt x="2365" y="2297"/>
                </a:cubicBezTo>
                <a:cubicBezTo>
                  <a:pt x="2451" y="2212"/>
                  <a:pt x="2549" y="2122"/>
                  <a:pt x="2644" y="2036"/>
                </a:cubicBezTo>
                <a:cubicBezTo>
                  <a:pt x="2697" y="1988"/>
                  <a:pt x="2750" y="1940"/>
                  <a:pt x="2802" y="1891"/>
                </a:cubicBezTo>
                <a:cubicBezTo>
                  <a:pt x="2802" y="2018"/>
                  <a:pt x="2802" y="2145"/>
                  <a:pt x="2802" y="2272"/>
                </a:cubicBezTo>
                <a:lnTo>
                  <a:pt x="2802" y="2382"/>
                </a:lnTo>
                <a:cubicBezTo>
                  <a:pt x="2802" y="2410"/>
                  <a:pt x="2802" y="2439"/>
                  <a:pt x="2802" y="2468"/>
                </a:cubicBezTo>
                <a:cubicBezTo>
                  <a:pt x="2802" y="2473"/>
                  <a:pt x="2802" y="2477"/>
                  <a:pt x="2803" y="2480"/>
                </a:cubicBezTo>
                <a:cubicBezTo>
                  <a:pt x="2802" y="2484"/>
                  <a:pt x="2802" y="2488"/>
                  <a:pt x="2802" y="2492"/>
                </a:cubicBezTo>
                <a:close/>
                <a:moveTo>
                  <a:pt x="879" y="1391"/>
                </a:moveTo>
                <a:cubicBezTo>
                  <a:pt x="362" y="1551"/>
                  <a:pt x="0" y="2069"/>
                  <a:pt x="0" y="2650"/>
                </a:cubicBezTo>
                <a:cubicBezTo>
                  <a:pt x="0" y="2702"/>
                  <a:pt x="41" y="2743"/>
                  <a:pt x="93" y="2743"/>
                </a:cubicBezTo>
                <a:cubicBezTo>
                  <a:pt x="144" y="2743"/>
                  <a:pt x="187" y="2702"/>
                  <a:pt x="187" y="2650"/>
                </a:cubicBezTo>
                <a:cubicBezTo>
                  <a:pt x="187" y="2149"/>
                  <a:pt x="494" y="1705"/>
                  <a:pt x="934" y="1569"/>
                </a:cubicBezTo>
                <a:cubicBezTo>
                  <a:pt x="983" y="1553"/>
                  <a:pt x="1010" y="1501"/>
                  <a:pt x="995" y="1452"/>
                </a:cubicBezTo>
                <a:cubicBezTo>
                  <a:pt x="980" y="1403"/>
                  <a:pt x="928" y="1375"/>
                  <a:pt x="879" y="1391"/>
                </a:cubicBezTo>
                <a:close/>
                <a:moveTo>
                  <a:pt x="2196" y="699"/>
                </a:moveTo>
                <a:cubicBezTo>
                  <a:pt x="2196" y="314"/>
                  <a:pt x="1882" y="0"/>
                  <a:pt x="1496" y="0"/>
                </a:cubicBezTo>
                <a:cubicBezTo>
                  <a:pt x="1112" y="0"/>
                  <a:pt x="798" y="314"/>
                  <a:pt x="798" y="699"/>
                </a:cubicBezTo>
                <a:cubicBezTo>
                  <a:pt x="798" y="1085"/>
                  <a:pt x="1112" y="1398"/>
                  <a:pt x="1496" y="1398"/>
                </a:cubicBezTo>
                <a:cubicBezTo>
                  <a:pt x="1882" y="1398"/>
                  <a:pt x="2196" y="1085"/>
                  <a:pt x="2196" y="699"/>
                </a:cubicBezTo>
                <a:close/>
                <a:moveTo>
                  <a:pt x="984" y="699"/>
                </a:moveTo>
                <a:cubicBezTo>
                  <a:pt x="984" y="416"/>
                  <a:pt x="1214" y="186"/>
                  <a:pt x="1496" y="186"/>
                </a:cubicBezTo>
                <a:cubicBezTo>
                  <a:pt x="1779" y="186"/>
                  <a:pt x="2010" y="416"/>
                  <a:pt x="2010" y="699"/>
                </a:cubicBezTo>
                <a:cubicBezTo>
                  <a:pt x="2010" y="982"/>
                  <a:pt x="1780" y="1213"/>
                  <a:pt x="1496" y="1213"/>
                </a:cubicBezTo>
                <a:cubicBezTo>
                  <a:pt x="1214" y="1213"/>
                  <a:pt x="984" y="982"/>
                  <a:pt x="984" y="69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21" name="Freeform 22">
            <a:extLst>
              <a:ext uri="{FF2B5EF4-FFF2-40B4-BE49-F238E27FC236}">
                <a16:creationId xmlns:a16="http://schemas.microsoft.com/office/drawing/2014/main" id="{DD0D9FF9-8ECF-3A48-A2A1-910D07CF1013}"/>
              </a:ext>
            </a:extLst>
          </p:cNvPr>
          <p:cNvSpPr>
            <a:spLocks noChangeAspect="1" noChangeArrowheads="1"/>
          </p:cNvSpPr>
          <p:nvPr/>
        </p:nvSpPr>
        <p:spPr bwMode="auto">
          <a:xfrm>
            <a:off x="3105163" y="4209641"/>
            <a:ext cx="531823" cy="433905"/>
          </a:xfrm>
          <a:custGeom>
            <a:avLst/>
            <a:gdLst>
              <a:gd name="T0" fmla="*/ 39978 w 2651"/>
              <a:gd name="T1" fmla="*/ 359834 h 2168"/>
              <a:gd name="T2" fmla="*/ 39978 w 2651"/>
              <a:gd name="T3" fmla="*/ 279797 h 2168"/>
              <a:gd name="T4" fmla="*/ 20072 w 2651"/>
              <a:gd name="T5" fmla="*/ 319815 h 2168"/>
              <a:gd name="T6" fmla="*/ 60050 w 2651"/>
              <a:gd name="T7" fmla="*/ 319815 h 2168"/>
              <a:gd name="T8" fmla="*/ 20072 w 2651"/>
              <a:gd name="T9" fmla="*/ 319815 h 2168"/>
              <a:gd name="T10" fmla="*/ 439590 w 2651"/>
              <a:gd name="T11" fmla="*/ 40018 h 2168"/>
              <a:gd name="T12" fmla="*/ 159911 w 2651"/>
              <a:gd name="T13" fmla="*/ 0 h 2168"/>
              <a:gd name="T14" fmla="*/ 159911 w 2651"/>
              <a:gd name="T15" fmla="*/ 80037 h 2168"/>
              <a:gd name="T16" fmla="*/ 399612 w 2651"/>
              <a:gd name="T17" fmla="*/ 19926 h 2168"/>
              <a:gd name="T18" fmla="*/ 399612 w 2651"/>
              <a:gd name="T19" fmla="*/ 59945 h 2168"/>
              <a:gd name="T20" fmla="*/ 140005 w 2651"/>
              <a:gd name="T21" fmla="*/ 40018 h 2168"/>
              <a:gd name="T22" fmla="*/ 399612 w 2651"/>
              <a:gd name="T23" fmla="*/ 19926 h 2168"/>
              <a:gd name="T24" fmla="*/ 119933 w 2651"/>
              <a:gd name="T25" fmla="*/ 319815 h 2168"/>
              <a:gd name="T26" fmla="*/ 399612 w 2651"/>
              <a:gd name="T27" fmla="*/ 359834 h 2168"/>
              <a:gd name="T28" fmla="*/ 399612 w 2651"/>
              <a:gd name="T29" fmla="*/ 279797 h 2168"/>
              <a:gd name="T30" fmla="*/ 159911 w 2651"/>
              <a:gd name="T31" fmla="*/ 339908 h 2168"/>
              <a:gd name="T32" fmla="*/ 159911 w 2651"/>
              <a:gd name="T33" fmla="*/ 299889 h 2168"/>
              <a:gd name="T34" fmla="*/ 419518 w 2651"/>
              <a:gd name="T35" fmla="*/ 319815 h 2168"/>
              <a:gd name="T36" fmla="*/ 159911 w 2651"/>
              <a:gd name="T37" fmla="*/ 339908 h 2168"/>
              <a:gd name="T38" fmla="*/ 119933 w 2651"/>
              <a:gd name="T39" fmla="*/ 180000 h 2168"/>
              <a:gd name="T40" fmla="*/ 399612 w 2651"/>
              <a:gd name="T41" fmla="*/ 219852 h 2168"/>
              <a:gd name="T42" fmla="*/ 399612 w 2651"/>
              <a:gd name="T43" fmla="*/ 139982 h 2168"/>
              <a:gd name="T44" fmla="*/ 159911 w 2651"/>
              <a:gd name="T45" fmla="*/ 199760 h 2168"/>
              <a:gd name="T46" fmla="*/ 159911 w 2651"/>
              <a:gd name="T47" fmla="*/ 159908 h 2168"/>
              <a:gd name="T48" fmla="*/ 419518 w 2651"/>
              <a:gd name="T49" fmla="*/ 180000 h 2168"/>
              <a:gd name="T50" fmla="*/ 159911 w 2651"/>
              <a:gd name="T51" fmla="*/ 199760 h 2168"/>
              <a:gd name="T52" fmla="*/ 39978 w 2651"/>
              <a:gd name="T53" fmla="*/ 219852 h 2168"/>
              <a:gd name="T54" fmla="*/ 39978 w 2651"/>
              <a:gd name="T55" fmla="*/ 139982 h 2168"/>
              <a:gd name="T56" fmla="*/ 20072 w 2651"/>
              <a:gd name="T57" fmla="*/ 180000 h 2168"/>
              <a:gd name="T58" fmla="*/ 60050 w 2651"/>
              <a:gd name="T59" fmla="*/ 180000 h 2168"/>
              <a:gd name="T60" fmla="*/ 20072 w 2651"/>
              <a:gd name="T61" fmla="*/ 180000 h 2168"/>
              <a:gd name="T62" fmla="*/ 39978 w 2651"/>
              <a:gd name="T63" fmla="*/ 80037 h 2168"/>
              <a:gd name="T64" fmla="*/ 39978 w 2651"/>
              <a:gd name="T65" fmla="*/ 0 h 2168"/>
              <a:gd name="T66" fmla="*/ 20072 w 2651"/>
              <a:gd name="T67" fmla="*/ 40018 h 2168"/>
              <a:gd name="T68" fmla="*/ 60050 w 2651"/>
              <a:gd name="T69" fmla="*/ 40018 h 2168"/>
              <a:gd name="T70" fmla="*/ 20072 w 2651"/>
              <a:gd name="T71" fmla="*/ 40018 h 21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651" h="2168">
                <a:moveTo>
                  <a:pt x="0" y="1926"/>
                </a:moveTo>
                <a:cubicBezTo>
                  <a:pt x="0" y="2059"/>
                  <a:pt x="108" y="2167"/>
                  <a:pt x="241" y="2167"/>
                </a:cubicBezTo>
                <a:cubicBezTo>
                  <a:pt x="374" y="2167"/>
                  <a:pt x="482" y="2059"/>
                  <a:pt x="482" y="1926"/>
                </a:cubicBezTo>
                <a:cubicBezTo>
                  <a:pt x="482" y="1793"/>
                  <a:pt x="374" y="1685"/>
                  <a:pt x="241" y="1685"/>
                </a:cubicBezTo>
                <a:cubicBezTo>
                  <a:pt x="108" y="1685"/>
                  <a:pt x="0" y="1793"/>
                  <a:pt x="0" y="1926"/>
                </a:cubicBezTo>
                <a:close/>
                <a:moveTo>
                  <a:pt x="121" y="1926"/>
                </a:moveTo>
                <a:cubicBezTo>
                  <a:pt x="121" y="1860"/>
                  <a:pt x="175" y="1806"/>
                  <a:pt x="241" y="1806"/>
                </a:cubicBezTo>
                <a:cubicBezTo>
                  <a:pt x="308" y="1806"/>
                  <a:pt x="362" y="1860"/>
                  <a:pt x="362" y="1926"/>
                </a:cubicBezTo>
                <a:cubicBezTo>
                  <a:pt x="362" y="1993"/>
                  <a:pt x="308" y="2047"/>
                  <a:pt x="241" y="2047"/>
                </a:cubicBezTo>
                <a:cubicBezTo>
                  <a:pt x="175" y="2047"/>
                  <a:pt x="121" y="1993"/>
                  <a:pt x="121" y="1926"/>
                </a:cubicBezTo>
                <a:close/>
                <a:moveTo>
                  <a:pt x="2409" y="482"/>
                </a:moveTo>
                <a:cubicBezTo>
                  <a:pt x="2542" y="482"/>
                  <a:pt x="2650" y="374"/>
                  <a:pt x="2650" y="241"/>
                </a:cubicBezTo>
                <a:cubicBezTo>
                  <a:pt x="2650" y="108"/>
                  <a:pt x="2542" y="0"/>
                  <a:pt x="2409" y="0"/>
                </a:cubicBezTo>
                <a:lnTo>
                  <a:pt x="964" y="0"/>
                </a:lnTo>
                <a:cubicBezTo>
                  <a:pt x="831" y="0"/>
                  <a:pt x="723" y="108"/>
                  <a:pt x="723" y="241"/>
                </a:cubicBezTo>
                <a:cubicBezTo>
                  <a:pt x="723" y="374"/>
                  <a:pt x="831" y="482"/>
                  <a:pt x="964" y="482"/>
                </a:cubicBezTo>
                <a:lnTo>
                  <a:pt x="2409" y="482"/>
                </a:lnTo>
                <a:close/>
                <a:moveTo>
                  <a:pt x="2409" y="120"/>
                </a:moveTo>
                <a:cubicBezTo>
                  <a:pt x="2475" y="120"/>
                  <a:pt x="2529" y="174"/>
                  <a:pt x="2529" y="241"/>
                </a:cubicBezTo>
                <a:cubicBezTo>
                  <a:pt x="2529" y="307"/>
                  <a:pt x="2475" y="361"/>
                  <a:pt x="2409" y="361"/>
                </a:cubicBezTo>
                <a:lnTo>
                  <a:pt x="964" y="361"/>
                </a:lnTo>
                <a:cubicBezTo>
                  <a:pt x="898" y="361"/>
                  <a:pt x="844" y="307"/>
                  <a:pt x="844" y="241"/>
                </a:cubicBezTo>
                <a:cubicBezTo>
                  <a:pt x="844" y="174"/>
                  <a:pt x="898" y="120"/>
                  <a:pt x="964" y="120"/>
                </a:cubicBezTo>
                <a:lnTo>
                  <a:pt x="2409" y="120"/>
                </a:lnTo>
                <a:close/>
                <a:moveTo>
                  <a:pt x="964" y="1685"/>
                </a:moveTo>
                <a:cubicBezTo>
                  <a:pt x="831" y="1685"/>
                  <a:pt x="723" y="1793"/>
                  <a:pt x="723" y="1926"/>
                </a:cubicBezTo>
                <a:cubicBezTo>
                  <a:pt x="723" y="2059"/>
                  <a:pt x="831" y="2167"/>
                  <a:pt x="964" y="2167"/>
                </a:cubicBezTo>
                <a:lnTo>
                  <a:pt x="2409" y="2167"/>
                </a:lnTo>
                <a:cubicBezTo>
                  <a:pt x="2542" y="2167"/>
                  <a:pt x="2650" y="2059"/>
                  <a:pt x="2650" y="1926"/>
                </a:cubicBezTo>
                <a:cubicBezTo>
                  <a:pt x="2650" y="1793"/>
                  <a:pt x="2542" y="1685"/>
                  <a:pt x="2409" y="1685"/>
                </a:cubicBezTo>
                <a:lnTo>
                  <a:pt x="964" y="1685"/>
                </a:lnTo>
                <a:close/>
                <a:moveTo>
                  <a:pt x="964" y="2047"/>
                </a:moveTo>
                <a:cubicBezTo>
                  <a:pt x="898" y="2047"/>
                  <a:pt x="844" y="1993"/>
                  <a:pt x="844" y="1926"/>
                </a:cubicBezTo>
                <a:cubicBezTo>
                  <a:pt x="844" y="1860"/>
                  <a:pt x="898" y="1806"/>
                  <a:pt x="964" y="1806"/>
                </a:cubicBezTo>
                <a:lnTo>
                  <a:pt x="2409" y="1806"/>
                </a:lnTo>
                <a:cubicBezTo>
                  <a:pt x="2475" y="1806"/>
                  <a:pt x="2529" y="1860"/>
                  <a:pt x="2529" y="1926"/>
                </a:cubicBezTo>
                <a:cubicBezTo>
                  <a:pt x="2529" y="1993"/>
                  <a:pt x="2475" y="2047"/>
                  <a:pt x="2409" y="2047"/>
                </a:cubicBezTo>
                <a:lnTo>
                  <a:pt x="964" y="2047"/>
                </a:lnTo>
                <a:close/>
                <a:moveTo>
                  <a:pt x="964" y="843"/>
                </a:moveTo>
                <a:cubicBezTo>
                  <a:pt x="831" y="843"/>
                  <a:pt x="723" y="951"/>
                  <a:pt x="723" y="1084"/>
                </a:cubicBezTo>
                <a:cubicBezTo>
                  <a:pt x="723" y="1216"/>
                  <a:pt x="831" y="1324"/>
                  <a:pt x="964" y="1324"/>
                </a:cubicBezTo>
                <a:lnTo>
                  <a:pt x="2409" y="1324"/>
                </a:lnTo>
                <a:cubicBezTo>
                  <a:pt x="2542" y="1324"/>
                  <a:pt x="2650" y="1216"/>
                  <a:pt x="2650" y="1084"/>
                </a:cubicBezTo>
                <a:cubicBezTo>
                  <a:pt x="2650" y="951"/>
                  <a:pt x="2542" y="843"/>
                  <a:pt x="2409" y="843"/>
                </a:cubicBezTo>
                <a:lnTo>
                  <a:pt x="964" y="843"/>
                </a:lnTo>
                <a:close/>
                <a:moveTo>
                  <a:pt x="964" y="1203"/>
                </a:moveTo>
                <a:cubicBezTo>
                  <a:pt x="898" y="1203"/>
                  <a:pt x="844" y="1149"/>
                  <a:pt x="844" y="1084"/>
                </a:cubicBezTo>
                <a:cubicBezTo>
                  <a:pt x="844" y="1017"/>
                  <a:pt x="898" y="963"/>
                  <a:pt x="964" y="963"/>
                </a:cubicBezTo>
                <a:lnTo>
                  <a:pt x="2409" y="963"/>
                </a:lnTo>
                <a:cubicBezTo>
                  <a:pt x="2475" y="963"/>
                  <a:pt x="2529" y="1017"/>
                  <a:pt x="2529" y="1084"/>
                </a:cubicBezTo>
                <a:cubicBezTo>
                  <a:pt x="2529" y="1149"/>
                  <a:pt x="2475" y="1203"/>
                  <a:pt x="2409" y="1203"/>
                </a:cubicBezTo>
                <a:lnTo>
                  <a:pt x="964" y="1203"/>
                </a:lnTo>
                <a:close/>
                <a:moveTo>
                  <a:pt x="0" y="1084"/>
                </a:moveTo>
                <a:cubicBezTo>
                  <a:pt x="0" y="1216"/>
                  <a:pt x="108" y="1324"/>
                  <a:pt x="241" y="1324"/>
                </a:cubicBezTo>
                <a:cubicBezTo>
                  <a:pt x="374" y="1324"/>
                  <a:pt x="482" y="1216"/>
                  <a:pt x="482" y="1084"/>
                </a:cubicBezTo>
                <a:cubicBezTo>
                  <a:pt x="482" y="951"/>
                  <a:pt x="374" y="843"/>
                  <a:pt x="241" y="843"/>
                </a:cubicBezTo>
                <a:cubicBezTo>
                  <a:pt x="108" y="843"/>
                  <a:pt x="0" y="951"/>
                  <a:pt x="0" y="1084"/>
                </a:cubicBezTo>
                <a:close/>
                <a:moveTo>
                  <a:pt x="121" y="1084"/>
                </a:moveTo>
                <a:cubicBezTo>
                  <a:pt x="121" y="1017"/>
                  <a:pt x="175" y="963"/>
                  <a:pt x="241" y="963"/>
                </a:cubicBezTo>
                <a:cubicBezTo>
                  <a:pt x="308" y="963"/>
                  <a:pt x="362" y="1017"/>
                  <a:pt x="362" y="1084"/>
                </a:cubicBezTo>
                <a:cubicBezTo>
                  <a:pt x="362" y="1149"/>
                  <a:pt x="308" y="1203"/>
                  <a:pt x="241" y="1203"/>
                </a:cubicBezTo>
                <a:cubicBezTo>
                  <a:pt x="175" y="1203"/>
                  <a:pt x="121" y="1149"/>
                  <a:pt x="121" y="1084"/>
                </a:cubicBezTo>
                <a:close/>
                <a:moveTo>
                  <a:pt x="0" y="241"/>
                </a:moveTo>
                <a:cubicBezTo>
                  <a:pt x="0" y="374"/>
                  <a:pt x="108" y="482"/>
                  <a:pt x="241" y="482"/>
                </a:cubicBezTo>
                <a:cubicBezTo>
                  <a:pt x="374" y="482"/>
                  <a:pt x="482" y="374"/>
                  <a:pt x="482" y="241"/>
                </a:cubicBezTo>
                <a:cubicBezTo>
                  <a:pt x="482" y="108"/>
                  <a:pt x="374" y="0"/>
                  <a:pt x="241" y="0"/>
                </a:cubicBezTo>
                <a:cubicBezTo>
                  <a:pt x="108" y="0"/>
                  <a:pt x="0" y="108"/>
                  <a:pt x="0" y="241"/>
                </a:cubicBezTo>
                <a:close/>
                <a:moveTo>
                  <a:pt x="121" y="241"/>
                </a:moveTo>
                <a:cubicBezTo>
                  <a:pt x="121" y="174"/>
                  <a:pt x="175" y="120"/>
                  <a:pt x="241" y="120"/>
                </a:cubicBezTo>
                <a:cubicBezTo>
                  <a:pt x="308" y="120"/>
                  <a:pt x="362" y="174"/>
                  <a:pt x="362" y="241"/>
                </a:cubicBezTo>
                <a:cubicBezTo>
                  <a:pt x="362" y="307"/>
                  <a:pt x="308" y="361"/>
                  <a:pt x="241" y="361"/>
                </a:cubicBezTo>
                <a:cubicBezTo>
                  <a:pt x="175" y="361"/>
                  <a:pt x="121" y="307"/>
                  <a:pt x="121" y="241"/>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22" name="Freeform 23">
            <a:extLst>
              <a:ext uri="{FF2B5EF4-FFF2-40B4-BE49-F238E27FC236}">
                <a16:creationId xmlns:a16="http://schemas.microsoft.com/office/drawing/2014/main" id="{0BFE13FD-0D1F-BB48-B9F5-5F3EBDF4CB38}"/>
              </a:ext>
            </a:extLst>
          </p:cNvPr>
          <p:cNvSpPr>
            <a:spLocks noChangeAspect="1" noChangeArrowheads="1"/>
          </p:cNvSpPr>
          <p:nvPr/>
        </p:nvSpPr>
        <p:spPr bwMode="auto">
          <a:xfrm>
            <a:off x="6334492" y="4209641"/>
            <a:ext cx="435825" cy="433905"/>
          </a:xfrm>
          <a:custGeom>
            <a:avLst/>
            <a:gdLst>
              <a:gd name="T0" fmla="*/ 221401 w 2426"/>
              <a:gd name="T1" fmla="*/ 69299 h 2426"/>
              <a:gd name="T2" fmla="*/ 221401 w 2426"/>
              <a:gd name="T3" fmla="*/ 41550 h 2426"/>
              <a:gd name="T4" fmla="*/ 359852 w 2426"/>
              <a:gd name="T5" fmla="*/ 55350 h 2426"/>
              <a:gd name="T6" fmla="*/ 345903 w 2426"/>
              <a:gd name="T7" fmla="*/ 138450 h 2426"/>
              <a:gd name="T8" fmla="*/ 207601 w 2426"/>
              <a:gd name="T9" fmla="*/ 124650 h 2426"/>
              <a:gd name="T10" fmla="*/ 345903 w 2426"/>
              <a:gd name="T11" fmla="*/ 110849 h 2426"/>
              <a:gd name="T12" fmla="*/ 345903 w 2426"/>
              <a:gd name="T13" fmla="*/ 138450 h 2426"/>
              <a:gd name="T14" fmla="*/ 221401 w 2426"/>
              <a:gd name="T15" fmla="*/ 249002 h 2426"/>
              <a:gd name="T16" fmla="*/ 221401 w 2426"/>
              <a:gd name="T17" fmla="*/ 221401 h 2426"/>
              <a:gd name="T18" fmla="*/ 359852 w 2426"/>
              <a:gd name="T19" fmla="*/ 235202 h 2426"/>
              <a:gd name="T20" fmla="*/ 345903 w 2426"/>
              <a:gd name="T21" fmla="*/ 318302 h 2426"/>
              <a:gd name="T22" fmla="*/ 207601 w 2426"/>
              <a:gd name="T23" fmla="*/ 304501 h 2426"/>
              <a:gd name="T24" fmla="*/ 345903 w 2426"/>
              <a:gd name="T25" fmla="*/ 290552 h 2426"/>
              <a:gd name="T26" fmla="*/ 345903 w 2426"/>
              <a:gd name="T27" fmla="*/ 318302 h 2426"/>
              <a:gd name="T28" fmla="*/ 41550 w 2426"/>
              <a:gd name="T29" fmla="*/ 166200 h 2426"/>
              <a:gd name="T30" fmla="*/ 0 w 2426"/>
              <a:gd name="T31" fmla="*/ 41550 h 2426"/>
              <a:gd name="T32" fmla="*/ 124650 w 2426"/>
              <a:gd name="T33" fmla="*/ 0 h 2426"/>
              <a:gd name="T34" fmla="*/ 166200 w 2426"/>
              <a:gd name="T35" fmla="*/ 124650 h 2426"/>
              <a:gd name="T36" fmla="*/ 41550 w 2426"/>
              <a:gd name="T37" fmla="*/ 27749 h 2426"/>
              <a:gd name="T38" fmla="*/ 27749 w 2426"/>
              <a:gd name="T39" fmla="*/ 124650 h 2426"/>
              <a:gd name="T40" fmla="*/ 124650 w 2426"/>
              <a:gd name="T41" fmla="*/ 138450 h 2426"/>
              <a:gd name="T42" fmla="*/ 138450 w 2426"/>
              <a:gd name="T43" fmla="*/ 41550 h 2426"/>
              <a:gd name="T44" fmla="*/ 41550 w 2426"/>
              <a:gd name="T45" fmla="*/ 27749 h 2426"/>
              <a:gd name="T46" fmla="*/ 41550 w 2426"/>
              <a:gd name="T47" fmla="*/ 359852 h 2426"/>
              <a:gd name="T48" fmla="*/ 0 w 2426"/>
              <a:gd name="T49" fmla="*/ 235202 h 2426"/>
              <a:gd name="T50" fmla="*/ 124650 w 2426"/>
              <a:gd name="T51" fmla="*/ 193652 h 2426"/>
              <a:gd name="T52" fmla="*/ 166200 w 2426"/>
              <a:gd name="T53" fmla="*/ 318302 h 2426"/>
              <a:gd name="T54" fmla="*/ 41550 w 2426"/>
              <a:gd name="T55" fmla="*/ 221401 h 2426"/>
              <a:gd name="T56" fmla="*/ 27749 w 2426"/>
              <a:gd name="T57" fmla="*/ 318302 h 2426"/>
              <a:gd name="T58" fmla="*/ 124650 w 2426"/>
              <a:gd name="T59" fmla="*/ 332102 h 2426"/>
              <a:gd name="T60" fmla="*/ 138450 w 2426"/>
              <a:gd name="T61" fmla="*/ 235202 h 2426"/>
              <a:gd name="T62" fmla="*/ 41550 w 2426"/>
              <a:gd name="T63" fmla="*/ 221401 h 242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426" h="2426">
                <a:moveTo>
                  <a:pt x="2331" y="467"/>
                </a:moveTo>
                <a:lnTo>
                  <a:pt x="1492" y="467"/>
                </a:lnTo>
                <a:cubicBezTo>
                  <a:pt x="1440" y="467"/>
                  <a:pt x="1399" y="424"/>
                  <a:pt x="1399" y="373"/>
                </a:cubicBezTo>
                <a:cubicBezTo>
                  <a:pt x="1399" y="321"/>
                  <a:pt x="1440" y="280"/>
                  <a:pt x="1492" y="280"/>
                </a:cubicBezTo>
                <a:lnTo>
                  <a:pt x="2331" y="280"/>
                </a:lnTo>
                <a:cubicBezTo>
                  <a:pt x="2383" y="280"/>
                  <a:pt x="2425" y="321"/>
                  <a:pt x="2425" y="373"/>
                </a:cubicBezTo>
                <a:cubicBezTo>
                  <a:pt x="2425" y="424"/>
                  <a:pt x="2383" y="467"/>
                  <a:pt x="2331" y="467"/>
                </a:cubicBezTo>
                <a:close/>
                <a:moveTo>
                  <a:pt x="2331" y="933"/>
                </a:moveTo>
                <a:lnTo>
                  <a:pt x="1492" y="933"/>
                </a:lnTo>
                <a:cubicBezTo>
                  <a:pt x="1440" y="933"/>
                  <a:pt x="1399" y="891"/>
                  <a:pt x="1399" y="840"/>
                </a:cubicBezTo>
                <a:cubicBezTo>
                  <a:pt x="1399" y="788"/>
                  <a:pt x="1440" y="747"/>
                  <a:pt x="1492" y="747"/>
                </a:cubicBezTo>
                <a:lnTo>
                  <a:pt x="2331" y="747"/>
                </a:lnTo>
                <a:cubicBezTo>
                  <a:pt x="2383" y="747"/>
                  <a:pt x="2425" y="788"/>
                  <a:pt x="2425" y="840"/>
                </a:cubicBezTo>
                <a:cubicBezTo>
                  <a:pt x="2425" y="891"/>
                  <a:pt x="2383" y="933"/>
                  <a:pt x="2331" y="933"/>
                </a:cubicBezTo>
                <a:close/>
                <a:moveTo>
                  <a:pt x="2331" y="1678"/>
                </a:moveTo>
                <a:lnTo>
                  <a:pt x="1492" y="1678"/>
                </a:lnTo>
                <a:cubicBezTo>
                  <a:pt x="1440" y="1678"/>
                  <a:pt x="1399" y="1637"/>
                  <a:pt x="1399" y="1585"/>
                </a:cubicBezTo>
                <a:cubicBezTo>
                  <a:pt x="1399" y="1534"/>
                  <a:pt x="1440" y="1492"/>
                  <a:pt x="1492" y="1492"/>
                </a:cubicBezTo>
                <a:lnTo>
                  <a:pt x="2331" y="1492"/>
                </a:lnTo>
                <a:cubicBezTo>
                  <a:pt x="2383" y="1492"/>
                  <a:pt x="2425" y="1534"/>
                  <a:pt x="2425" y="1585"/>
                </a:cubicBezTo>
                <a:cubicBezTo>
                  <a:pt x="2425" y="1637"/>
                  <a:pt x="2383" y="1678"/>
                  <a:pt x="2331" y="1678"/>
                </a:cubicBezTo>
                <a:close/>
                <a:moveTo>
                  <a:pt x="2331" y="2145"/>
                </a:moveTo>
                <a:lnTo>
                  <a:pt x="1492" y="2145"/>
                </a:lnTo>
                <a:cubicBezTo>
                  <a:pt x="1440" y="2145"/>
                  <a:pt x="1399" y="2104"/>
                  <a:pt x="1399" y="2052"/>
                </a:cubicBezTo>
                <a:cubicBezTo>
                  <a:pt x="1399" y="2001"/>
                  <a:pt x="1440" y="1958"/>
                  <a:pt x="1492" y="1958"/>
                </a:cubicBezTo>
                <a:lnTo>
                  <a:pt x="2331" y="1958"/>
                </a:lnTo>
                <a:cubicBezTo>
                  <a:pt x="2383" y="1958"/>
                  <a:pt x="2425" y="2001"/>
                  <a:pt x="2425" y="2052"/>
                </a:cubicBezTo>
                <a:cubicBezTo>
                  <a:pt x="2425" y="2104"/>
                  <a:pt x="2383" y="2145"/>
                  <a:pt x="2331" y="2145"/>
                </a:cubicBezTo>
                <a:close/>
                <a:moveTo>
                  <a:pt x="840" y="1120"/>
                </a:moveTo>
                <a:lnTo>
                  <a:pt x="280" y="1120"/>
                </a:lnTo>
                <a:cubicBezTo>
                  <a:pt x="126" y="1120"/>
                  <a:pt x="0" y="994"/>
                  <a:pt x="0" y="840"/>
                </a:cubicBezTo>
                <a:lnTo>
                  <a:pt x="0" y="280"/>
                </a:lnTo>
                <a:cubicBezTo>
                  <a:pt x="0" y="126"/>
                  <a:pt x="126" y="0"/>
                  <a:pt x="280" y="0"/>
                </a:cubicBezTo>
                <a:lnTo>
                  <a:pt x="840" y="0"/>
                </a:lnTo>
                <a:cubicBezTo>
                  <a:pt x="994" y="0"/>
                  <a:pt x="1120" y="126"/>
                  <a:pt x="1120" y="280"/>
                </a:cubicBezTo>
                <a:lnTo>
                  <a:pt x="1120" y="840"/>
                </a:lnTo>
                <a:cubicBezTo>
                  <a:pt x="1120" y="994"/>
                  <a:pt x="994" y="1120"/>
                  <a:pt x="840" y="1120"/>
                </a:cubicBezTo>
                <a:close/>
                <a:moveTo>
                  <a:pt x="280" y="187"/>
                </a:moveTo>
                <a:cubicBezTo>
                  <a:pt x="229" y="187"/>
                  <a:pt x="187" y="229"/>
                  <a:pt x="187" y="280"/>
                </a:cubicBezTo>
                <a:lnTo>
                  <a:pt x="187" y="840"/>
                </a:lnTo>
                <a:cubicBezTo>
                  <a:pt x="187" y="891"/>
                  <a:pt x="229" y="933"/>
                  <a:pt x="280" y="933"/>
                </a:cubicBezTo>
                <a:lnTo>
                  <a:pt x="840" y="933"/>
                </a:lnTo>
                <a:cubicBezTo>
                  <a:pt x="891" y="933"/>
                  <a:pt x="933" y="891"/>
                  <a:pt x="933" y="840"/>
                </a:cubicBezTo>
                <a:lnTo>
                  <a:pt x="933" y="280"/>
                </a:lnTo>
                <a:cubicBezTo>
                  <a:pt x="933" y="229"/>
                  <a:pt x="891" y="187"/>
                  <a:pt x="840" y="187"/>
                </a:cubicBezTo>
                <a:lnTo>
                  <a:pt x="280" y="187"/>
                </a:lnTo>
                <a:close/>
                <a:moveTo>
                  <a:pt x="840" y="2425"/>
                </a:moveTo>
                <a:lnTo>
                  <a:pt x="280" y="2425"/>
                </a:lnTo>
                <a:cubicBezTo>
                  <a:pt x="126" y="2425"/>
                  <a:pt x="0" y="2299"/>
                  <a:pt x="0" y="2145"/>
                </a:cubicBezTo>
                <a:lnTo>
                  <a:pt x="0" y="1585"/>
                </a:lnTo>
                <a:cubicBezTo>
                  <a:pt x="0" y="1431"/>
                  <a:pt x="126" y="1305"/>
                  <a:pt x="280" y="1305"/>
                </a:cubicBezTo>
                <a:lnTo>
                  <a:pt x="840" y="1305"/>
                </a:lnTo>
                <a:cubicBezTo>
                  <a:pt x="994" y="1305"/>
                  <a:pt x="1120" y="1431"/>
                  <a:pt x="1120" y="1585"/>
                </a:cubicBezTo>
                <a:lnTo>
                  <a:pt x="1120" y="2145"/>
                </a:lnTo>
                <a:cubicBezTo>
                  <a:pt x="1120" y="2299"/>
                  <a:pt x="994" y="2425"/>
                  <a:pt x="840" y="2425"/>
                </a:cubicBezTo>
                <a:close/>
                <a:moveTo>
                  <a:pt x="280" y="1492"/>
                </a:moveTo>
                <a:cubicBezTo>
                  <a:pt x="229" y="1492"/>
                  <a:pt x="187" y="1534"/>
                  <a:pt x="187" y="1585"/>
                </a:cubicBezTo>
                <a:lnTo>
                  <a:pt x="187" y="2145"/>
                </a:lnTo>
                <a:cubicBezTo>
                  <a:pt x="187" y="2196"/>
                  <a:pt x="229" y="2238"/>
                  <a:pt x="280" y="2238"/>
                </a:cubicBezTo>
                <a:lnTo>
                  <a:pt x="840" y="2238"/>
                </a:lnTo>
                <a:cubicBezTo>
                  <a:pt x="891" y="2238"/>
                  <a:pt x="933" y="2196"/>
                  <a:pt x="933" y="2145"/>
                </a:cubicBezTo>
                <a:lnTo>
                  <a:pt x="933" y="1585"/>
                </a:lnTo>
                <a:cubicBezTo>
                  <a:pt x="933" y="1534"/>
                  <a:pt x="891" y="1492"/>
                  <a:pt x="840" y="1492"/>
                </a:cubicBezTo>
                <a:lnTo>
                  <a:pt x="280" y="1492"/>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23" name="Freeform 26">
            <a:extLst>
              <a:ext uri="{FF2B5EF4-FFF2-40B4-BE49-F238E27FC236}">
                <a16:creationId xmlns:a16="http://schemas.microsoft.com/office/drawing/2014/main" id="{6790259F-620E-0C48-A2DA-1F73BAE3CAE0}"/>
              </a:ext>
            </a:extLst>
          </p:cNvPr>
          <p:cNvSpPr>
            <a:spLocks noChangeAspect="1" noChangeArrowheads="1"/>
          </p:cNvSpPr>
          <p:nvPr/>
        </p:nvSpPr>
        <p:spPr bwMode="auto">
          <a:xfrm>
            <a:off x="9465899" y="3343750"/>
            <a:ext cx="464624" cy="435825"/>
          </a:xfrm>
          <a:custGeom>
            <a:avLst/>
            <a:gdLst>
              <a:gd name="T0" fmla="*/ 192817 w 2986"/>
              <a:gd name="T1" fmla="*/ 282728 h 2786"/>
              <a:gd name="T2" fmla="*/ 183776 w 2986"/>
              <a:gd name="T3" fmla="*/ 278981 h 2786"/>
              <a:gd name="T4" fmla="*/ 55275 w 2986"/>
              <a:gd name="T5" fmla="*/ 150538 h 2786"/>
              <a:gd name="T6" fmla="*/ 52434 w 2986"/>
              <a:gd name="T7" fmla="*/ 136454 h 2786"/>
              <a:gd name="T8" fmla="*/ 64315 w 2986"/>
              <a:gd name="T9" fmla="*/ 128571 h 2786"/>
              <a:gd name="T10" fmla="*/ 128501 w 2986"/>
              <a:gd name="T11" fmla="*/ 128571 h 2786"/>
              <a:gd name="T12" fmla="*/ 128501 w 2986"/>
              <a:gd name="T13" fmla="*/ 12793 h 2786"/>
              <a:gd name="T14" fmla="*/ 141416 w 2986"/>
              <a:gd name="T15" fmla="*/ 0 h 2786"/>
              <a:gd name="T16" fmla="*/ 244088 w 2986"/>
              <a:gd name="T17" fmla="*/ 0 h 2786"/>
              <a:gd name="T18" fmla="*/ 257003 w 2986"/>
              <a:gd name="T19" fmla="*/ 12793 h 2786"/>
              <a:gd name="T20" fmla="*/ 257003 w 2986"/>
              <a:gd name="T21" fmla="*/ 128571 h 2786"/>
              <a:gd name="T22" fmla="*/ 321189 w 2986"/>
              <a:gd name="T23" fmla="*/ 128571 h 2786"/>
              <a:gd name="T24" fmla="*/ 333070 w 2986"/>
              <a:gd name="T25" fmla="*/ 136454 h 2786"/>
              <a:gd name="T26" fmla="*/ 330229 w 2986"/>
              <a:gd name="T27" fmla="*/ 150538 h 2786"/>
              <a:gd name="T28" fmla="*/ 201728 w 2986"/>
              <a:gd name="T29" fmla="*/ 278981 h 2786"/>
              <a:gd name="T30" fmla="*/ 192817 w 2986"/>
              <a:gd name="T31" fmla="*/ 282728 h 2786"/>
              <a:gd name="T32" fmla="*/ 95311 w 2986"/>
              <a:gd name="T33" fmla="*/ 154286 h 2786"/>
              <a:gd name="T34" fmla="*/ 192817 w 2986"/>
              <a:gd name="T35" fmla="*/ 251716 h 2786"/>
              <a:gd name="T36" fmla="*/ 290193 w 2986"/>
              <a:gd name="T37" fmla="*/ 154286 h 2786"/>
              <a:gd name="T38" fmla="*/ 244088 w 2986"/>
              <a:gd name="T39" fmla="*/ 154286 h 2786"/>
              <a:gd name="T40" fmla="*/ 231302 w 2986"/>
              <a:gd name="T41" fmla="*/ 141364 h 2786"/>
              <a:gd name="T42" fmla="*/ 231302 w 2986"/>
              <a:gd name="T43" fmla="*/ 25714 h 2786"/>
              <a:gd name="T44" fmla="*/ 154202 w 2986"/>
              <a:gd name="T45" fmla="*/ 25714 h 2786"/>
              <a:gd name="T46" fmla="*/ 154202 w 2986"/>
              <a:gd name="T47" fmla="*/ 141364 h 2786"/>
              <a:gd name="T48" fmla="*/ 141416 w 2986"/>
              <a:gd name="T49" fmla="*/ 154286 h 2786"/>
              <a:gd name="T50" fmla="*/ 95311 w 2986"/>
              <a:gd name="T51" fmla="*/ 154286 h 2786"/>
              <a:gd name="T52" fmla="*/ 372589 w 2986"/>
              <a:gd name="T53" fmla="*/ 359871 h 2786"/>
              <a:gd name="T54" fmla="*/ 12915 w 2986"/>
              <a:gd name="T55" fmla="*/ 359871 h 2786"/>
              <a:gd name="T56" fmla="*/ 0 w 2986"/>
              <a:gd name="T57" fmla="*/ 347078 h 2786"/>
              <a:gd name="T58" fmla="*/ 12915 w 2986"/>
              <a:gd name="T59" fmla="*/ 334156 h 2786"/>
              <a:gd name="T60" fmla="*/ 372589 w 2986"/>
              <a:gd name="T61" fmla="*/ 334156 h 2786"/>
              <a:gd name="T62" fmla="*/ 385504 w 2986"/>
              <a:gd name="T63" fmla="*/ 347078 h 2786"/>
              <a:gd name="T64" fmla="*/ 372589 w 2986"/>
              <a:gd name="T65" fmla="*/ 359871 h 278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986" h="2786">
                <a:moveTo>
                  <a:pt x="1493" y="2188"/>
                </a:moveTo>
                <a:cubicBezTo>
                  <a:pt x="1468" y="2188"/>
                  <a:pt x="1442" y="2178"/>
                  <a:pt x="1423" y="2159"/>
                </a:cubicBezTo>
                <a:lnTo>
                  <a:pt x="428" y="1165"/>
                </a:lnTo>
                <a:cubicBezTo>
                  <a:pt x="399" y="1136"/>
                  <a:pt x="391" y="1094"/>
                  <a:pt x="406" y="1056"/>
                </a:cubicBezTo>
                <a:cubicBezTo>
                  <a:pt x="421" y="1019"/>
                  <a:pt x="458" y="995"/>
                  <a:pt x="498" y="995"/>
                </a:cubicBezTo>
                <a:lnTo>
                  <a:pt x="995" y="995"/>
                </a:lnTo>
                <a:lnTo>
                  <a:pt x="995" y="99"/>
                </a:lnTo>
                <a:cubicBezTo>
                  <a:pt x="995" y="45"/>
                  <a:pt x="1040" y="0"/>
                  <a:pt x="1095" y="0"/>
                </a:cubicBezTo>
                <a:lnTo>
                  <a:pt x="1890" y="0"/>
                </a:lnTo>
                <a:cubicBezTo>
                  <a:pt x="1945" y="0"/>
                  <a:pt x="1990" y="45"/>
                  <a:pt x="1990" y="99"/>
                </a:cubicBezTo>
                <a:lnTo>
                  <a:pt x="1990" y="995"/>
                </a:lnTo>
                <a:lnTo>
                  <a:pt x="2487" y="995"/>
                </a:lnTo>
                <a:cubicBezTo>
                  <a:pt x="2527" y="995"/>
                  <a:pt x="2564" y="1018"/>
                  <a:pt x="2579" y="1056"/>
                </a:cubicBezTo>
                <a:cubicBezTo>
                  <a:pt x="2594" y="1093"/>
                  <a:pt x="2586" y="1136"/>
                  <a:pt x="2557" y="1165"/>
                </a:cubicBezTo>
                <a:lnTo>
                  <a:pt x="1562" y="2159"/>
                </a:lnTo>
                <a:cubicBezTo>
                  <a:pt x="1543" y="2178"/>
                  <a:pt x="1517" y="2188"/>
                  <a:pt x="1493" y="2188"/>
                </a:cubicBezTo>
                <a:close/>
                <a:moveTo>
                  <a:pt x="738" y="1194"/>
                </a:moveTo>
                <a:lnTo>
                  <a:pt x="1493" y="1948"/>
                </a:lnTo>
                <a:lnTo>
                  <a:pt x="2247" y="1194"/>
                </a:lnTo>
                <a:lnTo>
                  <a:pt x="1890" y="1194"/>
                </a:lnTo>
                <a:cubicBezTo>
                  <a:pt x="1835" y="1194"/>
                  <a:pt x="1791" y="1149"/>
                  <a:pt x="1791" y="1094"/>
                </a:cubicBezTo>
                <a:lnTo>
                  <a:pt x="1791" y="199"/>
                </a:lnTo>
                <a:lnTo>
                  <a:pt x="1194" y="199"/>
                </a:lnTo>
                <a:lnTo>
                  <a:pt x="1194" y="1094"/>
                </a:lnTo>
                <a:cubicBezTo>
                  <a:pt x="1194" y="1149"/>
                  <a:pt x="1150" y="1194"/>
                  <a:pt x="1095" y="1194"/>
                </a:cubicBezTo>
                <a:lnTo>
                  <a:pt x="738" y="1194"/>
                </a:lnTo>
                <a:close/>
                <a:moveTo>
                  <a:pt x="2885" y="2785"/>
                </a:moveTo>
                <a:lnTo>
                  <a:pt x="100" y="2785"/>
                </a:lnTo>
                <a:cubicBezTo>
                  <a:pt x="45" y="2785"/>
                  <a:pt x="0" y="2741"/>
                  <a:pt x="0" y="2686"/>
                </a:cubicBezTo>
                <a:cubicBezTo>
                  <a:pt x="0" y="2632"/>
                  <a:pt x="45" y="2586"/>
                  <a:pt x="100" y="2586"/>
                </a:cubicBezTo>
                <a:lnTo>
                  <a:pt x="2885" y="2586"/>
                </a:lnTo>
                <a:cubicBezTo>
                  <a:pt x="2940" y="2586"/>
                  <a:pt x="2985" y="2632"/>
                  <a:pt x="2985" y="2686"/>
                </a:cubicBezTo>
                <a:cubicBezTo>
                  <a:pt x="2985" y="2741"/>
                  <a:pt x="2940" y="2785"/>
                  <a:pt x="2885" y="278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24" name="Freeform 27">
            <a:extLst>
              <a:ext uri="{FF2B5EF4-FFF2-40B4-BE49-F238E27FC236}">
                <a16:creationId xmlns:a16="http://schemas.microsoft.com/office/drawing/2014/main" id="{724124E1-7B2C-2D4D-B765-49D6D3578478}"/>
              </a:ext>
            </a:extLst>
          </p:cNvPr>
          <p:cNvSpPr>
            <a:spLocks noChangeAspect="1" noChangeArrowheads="1"/>
          </p:cNvSpPr>
          <p:nvPr/>
        </p:nvSpPr>
        <p:spPr bwMode="auto">
          <a:xfrm>
            <a:off x="1542336" y="4209641"/>
            <a:ext cx="466544" cy="433905"/>
          </a:xfrm>
          <a:custGeom>
            <a:avLst/>
            <a:gdLst>
              <a:gd name="T0" fmla="*/ 335414 w 2974"/>
              <a:gd name="T1" fmla="*/ 101339 h 2778"/>
              <a:gd name="T2" fmla="*/ 322981 w 2974"/>
              <a:gd name="T3" fmla="*/ 88639 h 2778"/>
              <a:gd name="T4" fmla="*/ 322981 w 2974"/>
              <a:gd name="T5" fmla="*/ 67516 h 2778"/>
              <a:gd name="T6" fmla="*/ 285684 w 2974"/>
              <a:gd name="T7" fmla="*/ 25270 h 2778"/>
              <a:gd name="T8" fmla="*/ 62162 w 2974"/>
              <a:gd name="T9" fmla="*/ 25270 h 2778"/>
              <a:gd name="T10" fmla="*/ 24865 w 2974"/>
              <a:gd name="T11" fmla="*/ 67516 h 2778"/>
              <a:gd name="T12" fmla="*/ 24865 w 2974"/>
              <a:gd name="T13" fmla="*/ 287300 h 2778"/>
              <a:gd name="T14" fmla="*/ 62162 w 2974"/>
              <a:gd name="T15" fmla="*/ 329546 h 2778"/>
              <a:gd name="T16" fmla="*/ 111761 w 2974"/>
              <a:gd name="T17" fmla="*/ 329546 h 2778"/>
              <a:gd name="T18" fmla="*/ 124194 w 2974"/>
              <a:gd name="T19" fmla="*/ 342246 h 2778"/>
              <a:gd name="T20" fmla="*/ 111761 w 2974"/>
              <a:gd name="T21" fmla="*/ 354946 h 2778"/>
              <a:gd name="T22" fmla="*/ 62162 w 2974"/>
              <a:gd name="T23" fmla="*/ 354946 h 2778"/>
              <a:gd name="T24" fmla="*/ 0 w 2974"/>
              <a:gd name="T25" fmla="*/ 287300 h 2778"/>
              <a:gd name="T26" fmla="*/ 0 w 2974"/>
              <a:gd name="T27" fmla="*/ 67516 h 2778"/>
              <a:gd name="T28" fmla="*/ 62162 w 2974"/>
              <a:gd name="T29" fmla="*/ 0 h 2778"/>
              <a:gd name="T30" fmla="*/ 285684 w 2974"/>
              <a:gd name="T31" fmla="*/ 0 h 2778"/>
              <a:gd name="T32" fmla="*/ 347717 w 2974"/>
              <a:gd name="T33" fmla="*/ 67516 h 2778"/>
              <a:gd name="T34" fmla="*/ 347717 w 2974"/>
              <a:gd name="T35" fmla="*/ 88639 h 2778"/>
              <a:gd name="T36" fmla="*/ 335414 w 2974"/>
              <a:gd name="T37" fmla="*/ 101339 h 2778"/>
              <a:gd name="T38" fmla="*/ 49729 w 2974"/>
              <a:gd name="T39" fmla="*/ 189978 h 2778"/>
              <a:gd name="T40" fmla="*/ 62032 w 2974"/>
              <a:gd name="T41" fmla="*/ 177408 h 2778"/>
              <a:gd name="T42" fmla="*/ 136626 w 2974"/>
              <a:gd name="T43" fmla="*/ 177408 h 2778"/>
              <a:gd name="T44" fmla="*/ 149058 w 2974"/>
              <a:gd name="T45" fmla="*/ 189978 h 2778"/>
              <a:gd name="T46" fmla="*/ 136626 w 2974"/>
              <a:gd name="T47" fmla="*/ 202678 h 2778"/>
              <a:gd name="T48" fmla="*/ 62032 w 2974"/>
              <a:gd name="T49" fmla="*/ 202678 h 2778"/>
              <a:gd name="T50" fmla="*/ 49729 w 2974"/>
              <a:gd name="T51" fmla="*/ 189978 h 2778"/>
              <a:gd name="T52" fmla="*/ 49729 w 2974"/>
              <a:gd name="T53" fmla="*/ 114039 h 2778"/>
              <a:gd name="T54" fmla="*/ 62032 w 2974"/>
              <a:gd name="T55" fmla="*/ 101339 h 2778"/>
              <a:gd name="T56" fmla="*/ 161491 w 2974"/>
              <a:gd name="T57" fmla="*/ 101339 h 2778"/>
              <a:gd name="T58" fmla="*/ 173923 w 2974"/>
              <a:gd name="T59" fmla="*/ 114039 h 2778"/>
              <a:gd name="T60" fmla="*/ 161491 w 2974"/>
              <a:gd name="T61" fmla="*/ 126739 h 2778"/>
              <a:gd name="T62" fmla="*/ 62162 w 2974"/>
              <a:gd name="T63" fmla="*/ 126739 h 2778"/>
              <a:gd name="T64" fmla="*/ 49729 w 2974"/>
              <a:gd name="T65" fmla="*/ 114039 h 2778"/>
              <a:gd name="T66" fmla="*/ 229868 w 2974"/>
              <a:gd name="T67" fmla="*/ 244017 h 2778"/>
              <a:gd name="T68" fmla="*/ 198658 w 2974"/>
              <a:gd name="T69" fmla="*/ 182462 h 2778"/>
              <a:gd name="T70" fmla="*/ 273123 w 2974"/>
              <a:gd name="T71" fmla="*/ 106393 h 2778"/>
              <a:gd name="T72" fmla="*/ 347717 w 2974"/>
              <a:gd name="T73" fmla="*/ 182462 h 2778"/>
              <a:gd name="T74" fmla="*/ 316506 w 2974"/>
              <a:gd name="T75" fmla="*/ 244017 h 2778"/>
              <a:gd name="T76" fmla="*/ 385013 w 2974"/>
              <a:gd name="T77" fmla="*/ 347300 h 2778"/>
              <a:gd name="T78" fmla="*/ 372581 w 2974"/>
              <a:gd name="T79" fmla="*/ 359870 h 2778"/>
              <a:gd name="T80" fmla="*/ 360149 w 2974"/>
              <a:gd name="T81" fmla="*/ 347300 h 2778"/>
              <a:gd name="T82" fmla="*/ 273123 w 2974"/>
              <a:gd name="T83" fmla="*/ 258531 h 2778"/>
              <a:gd name="T84" fmla="*/ 186226 w 2974"/>
              <a:gd name="T85" fmla="*/ 347300 h 2778"/>
              <a:gd name="T86" fmla="*/ 173794 w 2974"/>
              <a:gd name="T87" fmla="*/ 359870 h 2778"/>
              <a:gd name="T88" fmla="*/ 161491 w 2974"/>
              <a:gd name="T89" fmla="*/ 347300 h 2778"/>
              <a:gd name="T90" fmla="*/ 229868 w 2974"/>
              <a:gd name="T91" fmla="*/ 244017 h 2778"/>
              <a:gd name="T92" fmla="*/ 322852 w 2974"/>
              <a:gd name="T93" fmla="*/ 182462 h 2778"/>
              <a:gd name="T94" fmla="*/ 273252 w 2974"/>
              <a:gd name="T95" fmla="*/ 131793 h 2778"/>
              <a:gd name="T96" fmla="*/ 223523 w 2974"/>
              <a:gd name="T97" fmla="*/ 182462 h 2778"/>
              <a:gd name="T98" fmla="*/ 273252 w 2974"/>
              <a:gd name="T99" fmla="*/ 233132 h 2778"/>
              <a:gd name="T100" fmla="*/ 322852 w 2974"/>
              <a:gd name="T101" fmla="*/ 182462 h 277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74" h="2778">
                <a:moveTo>
                  <a:pt x="2590" y="782"/>
                </a:moveTo>
                <a:cubicBezTo>
                  <a:pt x="2537" y="782"/>
                  <a:pt x="2494" y="738"/>
                  <a:pt x="2494" y="684"/>
                </a:cubicBezTo>
                <a:lnTo>
                  <a:pt x="2494" y="521"/>
                </a:lnTo>
                <a:cubicBezTo>
                  <a:pt x="2494" y="342"/>
                  <a:pt x="2365" y="195"/>
                  <a:pt x="2206" y="195"/>
                </a:cubicBezTo>
                <a:lnTo>
                  <a:pt x="480" y="195"/>
                </a:lnTo>
                <a:cubicBezTo>
                  <a:pt x="321" y="195"/>
                  <a:pt x="192" y="341"/>
                  <a:pt x="192" y="521"/>
                </a:cubicBezTo>
                <a:lnTo>
                  <a:pt x="192" y="2217"/>
                </a:lnTo>
                <a:cubicBezTo>
                  <a:pt x="192" y="2396"/>
                  <a:pt x="321" y="2543"/>
                  <a:pt x="480" y="2543"/>
                </a:cubicBezTo>
                <a:lnTo>
                  <a:pt x="863" y="2543"/>
                </a:lnTo>
                <a:cubicBezTo>
                  <a:pt x="916" y="2543"/>
                  <a:pt x="959" y="2587"/>
                  <a:pt x="959" y="2641"/>
                </a:cubicBezTo>
                <a:cubicBezTo>
                  <a:pt x="959" y="2695"/>
                  <a:pt x="916" y="2739"/>
                  <a:pt x="863" y="2739"/>
                </a:cubicBezTo>
                <a:lnTo>
                  <a:pt x="480" y="2739"/>
                </a:lnTo>
                <a:cubicBezTo>
                  <a:pt x="215" y="2739"/>
                  <a:pt x="0" y="2505"/>
                  <a:pt x="0" y="2217"/>
                </a:cubicBezTo>
                <a:lnTo>
                  <a:pt x="0" y="521"/>
                </a:lnTo>
                <a:cubicBezTo>
                  <a:pt x="0" y="234"/>
                  <a:pt x="215" y="0"/>
                  <a:pt x="480" y="0"/>
                </a:cubicBezTo>
                <a:lnTo>
                  <a:pt x="2206" y="0"/>
                </a:lnTo>
                <a:cubicBezTo>
                  <a:pt x="2470" y="0"/>
                  <a:pt x="2685" y="234"/>
                  <a:pt x="2685" y="521"/>
                </a:cubicBezTo>
                <a:lnTo>
                  <a:pt x="2685" y="684"/>
                </a:lnTo>
                <a:cubicBezTo>
                  <a:pt x="2685" y="738"/>
                  <a:pt x="2642" y="782"/>
                  <a:pt x="2590" y="782"/>
                </a:cubicBezTo>
                <a:close/>
                <a:moveTo>
                  <a:pt x="384" y="1466"/>
                </a:moveTo>
                <a:cubicBezTo>
                  <a:pt x="384" y="1412"/>
                  <a:pt x="427" y="1369"/>
                  <a:pt x="479" y="1369"/>
                </a:cubicBezTo>
                <a:lnTo>
                  <a:pt x="1055" y="1369"/>
                </a:lnTo>
                <a:cubicBezTo>
                  <a:pt x="1108" y="1369"/>
                  <a:pt x="1151" y="1412"/>
                  <a:pt x="1151" y="1466"/>
                </a:cubicBezTo>
                <a:cubicBezTo>
                  <a:pt x="1151" y="1520"/>
                  <a:pt x="1108" y="1564"/>
                  <a:pt x="1055" y="1564"/>
                </a:cubicBezTo>
                <a:lnTo>
                  <a:pt x="479" y="1564"/>
                </a:lnTo>
                <a:cubicBezTo>
                  <a:pt x="427" y="1564"/>
                  <a:pt x="384" y="1520"/>
                  <a:pt x="384" y="1466"/>
                </a:cubicBezTo>
                <a:close/>
                <a:moveTo>
                  <a:pt x="384" y="880"/>
                </a:moveTo>
                <a:cubicBezTo>
                  <a:pt x="384" y="826"/>
                  <a:pt x="427" y="782"/>
                  <a:pt x="479" y="782"/>
                </a:cubicBezTo>
                <a:lnTo>
                  <a:pt x="1247" y="782"/>
                </a:lnTo>
                <a:cubicBezTo>
                  <a:pt x="1300" y="782"/>
                  <a:pt x="1343" y="826"/>
                  <a:pt x="1343" y="880"/>
                </a:cubicBezTo>
                <a:cubicBezTo>
                  <a:pt x="1343" y="934"/>
                  <a:pt x="1300" y="978"/>
                  <a:pt x="1247" y="978"/>
                </a:cubicBezTo>
                <a:lnTo>
                  <a:pt x="480" y="978"/>
                </a:lnTo>
                <a:cubicBezTo>
                  <a:pt x="427" y="978"/>
                  <a:pt x="384" y="934"/>
                  <a:pt x="384" y="880"/>
                </a:cubicBezTo>
                <a:close/>
                <a:moveTo>
                  <a:pt x="1775" y="1883"/>
                </a:moveTo>
                <a:cubicBezTo>
                  <a:pt x="1629" y="1776"/>
                  <a:pt x="1534" y="1604"/>
                  <a:pt x="1534" y="1408"/>
                </a:cubicBezTo>
                <a:cubicBezTo>
                  <a:pt x="1534" y="1085"/>
                  <a:pt x="1792" y="821"/>
                  <a:pt x="2109" y="821"/>
                </a:cubicBezTo>
                <a:cubicBezTo>
                  <a:pt x="2427" y="821"/>
                  <a:pt x="2685" y="1085"/>
                  <a:pt x="2685" y="1408"/>
                </a:cubicBezTo>
                <a:cubicBezTo>
                  <a:pt x="2685" y="1604"/>
                  <a:pt x="2589" y="1776"/>
                  <a:pt x="2444" y="1883"/>
                </a:cubicBezTo>
                <a:cubicBezTo>
                  <a:pt x="2750" y="2039"/>
                  <a:pt x="2973" y="2384"/>
                  <a:pt x="2973" y="2680"/>
                </a:cubicBezTo>
                <a:cubicBezTo>
                  <a:pt x="2973" y="2734"/>
                  <a:pt x="2930" y="2777"/>
                  <a:pt x="2877" y="2777"/>
                </a:cubicBezTo>
                <a:cubicBezTo>
                  <a:pt x="2824" y="2777"/>
                  <a:pt x="2781" y="2734"/>
                  <a:pt x="2781" y="2680"/>
                </a:cubicBezTo>
                <a:cubicBezTo>
                  <a:pt x="2781" y="2409"/>
                  <a:pt x="2480" y="1995"/>
                  <a:pt x="2109" y="1995"/>
                </a:cubicBezTo>
                <a:cubicBezTo>
                  <a:pt x="1738" y="1995"/>
                  <a:pt x="1438" y="2409"/>
                  <a:pt x="1438" y="2680"/>
                </a:cubicBezTo>
                <a:cubicBezTo>
                  <a:pt x="1438" y="2734"/>
                  <a:pt x="1395" y="2777"/>
                  <a:pt x="1342" y="2777"/>
                </a:cubicBezTo>
                <a:cubicBezTo>
                  <a:pt x="1290" y="2777"/>
                  <a:pt x="1247" y="2734"/>
                  <a:pt x="1247" y="2680"/>
                </a:cubicBezTo>
                <a:cubicBezTo>
                  <a:pt x="1247" y="2384"/>
                  <a:pt x="1469" y="2039"/>
                  <a:pt x="1775" y="1883"/>
                </a:cubicBezTo>
                <a:close/>
                <a:moveTo>
                  <a:pt x="2493" y="1408"/>
                </a:moveTo>
                <a:cubicBezTo>
                  <a:pt x="2493" y="1193"/>
                  <a:pt x="2322" y="1017"/>
                  <a:pt x="2110" y="1017"/>
                </a:cubicBezTo>
                <a:cubicBezTo>
                  <a:pt x="1898" y="1017"/>
                  <a:pt x="1726" y="1193"/>
                  <a:pt x="1726" y="1408"/>
                </a:cubicBezTo>
                <a:cubicBezTo>
                  <a:pt x="1726" y="1623"/>
                  <a:pt x="1898" y="1799"/>
                  <a:pt x="2110" y="1799"/>
                </a:cubicBezTo>
                <a:cubicBezTo>
                  <a:pt x="2322" y="1799"/>
                  <a:pt x="2493" y="1624"/>
                  <a:pt x="2493" y="140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25" name="Freeform 28">
            <a:extLst>
              <a:ext uri="{FF2B5EF4-FFF2-40B4-BE49-F238E27FC236}">
                <a16:creationId xmlns:a16="http://schemas.microsoft.com/office/drawing/2014/main" id="{29ECDBE4-60DC-024F-9D7A-6C9E1BA400F7}"/>
              </a:ext>
            </a:extLst>
          </p:cNvPr>
          <p:cNvSpPr>
            <a:spLocks noChangeAspect="1" noChangeArrowheads="1"/>
          </p:cNvSpPr>
          <p:nvPr/>
        </p:nvSpPr>
        <p:spPr bwMode="auto">
          <a:xfrm>
            <a:off x="8811205" y="4209641"/>
            <a:ext cx="435825" cy="433905"/>
          </a:xfrm>
          <a:custGeom>
            <a:avLst/>
            <a:gdLst>
              <a:gd name="T0" fmla="*/ 228656 w 2782"/>
              <a:gd name="T1" fmla="*/ 269612 h 2784"/>
              <a:gd name="T2" fmla="*/ 299569 w 2782"/>
              <a:gd name="T3" fmla="*/ 269612 h 2784"/>
              <a:gd name="T4" fmla="*/ 264112 w 2782"/>
              <a:gd name="T5" fmla="*/ 286810 h 2784"/>
              <a:gd name="T6" fmla="*/ 264112 w 2782"/>
              <a:gd name="T7" fmla="*/ 252414 h 2784"/>
              <a:gd name="T8" fmla="*/ 264112 w 2782"/>
              <a:gd name="T9" fmla="*/ 286810 h 2784"/>
              <a:gd name="T10" fmla="*/ 345507 w 2782"/>
              <a:gd name="T11" fmla="*/ 239612 h 2784"/>
              <a:gd name="T12" fmla="*/ 327132 w 2782"/>
              <a:gd name="T13" fmla="*/ 211940 h 2784"/>
              <a:gd name="T14" fmla="*/ 298145 w 2782"/>
              <a:gd name="T15" fmla="*/ 180905 h 2784"/>
              <a:gd name="T16" fmla="*/ 281064 w 2782"/>
              <a:gd name="T17" fmla="*/ 184397 h 2784"/>
              <a:gd name="T18" fmla="*/ 248843 w 2782"/>
              <a:gd name="T19" fmla="*/ 184267 h 2784"/>
              <a:gd name="T20" fmla="*/ 231761 w 2782"/>
              <a:gd name="T21" fmla="*/ 180647 h 2784"/>
              <a:gd name="T22" fmla="*/ 207434 w 2782"/>
              <a:gd name="T23" fmla="*/ 193966 h 2784"/>
              <a:gd name="T24" fmla="*/ 201869 w 2782"/>
              <a:gd name="T25" fmla="*/ 211810 h 2784"/>
              <a:gd name="T26" fmla="*/ 183623 w 2782"/>
              <a:gd name="T27" fmla="*/ 239612 h 2784"/>
              <a:gd name="T28" fmla="*/ 171330 w 2782"/>
              <a:gd name="T29" fmla="*/ 251121 h 2784"/>
              <a:gd name="T30" fmla="*/ 171330 w 2782"/>
              <a:gd name="T31" fmla="*/ 288362 h 2784"/>
              <a:gd name="T32" fmla="*/ 183623 w 2782"/>
              <a:gd name="T33" fmla="*/ 300000 h 2784"/>
              <a:gd name="T34" fmla="*/ 201869 w 2782"/>
              <a:gd name="T35" fmla="*/ 327672 h 2784"/>
              <a:gd name="T36" fmla="*/ 230338 w 2782"/>
              <a:gd name="T37" fmla="*/ 358448 h 2784"/>
              <a:gd name="T38" fmla="*/ 247678 w 2782"/>
              <a:gd name="T39" fmla="*/ 354828 h 2784"/>
              <a:gd name="T40" fmla="*/ 280546 w 2782"/>
              <a:gd name="T41" fmla="*/ 354957 h 2784"/>
              <a:gd name="T42" fmla="*/ 298404 w 2782"/>
              <a:gd name="T43" fmla="*/ 358448 h 2784"/>
              <a:gd name="T44" fmla="*/ 322214 w 2782"/>
              <a:gd name="T45" fmla="*/ 345259 h 2784"/>
              <a:gd name="T46" fmla="*/ 325449 w 2782"/>
              <a:gd name="T47" fmla="*/ 320043 h 2784"/>
              <a:gd name="T48" fmla="*/ 346413 w 2782"/>
              <a:gd name="T49" fmla="*/ 300000 h 2784"/>
              <a:gd name="T50" fmla="*/ 359871 w 2782"/>
              <a:gd name="T51" fmla="*/ 269741 h 2784"/>
              <a:gd name="T52" fmla="*/ 346283 w 2782"/>
              <a:gd name="T53" fmla="*/ 239612 h 2784"/>
              <a:gd name="T54" fmla="*/ 307074 w 2782"/>
              <a:gd name="T55" fmla="*/ 320043 h 2784"/>
              <a:gd name="T56" fmla="*/ 292322 w 2782"/>
              <a:gd name="T57" fmla="*/ 340862 h 2784"/>
              <a:gd name="T58" fmla="*/ 263983 w 2782"/>
              <a:gd name="T59" fmla="*/ 326638 h 2784"/>
              <a:gd name="T60" fmla="*/ 235902 w 2782"/>
              <a:gd name="T61" fmla="*/ 340603 h 2784"/>
              <a:gd name="T62" fmla="*/ 221927 w 2782"/>
              <a:gd name="T63" fmla="*/ 320043 h 2784"/>
              <a:gd name="T64" fmla="*/ 187376 w 2782"/>
              <a:gd name="T65" fmla="*/ 269741 h 2784"/>
              <a:gd name="T66" fmla="*/ 221927 w 2782"/>
              <a:gd name="T67" fmla="*/ 219569 h 2784"/>
              <a:gd name="T68" fmla="*/ 237196 w 2782"/>
              <a:gd name="T69" fmla="*/ 198362 h 2784"/>
              <a:gd name="T70" fmla="*/ 265018 w 2782"/>
              <a:gd name="T71" fmla="*/ 211940 h 2784"/>
              <a:gd name="T72" fmla="*/ 292581 w 2782"/>
              <a:gd name="T73" fmla="*/ 198621 h 2784"/>
              <a:gd name="T74" fmla="*/ 307074 w 2782"/>
              <a:gd name="T75" fmla="*/ 219569 h 2784"/>
              <a:gd name="T76" fmla="*/ 341625 w 2782"/>
              <a:gd name="T77" fmla="*/ 269741 h 2784"/>
              <a:gd name="T78" fmla="*/ 23681 w 2782"/>
              <a:gd name="T79" fmla="*/ 333879 h 2784"/>
              <a:gd name="T80" fmla="*/ 143508 w 2782"/>
              <a:gd name="T81" fmla="*/ 182974 h 2784"/>
              <a:gd name="T82" fmla="*/ 143638 w 2782"/>
              <a:gd name="T83" fmla="*/ 182974 h 2784"/>
              <a:gd name="T84" fmla="*/ 158001 w 2782"/>
              <a:gd name="T85" fmla="*/ 182457 h 2784"/>
              <a:gd name="T86" fmla="*/ 212610 w 2782"/>
              <a:gd name="T87" fmla="*/ 163060 h 2784"/>
              <a:gd name="T88" fmla="*/ 156060 w 2782"/>
              <a:gd name="T89" fmla="*/ 0 h 2784"/>
              <a:gd name="T90" fmla="*/ 99382 w 2782"/>
              <a:gd name="T91" fmla="*/ 163060 h 2784"/>
              <a:gd name="T92" fmla="*/ 98347 w 2782"/>
              <a:gd name="T93" fmla="*/ 170172 h 2784"/>
              <a:gd name="T94" fmla="*/ 0 w 2782"/>
              <a:gd name="T95" fmla="*/ 345647 h 2784"/>
              <a:gd name="T96" fmla="*/ 184917 w 2782"/>
              <a:gd name="T97" fmla="*/ 357414 h 2784"/>
              <a:gd name="T98" fmla="*/ 23681 w 2782"/>
              <a:gd name="T99" fmla="*/ 333879 h 2784"/>
              <a:gd name="T100" fmla="*/ 224256 w 2782"/>
              <a:gd name="T101" fmla="*/ 91293 h 2784"/>
              <a:gd name="T102" fmla="*/ 87865 w 2782"/>
              <a:gd name="T103" fmla="*/ 91293 h 278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782" h="2784">
                <a:moveTo>
                  <a:pt x="2041" y="1811"/>
                </a:moveTo>
                <a:cubicBezTo>
                  <a:pt x="1890" y="1811"/>
                  <a:pt x="1767" y="1934"/>
                  <a:pt x="1767" y="2085"/>
                </a:cubicBezTo>
                <a:cubicBezTo>
                  <a:pt x="1767" y="2236"/>
                  <a:pt x="1890" y="2359"/>
                  <a:pt x="2041" y="2359"/>
                </a:cubicBezTo>
                <a:cubicBezTo>
                  <a:pt x="2192" y="2359"/>
                  <a:pt x="2315" y="2236"/>
                  <a:pt x="2315" y="2085"/>
                </a:cubicBezTo>
                <a:cubicBezTo>
                  <a:pt x="2315" y="1934"/>
                  <a:pt x="2192" y="1811"/>
                  <a:pt x="2041" y="1811"/>
                </a:cubicBezTo>
                <a:close/>
                <a:moveTo>
                  <a:pt x="2041" y="2218"/>
                </a:moveTo>
                <a:cubicBezTo>
                  <a:pt x="1968" y="2218"/>
                  <a:pt x="1908" y="2159"/>
                  <a:pt x="1908" y="2085"/>
                </a:cubicBezTo>
                <a:cubicBezTo>
                  <a:pt x="1908" y="2012"/>
                  <a:pt x="1968" y="1952"/>
                  <a:pt x="2041" y="1952"/>
                </a:cubicBezTo>
                <a:cubicBezTo>
                  <a:pt x="2114" y="1952"/>
                  <a:pt x="2174" y="2012"/>
                  <a:pt x="2174" y="2085"/>
                </a:cubicBezTo>
                <a:cubicBezTo>
                  <a:pt x="2174" y="2159"/>
                  <a:pt x="2114" y="2218"/>
                  <a:pt x="2041" y="2218"/>
                </a:cubicBezTo>
                <a:close/>
                <a:moveTo>
                  <a:pt x="2676" y="1853"/>
                </a:moveTo>
                <a:lnTo>
                  <a:pt x="2670" y="1853"/>
                </a:lnTo>
                <a:cubicBezTo>
                  <a:pt x="2584" y="1853"/>
                  <a:pt x="2515" y="1783"/>
                  <a:pt x="2515" y="1698"/>
                </a:cubicBezTo>
                <a:cubicBezTo>
                  <a:pt x="2515" y="1675"/>
                  <a:pt x="2524" y="1647"/>
                  <a:pt x="2528" y="1639"/>
                </a:cubicBezTo>
                <a:cubicBezTo>
                  <a:pt x="2549" y="1591"/>
                  <a:pt x="2533" y="1533"/>
                  <a:pt x="2486" y="1500"/>
                </a:cubicBezTo>
                <a:lnTo>
                  <a:pt x="2304" y="1399"/>
                </a:lnTo>
                <a:cubicBezTo>
                  <a:pt x="2290" y="1393"/>
                  <a:pt x="2275" y="1390"/>
                  <a:pt x="2259" y="1390"/>
                </a:cubicBezTo>
                <a:cubicBezTo>
                  <a:pt x="2226" y="1390"/>
                  <a:pt x="2193" y="1404"/>
                  <a:pt x="2172" y="1426"/>
                </a:cubicBezTo>
                <a:cubicBezTo>
                  <a:pt x="2149" y="1449"/>
                  <a:pt x="2089" y="1497"/>
                  <a:pt x="2048" y="1497"/>
                </a:cubicBezTo>
                <a:cubicBezTo>
                  <a:pt x="2006" y="1497"/>
                  <a:pt x="1946" y="1448"/>
                  <a:pt x="1923" y="1425"/>
                </a:cubicBezTo>
                <a:cubicBezTo>
                  <a:pt x="1901" y="1402"/>
                  <a:pt x="1869" y="1388"/>
                  <a:pt x="1835" y="1388"/>
                </a:cubicBezTo>
                <a:cubicBezTo>
                  <a:pt x="1820" y="1388"/>
                  <a:pt x="1804" y="1391"/>
                  <a:pt x="1791" y="1397"/>
                </a:cubicBezTo>
                <a:lnTo>
                  <a:pt x="1787" y="1398"/>
                </a:lnTo>
                <a:lnTo>
                  <a:pt x="1603" y="1500"/>
                </a:lnTo>
                <a:lnTo>
                  <a:pt x="1598" y="1503"/>
                </a:lnTo>
                <a:cubicBezTo>
                  <a:pt x="1555" y="1533"/>
                  <a:pt x="1539" y="1591"/>
                  <a:pt x="1560" y="1638"/>
                </a:cubicBezTo>
                <a:cubicBezTo>
                  <a:pt x="1561" y="1642"/>
                  <a:pt x="1574" y="1672"/>
                  <a:pt x="1574" y="1698"/>
                </a:cubicBezTo>
                <a:cubicBezTo>
                  <a:pt x="1574" y="1783"/>
                  <a:pt x="1504" y="1853"/>
                  <a:pt x="1419" y="1853"/>
                </a:cubicBezTo>
                <a:lnTo>
                  <a:pt x="1411" y="1853"/>
                </a:lnTo>
                <a:cubicBezTo>
                  <a:pt x="1369" y="1853"/>
                  <a:pt x="1334" y="1888"/>
                  <a:pt x="1324" y="1942"/>
                </a:cubicBezTo>
                <a:cubicBezTo>
                  <a:pt x="1322" y="1950"/>
                  <a:pt x="1308" y="2026"/>
                  <a:pt x="1308" y="2086"/>
                </a:cubicBezTo>
                <a:cubicBezTo>
                  <a:pt x="1308" y="2147"/>
                  <a:pt x="1322" y="2222"/>
                  <a:pt x="1324" y="2230"/>
                </a:cubicBezTo>
                <a:cubicBezTo>
                  <a:pt x="1334" y="2285"/>
                  <a:pt x="1369" y="2320"/>
                  <a:pt x="1412" y="2320"/>
                </a:cubicBezTo>
                <a:lnTo>
                  <a:pt x="1419" y="2320"/>
                </a:lnTo>
                <a:cubicBezTo>
                  <a:pt x="1504" y="2320"/>
                  <a:pt x="1574" y="2389"/>
                  <a:pt x="1574" y="2475"/>
                </a:cubicBezTo>
                <a:cubicBezTo>
                  <a:pt x="1574" y="2497"/>
                  <a:pt x="1564" y="2525"/>
                  <a:pt x="1560" y="2534"/>
                </a:cubicBezTo>
                <a:cubicBezTo>
                  <a:pt x="1539" y="2581"/>
                  <a:pt x="1555" y="2640"/>
                  <a:pt x="1602" y="2672"/>
                </a:cubicBezTo>
                <a:lnTo>
                  <a:pt x="1780" y="2772"/>
                </a:lnTo>
                <a:cubicBezTo>
                  <a:pt x="1794" y="2778"/>
                  <a:pt x="1810" y="2781"/>
                  <a:pt x="1826" y="2781"/>
                </a:cubicBezTo>
                <a:cubicBezTo>
                  <a:pt x="1859" y="2781"/>
                  <a:pt x="1892" y="2767"/>
                  <a:pt x="1914" y="2744"/>
                </a:cubicBezTo>
                <a:cubicBezTo>
                  <a:pt x="1936" y="2720"/>
                  <a:pt x="1998" y="2668"/>
                  <a:pt x="2040" y="2668"/>
                </a:cubicBezTo>
                <a:cubicBezTo>
                  <a:pt x="2083" y="2668"/>
                  <a:pt x="2145" y="2720"/>
                  <a:pt x="2168" y="2745"/>
                </a:cubicBezTo>
                <a:cubicBezTo>
                  <a:pt x="2190" y="2769"/>
                  <a:pt x="2223" y="2783"/>
                  <a:pt x="2256" y="2783"/>
                </a:cubicBezTo>
                <a:cubicBezTo>
                  <a:pt x="2272" y="2783"/>
                  <a:pt x="2287" y="2780"/>
                  <a:pt x="2306" y="2772"/>
                </a:cubicBezTo>
                <a:lnTo>
                  <a:pt x="2486" y="2672"/>
                </a:lnTo>
                <a:lnTo>
                  <a:pt x="2490" y="2670"/>
                </a:lnTo>
                <a:cubicBezTo>
                  <a:pt x="2533" y="2640"/>
                  <a:pt x="2549" y="2581"/>
                  <a:pt x="2528" y="2534"/>
                </a:cubicBezTo>
                <a:cubicBezTo>
                  <a:pt x="2527" y="2531"/>
                  <a:pt x="2515" y="2501"/>
                  <a:pt x="2515" y="2475"/>
                </a:cubicBezTo>
                <a:cubicBezTo>
                  <a:pt x="2515" y="2389"/>
                  <a:pt x="2584" y="2320"/>
                  <a:pt x="2670" y="2320"/>
                </a:cubicBezTo>
                <a:lnTo>
                  <a:pt x="2677" y="2320"/>
                </a:lnTo>
                <a:cubicBezTo>
                  <a:pt x="2721" y="2320"/>
                  <a:pt x="2755" y="2285"/>
                  <a:pt x="2766" y="2230"/>
                </a:cubicBezTo>
                <a:cubicBezTo>
                  <a:pt x="2766" y="2230"/>
                  <a:pt x="2781" y="2150"/>
                  <a:pt x="2781" y="2086"/>
                </a:cubicBezTo>
                <a:cubicBezTo>
                  <a:pt x="2781" y="2026"/>
                  <a:pt x="2767" y="1950"/>
                  <a:pt x="2766" y="1942"/>
                </a:cubicBezTo>
                <a:cubicBezTo>
                  <a:pt x="2756" y="1888"/>
                  <a:pt x="2721" y="1853"/>
                  <a:pt x="2676" y="1853"/>
                </a:cubicBezTo>
                <a:close/>
                <a:moveTo>
                  <a:pt x="2631" y="2181"/>
                </a:moveTo>
                <a:cubicBezTo>
                  <a:pt x="2485" y="2200"/>
                  <a:pt x="2373" y="2325"/>
                  <a:pt x="2373" y="2475"/>
                </a:cubicBezTo>
                <a:cubicBezTo>
                  <a:pt x="2373" y="2509"/>
                  <a:pt x="2382" y="2542"/>
                  <a:pt x="2389" y="2565"/>
                </a:cubicBezTo>
                <a:lnTo>
                  <a:pt x="2259" y="2636"/>
                </a:lnTo>
                <a:cubicBezTo>
                  <a:pt x="2247" y="2625"/>
                  <a:pt x="2229" y="2608"/>
                  <a:pt x="2206" y="2591"/>
                </a:cubicBezTo>
                <a:cubicBezTo>
                  <a:pt x="2148" y="2548"/>
                  <a:pt x="2093" y="2526"/>
                  <a:pt x="2040" y="2526"/>
                </a:cubicBezTo>
                <a:cubicBezTo>
                  <a:pt x="1989" y="2526"/>
                  <a:pt x="1934" y="2548"/>
                  <a:pt x="1876" y="2589"/>
                </a:cubicBezTo>
                <a:cubicBezTo>
                  <a:pt x="1854" y="2606"/>
                  <a:pt x="1835" y="2623"/>
                  <a:pt x="1823" y="2634"/>
                </a:cubicBezTo>
                <a:lnTo>
                  <a:pt x="1699" y="2565"/>
                </a:lnTo>
                <a:cubicBezTo>
                  <a:pt x="1707" y="2543"/>
                  <a:pt x="1715" y="2509"/>
                  <a:pt x="1715" y="2475"/>
                </a:cubicBezTo>
                <a:cubicBezTo>
                  <a:pt x="1715" y="2325"/>
                  <a:pt x="1604" y="2200"/>
                  <a:pt x="1457" y="2181"/>
                </a:cubicBezTo>
                <a:cubicBezTo>
                  <a:pt x="1454" y="2157"/>
                  <a:pt x="1448" y="2117"/>
                  <a:pt x="1448" y="2086"/>
                </a:cubicBezTo>
                <a:cubicBezTo>
                  <a:pt x="1448" y="2055"/>
                  <a:pt x="1454" y="2016"/>
                  <a:pt x="1457" y="1991"/>
                </a:cubicBezTo>
                <a:cubicBezTo>
                  <a:pt x="1604" y="1972"/>
                  <a:pt x="1715" y="1847"/>
                  <a:pt x="1715" y="1698"/>
                </a:cubicBezTo>
                <a:cubicBezTo>
                  <a:pt x="1715" y="1663"/>
                  <a:pt x="1707" y="1630"/>
                  <a:pt x="1699" y="1608"/>
                </a:cubicBezTo>
                <a:lnTo>
                  <a:pt x="1833" y="1534"/>
                </a:lnTo>
                <a:cubicBezTo>
                  <a:pt x="1845" y="1545"/>
                  <a:pt x="1864" y="1562"/>
                  <a:pt x="1887" y="1578"/>
                </a:cubicBezTo>
                <a:cubicBezTo>
                  <a:pt x="1943" y="1618"/>
                  <a:pt x="1997" y="1639"/>
                  <a:pt x="2048" y="1639"/>
                </a:cubicBezTo>
                <a:cubicBezTo>
                  <a:pt x="2098" y="1639"/>
                  <a:pt x="2152" y="1619"/>
                  <a:pt x="2208" y="1579"/>
                </a:cubicBezTo>
                <a:cubicBezTo>
                  <a:pt x="2231" y="1563"/>
                  <a:pt x="2249" y="1547"/>
                  <a:pt x="2261" y="1536"/>
                </a:cubicBezTo>
                <a:lnTo>
                  <a:pt x="2389" y="1608"/>
                </a:lnTo>
                <a:cubicBezTo>
                  <a:pt x="2382" y="1630"/>
                  <a:pt x="2373" y="1663"/>
                  <a:pt x="2373" y="1698"/>
                </a:cubicBezTo>
                <a:cubicBezTo>
                  <a:pt x="2373" y="1847"/>
                  <a:pt x="2485" y="1972"/>
                  <a:pt x="2631" y="1991"/>
                </a:cubicBezTo>
                <a:cubicBezTo>
                  <a:pt x="2635" y="2016"/>
                  <a:pt x="2640" y="2055"/>
                  <a:pt x="2640" y="2086"/>
                </a:cubicBezTo>
                <a:cubicBezTo>
                  <a:pt x="2640" y="2117"/>
                  <a:pt x="2635" y="2156"/>
                  <a:pt x="2631" y="2181"/>
                </a:cubicBezTo>
                <a:close/>
                <a:moveTo>
                  <a:pt x="183" y="2582"/>
                </a:moveTo>
                <a:lnTo>
                  <a:pt x="183" y="2427"/>
                </a:lnTo>
                <a:cubicBezTo>
                  <a:pt x="183" y="1899"/>
                  <a:pt x="590" y="1464"/>
                  <a:pt x="1109" y="1415"/>
                </a:cubicBezTo>
                <a:lnTo>
                  <a:pt x="1108" y="1415"/>
                </a:lnTo>
                <a:cubicBezTo>
                  <a:pt x="1108" y="1415"/>
                  <a:pt x="1109" y="1415"/>
                  <a:pt x="1110" y="1415"/>
                </a:cubicBezTo>
                <a:cubicBezTo>
                  <a:pt x="1142" y="1412"/>
                  <a:pt x="1174" y="1411"/>
                  <a:pt x="1206" y="1411"/>
                </a:cubicBezTo>
                <a:cubicBezTo>
                  <a:pt x="1211" y="1411"/>
                  <a:pt x="1216" y="1411"/>
                  <a:pt x="1221" y="1411"/>
                </a:cubicBezTo>
                <a:cubicBezTo>
                  <a:pt x="1336" y="1402"/>
                  <a:pt x="1508" y="1376"/>
                  <a:pt x="1599" y="1295"/>
                </a:cubicBezTo>
                <a:lnTo>
                  <a:pt x="1643" y="1261"/>
                </a:lnTo>
                <a:cubicBezTo>
                  <a:pt x="1817" y="1125"/>
                  <a:pt x="1916" y="923"/>
                  <a:pt x="1916" y="706"/>
                </a:cubicBezTo>
                <a:cubicBezTo>
                  <a:pt x="1916" y="316"/>
                  <a:pt x="1597" y="0"/>
                  <a:pt x="1206" y="0"/>
                </a:cubicBezTo>
                <a:cubicBezTo>
                  <a:pt x="814" y="0"/>
                  <a:pt x="495" y="316"/>
                  <a:pt x="495" y="706"/>
                </a:cubicBezTo>
                <a:cubicBezTo>
                  <a:pt x="495" y="923"/>
                  <a:pt x="595" y="1125"/>
                  <a:pt x="768" y="1261"/>
                </a:cubicBezTo>
                <a:lnTo>
                  <a:pt x="813" y="1295"/>
                </a:lnTo>
                <a:lnTo>
                  <a:pt x="760" y="1316"/>
                </a:lnTo>
                <a:cubicBezTo>
                  <a:pt x="298" y="1498"/>
                  <a:pt x="0" y="1935"/>
                  <a:pt x="0" y="2427"/>
                </a:cubicBezTo>
                <a:lnTo>
                  <a:pt x="0" y="2673"/>
                </a:lnTo>
                <a:cubicBezTo>
                  <a:pt x="0" y="2723"/>
                  <a:pt x="41" y="2764"/>
                  <a:pt x="92" y="2764"/>
                </a:cubicBezTo>
                <a:lnTo>
                  <a:pt x="1429" y="2764"/>
                </a:lnTo>
                <a:cubicBezTo>
                  <a:pt x="1386" y="2708"/>
                  <a:pt x="1349" y="2647"/>
                  <a:pt x="1319" y="2582"/>
                </a:cubicBezTo>
                <a:lnTo>
                  <a:pt x="183" y="2582"/>
                </a:lnTo>
                <a:close/>
                <a:moveTo>
                  <a:pt x="1206" y="181"/>
                </a:moveTo>
                <a:cubicBezTo>
                  <a:pt x="1496" y="181"/>
                  <a:pt x="1733" y="416"/>
                  <a:pt x="1733" y="706"/>
                </a:cubicBezTo>
                <a:cubicBezTo>
                  <a:pt x="1733" y="995"/>
                  <a:pt x="1496" y="1230"/>
                  <a:pt x="1206" y="1230"/>
                </a:cubicBezTo>
                <a:cubicBezTo>
                  <a:pt x="915" y="1230"/>
                  <a:pt x="679" y="995"/>
                  <a:pt x="679" y="706"/>
                </a:cubicBezTo>
                <a:cubicBezTo>
                  <a:pt x="679" y="416"/>
                  <a:pt x="915" y="181"/>
                  <a:pt x="1206" y="181"/>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26" name="Freeform 1">
            <a:extLst>
              <a:ext uri="{FF2B5EF4-FFF2-40B4-BE49-F238E27FC236}">
                <a16:creationId xmlns:a16="http://schemas.microsoft.com/office/drawing/2014/main" id="{6EB5DA11-C1A7-954E-9E82-5E61919028B8}"/>
              </a:ext>
            </a:extLst>
          </p:cNvPr>
          <p:cNvSpPr>
            <a:spLocks noChangeAspect="1" noChangeArrowheads="1"/>
          </p:cNvSpPr>
          <p:nvPr/>
        </p:nvSpPr>
        <p:spPr bwMode="auto">
          <a:xfrm>
            <a:off x="5618355" y="5069769"/>
            <a:ext cx="243831" cy="366707"/>
          </a:xfrm>
          <a:custGeom>
            <a:avLst/>
            <a:gdLst>
              <a:gd name="T0" fmla="*/ 184759 w 1943"/>
              <a:gd name="T1" fmla="*/ 0 h 2914"/>
              <a:gd name="T2" fmla="*/ 16815 w 1943"/>
              <a:gd name="T3" fmla="*/ 0 h 2914"/>
              <a:gd name="T4" fmla="*/ 0 w 1943"/>
              <a:gd name="T5" fmla="*/ 16805 h 2914"/>
              <a:gd name="T6" fmla="*/ 0 w 1943"/>
              <a:gd name="T7" fmla="*/ 285380 h 2914"/>
              <a:gd name="T8" fmla="*/ 16815 w 1943"/>
              <a:gd name="T9" fmla="*/ 302185 h 2914"/>
              <a:gd name="T10" fmla="*/ 184759 w 1943"/>
              <a:gd name="T11" fmla="*/ 302185 h 2914"/>
              <a:gd name="T12" fmla="*/ 201574 w 1943"/>
              <a:gd name="T13" fmla="*/ 285380 h 2914"/>
              <a:gd name="T14" fmla="*/ 201574 w 1943"/>
              <a:gd name="T15" fmla="*/ 16805 h 2914"/>
              <a:gd name="T16" fmla="*/ 184759 w 1943"/>
              <a:gd name="T17" fmla="*/ 0 h 2914"/>
              <a:gd name="T18" fmla="*/ 184759 w 1943"/>
              <a:gd name="T19" fmla="*/ 285380 h 2914"/>
              <a:gd name="T20" fmla="*/ 16815 w 1943"/>
              <a:gd name="T21" fmla="*/ 285380 h 2914"/>
              <a:gd name="T22" fmla="*/ 16815 w 1943"/>
              <a:gd name="T23" fmla="*/ 234964 h 2914"/>
              <a:gd name="T24" fmla="*/ 184759 w 1943"/>
              <a:gd name="T25" fmla="*/ 234964 h 2914"/>
              <a:gd name="T26" fmla="*/ 184759 w 1943"/>
              <a:gd name="T27" fmla="*/ 285380 h 2914"/>
              <a:gd name="T28" fmla="*/ 184759 w 1943"/>
              <a:gd name="T29" fmla="*/ 218158 h 2914"/>
              <a:gd name="T30" fmla="*/ 16815 w 1943"/>
              <a:gd name="T31" fmla="*/ 218158 h 2914"/>
              <a:gd name="T32" fmla="*/ 16815 w 1943"/>
              <a:gd name="T33" fmla="*/ 16805 h 2914"/>
              <a:gd name="T34" fmla="*/ 184759 w 1943"/>
              <a:gd name="T35" fmla="*/ 16805 h 2914"/>
              <a:gd name="T36" fmla="*/ 184759 w 1943"/>
              <a:gd name="T37" fmla="*/ 218158 h 2914"/>
              <a:gd name="T38" fmla="*/ 89888 w 1943"/>
              <a:gd name="T39" fmla="*/ 260172 h 2914"/>
              <a:gd name="T40" fmla="*/ 89888 w 1943"/>
              <a:gd name="T41" fmla="*/ 260172 h 2914"/>
              <a:gd name="T42" fmla="*/ 91342 w 1943"/>
              <a:gd name="T43" fmla="*/ 265670 h 2914"/>
              <a:gd name="T44" fmla="*/ 95390 w 1943"/>
              <a:gd name="T45" fmla="*/ 269612 h 2914"/>
              <a:gd name="T46" fmla="*/ 100787 w 1943"/>
              <a:gd name="T47" fmla="*/ 271064 h 2914"/>
              <a:gd name="T48" fmla="*/ 106288 w 1943"/>
              <a:gd name="T49" fmla="*/ 269612 h 2914"/>
              <a:gd name="T50" fmla="*/ 110336 w 1943"/>
              <a:gd name="T51" fmla="*/ 265670 h 2914"/>
              <a:gd name="T52" fmla="*/ 111790 w 1943"/>
              <a:gd name="T53" fmla="*/ 260172 h 2914"/>
              <a:gd name="T54" fmla="*/ 111790 w 1943"/>
              <a:gd name="T55" fmla="*/ 260172 h 2914"/>
              <a:gd name="T56" fmla="*/ 111790 w 1943"/>
              <a:gd name="T57" fmla="*/ 260172 h 2914"/>
              <a:gd name="T58" fmla="*/ 110336 w 1943"/>
              <a:gd name="T59" fmla="*/ 254778 h 2914"/>
              <a:gd name="T60" fmla="*/ 106288 w 1943"/>
              <a:gd name="T61" fmla="*/ 250732 h 2914"/>
              <a:gd name="T62" fmla="*/ 100787 w 1943"/>
              <a:gd name="T63" fmla="*/ 249280 h 2914"/>
              <a:gd name="T64" fmla="*/ 95390 w 1943"/>
              <a:gd name="T65" fmla="*/ 250732 h 2914"/>
              <a:gd name="T66" fmla="*/ 91342 w 1943"/>
              <a:gd name="T67" fmla="*/ 254778 h 2914"/>
              <a:gd name="T68" fmla="*/ 89888 w 1943"/>
              <a:gd name="T69" fmla="*/ 260172 h 291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943" h="2914">
                <a:moveTo>
                  <a:pt x="1780" y="0"/>
                </a:moveTo>
                <a:lnTo>
                  <a:pt x="162" y="0"/>
                </a:lnTo>
                <a:cubicBezTo>
                  <a:pt x="73" y="0"/>
                  <a:pt x="0" y="73"/>
                  <a:pt x="0" y="162"/>
                </a:cubicBezTo>
                <a:lnTo>
                  <a:pt x="0" y="2751"/>
                </a:lnTo>
                <a:cubicBezTo>
                  <a:pt x="0" y="2840"/>
                  <a:pt x="73" y="2913"/>
                  <a:pt x="162" y="2913"/>
                </a:cubicBezTo>
                <a:lnTo>
                  <a:pt x="1780" y="2913"/>
                </a:lnTo>
                <a:cubicBezTo>
                  <a:pt x="1869" y="2913"/>
                  <a:pt x="1942" y="2840"/>
                  <a:pt x="1942" y="2751"/>
                </a:cubicBezTo>
                <a:lnTo>
                  <a:pt x="1942" y="162"/>
                </a:lnTo>
                <a:cubicBezTo>
                  <a:pt x="1942" y="73"/>
                  <a:pt x="1869" y="0"/>
                  <a:pt x="1780" y="0"/>
                </a:cubicBezTo>
                <a:close/>
                <a:moveTo>
                  <a:pt x="1780" y="2751"/>
                </a:moveTo>
                <a:lnTo>
                  <a:pt x="162" y="2751"/>
                </a:lnTo>
                <a:lnTo>
                  <a:pt x="162" y="2265"/>
                </a:lnTo>
                <a:lnTo>
                  <a:pt x="1780" y="2265"/>
                </a:lnTo>
                <a:lnTo>
                  <a:pt x="1780" y="2751"/>
                </a:lnTo>
                <a:close/>
                <a:moveTo>
                  <a:pt x="1780" y="2103"/>
                </a:moveTo>
                <a:lnTo>
                  <a:pt x="162" y="2103"/>
                </a:lnTo>
                <a:lnTo>
                  <a:pt x="162" y="162"/>
                </a:lnTo>
                <a:lnTo>
                  <a:pt x="1780" y="162"/>
                </a:lnTo>
                <a:lnTo>
                  <a:pt x="1780" y="2103"/>
                </a:lnTo>
                <a:close/>
                <a:moveTo>
                  <a:pt x="866" y="2508"/>
                </a:moveTo>
                <a:lnTo>
                  <a:pt x="866" y="2508"/>
                </a:lnTo>
                <a:cubicBezTo>
                  <a:pt x="866" y="2528"/>
                  <a:pt x="870" y="2544"/>
                  <a:pt x="880" y="2561"/>
                </a:cubicBezTo>
                <a:cubicBezTo>
                  <a:pt x="889" y="2578"/>
                  <a:pt x="902" y="2590"/>
                  <a:pt x="919" y="2599"/>
                </a:cubicBezTo>
                <a:cubicBezTo>
                  <a:pt x="936" y="2609"/>
                  <a:pt x="951" y="2613"/>
                  <a:pt x="971" y="2613"/>
                </a:cubicBezTo>
                <a:cubicBezTo>
                  <a:pt x="990" y="2613"/>
                  <a:pt x="1007" y="2609"/>
                  <a:pt x="1024" y="2599"/>
                </a:cubicBezTo>
                <a:cubicBezTo>
                  <a:pt x="1041" y="2590"/>
                  <a:pt x="1053" y="2578"/>
                  <a:pt x="1063" y="2561"/>
                </a:cubicBezTo>
                <a:cubicBezTo>
                  <a:pt x="1072" y="2544"/>
                  <a:pt x="1077" y="2528"/>
                  <a:pt x="1077" y="2508"/>
                </a:cubicBezTo>
                <a:cubicBezTo>
                  <a:pt x="1077" y="2489"/>
                  <a:pt x="1072" y="2473"/>
                  <a:pt x="1063" y="2456"/>
                </a:cubicBezTo>
                <a:cubicBezTo>
                  <a:pt x="1053" y="2440"/>
                  <a:pt x="1041" y="2427"/>
                  <a:pt x="1024" y="2417"/>
                </a:cubicBezTo>
                <a:cubicBezTo>
                  <a:pt x="1007" y="2407"/>
                  <a:pt x="990" y="2403"/>
                  <a:pt x="971" y="2403"/>
                </a:cubicBezTo>
                <a:cubicBezTo>
                  <a:pt x="951" y="2403"/>
                  <a:pt x="936" y="2407"/>
                  <a:pt x="919" y="2417"/>
                </a:cubicBezTo>
                <a:cubicBezTo>
                  <a:pt x="902" y="2427"/>
                  <a:pt x="889" y="2440"/>
                  <a:pt x="880" y="2456"/>
                </a:cubicBezTo>
                <a:cubicBezTo>
                  <a:pt x="870" y="2473"/>
                  <a:pt x="866" y="2489"/>
                  <a:pt x="866" y="250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27" name="Freeform 2">
            <a:extLst>
              <a:ext uri="{FF2B5EF4-FFF2-40B4-BE49-F238E27FC236}">
                <a16:creationId xmlns:a16="http://schemas.microsoft.com/office/drawing/2014/main" id="{A07764BF-BAE4-6145-A3AD-F92830DA31C1}"/>
              </a:ext>
            </a:extLst>
          </p:cNvPr>
          <p:cNvSpPr>
            <a:spLocks noChangeAspect="1" noChangeArrowheads="1"/>
          </p:cNvSpPr>
          <p:nvPr/>
        </p:nvSpPr>
        <p:spPr bwMode="auto">
          <a:xfrm>
            <a:off x="6409367" y="5000651"/>
            <a:ext cx="320628" cy="435824"/>
          </a:xfrm>
          <a:custGeom>
            <a:avLst/>
            <a:gdLst>
              <a:gd name="T0" fmla="*/ 264791 w 1582"/>
              <a:gd name="T1" fmla="*/ 88610 h 2137"/>
              <a:gd name="T2" fmla="*/ 263106 w 1582"/>
              <a:gd name="T3" fmla="*/ 87431 h 2137"/>
              <a:gd name="T4" fmla="*/ 141323 w 1582"/>
              <a:gd name="T5" fmla="*/ 1516 h 2137"/>
              <a:gd name="T6" fmla="*/ 133238 w 1582"/>
              <a:gd name="T7" fmla="*/ 1516 h 2137"/>
              <a:gd name="T8" fmla="*/ 2021 w 1582"/>
              <a:gd name="T9" fmla="*/ 88442 h 2137"/>
              <a:gd name="T10" fmla="*/ 1684 w 1582"/>
              <a:gd name="T11" fmla="*/ 88610 h 2137"/>
              <a:gd name="T12" fmla="*/ 1684 w 1582"/>
              <a:gd name="T13" fmla="*/ 96696 h 2137"/>
              <a:gd name="T14" fmla="*/ 133238 w 1582"/>
              <a:gd name="T15" fmla="*/ 285877 h 2137"/>
              <a:gd name="T16" fmla="*/ 137280 w 1582"/>
              <a:gd name="T17" fmla="*/ 288067 h 2137"/>
              <a:gd name="T18" fmla="*/ 141323 w 1582"/>
              <a:gd name="T19" fmla="*/ 285877 h 2137"/>
              <a:gd name="T20" fmla="*/ 266307 w 1582"/>
              <a:gd name="T21" fmla="*/ 92822 h 2137"/>
              <a:gd name="T22" fmla="*/ 141323 w 1582"/>
              <a:gd name="T23" fmla="*/ 261114 h 2137"/>
              <a:gd name="T24" fmla="*/ 133406 w 1582"/>
              <a:gd name="T25" fmla="*/ 261114 h 2137"/>
              <a:gd name="T26" fmla="*/ 133238 w 1582"/>
              <a:gd name="T27" fmla="*/ 146055 h 2137"/>
              <a:gd name="T28" fmla="*/ 141323 w 1582"/>
              <a:gd name="T29" fmla="*/ 146055 h 2137"/>
              <a:gd name="T30" fmla="*/ 141323 w 1582"/>
              <a:gd name="T31" fmla="*/ 261114 h 2137"/>
              <a:gd name="T32" fmla="*/ 137280 w 1582"/>
              <a:gd name="T33" fmla="*/ 130725 h 2137"/>
              <a:gd name="T34" fmla="*/ 26445 w 1582"/>
              <a:gd name="T35" fmla="*/ 88610 h 2137"/>
              <a:gd name="T36" fmla="*/ 133574 w 1582"/>
              <a:gd name="T37" fmla="*/ 18025 h 2137"/>
              <a:gd name="T38" fmla="*/ 141996 w 1582"/>
              <a:gd name="T39" fmla="*/ 18531 h 2137"/>
              <a:gd name="T40" fmla="*/ 141323 w 1582"/>
              <a:gd name="T41" fmla="*/ 129715 h 2137"/>
              <a:gd name="T42" fmla="*/ 204994 w 1582"/>
              <a:gd name="T43" fmla="*/ 285877 h 2137"/>
              <a:gd name="T44" fmla="*/ 204488 w 1582"/>
              <a:gd name="T45" fmla="*/ 286383 h 2137"/>
              <a:gd name="T46" fmla="*/ 137280 w 1582"/>
              <a:gd name="T47" fmla="*/ 310473 h 2137"/>
              <a:gd name="T48" fmla="*/ 69903 w 1582"/>
              <a:gd name="T49" fmla="*/ 286046 h 2137"/>
              <a:gd name="T50" fmla="*/ 69735 w 1582"/>
              <a:gd name="T51" fmla="*/ 286046 h 2137"/>
              <a:gd name="T52" fmla="*/ 56091 w 1582"/>
              <a:gd name="T53" fmla="*/ 292110 h 2137"/>
              <a:gd name="T54" fmla="*/ 59292 w 1582"/>
              <a:gd name="T55" fmla="*/ 298680 h 2137"/>
              <a:gd name="T56" fmla="*/ 215269 w 1582"/>
              <a:gd name="T57" fmla="*/ 298680 h 2137"/>
              <a:gd name="T58" fmla="*/ 210552 w 1582"/>
              <a:gd name="T59" fmla="*/ 283687 h 2137"/>
              <a:gd name="T60" fmla="*/ 241882 w 1582"/>
              <a:gd name="T61" fmla="*/ 322096 h 2137"/>
              <a:gd name="T62" fmla="*/ 226217 w 1582"/>
              <a:gd name="T63" fmla="*/ 318727 h 2137"/>
              <a:gd name="T64" fmla="*/ 137280 w 1582"/>
              <a:gd name="T65" fmla="*/ 343322 h 2137"/>
              <a:gd name="T66" fmla="*/ 47332 w 1582"/>
              <a:gd name="T67" fmla="*/ 316706 h 2137"/>
              <a:gd name="T68" fmla="*/ 33015 w 1582"/>
              <a:gd name="T69" fmla="*/ 322096 h 2137"/>
              <a:gd name="T70" fmla="*/ 34699 w 1582"/>
              <a:gd name="T71" fmla="*/ 327319 h 2137"/>
              <a:gd name="T72" fmla="*/ 238345 w 1582"/>
              <a:gd name="T73" fmla="*/ 328835 h 213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582" h="2137">
                <a:moveTo>
                  <a:pt x="1572" y="527"/>
                </a:moveTo>
                <a:lnTo>
                  <a:pt x="1572" y="526"/>
                </a:lnTo>
                <a:lnTo>
                  <a:pt x="1568" y="523"/>
                </a:lnTo>
                <a:cubicBezTo>
                  <a:pt x="1566" y="522"/>
                  <a:pt x="1565" y="520"/>
                  <a:pt x="1562" y="519"/>
                </a:cubicBezTo>
                <a:lnTo>
                  <a:pt x="839" y="9"/>
                </a:lnTo>
                <a:cubicBezTo>
                  <a:pt x="833" y="3"/>
                  <a:pt x="824" y="0"/>
                  <a:pt x="815" y="0"/>
                </a:cubicBezTo>
                <a:cubicBezTo>
                  <a:pt x="806" y="0"/>
                  <a:pt x="798" y="3"/>
                  <a:pt x="791" y="9"/>
                </a:cubicBezTo>
                <a:lnTo>
                  <a:pt x="17" y="521"/>
                </a:lnTo>
                <a:cubicBezTo>
                  <a:pt x="15" y="522"/>
                  <a:pt x="13" y="524"/>
                  <a:pt x="12" y="525"/>
                </a:cubicBezTo>
                <a:lnTo>
                  <a:pt x="10" y="526"/>
                </a:lnTo>
                <a:cubicBezTo>
                  <a:pt x="4" y="533"/>
                  <a:pt x="0" y="540"/>
                  <a:pt x="0" y="550"/>
                </a:cubicBezTo>
                <a:cubicBezTo>
                  <a:pt x="0" y="559"/>
                  <a:pt x="4" y="569"/>
                  <a:pt x="10" y="574"/>
                </a:cubicBezTo>
                <a:lnTo>
                  <a:pt x="10" y="575"/>
                </a:lnTo>
                <a:lnTo>
                  <a:pt x="791" y="1697"/>
                </a:lnTo>
                <a:lnTo>
                  <a:pt x="792" y="1697"/>
                </a:lnTo>
                <a:cubicBezTo>
                  <a:pt x="797" y="1704"/>
                  <a:pt x="805" y="1710"/>
                  <a:pt x="815" y="1710"/>
                </a:cubicBezTo>
                <a:cubicBezTo>
                  <a:pt x="825" y="1710"/>
                  <a:pt x="834" y="1705"/>
                  <a:pt x="839" y="1697"/>
                </a:cubicBezTo>
                <a:lnTo>
                  <a:pt x="1570" y="577"/>
                </a:lnTo>
                <a:cubicBezTo>
                  <a:pt x="1577" y="570"/>
                  <a:pt x="1581" y="561"/>
                  <a:pt x="1581" y="551"/>
                </a:cubicBezTo>
                <a:cubicBezTo>
                  <a:pt x="1581" y="542"/>
                  <a:pt x="1577" y="533"/>
                  <a:pt x="1572" y="527"/>
                </a:cubicBezTo>
                <a:close/>
                <a:moveTo>
                  <a:pt x="839" y="1550"/>
                </a:moveTo>
                <a:lnTo>
                  <a:pt x="816" y="1586"/>
                </a:lnTo>
                <a:lnTo>
                  <a:pt x="792" y="1550"/>
                </a:lnTo>
                <a:lnTo>
                  <a:pt x="157" y="623"/>
                </a:lnTo>
                <a:lnTo>
                  <a:pt x="791" y="867"/>
                </a:lnTo>
                <a:cubicBezTo>
                  <a:pt x="791" y="867"/>
                  <a:pt x="805" y="874"/>
                  <a:pt x="816" y="874"/>
                </a:cubicBezTo>
                <a:cubicBezTo>
                  <a:pt x="828" y="874"/>
                  <a:pt x="839" y="867"/>
                  <a:pt x="839" y="867"/>
                </a:cubicBezTo>
                <a:lnTo>
                  <a:pt x="1425" y="623"/>
                </a:lnTo>
                <a:lnTo>
                  <a:pt x="839" y="1550"/>
                </a:lnTo>
                <a:close/>
                <a:moveTo>
                  <a:pt x="839" y="770"/>
                </a:moveTo>
                <a:cubicBezTo>
                  <a:pt x="839" y="770"/>
                  <a:pt x="828" y="776"/>
                  <a:pt x="815" y="776"/>
                </a:cubicBezTo>
                <a:cubicBezTo>
                  <a:pt x="803" y="776"/>
                  <a:pt x="792" y="770"/>
                  <a:pt x="792" y="770"/>
                </a:cubicBezTo>
                <a:lnTo>
                  <a:pt x="157" y="526"/>
                </a:lnTo>
                <a:lnTo>
                  <a:pt x="791" y="107"/>
                </a:lnTo>
                <a:lnTo>
                  <a:pt x="793" y="107"/>
                </a:lnTo>
                <a:cubicBezTo>
                  <a:pt x="799" y="101"/>
                  <a:pt x="807" y="98"/>
                  <a:pt x="816" y="98"/>
                </a:cubicBezTo>
                <a:cubicBezTo>
                  <a:pt x="827" y="98"/>
                  <a:pt x="836" y="102"/>
                  <a:pt x="843" y="110"/>
                </a:cubicBezTo>
                <a:lnTo>
                  <a:pt x="1425" y="526"/>
                </a:lnTo>
                <a:lnTo>
                  <a:pt x="839" y="770"/>
                </a:lnTo>
                <a:close/>
                <a:moveTo>
                  <a:pt x="1250" y="1684"/>
                </a:moveTo>
                <a:cubicBezTo>
                  <a:pt x="1237" y="1684"/>
                  <a:pt x="1226" y="1689"/>
                  <a:pt x="1217" y="1697"/>
                </a:cubicBezTo>
                <a:lnTo>
                  <a:pt x="1216" y="1697"/>
                </a:lnTo>
                <a:cubicBezTo>
                  <a:pt x="1216" y="1698"/>
                  <a:pt x="1215" y="1699"/>
                  <a:pt x="1214" y="1700"/>
                </a:cubicBezTo>
                <a:cubicBezTo>
                  <a:pt x="1211" y="1704"/>
                  <a:pt x="1208" y="1708"/>
                  <a:pt x="1206" y="1713"/>
                </a:cubicBezTo>
                <a:cubicBezTo>
                  <a:pt x="1149" y="1789"/>
                  <a:pt x="995" y="1843"/>
                  <a:pt x="815" y="1843"/>
                </a:cubicBezTo>
                <a:cubicBezTo>
                  <a:pt x="638" y="1843"/>
                  <a:pt x="486" y="1790"/>
                  <a:pt x="427" y="1717"/>
                </a:cubicBezTo>
                <a:cubicBezTo>
                  <a:pt x="425" y="1709"/>
                  <a:pt x="420" y="1703"/>
                  <a:pt x="415" y="1698"/>
                </a:cubicBezTo>
                <a:cubicBezTo>
                  <a:pt x="415" y="1698"/>
                  <a:pt x="414" y="1698"/>
                  <a:pt x="414" y="1697"/>
                </a:cubicBezTo>
                <a:lnTo>
                  <a:pt x="414" y="1698"/>
                </a:lnTo>
                <a:cubicBezTo>
                  <a:pt x="406" y="1690"/>
                  <a:pt x="394" y="1685"/>
                  <a:pt x="382" y="1685"/>
                </a:cubicBezTo>
                <a:cubicBezTo>
                  <a:pt x="355" y="1685"/>
                  <a:pt x="333" y="1707"/>
                  <a:pt x="333" y="1734"/>
                </a:cubicBezTo>
                <a:cubicBezTo>
                  <a:pt x="333" y="1750"/>
                  <a:pt x="341" y="1764"/>
                  <a:pt x="352" y="1772"/>
                </a:cubicBezTo>
                <a:lnTo>
                  <a:pt x="352" y="1773"/>
                </a:lnTo>
                <a:cubicBezTo>
                  <a:pt x="434" y="1872"/>
                  <a:pt x="610" y="1942"/>
                  <a:pt x="815" y="1942"/>
                </a:cubicBezTo>
                <a:cubicBezTo>
                  <a:pt x="1021" y="1942"/>
                  <a:pt x="1196" y="1872"/>
                  <a:pt x="1278" y="1773"/>
                </a:cubicBezTo>
                <a:cubicBezTo>
                  <a:pt x="1291" y="1764"/>
                  <a:pt x="1299" y="1749"/>
                  <a:pt x="1299" y="1733"/>
                </a:cubicBezTo>
                <a:cubicBezTo>
                  <a:pt x="1299" y="1706"/>
                  <a:pt x="1277" y="1684"/>
                  <a:pt x="1250" y="1684"/>
                </a:cubicBezTo>
                <a:close/>
                <a:moveTo>
                  <a:pt x="1425" y="1943"/>
                </a:moveTo>
                <a:cubicBezTo>
                  <a:pt x="1432" y="1935"/>
                  <a:pt x="1436" y="1924"/>
                  <a:pt x="1436" y="1912"/>
                </a:cubicBezTo>
                <a:cubicBezTo>
                  <a:pt x="1436" y="1885"/>
                  <a:pt x="1415" y="1863"/>
                  <a:pt x="1388" y="1863"/>
                </a:cubicBezTo>
                <a:cubicBezTo>
                  <a:pt x="1368" y="1863"/>
                  <a:pt x="1351" y="1875"/>
                  <a:pt x="1343" y="1892"/>
                </a:cubicBezTo>
                <a:cubicBezTo>
                  <a:pt x="1237" y="1980"/>
                  <a:pt x="1041" y="2038"/>
                  <a:pt x="815" y="2038"/>
                </a:cubicBezTo>
                <a:cubicBezTo>
                  <a:pt x="590" y="2038"/>
                  <a:pt x="372" y="1975"/>
                  <a:pt x="281" y="1880"/>
                </a:cubicBezTo>
                <a:cubicBezTo>
                  <a:pt x="272" y="1870"/>
                  <a:pt x="259" y="1863"/>
                  <a:pt x="244" y="1863"/>
                </a:cubicBezTo>
                <a:cubicBezTo>
                  <a:pt x="218" y="1863"/>
                  <a:pt x="196" y="1885"/>
                  <a:pt x="196" y="1912"/>
                </a:cubicBezTo>
                <a:cubicBezTo>
                  <a:pt x="196" y="1924"/>
                  <a:pt x="200" y="1934"/>
                  <a:pt x="206" y="1942"/>
                </a:cubicBezTo>
                <a:lnTo>
                  <a:pt x="206" y="1943"/>
                </a:lnTo>
                <a:cubicBezTo>
                  <a:pt x="329" y="2058"/>
                  <a:pt x="556" y="2136"/>
                  <a:pt x="815" y="2136"/>
                </a:cubicBezTo>
                <a:cubicBezTo>
                  <a:pt x="1068" y="2136"/>
                  <a:pt x="1290" y="2063"/>
                  <a:pt x="1415" y="1952"/>
                </a:cubicBezTo>
                <a:cubicBezTo>
                  <a:pt x="1419" y="1950"/>
                  <a:pt x="1422" y="1947"/>
                  <a:pt x="1425" y="194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28" name="Freeform 3">
            <a:extLst>
              <a:ext uri="{FF2B5EF4-FFF2-40B4-BE49-F238E27FC236}">
                <a16:creationId xmlns:a16="http://schemas.microsoft.com/office/drawing/2014/main" id="{098C5B95-E3AA-FC48-BFC0-5EB163D794A7}"/>
              </a:ext>
            </a:extLst>
          </p:cNvPr>
          <p:cNvSpPr>
            <a:spLocks noChangeAspect="1" noChangeArrowheads="1"/>
          </p:cNvSpPr>
          <p:nvPr/>
        </p:nvSpPr>
        <p:spPr bwMode="auto">
          <a:xfrm>
            <a:off x="7160062" y="5023692"/>
            <a:ext cx="437745" cy="433905"/>
          </a:xfrm>
          <a:custGeom>
            <a:avLst/>
            <a:gdLst>
              <a:gd name="T0" fmla="*/ 162548 w 2992"/>
              <a:gd name="T1" fmla="*/ 359879 h 2978"/>
              <a:gd name="T2" fmla="*/ 146935 w 2992"/>
              <a:gd name="T3" fmla="*/ 357099 h 2978"/>
              <a:gd name="T4" fmla="*/ 85087 w 2992"/>
              <a:gd name="T5" fmla="*/ 331954 h 2978"/>
              <a:gd name="T6" fmla="*/ 83513 w 2992"/>
              <a:gd name="T7" fmla="*/ 330866 h 2978"/>
              <a:gd name="T8" fmla="*/ 95496 w 2992"/>
              <a:gd name="T9" fmla="*/ 315997 h 2978"/>
              <a:gd name="T10" fmla="*/ 223912 w 2992"/>
              <a:gd name="T11" fmla="*/ 336064 h 2978"/>
              <a:gd name="T12" fmla="*/ 316503 w 2992"/>
              <a:gd name="T13" fmla="*/ 270423 h 2978"/>
              <a:gd name="T14" fmla="*/ 291570 w 2992"/>
              <a:gd name="T15" fmla="*/ 61531 h 2978"/>
              <a:gd name="T16" fmla="*/ 83755 w 2992"/>
              <a:gd name="T17" fmla="*/ 53311 h 2978"/>
              <a:gd name="T18" fmla="*/ 23117 w 2992"/>
              <a:gd name="T19" fmla="*/ 158482 h 2978"/>
              <a:gd name="T20" fmla="*/ 53255 w 2992"/>
              <a:gd name="T21" fmla="*/ 276467 h 2978"/>
              <a:gd name="T22" fmla="*/ 38852 w 2992"/>
              <a:gd name="T23" fmla="*/ 289161 h 2978"/>
              <a:gd name="T24" fmla="*/ 31469 w 2992"/>
              <a:gd name="T25" fmla="*/ 278522 h 2978"/>
              <a:gd name="T26" fmla="*/ 2784 w 2992"/>
              <a:gd name="T27" fmla="*/ 190759 h 2978"/>
              <a:gd name="T28" fmla="*/ 61364 w 2992"/>
              <a:gd name="T29" fmla="*/ 47146 h 2978"/>
              <a:gd name="T30" fmla="*/ 152503 w 2992"/>
              <a:gd name="T31" fmla="*/ 2660 h 2978"/>
              <a:gd name="T32" fmla="*/ 171989 w 2992"/>
              <a:gd name="T33" fmla="*/ 484 h 2978"/>
              <a:gd name="T34" fmla="*/ 174894 w 2992"/>
              <a:gd name="T35" fmla="*/ 0 h 2978"/>
              <a:gd name="T36" fmla="*/ 190870 w 2992"/>
              <a:gd name="T37" fmla="*/ 0 h 2978"/>
              <a:gd name="T38" fmla="*/ 193775 w 2992"/>
              <a:gd name="T39" fmla="*/ 484 h 2978"/>
              <a:gd name="T40" fmla="*/ 274020 w 2992"/>
              <a:gd name="T41" fmla="*/ 24903 h 2978"/>
              <a:gd name="T42" fmla="*/ 358744 w 2992"/>
              <a:gd name="T43" fmla="*/ 140107 h 2978"/>
              <a:gd name="T44" fmla="*/ 362012 w 2992"/>
              <a:gd name="T45" fmla="*/ 155823 h 2978"/>
              <a:gd name="T46" fmla="*/ 362012 w 2992"/>
              <a:gd name="T47" fmla="*/ 204540 h 2978"/>
              <a:gd name="T48" fmla="*/ 361407 w 2992"/>
              <a:gd name="T49" fmla="*/ 206837 h 2978"/>
              <a:gd name="T50" fmla="*/ 351966 w 2992"/>
              <a:gd name="T51" fmla="*/ 243345 h 2978"/>
              <a:gd name="T52" fmla="*/ 298348 w 2992"/>
              <a:gd name="T53" fmla="*/ 318899 h 2978"/>
              <a:gd name="T54" fmla="*/ 217740 w 2992"/>
              <a:gd name="T55" fmla="*/ 357220 h 2978"/>
              <a:gd name="T56" fmla="*/ 202732 w 2992"/>
              <a:gd name="T57" fmla="*/ 359879 h 2978"/>
              <a:gd name="T58" fmla="*/ 162548 w 2992"/>
              <a:gd name="T59" fmla="*/ 359879 h 2978"/>
              <a:gd name="T60" fmla="*/ 186029 w 2992"/>
              <a:gd name="T61" fmla="*/ 137690 h 2978"/>
              <a:gd name="T62" fmla="*/ 236984 w 2992"/>
              <a:gd name="T63" fmla="*/ 86797 h 2978"/>
              <a:gd name="T64" fmla="*/ 250782 w 2992"/>
              <a:gd name="T65" fmla="*/ 100819 h 2978"/>
              <a:gd name="T66" fmla="*/ 209752 w 2992"/>
              <a:gd name="T67" fmla="*/ 141800 h 2978"/>
              <a:gd name="T68" fmla="*/ 266395 w 2992"/>
              <a:gd name="T69" fmla="*/ 141800 h 2978"/>
              <a:gd name="T70" fmla="*/ 266395 w 2992"/>
              <a:gd name="T71" fmla="*/ 160900 h 2978"/>
              <a:gd name="T72" fmla="*/ 195833 w 2992"/>
              <a:gd name="T73" fmla="*/ 160900 h 2978"/>
              <a:gd name="T74" fmla="*/ 195833 w 2992"/>
              <a:gd name="T75" fmla="*/ 199584 h 2978"/>
              <a:gd name="T76" fmla="*/ 266395 w 2992"/>
              <a:gd name="T77" fmla="*/ 199584 h 2978"/>
              <a:gd name="T78" fmla="*/ 266395 w 2992"/>
              <a:gd name="T79" fmla="*/ 218805 h 2978"/>
              <a:gd name="T80" fmla="*/ 195712 w 2992"/>
              <a:gd name="T81" fmla="*/ 218805 h 2978"/>
              <a:gd name="T82" fmla="*/ 195712 w 2992"/>
              <a:gd name="T83" fmla="*/ 283237 h 2978"/>
              <a:gd name="T84" fmla="*/ 176467 w 2992"/>
              <a:gd name="T85" fmla="*/ 283237 h 2978"/>
              <a:gd name="T86" fmla="*/ 176467 w 2992"/>
              <a:gd name="T87" fmla="*/ 218925 h 2978"/>
              <a:gd name="T88" fmla="*/ 105784 w 2992"/>
              <a:gd name="T89" fmla="*/ 218925 h 2978"/>
              <a:gd name="T90" fmla="*/ 105784 w 2992"/>
              <a:gd name="T91" fmla="*/ 199825 h 2978"/>
              <a:gd name="T92" fmla="*/ 176225 w 2992"/>
              <a:gd name="T93" fmla="*/ 199825 h 2978"/>
              <a:gd name="T94" fmla="*/ 176225 w 2992"/>
              <a:gd name="T95" fmla="*/ 161142 h 2978"/>
              <a:gd name="T96" fmla="*/ 105662 w 2992"/>
              <a:gd name="T97" fmla="*/ 161142 h 2978"/>
              <a:gd name="T98" fmla="*/ 105662 w 2992"/>
              <a:gd name="T99" fmla="*/ 141921 h 2978"/>
              <a:gd name="T100" fmla="*/ 162064 w 2992"/>
              <a:gd name="T101" fmla="*/ 141921 h 2978"/>
              <a:gd name="T102" fmla="*/ 121034 w 2992"/>
              <a:gd name="T103" fmla="*/ 100819 h 2978"/>
              <a:gd name="T104" fmla="*/ 135195 w 2992"/>
              <a:gd name="T105" fmla="*/ 86676 h 2978"/>
              <a:gd name="T106" fmla="*/ 186029 w 2992"/>
              <a:gd name="T107" fmla="*/ 137690 h 29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992" h="2978">
                <a:moveTo>
                  <a:pt x="1343" y="2977"/>
                </a:moveTo>
                <a:cubicBezTo>
                  <a:pt x="1300" y="2969"/>
                  <a:pt x="1257" y="2962"/>
                  <a:pt x="1214" y="2954"/>
                </a:cubicBezTo>
                <a:cubicBezTo>
                  <a:pt x="1031" y="2917"/>
                  <a:pt x="861" y="2847"/>
                  <a:pt x="703" y="2746"/>
                </a:cubicBezTo>
                <a:cubicBezTo>
                  <a:pt x="700" y="2743"/>
                  <a:pt x="696" y="2741"/>
                  <a:pt x="690" y="2737"/>
                </a:cubicBezTo>
                <a:cubicBezTo>
                  <a:pt x="724" y="2696"/>
                  <a:pt x="757" y="2655"/>
                  <a:pt x="789" y="2614"/>
                </a:cubicBezTo>
                <a:cubicBezTo>
                  <a:pt x="1121" y="2818"/>
                  <a:pt x="1475" y="2878"/>
                  <a:pt x="1850" y="2780"/>
                </a:cubicBezTo>
                <a:cubicBezTo>
                  <a:pt x="2172" y="2696"/>
                  <a:pt x="2427" y="2512"/>
                  <a:pt x="2615" y="2237"/>
                </a:cubicBezTo>
                <a:cubicBezTo>
                  <a:pt x="2986" y="1693"/>
                  <a:pt x="2899" y="959"/>
                  <a:pt x="2409" y="509"/>
                </a:cubicBezTo>
                <a:cubicBezTo>
                  <a:pt x="1925" y="64"/>
                  <a:pt x="1197" y="44"/>
                  <a:pt x="692" y="441"/>
                </a:cubicBezTo>
                <a:cubicBezTo>
                  <a:pt x="410" y="663"/>
                  <a:pt x="240" y="954"/>
                  <a:pt x="191" y="1311"/>
                </a:cubicBezTo>
                <a:cubicBezTo>
                  <a:pt x="142" y="1667"/>
                  <a:pt x="229" y="1991"/>
                  <a:pt x="440" y="2287"/>
                </a:cubicBezTo>
                <a:cubicBezTo>
                  <a:pt x="401" y="2322"/>
                  <a:pt x="362" y="2356"/>
                  <a:pt x="321" y="2392"/>
                </a:cubicBezTo>
                <a:cubicBezTo>
                  <a:pt x="304" y="2368"/>
                  <a:pt x="281" y="2337"/>
                  <a:pt x="260" y="2304"/>
                </a:cubicBezTo>
                <a:cubicBezTo>
                  <a:pt x="117" y="2083"/>
                  <a:pt x="35" y="1841"/>
                  <a:pt x="23" y="1578"/>
                </a:cubicBezTo>
                <a:cubicBezTo>
                  <a:pt x="0" y="1109"/>
                  <a:pt x="163" y="711"/>
                  <a:pt x="507" y="390"/>
                </a:cubicBezTo>
                <a:cubicBezTo>
                  <a:pt x="719" y="192"/>
                  <a:pt x="973" y="71"/>
                  <a:pt x="1260" y="22"/>
                </a:cubicBezTo>
                <a:cubicBezTo>
                  <a:pt x="1313" y="14"/>
                  <a:pt x="1367" y="10"/>
                  <a:pt x="1421" y="4"/>
                </a:cubicBezTo>
                <a:cubicBezTo>
                  <a:pt x="1429" y="3"/>
                  <a:pt x="1437" y="1"/>
                  <a:pt x="1445" y="0"/>
                </a:cubicBezTo>
                <a:cubicBezTo>
                  <a:pt x="1489" y="0"/>
                  <a:pt x="1533" y="0"/>
                  <a:pt x="1577" y="0"/>
                </a:cubicBezTo>
                <a:cubicBezTo>
                  <a:pt x="1585" y="1"/>
                  <a:pt x="1593" y="3"/>
                  <a:pt x="1601" y="4"/>
                </a:cubicBezTo>
                <a:cubicBezTo>
                  <a:pt x="1838" y="18"/>
                  <a:pt x="2060" y="84"/>
                  <a:pt x="2264" y="206"/>
                </a:cubicBezTo>
                <a:cubicBezTo>
                  <a:pt x="2630" y="425"/>
                  <a:pt x="2864" y="743"/>
                  <a:pt x="2964" y="1159"/>
                </a:cubicBezTo>
                <a:cubicBezTo>
                  <a:pt x="2974" y="1202"/>
                  <a:pt x="2982" y="1245"/>
                  <a:pt x="2991" y="1289"/>
                </a:cubicBezTo>
                <a:cubicBezTo>
                  <a:pt x="2991" y="1424"/>
                  <a:pt x="2991" y="1557"/>
                  <a:pt x="2991" y="1692"/>
                </a:cubicBezTo>
                <a:cubicBezTo>
                  <a:pt x="2989" y="1699"/>
                  <a:pt x="2987" y="1705"/>
                  <a:pt x="2986" y="1711"/>
                </a:cubicBezTo>
                <a:cubicBezTo>
                  <a:pt x="2970" y="1815"/>
                  <a:pt x="2945" y="1916"/>
                  <a:pt x="2908" y="2013"/>
                </a:cubicBezTo>
                <a:cubicBezTo>
                  <a:pt x="2815" y="2260"/>
                  <a:pt x="2667" y="2469"/>
                  <a:pt x="2465" y="2638"/>
                </a:cubicBezTo>
                <a:cubicBezTo>
                  <a:pt x="2270" y="2800"/>
                  <a:pt x="2048" y="2906"/>
                  <a:pt x="1799" y="2955"/>
                </a:cubicBezTo>
                <a:cubicBezTo>
                  <a:pt x="1758" y="2963"/>
                  <a:pt x="1716" y="2969"/>
                  <a:pt x="1675" y="2977"/>
                </a:cubicBezTo>
                <a:cubicBezTo>
                  <a:pt x="1564" y="2977"/>
                  <a:pt x="1454" y="2977"/>
                  <a:pt x="1343" y="2977"/>
                </a:cubicBezTo>
                <a:close/>
                <a:moveTo>
                  <a:pt x="1537" y="1139"/>
                </a:moveTo>
                <a:cubicBezTo>
                  <a:pt x="1679" y="996"/>
                  <a:pt x="1819" y="857"/>
                  <a:pt x="1958" y="718"/>
                </a:cubicBezTo>
                <a:cubicBezTo>
                  <a:pt x="1995" y="756"/>
                  <a:pt x="2033" y="794"/>
                  <a:pt x="2072" y="834"/>
                </a:cubicBezTo>
                <a:cubicBezTo>
                  <a:pt x="1962" y="944"/>
                  <a:pt x="1849" y="1057"/>
                  <a:pt x="1733" y="1173"/>
                </a:cubicBezTo>
                <a:cubicBezTo>
                  <a:pt x="1891" y="1173"/>
                  <a:pt x="2045" y="1173"/>
                  <a:pt x="2201" y="1173"/>
                </a:cubicBezTo>
                <a:cubicBezTo>
                  <a:pt x="2201" y="1226"/>
                  <a:pt x="2201" y="1278"/>
                  <a:pt x="2201" y="1331"/>
                </a:cubicBezTo>
                <a:cubicBezTo>
                  <a:pt x="2007" y="1331"/>
                  <a:pt x="1813" y="1331"/>
                  <a:pt x="1618" y="1331"/>
                </a:cubicBezTo>
                <a:cubicBezTo>
                  <a:pt x="1618" y="1439"/>
                  <a:pt x="1618" y="1543"/>
                  <a:pt x="1618" y="1651"/>
                </a:cubicBezTo>
                <a:cubicBezTo>
                  <a:pt x="1812" y="1651"/>
                  <a:pt x="2005" y="1651"/>
                  <a:pt x="2201" y="1651"/>
                </a:cubicBezTo>
                <a:cubicBezTo>
                  <a:pt x="2201" y="1705"/>
                  <a:pt x="2201" y="1756"/>
                  <a:pt x="2201" y="1810"/>
                </a:cubicBezTo>
                <a:cubicBezTo>
                  <a:pt x="2007" y="1810"/>
                  <a:pt x="1814" y="1810"/>
                  <a:pt x="1617" y="1810"/>
                </a:cubicBezTo>
                <a:cubicBezTo>
                  <a:pt x="1617" y="1988"/>
                  <a:pt x="1617" y="2165"/>
                  <a:pt x="1617" y="2343"/>
                </a:cubicBezTo>
                <a:cubicBezTo>
                  <a:pt x="1563" y="2343"/>
                  <a:pt x="1511" y="2343"/>
                  <a:pt x="1458" y="2343"/>
                </a:cubicBezTo>
                <a:cubicBezTo>
                  <a:pt x="1458" y="2165"/>
                  <a:pt x="1458" y="1990"/>
                  <a:pt x="1458" y="1811"/>
                </a:cubicBezTo>
                <a:cubicBezTo>
                  <a:pt x="1262" y="1811"/>
                  <a:pt x="1069" y="1811"/>
                  <a:pt x="874" y="1811"/>
                </a:cubicBezTo>
                <a:cubicBezTo>
                  <a:pt x="874" y="1758"/>
                  <a:pt x="874" y="1707"/>
                  <a:pt x="874" y="1653"/>
                </a:cubicBezTo>
                <a:cubicBezTo>
                  <a:pt x="1067" y="1653"/>
                  <a:pt x="1261" y="1653"/>
                  <a:pt x="1456" y="1653"/>
                </a:cubicBezTo>
                <a:cubicBezTo>
                  <a:pt x="1456" y="1545"/>
                  <a:pt x="1456" y="1441"/>
                  <a:pt x="1456" y="1333"/>
                </a:cubicBezTo>
                <a:cubicBezTo>
                  <a:pt x="1263" y="1333"/>
                  <a:pt x="1068" y="1333"/>
                  <a:pt x="873" y="1333"/>
                </a:cubicBezTo>
                <a:cubicBezTo>
                  <a:pt x="873" y="1279"/>
                  <a:pt x="873" y="1228"/>
                  <a:pt x="873" y="1174"/>
                </a:cubicBezTo>
                <a:cubicBezTo>
                  <a:pt x="1028" y="1174"/>
                  <a:pt x="1182" y="1174"/>
                  <a:pt x="1339" y="1174"/>
                </a:cubicBezTo>
                <a:cubicBezTo>
                  <a:pt x="1224" y="1058"/>
                  <a:pt x="1111" y="946"/>
                  <a:pt x="1000" y="834"/>
                </a:cubicBezTo>
                <a:cubicBezTo>
                  <a:pt x="1041" y="793"/>
                  <a:pt x="1078" y="756"/>
                  <a:pt x="1117" y="717"/>
                </a:cubicBezTo>
                <a:cubicBezTo>
                  <a:pt x="1256" y="856"/>
                  <a:pt x="1396" y="996"/>
                  <a:pt x="1537" y="113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29" name="Freeform 4">
            <a:extLst>
              <a:ext uri="{FF2B5EF4-FFF2-40B4-BE49-F238E27FC236}">
                <a16:creationId xmlns:a16="http://schemas.microsoft.com/office/drawing/2014/main" id="{8BEB12DD-FD05-C94F-B97B-9FD6C883C779}"/>
              </a:ext>
            </a:extLst>
          </p:cNvPr>
          <p:cNvSpPr>
            <a:spLocks noChangeAspect="1" noChangeArrowheads="1"/>
          </p:cNvSpPr>
          <p:nvPr/>
        </p:nvSpPr>
        <p:spPr bwMode="auto">
          <a:xfrm>
            <a:off x="7081343" y="3343750"/>
            <a:ext cx="435824" cy="435825"/>
          </a:xfrm>
          <a:custGeom>
            <a:avLst/>
            <a:gdLst>
              <a:gd name="T0" fmla="*/ 226631 w 2621"/>
              <a:gd name="T1" fmla="*/ 180206 h 2621"/>
              <a:gd name="T2" fmla="*/ 187211 w 2621"/>
              <a:gd name="T3" fmla="*/ 163174 h 2621"/>
              <a:gd name="T4" fmla="*/ 206303 w 2621"/>
              <a:gd name="T5" fmla="*/ 133232 h 2621"/>
              <a:gd name="T6" fmla="*/ 232125 w 2621"/>
              <a:gd name="T7" fmla="*/ 141610 h 2621"/>
              <a:gd name="T8" fmla="*/ 233499 w 2621"/>
              <a:gd name="T9" fmla="*/ 119496 h 2621"/>
              <a:gd name="T10" fmla="*/ 209187 w 2621"/>
              <a:gd name="T11" fmla="*/ 95048 h 2621"/>
              <a:gd name="T12" fmla="*/ 187211 w 2621"/>
              <a:gd name="T13" fmla="*/ 71973 h 2621"/>
              <a:gd name="T14" fmla="*/ 172240 w 2621"/>
              <a:gd name="T15" fmla="*/ 72110 h 2621"/>
              <a:gd name="T16" fmla="*/ 134193 w 2621"/>
              <a:gd name="T17" fmla="*/ 105074 h 2621"/>
              <a:gd name="T18" fmla="*/ 127875 w 2621"/>
              <a:gd name="T19" fmla="*/ 164823 h 2621"/>
              <a:gd name="T20" fmla="*/ 172240 w 2621"/>
              <a:gd name="T21" fmla="*/ 190095 h 2621"/>
              <a:gd name="T22" fmla="*/ 159329 w 2621"/>
              <a:gd name="T23" fmla="*/ 239130 h 2621"/>
              <a:gd name="T24" fmla="*/ 146555 w 2621"/>
              <a:gd name="T25" fmla="*/ 214681 h 2621"/>
              <a:gd name="T26" fmla="*/ 132407 w 2621"/>
              <a:gd name="T27" fmla="*/ 205204 h 2621"/>
              <a:gd name="T28" fmla="*/ 116612 w 2621"/>
              <a:gd name="T29" fmla="*/ 220038 h 2621"/>
              <a:gd name="T30" fmla="*/ 130347 w 2621"/>
              <a:gd name="T31" fmla="*/ 251354 h 2621"/>
              <a:gd name="T32" fmla="*/ 172240 w 2621"/>
              <a:gd name="T33" fmla="*/ 270446 h 2621"/>
              <a:gd name="T34" fmla="*/ 173888 w 2621"/>
              <a:gd name="T35" fmla="*/ 300939 h 2621"/>
              <a:gd name="T36" fmla="*/ 185837 w 2621"/>
              <a:gd name="T37" fmla="*/ 300389 h 2621"/>
              <a:gd name="T38" fmla="*/ 187211 w 2621"/>
              <a:gd name="T39" fmla="*/ 270446 h 2621"/>
              <a:gd name="T40" fmla="*/ 235559 w 2621"/>
              <a:gd name="T41" fmla="*/ 241877 h 2621"/>
              <a:gd name="T42" fmla="*/ 238031 w 2621"/>
              <a:gd name="T43" fmla="*/ 195864 h 2621"/>
              <a:gd name="T44" fmla="*/ 156169 w 2621"/>
              <a:gd name="T45" fmla="*/ 149851 h 2621"/>
              <a:gd name="T46" fmla="*/ 156444 w 2621"/>
              <a:gd name="T47" fmla="*/ 120733 h 2621"/>
              <a:gd name="T48" fmla="*/ 172240 w 2621"/>
              <a:gd name="T49" fmla="*/ 158642 h 2621"/>
              <a:gd name="T50" fmla="*/ 187211 w 2621"/>
              <a:gd name="T51" fmla="*/ 246410 h 2621"/>
              <a:gd name="T52" fmla="*/ 206028 w 2621"/>
              <a:gd name="T53" fmla="*/ 203556 h 2621"/>
              <a:gd name="T54" fmla="*/ 205891 w 2621"/>
              <a:gd name="T55" fmla="*/ 236795 h 2621"/>
              <a:gd name="T56" fmla="*/ 0 w 2621"/>
              <a:gd name="T57" fmla="*/ 179931 h 2621"/>
              <a:gd name="T58" fmla="*/ 359863 w 2621"/>
              <a:gd name="T59" fmla="*/ 179931 h 2621"/>
              <a:gd name="T60" fmla="*/ 179794 w 2621"/>
              <a:gd name="T61" fmla="*/ 338298 h 2621"/>
              <a:gd name="T62" fmla="*/ 179794 w 2621"/>
              <a:gd name="T63" fmla="*/ 21427 h 2621"/>
              <a:gd name="T64" fmla="*/ 179794 w 2621"/>
              <a:gd name="T65" fmla="*/ 338298 h 26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621" h="2621">
                <a:moveTo>
                  <a:pt x="1733" y="1426"/>
                </a:moveTo>
                <a:cubicBezTo>
                  <a:pt x="1714" y="1381"/>
                  <a:pt x="1685" y="1345"/>
                  <a:pt x="1650" y="1312"/>
                </a:cubicBezTo>
                <a:cubicBezTo>
                  <a:pt x="1615" y="1280"/>
                  <a:pt x="1579" y="1258"/>
                  <a:pt x="1535" y="1242"/>
                </a:cubicBezTo>
                <a:cubicBezTo>
                  <a:pt x="1492" y="1225"/>
                  <a:pt x="1435" y="1207"/>
                  <a:pt x="1363" y="1188"/>
                </a:cubicBezTo>
                <a:lnTo>
                  <a:pt x="1363" y="825"/>
                </a:lnTo>
                <a:cubicBezTo>
                  <a:pt x="1436" y="849"/>
                  <a:pt x="1482" y="897"/>
                  <a:pt x="1502" y="970"/>
                </a:cubicBezTo>
                <a:cubicBezTo>
                  <a:pt x="1518" y="1031"/>
                  <a:pt x="1556" y="1062"/>
                  <a:pt x="1612" y="1062"/>
                </a:cubicBezTo>
                <a:cubicBezTo>
                  <a:pt x="1642" y="1062"/>
                  <a:pt x="1667" y="1052"/>
                  <a:pt x="1690" y="1031"/>
                </a:cubicBezTo>
                <a:cubicBezTo>
                  <a:pt x="1711" y="1010"/>
                  <a:pt x="1721" y="985"/>
                  <a:pt x="1721" y="956"/>
                </a:cubicBezTo>
                <a:cubicBezTo>
                  <a:pt x="1721" y="930"/>
                  <a:pt x="1714" y="901"/>
                  <a:pt x="1700" y="870"/>
                </a:cubicBezTo>
                <a:cubicBezTo>
                  <a:pt x="1685" y="839"/>
                  <a:pt x="1666" y="809"/>
                  <a:pt x="1639" y="779"/>
                </a:cubicBezTo>
                <a:cubicBezTo>
                  <a:pt x="1606" y="740"/>
                  <a:pt x="1567" y="710"/>
                  <a:pt x="1523" y="692"/>
                </a:cubicBezTo>
                <a:cubicBezTo>
                  <a:pt x="1478" y="673"/>
                  <a:pt x="1426" y="661"/>
                  <a:pt x="1363" y="653"/>
                </a:cubicBezTo>
                <a:lnTo>
                  <a:pt x="1363" y="524"/>
                </a:lnTo>
                <a:cubicBezTo>
                  <a:pt x="1363" y="476"/>
                  <a:pt x="1346" y="452"/>
                  <a:pt x="1308" y="452"/>
                </a:cubicBezTo>
                <a:cubicBezTo>
                  <a:pt x="1271" y="452"/>
                  <a:pt x="1254" y="476"/>
                  <a:pt x="1254" y="525"/>
                </a:cubicBezTo>
                <a:lnTo>
                  <a:pt x="1254" y="653"/>
                </a:lnTo>
                <a:cubicBezTo>
                  <a:pt x="1133" y="664"/>
                  <a:pt x="1041" y="700"/>
                  <a:pt x="977" y="765"/>
                </a:cubicBezTo>
                <a:cubicBezTo>
                  <a:pt x="912" y="829"/>
                  <a:pt x="882" y="912"/>
                  <a:pt x="882" y="1012"/>
                </a:cubicBezTo>
                <a:cubicBezTo>
                  <a:pt x="882" y="1088"/>
                  <a:pt x="898" y="1151"/>
                  <a:pt x="931" y="1200"/>
                </a:cubicBezTo>
                <a:cubicBezTo>
                  <a:pt x="964" y="1249"/>
                  <a:pt x="1006" y="1286"/>
                  <a:pt x="1058" y="1313"/>
                </a:cubicBezTo>
                <a:cubicBezTo>
                  <a:pt x="1110" y="1340"/>
                  <a:pt x="1176" y="1363"/>
                  <a:pt x="1254" y="1384"/>
                </a:cubicBezTo>
                <a:lnTo>
                  <a:pt x="1254" y="1788"/>
                </a:lnTo>
                <a:cubicBezTo>
                  <a:pt x="1215" y="1778"/>
                  <a:pt x="1183" y="1762"/>
                  <a:pt x="1160" y="1741"/>
                </a:cubicBezTo>
                <a:cubicBezTo>
                  <a:pt x="1136" y="1721"/>
                  <a:pt x="1118" y="1696"/>
                  <a:pt x="1107" y="1672"/>
                </a:cubicBezTo>
                <a:cubicBezTo>
                  <a:pt x="1095" y="1647"/>
                  <a:pt x="1082" y="1611"/>
                  <a:pt x="1067" y="1563"/>
                </a:cubicBezTo>
                <a:cubicBezTo>
                  <a:pt x="1060" y="1541"/>
                  <a:pt x="1048" y="1524"/>
                  <a:pt x="1030" y="1512"/>
                </a:cubicBezTo>
                <a:cubicBezTo>
                  <a:pt x="1012" y="1500"/>
                  <a:pt x="989" y="1494"/>
                  <a:pt x="964" y="1494"/>
                </a:cubicBezTo>
                <a:cubicBezTo>
                  <a:pt x="931" y="1494"/>
                  <a:pt x="904" y="1505"/>
                  <a:pt x="882" y="1527"/>
                </a:cubicBezTo>
                <a:cubicBezTo>
                  <a:pt x="860" y="1550"/>
                  <a:pt x="849" y="1575"/>
                  <a:pt x="849" y="1602"/>
                </a:cubicBezTo>
                <a:cubicBezTo>
                  <a:pt x="849" y="1639"/>
                  <a:pt x="857" y="1679"/>
                  <a:pt x="873" y="1717"/>
                </a:cubicBezTo>
                <a:cubicBezTo>
                  <a:pt x="889" y="1756"/>
                  <a:pt x="915" y="1794"/>
                  <a:pt x="949" y="1830"/>
                </a:cubicBezTo>
                <a:cubicBezTo>
                  <a:pt x="983" y="1866"/>
                  <a:pt x="1025" y="1897"/>
                  <a:pt x="1076" y="1921"/>
                </a:cubicBezTo>
                <a:cubicBezTo>
                  <a:pt x="1127" y="1945"/>
                  <a:pt x="1186" y="1961"/>
                  <a:pt x="1254" y="1969"/>
                </a:cubicBezTo>
                <a:lnTo>
                  <a:pt x="1254" y="2132"/>
                </a:lnTo>
                <a:cubicBezTo>
                  <a:pt x="1254" y="2158"/>
                  <a:pt x="1258" y="2178"/>
                  <a:pt x="1266" y="2191"/>
                </a:cubicBezTo>
                <a:cubicBezTo>
                  <a:pt x="1273" y="2205"/>
                  <a:pt x="1287" y="2211"/>
                  <a:pt x="1309" y="2211"/>
                </a:cubicBezTo>
                <a:cubicBezTo>
                  <a:pt x="1332" y="2211"/>
                  <a:pt x="1347" y="2203"/>
                  <a:pt x="1353" y="2187"/>
                </a:cubicBezTo>
                <a:cubicBezTo>
                  <a:pt x="1359" y="2172"/>
                  <a:pt x="1363" y="2147"/>
                  <a:pt x="1363" y="2112"/>
                </a:cubicBezTo>
                <a:lnTo>
                  <a:pt x="1363" y="1969"/>
                </a:lnTo>
                <a:cubicBezTo>
                  <a:pt x="1447" y="1961"/>
                  <a:pt x="1518" y="1941"/>
                  <a:pt x="1578" y="1903"/>
                </a:cubicBezTo>
                <a:cubicBezTo>
                  <a:pt x="1639" y="1866"/>
                  <a:pt x="1684" y="1820"/>
                  <a:pt x="1715" y="1761"/>
                </a:cubicBezTo>
                <a:cubicBezTo>
                  <a:pt x="1747" y="1703"/>
                  <a:pt x="1762" y="1642"/>
                  <a:pt x="1762" y="1575"/>
                </a:cubicBezTo>
                <a:cubicBezTo>
                  <a:pt x="1763" y="1518"/>
                  <a:pt x="1753" y="1470"/>
                  <a:pt x="1733" y="1426"/>
                </a:cubicBezTo>
                <a:close/>
                <a:moveTo>
                  <a:pt x="1254" y="1155"/>
                </a:moveTo>
                <a:cubicBezTo>
                  <a:pt x="1201" y="1136"/>
                  <a:pt x="1163" y="1115"/>
                  <a:pt x="1137" y="1091"/>
                </a:cubicBezTo>
                <a:cubicBezTo>
                  <a:pt x="1112" y="1067"/>
                  <a:pt x="1098" y="1033"/>
                  <a:pt x="1098" y="986"/>
                </a:cubicBezTo>
                <a:cubicBezTo>
                  <a:pt x="1098" y="939"/>
                  <a:pt x="1112" y="903"/>
                  <a:pt x="1139" y="879"/>
                </a:cubicBezTo>
                <a:cubicBezTo>
                  <a:pt x="1166" y="855"/>
                  <a:pt x="1204" y="836"/>
                  <a:pt x="1254" y="822"/>
                </a:cubicBezTo>
                <a:lnTo>
                  <a:pt x="1254" y="1155"/>
                </a:lnTo>
                <a:close/>
                <a:moveTo>
                  <a:pt x="1499" y="1724"/>
                </a:moveTo>
                <a:cubicBezTo>
                  <a:pt x="1467" y="1760"/>
                  <a:pt x="1421" y="1784"/>
                  <a:pt x="1363" y="1794"/>
                </a:cubicBezTo>
                <a:lnTo>
                  <a:pt x="1363" y="1412"/>
                </a:lnTo>
                <a:cubicBezTo>
                  <a:pt x="1424" y="1432"/>
                  <a:pt x="1469" y="1455"/>
                  <a:pt x="1500" y="1482"/>
                </a:cubicBezTo>
                <a:cubicBezTo>
                  <a:pt x="1532" y="1511"/>
                  <a:pt x="1547" y="1550"/>
                  <a:pt x="1547" y="1600"/>
                </a:cubicBezTo>
                <a:cubicBezTo>
                  <a:pt x="1548" y="1647"/>
                  <a:pt x="1532" y="1688"/>
                  <a:pt x="1499" y="1724"/>
                </a:cubicBezTo>
                <a:close/>
                <a:moveTo>
                  <a:pt x="1309" y="0"/>
                </a:moveTo>
                <a:cubicBezTo>
                  <a:pt x="588" y="0"/>
                  <a:pt x="0" y="587"/>
                  <a:pt x="0" y="1310"/>
                </a:cubicBezTo>
                <a:cubicBezTo>
                  <a:pt x="0" y="2032"/>
                  <a:pt x="587" y="2620"/>
                  <a:pt x="1309" y="2620"/>
                </a:cubicBezTo>
                <a:cubicBezTo>
                  <a:pt x="2032" y="2620"/>
                  <a:pt x="2620" y="2032"/>
                  <a:pt x="2620" y="1310"/>
                </a:cubicBezTo>
                <a:cubicBezTo>
                  <a:pt x="2620" y="587"/>
                  <a:pt x="2032" y="0"/>
                  <a:pt x="1309" y="0"/>
                </a:cubicBezTo>
                <a:close/>
                <a:moveTo>
                  <a:pt x="1309" y="2463"/>
                </a:moveTo>
                <a:cubicBezTo>
                  <a:pt x="674" y="2463"/>
                  <a:pt x="157" y="1945"/>
                  <a:pt x="157" y="1310"/>
                </a:cubicBezTo>
                <a:cubicBezTo>
                  <a:pt x="157" y="674"/>
                  <a:pt x="674" y="156"/>
                  <a:pt x="1309" y="156"/>
                </a:cubicBezTo>
                <a:cubicBezTo>
                  <a:pt x="1945" y="156"/>
                  <a:pt x="2463" y="674"/>
                  <a:pt x="2463" y="1310"/>
                </a:cubicBezTo>
                <a:cubicBezTo>
                  <a:pt x="2463" y="1947"/>
                  <a:pt x="1945" y="2463"/>
                  <a:pt x="1309" y="246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30" name="Freeform 5">
            <a:extLst>
              <a:ext uri="{FF2B5EF4-FFF2-40B4-BE49-F238E27FC236}">
                <a16:creationId xmlns:a16="http://schemas.microsoft.com/office/drawing/2014/main" id="{E7D10AFB-B44D-5941-8389-F1D86F340039}"/>
              </a:ext>
            </a:extLst>
          </p:cNvPr>
          <p:cNvSpPr>
            <a:spLocks noChangeAspect="1" noChangeArrowheads="1"/>
          </p:cNvSpPr>
          <p:nvPr/>
        </p:nvSpPr>
        <p:spPr bwMode="auto">
          <a:xfrm>
            <a:off x="5530037" y="3395585"/>
            <a:ext cx="383987" cy="383987"/>
          </a:xfrm>
          <a:custGeom>
            <a:avLst/>
            <a:gdLst>
              <a:gd name="T0" fmla="*/ 0 w 2986"/>
              <a:gd name="T1" fmla="*/ 122853 h 2986"/>
              <a:gd name="T2" fmla="*/ 114995 w 2986"/>
              <a:gd name="T3" fmla="*/ 0 h 2986"/>
              <a:gd name="T4" fmla="*/ 97157 w 2986"/>
              <a:gd name="T5" fmla="*/ 105014 h 2986"/>
              <a:gd name="T6" fmla="*/ 17839 w 2986"/>
              <a:gd name="T7" fmla="*/ 17839 h 2986"/>
              <a:gd name="T8" fmla="*/ 97157 w 2986"/>
              <a:gd name="T9" fmla="*/ 105014 h 2986"/>
              <a:gd name="T10" fmla="*/ 201959 w 2986"/>
              <a:gd name="T11" fmla="*/ 122853 h 2986"/>
              <a:gd name="T12" fmla="*/ 316954 w 2986"/>
              <a:gd name="T13" fmla="*/ 0 h 2986"/>
              <a:gd name="T14" fmla="*/ 299115 w 2986"/>
              <a:gd name="T15" fmla="*/ 105014 h 2986"/>
              <a:gd name="T16" fmla="*/ 219797 w 2986"/>
              <a:gd name="T17" fmla="*/ 17839 h 2986"/>
              <a:gd name="T18" fmla="*/ 299115 w 2986"/>
              <a:gd name="T19" fmla="*/ 105014 h 2986"/>
              <a:gd name="T20" fmla="*/ 0 w 2986"/>
              <a:gd name="T21" fmla="*/ 316954 h 2986"/>
              <a:gd name="T22" fmla="*/ 114995 w 2986"/>
              <a:gd name="T23" fmla="*/ 194101 h 2986"/>
              <a:gd name="T24" fmla="*/ 97157 w 2986"/>
              <a:gd name="T25" fmla="*/ 299115 h 2986"/>
              <a:gd name="T26" fmla="*/ 17839 w 2986"/>
              <a:gd name="T27" fmla="*/ 211940 h 2986"/>
              <a:gd name="T28" fmla="*/ 97157 w 2986"/>
              <a:gd name="T29" fmla="*/ 299115 h 2986"/>
              <a:gd name="T30" fmla="*/ 61479 w 2986"/>
              <a:gd name="T31" fmla="*/ 150566 h 2986"/>
              <a:gd name="T32" fmla="*/ 0 w 2986"/>
              <a:gd name="T33" fmla="*/ 168299 h 2986"/>
              <a:gd name="T34" fmla="*/ 255474 w 2986"/>
              <a:gd name="T35" fmla="*/ 150566 h 2986"/>
              <a:gd name="T36" fmla="*/ 316954 w 2986"/>
              <a:gd name="T37" fmla="*/ 168299 h 2986"/>
              <a:gd name="T38" fmla="*/ 255474 w 2986"/>
              <a:gd name="T39" fmla="*/ 150566 h 2986"/>
              <a:gd name="T40" fmla="*/ 150566 w 2986"/>
              <a:gd name="T41" fmla="*/ 150566 h 2986"/>
              <a:gd name="T42" fmla="*/ 105014 w 2986"/>
              <a:gd name="T43" fmla="*/ 166387 h 2986"/>
              <a:gd name="T44" fmla="*/ 150566 w 2986"/>
              <a:gd name="T45" fmla="*/ 211940 h 2986"/>
              <a:gd name="T46" fmla="*/ 166387 w 2986"/>
              <a:gd name="T47" fmla="*/ 97157 h 2986"/>
              <a:gd name="T48" fmla="*/ 150566 w 2986"/>
              <a:gd name="T49" fmla="*/ 0 h 2986"/>
              <a:gd name="T50" fmla="*/ 168299 w 2986"/>
              <a:gd name="T51" fmla="*/ 53516 h 2986"/>
              <a:gd name="T52" fmla="*/ 150566 w 2986"/>
              <a:gd name="T53" fmla="*/ 0 h 2986"/>
              <a:gd name="T54" fmla="*/ 168299 w 2986"/>
              <a:gd name="T55" fmla="*/ 263438 h 2986"/>
              <a:gd name="T56" fmla="*/ 150566 w 2986"/>
              <a:gd name="T57" fmla="*/ 316954 h 2986"/>
              <a:gd name="T58" fmla="*/ 299115 w 2986"/>
              <a:gd name="T59" fmla="*/ 194101 h 2986"/>
              <a:gd name="T60" fmla="*/ 201959 w 2986"/>
              <a:gd name="T61" fmla="*/ 299115 h 2986"/>
              <a:gd name="T62" fmla="*/ 316954 w 2986"/>
              <a:gd name="T63" fmla="*/ 316954 h 2986"/>
              <a:gd name="T64" fmla="*/ 299115 w 2986"/>
              <a:gd name="T65" fmla="*/ 194101 h 2986"/>
              <a:gd name="T66" fmla="*/ 201959 w 2986"/>
              <a:gd name="T67" fmla="*/ 194101 h 2986"/>
              <a:gd name="T68" fmla="*/ 219797 w 2986"/>
              <a:gd name="T69" fmla="*/ 255474 h 2986"/>
              <a:gd name="T70" fmla="*/ 263438 w 2986"/>
              <a:gd name="T71" fmla="*/ 211940 h 298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86" h="2986">
                <a:moveTo>
                  <a:pt x="0" y="0"/>
                </a:moveTo>
                <a:lnTo>
                  <a:pt x="0" y="1157"/>
                </a:lnTo>
                <a:lnTo>
                  <a:pt x="1083" y="1157"/>
                </a:lnTo>
                <a:lnTo>
                  <a:pt x="1083" y="0"/>
                </a:lnTo>
                <a:lnTo>
                  <a:pt x="0" y="0"/>
                </a:lnTo>
                <a:close/>
                <a:moveTo>
                  <a:pt x="915" y="989"/>
                </a:moveTo>
                <a:lnTo>
                  <a:pt x="168" y="989"/>
                </a:lnTo>
                <a:lnTo>
                  <a:pt x="168" y="168"/>
                </a:lnTo>
                <a:lnTo>
                  <a:pt x="915" y="168"/>
                </a:lnTo>
                <a:lnTo>
                  <a:pt x="915" y="989"/>
                </a:lnTo>
                <a:close/>
                <a:moveTo>
                  <a:pt x="1902" y="0"/>
                </a:moveTo>
                <a:lnTo>
                  <a:pt x="1902" y="1157"/>
                </a:lnTo>
                <a:lnTo>
                  <a:pt x="2985" y="1157"/>
                </a:lnTo>
                <a:lnTo>
                  <a:pt x="2985" y="0"/>
                </a:lnTo>
                <a:lnTo>
                  <a:pt x="1902" y="0"/>
                </a:lnTo>
                <a:close/>
                <a:moveTo>
                  <a:pt x="2817" y="989"/>
                </a:moveTo>
                <a:lnTo>
                  <a:pt x="2070" y="989"/>
                </a:lnTo>
                <a:lnTo>
                  <a:pt x="2070" y="168"/>
                </a:lnTo>
                <a:lnTo>
                  <a:pt x="2817" y="168"/>
                </a:lnTo>
                <a:lnTo>
                  <a:pt x="2817" y="989"/>
                </a:lnTo>
                <a:close/>
                <a:moveTo>
                  <a:pt x="0" y="1828"/>
                </a:moveTo>
                <a:lnTo>
                  <a:pt x="0" y="2985"/>
                </a:lnTo>
                <a:lnTo>
                  <a:pt x="1083" y="2985"/>
                </a:lnTo>
                <a:lnTo>
                  <a:pt x="1083" y="1828"/>
                </a:lnTo>
                <a:lnTo>
                  <a:pt x="0" y="1828"/>
                </a:lnTo>
                <a:close/>
                <a:moveTo>
                  <a:pt x="915" y="2817"/>
                </a:moveTo>
                <a:lnTo>
                  <a:pt x="168" y="2817"/>
                </a:lnTo>
                <a:lnTo>
                  <a:pt x="168" y="1996"/>
                </a:lnTo>
                <a:lnTo>
                  <a:pt x="915" y="1996"/>
                </a:lnTo>
                <a:lnTo>
                  <a:pt x="915" y="2817"/>
                </a:lnTo>
                <a:close/>
                <a:moveTo>
                  <a:pt x="0" y="1418"/>
                </a:moveTo>
                <a:lnTo>
                  <a:pt x="579" y="1418"/>
                </a:lnTo>
                <a:lnTo>
                  <a:pt x="579" y="1585"/>
                </a:lnTo>
                <a:lnTo>
                  <a:pt x="0" y="1585"/>
                </a:lnTo>
                <a:lnTo>
                  <a:pt x="0" y="1418"/>
                </a:lnTo>
                <a:close/>
                <a:moveTo>
                  <a:pt x="2406" y="1418"/>
                </a:moveTo>
                <a:lnTo>
                  <a:pt x="2985" y="1418"/>
                </a:lnTo>
                <a:lnTo>
                  <a:pt x="2985" y="1585"/>
                </a:lnTo>
                <a:lnTo>
                  <a:pt x="2406" y="1585"/>
                </a:lnTo>
                <a:lnTo>
                  <a:pt x="2406" y="1418"/>
                </a:lnTo>
                <a:close/>
                <a:moveTo>
                  <a:pt x="1418" y="915"/>
                </a:moveTo>
                <a:lnTo>
                  <a:pt x="1418" y="1418"/>
                </a:lnTo>
                <a:lnTo>
                  <a:pt x="989" y="1418"/>
                </a:lnTo>
                <a:lnTo>
                  <a:pt x="989" y="1567"/>
                </a:lnTo>
                <a:lnTo>
                  <a:pt x="1418" y="1567"/>
                </a:lnTo>
                <a:lnTo>
                  <a:pt x="1418" y="1996"/>
                </a:lnTo>
                <a:lnTo>
                  <a:pt x="1567" y="1996"/>
                </a:lnTo>
                <a:lnTo>
                  <a:pt x="1567" y="915"/>
                </a:lnTo>
                <a:lnTo>
                  <a:pt x="1418" y="915"/>
                </a:lnTo>
                <a:close/>
                <a:moveTo>
                  <a:pt x="1418" y="0"/>
                </a:moveTo>
                <a:lnTo>
                  <a:pt x="1585" y="0"/>
                </a:lnTo>
                <a:lnTo>
                  <a:pt x="1585" y="504"/>
                </a:lnTo>
                <a:lnTo>
                  <a:pt x="1418" y="504"/>
                </a:lnTo>
                <a:lnTo>
                  <a:pt x="1418" y="0"/>
                </a:lnTo>
                <a:close/>
                <a:moveTo>
                  <a:pt x="1418" y="2481"/>
                </a:moveTo>
                <a:lnTo>
                  <a:pt x="1585" y="2481"/>
                </a:lnTo>
                <a:lnTo>
                  <a:pt x="1585" y="2985"/>
                </a:lnTo>
                <a:lnTo>
                  <a:pt x="1418" y="2985"/>
                </a:lnTo>
                <a:lnTo>
                  <a:pt x="1418" y="2481"/>
                </a:lnTo>
                <a:close/>
                <a:moveTo>
                  <a:pt x="2817" y="1828"/>
                </a:moveTo>
                <a:lnTo>
                  <a:pt x="2817" y="2817"/>
                </a:lnTo>
                <a:lnTo>
                  <a:pt x="1902" y="2817"/>
                </a:lnTo>
                <a:lnTo>
                  <a:pt x="1902" y="2985"/>
                </a:lnTo>
                <a:lnTo>
                  <a:pt x="2985" y="2985"/>
                </a:lnTo>
                <a:lnTo>
                  <a:pt x="2985" y="1828"/>
                </a:lnTo>
                <a:lnTo>
                  <a:pt x="2817" y="1828"/>
                </a:lnTo>
                <a:close/>
                <a:moveTo>
                  <a:pt x="2481" y="1828"/>
                </a:moveTo>
                <a:lnTo>
                  <a:pt x="1902" y="1828"/>
                </a:lnTo>
                <a:lnTo>
                  <a:pt x="1902" y="2406"/>
                </a:lnTo>
                <a:lnTo>
                  <a:pt x="2070" y="2406"/>
                </a:lnTo>
                <a:lnTo>
                  <a:pt x="2070" y="1996"/>
                </a:lnTo>
                <a:lnTo>
                  <a:pt x="2481" y="1996"/>
                </a:lnTo>
                <a:lnTo>
                  <a:pt x="2481" y="1828"/>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31" name="Freeform 7">
            <a:extLst>
              <a:ext uri="{FF2B5EF4-FFF2-40B4-BE49-F238E27FC236}">
                <a16:creationId xmlns:a16="http://schemas.microsoft.com/office/drawing/2014/main" id="{57F18B19-0031-234F-9092-C933EFE6FC03}"/>
              </a:ext>
            </a:extLst>
          </p:cNvPr>
          <p:cNvSpPr>
            <a:spLocks noChangeAspect="1" noChangeArrowheads="1"/>
          </p:cNvSpPr>
          <p:nvPr/>
        </p:nvSpPr>
        <p:spPr bwMode="auto">
          <a:xfrm>
            <a:off x="8665290" y="3343750"/>
            <a:ext cx="443505" cy="435825"/>
          </a:xfrm>
          <a:custGeom>
            <a:avLst/>
            <a:gdLst>
              <a:gd name="T0" fmla="*/ 212089 w 2983"/>
              <a:gd name="T1" fmla="*/ 219356 h 2918"/>
              <a:gd name="T2" fmla="*/ 275432 w 2983"/>
              <a:gd name="T3" fmla="*/ 115846 h 2918"/>
              <a:gd name="T4" fmla="*/ 161562 w 2983"/>
              <a:gd name="T5" fmla="*/ 0 h 2918"/>
              <a:gd name="T6" fmla="*/ 47323 w 2983"/>
              <a:gd name="T7" fmla="*/ 115846 h 2918"/>
              <a:gd name="T8" fmla="*/ 110666 w 2983"/>
              <a:gd name="T9" fmla="*/ 219356 h 2918"/>
              <a:gd name="T10" fmla="*/ 0 w 2983"/>
              <a:gd name="T11" fmla="*/ 359877 h 2918"/>
              <a:gd name="T12" fmla="*/ 20334 w 2983"/>
              <a:gd name="T13" fmla="*/ 359877 h 2918"/>
              <a:gd name="T14" fmla="*/ 153552 w 2983"/>
              <a:gd name="T15" fmla="*/ 231693 h 2918"/>
              <a:gd name="T16" fmla="*/ 162548 w 2983"/>
              <a:gd name="T17" fmla="*/ 230706 h 2918"/>
              <a:gd name="T18" fmla="*/ 171421 w 2983"/>
              <a:gd name="T19" fmla="*/ 231693 h 2918"/>
              <a:gd name="T20" fmla="*/ 304516 w 2983"/>
              <a:gd name="T21" fmla="*/ 359877 h 2918"/>
              <a:gd name="T22" fmla="*/ 324850 w 2983"/>
              <a:gd name="T23" fmla="*/ 359877 h 2918"/>
              <a:gd name="T24" fmla="*/ 212089 w 2983"/>
              <a:gd name="T25" fmla="*/ 219356 h 2918"/>
              <a:gd name="T26" fmla="*/ 161562 w 2983"/>
              <a:gd name="T27" fmla="*/ 216025 h 2918"/>
              <a:gd name="T28" fmla="*/ 63343 w 2983"/>
              <a:gd name="T29" fmla="*/ 116833 h 2918"/>
              <a:gd name="T30" fmla="*/ 161562 w 2983"/>
              <a:gd name="T31" fmla="*/ 17519 h 2918"/>
              <a:gd name="T32" fmla="*/ 259658 w 2983"/>
              <a:gd name="T33" fmla="*/ 116833 h 2918"/>
              <a:gd name="T34" fmla="*/ 161562 w 2983"/>
              <a:gd name="T35" fmla="*/ 216025 h 2918"/>
              <a:gd name="T36" fmla="*/ 367490 w 2983"/>
              <a:gd name="T37" fmla="*/ 43057 h 2918"/>
              <a:gd name="T38" fmla="*/ 367490 w 2983"/>
              <a:gd name="T39" fmla="*/ 60576 h 2918"/>
              <a:gd name="T40" fmla="*/ 286770 w 2983"/>
              <a:gd name="T41" fmla="*/ 60576 h 2918"/>
              <a:gd name="T42" fmla="*/ 286770 w 2983"/>
              <a:gd name="T43" fmla="*/ 43057 h 2918"/>
              <a:gd name="T44" fmla="*/ 367490 w 2983"/>
              <a:gd name="T45" fmla="*/ 43057 h 2918"/>
              <a:gd name="T46" fmla="*/ 298971 w 2983"/>
              <a:gd name="T47" fmla="*/ 99315 h 2918"/>
              <a:gd name="T48" fmla="*/ 367490 w 2983"/>
              <a:gd name="T49" fmla="*/ 99315 h 2918"/>
              <a:gd name="T50" fmla="*/ 367490 w 2983"/>
              <a:gd name="T51" fmla="*/ 116833 h 2918"/>
              <a:gd name="T52" fmla="*/ 298971 w 2983"/>
              <a:gd name="T53" fmla="*/ 116833 h 2918"/>
              <a:gd name="T54" fmla="*/ 298971 w 2983"/>
              <a:gd name="T55" fmla="*/ 99315 h 2918"/>
              <a:gd name="T56" fmla="*/ 286770 w 2983"/>
              <a:gd name="T57" fmla="*/ 155572 h 2918"/>
              <a:gd name="T58" fmla="*/ 367490 w 2983"/>
              <a:gd name="T59" fmla="*/ 155572 h 2918"/>
              <a:gd name="T60" fmla="*/ 367490 w 2983"/>
              <a:gd name="T61" fmla="*/ 173091 h 2918"/>
              <a:gd name="T62" fmla="*/ 286770 w 2983"/>
              <a:gd name="T63" fmla="*/ 173091 h 2918"/>
              <a:gd name="T64" fmla="*/ 286770 w 2983"/>
              <a:gd name="T65" fmla="*/ 155572 h 29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983" h="2918">
                <a:moveTo>
                  <a:pt x="1721" y="1778"/>
                </a:moveTo>
                <a:cubicBezTo>
                  <a:pt x="2028" y="1621"/>
                  <a:pt x="2235" y="1311"/>
                  <a:pt x="2235" y="939"/>
                </a:cubicBezTo>
                <a:cubicBezTo>
                  <a:pt x="2235" y="419"/>
                  <a:pt x="1821" y="0"/>
                  <a:pt x="1311" y="0"/>
                </a:cubicBezTo>
                <a:cubicBezTo>
                  <a:pt x="800" y="0"/>
                  <a:pt x="384" y="419"/>
                  <a:pt x="384" y="939"/>
                </a:cubicBezTo>
                <a:cubicBezTo>
                  <a:pt x="384" y="1311"/>
                  <a:pt x="599" y="1621"/>
                  <a:pt x="898" y="1778"/>
                </a:cubicBezTo>
                <a:cubicBezTo>
                  <a:pt x="414" y="1943"/>
                  <a:pt x="50" y="2384"/>
                  <a:pt x="0" y="2917"/>
                </a:cubicBezTo>
                <a:lnTo>
                  <a:pt x="165" y="2917"/>
                </a:lnTo>
                <a:cubicBezTo>
                  <a:pt x="227" y="2356"/>
                  <a:pt x="676" y="1913"/>
                  <a:pt x="1246" y="1878"/>
                </a:cubicBezTo>
                <a:cubicBezTo>
                  <a:pt x="1269" y="1878"/>
                  <a:pt x="1296" y="1870"/>
                  <a:pt x="1319" y="1870"/>
                </a:cubicBezTo>
                <a:cubicBezTo>
                  <a:pt x="1341" y="1870"/>
                  <a:pt x="1368" y="1878"/>
                  <a:pt x="1391" y="1878"/>
                </a:cubicBezTo>
                <a:cubicBezTo>
                  <a:pt x="1953" y="1913"/>
                  <a:pt x="2409" y="2354"/>
                  <a:pt x="2471" y="2917"/>
                </a:cubicBezTo>
                <a:lnTo>
                  <a:pt x="2636" y="2917"/>
                </a:lnTo>
                <a:cubicBezTo>
                  <a:pt x="2571" y="2384"/>
                  <a:pt x="2207" y="1943"/>
                  <a:pt x="1721" y="1778"/>
                </a:cubicBezTo>
                <a:close/>
                <a:moveTo>
                  <a:pt x="1311" y="1751"/>
                </a:moveTo>
                <a:cubicBezTo>
                  <a:pt x="870" y="1751"/>
                  <a:pt x="514" y="1388"/>
                  <a:pt x="514" y="947"/>
                </a:cubicBezTo>
                <a:cubicBezTo>
                  <a:pt x="514" y="498"/>
                  <a:pt x="870" y="142"/>
                  <a:pt x="1311" y="142"/>
                </a:cubicBezTo>
                <a:cubicBezTo>
                  <a:pt x="1751" y="142"/>
                  <a:pt x="2107" y="506"/>
                  <a:pt x="2107" y="947"/>
                </a:cubicBezTo>
                <a:cubicBezTo>
                  <a:pt x="2100" y="1388"/>
                  <a:pt x="1744" y="1751"/>
                  <a:pt x="1311" y="1751"/>
                </a:cubicBezTo>
                <a:close/>
                <a:moveTo>
                  <a:pt x="2982" y="349"/>
                </a:moveTo>
                <a:lnTo>
                  <a:pt x="2982" y="491"/>
                </a:lnTo>
                <a:lnTo>
                  <a:pt x="2327" y="491"/>
                </a:lnTo>
                <a:lnTo>
                  <a:pt x="2327" y="349"/>
                </a:lnTo>
                <a:lnTo>
                  <a:pt x="2982" y="349"/>
                </a:lnTo>
                <a:close/>
                <a:moveTo>
                  <a:pt x="2426" y="805"/>
                </a:moveTo>
                <a:lnTo>
                  <a:pt x="2982" y="805"/>
                </a:lnTo>
                <a:lnTo>
                  <a:pt x="2982" y="947"/>
                </a:lnTo>
                <a:lnTo>
                  <a:pt x="2426" y="947"/>
                </a:lnTo>
                <a:lnTo>
                  <a:pt x="2426" y="805"/>
                </a:lnTo>
                <a:close/>
                <a:moveTo>
                  <a:pt x="2327" y="1261"/>
                </a:moveTo>
                <a:lnTo>
                  <a:pt x="2982" y="1261"/>
                </a:lnTo>
                <a:lnTo>
                  <a:pt x="2982" y="1403"/>
                </a:lnTo>
                <a:lnTo>
                  <a:pt x="2327" y="1403"/>
                </a:lnTo>
                <a:lnTo>
                  <a:pt x="2327" y="1261"/>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32" name="Freeform 8">
            <a:extLst>
              <a:ext uri="{FF2B5EF4-FFF2-40B4-BE49-F238E27FC236}">
                <a16:creationId xmlns:a16="http://schemas.microsoft.com/office/drawing/2014/main" id="{F8BE685D-7699-4449-8B7B-77E2AA028236}"/>
              </a:ext>
            </a:extLst>
          </p:cNvPr>
          <p:cNvSpPr>
            <a:spLocks noChangeAspect="1" noChangeArrowheads="1"/>
          </p:cNvSpPr>
          <p:nvPr/>
        </p:nvSpPr>
        <p:spPr bwMode="auto">
          <a:xfrm>
            <a:off x="11165040" y="5069769"/>
            <a:ext cx="343669" cy="366707"/>
          </a:xfrm>
          <a:custGeom>
            <a:avLst/>
            <a:gdLst>
              <a:gd name="T0" fmla="*/ 170143 w 2437"/>
              <a:gd name="T1" fmla="*/ 302172 h 2588"/>
              <a:gd name="T2" fmla="*/ 169793 w 2437"/>
              <a:gd name="T3" fmla="*/ 301588 h 2588"/>
              <a:gd name="T4" fmla="*/ 166170 w 2437"/>
              <a:gd name="T5" fmla="*/ 293178 h 2588"/>
              <a:gd name="T6" fmla="*/ 166170 w 2437"/>
              <a:gd name="T7" fmla="*/ 274256 h 2588"/>
              <a:gd name="T8" fmla="*/ 166170 w 2437"/>
              <a:gd name="T9" fmla="*/ 145071 h 2588"/>
              <a:gd name="T10" fmla="*/ 170377 w 2437"/>
              <a:gd name="T11" fmla="*/ 134909 h 2588"/>
              <a:gd name="T12" fmla="*/ 255566 w 2437"/>
              <a:gd name="T13" fmla="*/ 49875 h 2588"/>
              <a:gd name="T14" fmla="*/ 260824 w 2437"/>
              <a:gd name="T15" fmla="*/ 41465 h 2588"/>
              <a:gd name="T16" fmla="*/ 245984 w 2437"/>
              <a:gd name="T17" fmla="*/ 20791 h 2588"/>
              <a:gd name="T18" fmla="*/ 244348 w 2437"/>
              <a:gd name="T19" fmla="*/ 20791 h 2588"/>
              <a:gd name="T20" fmla="*/ 37862 w 2437"/>
              <a:gd name="T21" fmla="*/ 20791 h 2588"/>
              <a:gd name="T22" fmla="*/ 21735 w 2437"/>
              <a:gd name="T23" fmla="*/ 31771 h 2588"/>
              <a:gd name="T24" fmla="*/ 24189 w 2437"/>
              <a:gd name="T25" fmla="*/ 46955 h 2588"/>
              <a:gd name="T26" fmla="*/ 27929 w 2437"/>
              <a:gd name="T27" fmla="*/ 51160 h 2588"/>
              <a:gd name="T28" fmla="*/ 109144 w 2437"/>
              <a:gd name="T29" fmla="*/ 132339 h 2588"/>
              <a:gd name="T30" fmla="*/ 113234 w 2437"/>
              <a:gd name="T31" fmla="*/ 142384 h 2588"/>
              <a:gd name="T32" fmla="*/ 113234 w 2437"/>
              <a:gd name="T33" fmla="*/ 230338 h 2588"/>
              <a:gd name="T34" fmla="*/ 107625 w 2437"/>
              <a:gd name="T35" fmla="*/ 240500 h 2588"/>
              <a:gd name="T36" fmla="*/ 92551 w 2437"/>
              <a:gd name="T37" fmla="*/ 232207 h 2588"/>
              <a:gd name="T38" fmla="*/ 92551 w 2437"/>
              <a:gd name="T39" fmla="*/ 229870 h 2588"/>
              <a:gd name="T40" fmla="*/ 92551 w 2437"/>
              <a:gd name="T41" fmla="*/ 146823 h 2588"/>
              <a:gd name="T42" fmla="*/ 91382 w 2437"/>
              <a:gd name="T43" fmla="*/ 143903 h 2588"/>
              <a:gd name="T44" fmla="*/ 11335 w 2437"/>
              <a:gd name="T45" fmla="*/ 63892 h 2588"/>
              <a:gd name="T46" fmla="*/ 0 w 2437"/>
              <a:gd name="T47" fmla="*/ 37377 h 2588"/>
              <a:gd name="T48" fmla="*/ 27578 w 2437"/>
              <a:gd name="T49" fmla="*/ 1402 h 2588"/>
              <a:gd name="T50" fmla="*/ 37978 w 2437"/>
              <a:gd name="T51" fmla="*/ 117 h 2588"/>
              <a:gd name="T52" fmla="*/ 244231 w 2437"/>
              <a:gd name="T53" fmla="*/ 117 h 2588"/>
              <a:gd name="T54" fmla="*/ 277184 w 2437"/>
              <a:gd name="T55" fmla="*/ 18572 h 2588"/>
              <a:gd name="T56" fmla="*/ 274847 w 2437"/>
              <a:gd name="T57" fmla="*/ 59220 h 2588"/>
              <a:gd name="T58" fmla="*/ 269822 w 2437"/>
              <a:gd name="T59" fmla="*/ 64826 h 2588"/>
              <a:gd name="T60" fmla="*/ 188139 w 2437"/>
              <a:gd name="T61" fmla="*/ 146472 h 2588"/>
              <a:gd name="T62" fmla="*/ 186854 w 2437"/>
              <a:gd name="T63" fmla="*/ 149509 h 2588"/>
              <a:gd name="T64" fmla="*/ 186971 w 2437"/>
              <a:gd name="T65" fmla="*/ 290375 h 2588"/>
              <a:gd name="T66" fmla="*/ 182998 w 2437"/>
              <a:gd name="T67" fmla="*/ 302172 h 2588"/>
              <a:gd name="T68" fmla="*/ 170143 w 2437"/>
              <a:gd name="T69" fmla="*/ 302172 h 2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437" h="2588">
                <a:moveTo>
                  <a:pt x="1456" y="2587"/>
                </a:moveTo>
                <a:cubicBezTo>
                  <a:pt x="1455" y="2585"/>
                  <a:pt x="1454" y="2583"/>
                  <a:pt x="1453" y="2582"/>
                </a:cubicBezTo>
                <a:cubicBezTo>
                  <a:pt x="1431" y="2563"/>
                  <a:pt x="1422" y="2539"/>
                  <a:pt x="1422" y="2510"/>
                </a:cubicBezTo>
                <a:cubicBezTo>
                  <a:pt x="1422" y="2456"/>
                  <a:pt x="1422" y="2402"/>
                  <a:pt x="1422" y="2348"/>
                </a:cubicBezTo>
                <a:cubicBezTo>
                  <a:pt x="1422" y="1979"/>
                  <a:pt x="1422" y="1610"/>
                  <a:pt x="1422" y="1242"/>
                </a:cubicBezTo>
                <a:cubicBezTo>
                  <a:pt x="1422" y="1207"/>
                  <a:pt x="1433" y="1179"/>
                  <a:pt x="1458" y="1155"/>
                </a:cubicBezTo>
                <a:cubicBezTo>
                  <a:pt x="1701" y="913"/>
                  <a:pt x="1944" y="670"/>
                  <a:pt x="2187" y="427"/>
                </a:cubicBezTo>
                <a:cubicBezTo>
                  <a:pt x="2207" y="406"/>
                  <a:pt x="2224" y="384"/>
                  <a:pt x="2232" y="355"/>
                </a:cubicBezTo>
                <a:cubicBezTo>
                  <a:pt x="2256" y="270"/>
                  <a:pt x="2193" y="182"/>
                  <a:pt x="2105" y="178"/>
                </a:cubicBezTo>
                <a:cubicBezTo>
                  <a:pt x="2100" y="178"/>
                  <a:pt x="2096" y="178"/>
                  <a:pt x="2091" y="178"/>
                </a:cubicBezTo>
                <a:cubicBezTo>
                  <a:pt x="1502" y="178"/>
                  <a:pt x="913" y="178"/>
                  <a:pt x="324" y="178"/>
                </a:cubicBezTo>
                <a:cubicBezTo>
                  <a:pt x="258" y="178"/>
                  <a:pt x="206" y="213"/>
                  <a:pt x="186" y="272"/>
                </a:cubicBezTo>
                <a:cubicBezTo>
                  <a:pt x="170" y="319"/>
                  <a:pt x="177" y="362"/>
                  <a:pt x="207" y="402"/>
                </a:cubicBezTo>
                <a:cubicBezTo>
                  <a:pt x="217" y="415"/>
                  <a:pt x="228" y="427"/>
                  <a:pt x="239" y="438"/>
                </a:cubicBezTo>
                <a:cubicBezTo>
                  <a:pt x="471" y="670"/>
                  <a:pt x="702" y="902"/>
                  <a:pt x="934" y="1133"/>
                </a:cubicBezTo>
                <a:cubicBezTo>
                  <a:pt x="958" y="1157"/>
                  <a:pt x="969" y="1184"/>
                  <a:pt x="969" y="1219"/>
                </a:cubicBezTo>
                <a:cubicBezTo>
                  <a:pt x="969" y="1469"/>
                  <a:pt x="969" y="1721"/>
                  <a:pt x="969" y="1972"/>
                </a:cubicBezTo>
                <a:cubicBezTo>
                  <a:pt x="969" y="2010"/>
                  <a:pt x="955" y="2040"/>
                  <a:pt x="921" y="2059"/>
                </a:cubicBezTo>
                <a:cubicBezTo>
                  <a:pt x="866" y="2088"/>
                  <a:pt x="797" y="2050"/>
                  <a:pt x="792" y="1988"/>
                </a:cubicBezTo>
                <a:cubicBezTo>
                  <a:pt x="792" y="1981"/>
                  <a:pt x="792" y="1974"/>
                  <a:pt x="792" y="1968"/>
                </a:cubicBezTo>
                <a:cubicBezTo>
                  <a:pt x="792" y="1730"/>
                  <a:pt x="792" y="1493"/>
                  <a:pt x="792" y="1257"/>
                </a:cubicBezTo>
                <a:cubicBezTo>
                  <a:pt x="792" y="1246"/>
                  <a:pt x="789" y="1239"/>
                  <a:pt x="782" y="1232"/>
                </a:cubicBezTo>
                <a:cubicBezTo>
                  <a:pt x="553" y="1004"/>
                  <a:pt x="325" y="776"/>
                  <a:pt x="97" y="547"/>
                </a:cubicBezTo>
                <a:cubicBezTo>
                  <a:pt x="35" y="485"/>
                  <a:pt x="0" y="409"/>
                  <a:pt x="0" y="320"/>
                </a:cubicBezTo>
                <a:cubicBezTo>
                  <a:pt x="0" y="170"/>
                  <a:pt x="100" y="46"/>
                  <a:pt x="236" y="12"/>
                </a:cubicBezTo>
                <a:cubicBezTo>
                  <a:pt x="265" y="5"/>
                  <a:pt x="295" y="1"/>
                  <a:pt x="325" y="1"/>
                </a:cubicBezTo>
                <a:cubicBezTo>
                  <a:pt x="914" y="0"/>
                  <a:pt x="1501" y="0"/>
                  <a:pt x="2090" y="1"/>
                </a:cubicBezTo>
                <a:cubicBezTo>
                  <a:pt x="2214" y="1"/>
                  <a:pt x="2308" y="54"/>
                  <a:pt x="2372" y="159"/>
                </a:cubicBezTo>
                <a:cubicBezTo>
                  <a:pt x="2436" y="264"/>
                  <a:pt x="2427" y="410"/>
                  <a:pt x="2352" y="507"/>
                </a:cubicBezTo>
                <a:cubicBezTo>
                  <a:pt x="2339" y="524"/>
                  <a:pt x="2325" y="540"/>
                  <a:pt x="2309" y="555"/>
                </a:cubicBezTo>
                <a:cubicBezTo>
                  <a:pt x="2076" y="788"/>
                  <a:pt x="1843" y="1021"/>
                  <a:pt x="1610" y="1254"/>
                </a:cubicBezTo>
                <a:cubicBezTo>
                  <a:pt x="1602" y="1262"/>
                  <a:pt x="1599" y="1269"/>
                  <a:pt x="1599" y="1280"/>
                </a:cubicBezTo>
                <a:cubicBezTo>
                  <a:pt x="1599" y="1681"/>
                  <a:pt x="1599" y="2084"/>
                  <a:pt x="1600" y="2486"/>
                </a:cubicBezTo>
                <a:cubicBezTo>
                  <a:pt x="1600" y="2525"/>
                  <a:pt x="1596" y="2559"/>
                  <a:pt x="1566" y="2587"/>
                </a:cubicBezTo>
                <a:cubicBezTo>
                  <a:pt x="1529" y="2587"/>
                  <a:pt x="1492" y="2587"/>
                  <a:pt x="1456" y="2587"/>
                </a:cubicBezTo>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33" name="Freeform 9">
            <a:extLst>
              <a:ext uri="{FF2B5EF4-FFF2-40B4-BE49-F238E27FC236}">
                <a16:creationId xmlns:a16="http://schemas.microsoft.com/office/drawing/2014/main" id="{5331D5C2-CBE4-BE43-980B-31AE3AE038C7}"/>
              </a:ext>
            </a:extLst>
          </p:cNvPr>
          <p:cNvSpPr>
            <a:spLocks noChangeAspect="1" noChangeArrowheads="1"/>
          </p:cNvSpPr>
          <p:nvPr/>
        </p:nvSpPr>
        <p:spPr bwMode="auto">
          <a:xfrm>
            <a:off x="3988329" y="4209641"/>
            <a:ext cx="424307" cy="433905"/>
          </a:xfrm>
          <a:custGeom>
            <a:avLst/>
            <a:gdLst>
              <a:gd name="T0" fmla="*/ 311388 w 2909"/>
              <a:gd name="T1" fmla="*/ 179759 h 2986"/>
              <a:gd name="T2" fmla="*/ 342394 w 2909"/>
              <a:gd name="T3" fmla="*/ 142143 h 2986"/>
              <a:gd name="T4" fmla="*/ 312715 w 2909"/>
              <a:gd name="T5" fmla="*/ 60281 h 2986"/>
              <a:gd name="T6" fmla="*/ 253598 w 2909"/>
              <a:gd name="T7" fmla="*/ 67756 h 2986"/>
              <a:gd name="T8" fmla="*/ 226694 w 2909"/>
              <a:gd name="T9" fmla="*/ 15191 h 2986"/>
              <a:gd name="T10" fmla="*/ 141759 w 2909"/>
              <a:gd name="T11" fmla="*/ 0 h 2986"/>
              <a:gd name="T12" fmla="*/ 118354 w 2909"/>
              <a:gd name="T13" fmla="*/ 55338 h 2986"/>
              <a:gd name="T14" fmla="*/ 60082 w 2909"/>
              <a:gd name="T15" fmla="*/ 52806 h 2986"/>
              <a:gd name="T16" fmla="*/ 4343 w 2909"/>
              <a:gd name="T17" fmla="*/ 119719 h 2986"/>
              <a:gd name="T18" fmla="*/ 40055 w 2909"/>
              <a:gd name="T19" fmla="*/ 167582 h 2986"/>
              <a:gd name="T20" fmla="*/ 40055 w 2909"/>
              <a:gd name="T21" fmla="*/ 192539 h 2986"/>
              <a:gd name="T22" fmla="*/ 4343 w 2909"/>
              <a:gd name="T23" fmla="*/ 240402 h 2986"/>
              <a:gd name="T24" fmla="*/ 60202 w 2909"/>
              <a:gd name="T25" fmla="*/ 307073 h 2986"/>
              <a:gd name="T26" fmla="*/ 118475 w 2909"/>
              <a:gd name="T27" fmla="*/ 304662 h 2986"/>
              <a:gd name="T28" fmla="*/ 141759 w 2909"/>
              <a:gd name="T29" fmla="*/ 359879 h 2986"/>
              <a:gd name="T30" fmla="*/ 226694 w 2909"/>
              <a:gd name="T31" fmla="*/ 344447 h 2986"/>
              <a:gd name="T32" fmla="*/ 253598 w 2909"/>
              <a:gd name="T33" fmla="*/ 292003 h 2986"/>
              <a:gd name="T34" fmla="*/ 297272 w 2909"/>
              <a:gd name="T35" fmla="*/ 308399 h 2986"/>
              <a:gd name="T36" fmla="*/ 346375 w 2909"/>
              <a:gd name="T37" fmla="*/ 240402 h 2986"/>
              <a:gd name="T38" fmla="*/ 310785 w 2909"/>
              <a:gd name="T39" fmla="*/ 192177 h 2986"/>
              <a:gd name="T40" fmla="*/ 255891 w 2909"/>
              <a:gd name="T41" fmla="*/ 272230 h 2986"/>
              <a:gd name="T42" fmla="*/ 220059 w 2909"/>
              <a:gd name="T43" fmla="*/ 288989 h 2986"/>
              <a:gd name="T44" fmla="*/ 208235 w 2909"/>
              <a:gd name="T45" fmla="*/ 340348 h 2986"/>
              <a:gd name="T46" fmla="*/ 136572 w 2909"/>
              <a:gd name="T47" fmla="*/ 296343 h 2986"/>
              <a:gd name="T48" fmla="*/ 104480 w 2909"/>
              <a:gd name="T49" fmla="*/ 273557 h 2986"/>
              <a:gd name="T50" fmla="*/ 95069 w 2909"/>
              <a:gd name="T51" fmla="*/ 272230 h 2986"/>
              <a:gd name="T52" fmla="*/ 20510 w 2909"/>
              <a:gd name="T53" fmla="*/ 231842 h 2986"/>
              <a:gd name="T54" fmla="*/ 59720 w 2909"/>
              <a:gd name="T55" fmla="*/ 195070 h 2986"/>
              <a:gd name="T56" fmla="*/ 59720 w 2909"/>
              <a:gd name="T57" fmla="*/ 164447 h 2986"/>
              <a:gd name="T58" fmla="*/ 20872 w 2909"/>
              <a:gd name="T59" fmla="*/ 128881 h 2986"/>
              <a:gd name="T60" fmla="*/ 95069 w 2909"/>
              <a:gd name="T61" fmla="*/ 87287 h 2986"/>
              <a:gd name="T62" fmla="*/ 130901 w 2909"/>
              <a:gd name="T63" fmla="*/ 70409 h 2986"/>
              <a:gd name="T64" fmla="*/ 141759 w 2909"/>
              <a:gd name="T65" fmla="*/ 18928 h 2986"/>
              <a:gd name="T66" fmla="*/ 214388 w 2909"/>
              <a:gd name="T67" fmla="*/ 63054 h 2986"/>
              <a:gd name="T68" fmla="*/ 246360 w 2909"/>
              <a:gd name="T69" fmla="*/ 85961 h 2986"/>
              <a:gd name="T70" fmla="*/ 296187 w 2909"/>
              <a:gd name="T71" fmla="*/ 69926 h 2986"/>
              <a:gd name="T72" fmla="*/ 294739 w 2909"/>
              <a:gd name="T73" fmla="*/ 155646 h 2986"/>
              <a:gd name="T74" fmla="*/ 292326 w 2909"/>
              <a:gd name="T75" fmla="*/ 179638 h 2986"/>
              <a:gd name="T76" fmla="*/ 294739 w 2909"/>
              <a:gd name="T77" fmla="*/ 203510 h 2986"/>
              <a:gd name="T78" fmla="*/ 297876 w 2909"/>
              <a:gd name="T79" fmla="*/ 289230 h 2986"/>
              <a:gd name="T80" fmla="*/ 104962 w 2909"/>
              <a:gd name="T81" fmla="*/ 179879 h 2986"/>
              <a:gd name="T82" fmla="*/ 246239 w 2909"/>
              <a:gd name="T83" fmla="*/ 180000 h 2986"/>
              <a:gd name="T84" fmla="*/ 175540 w 2909"/>
              <a:gd name="T85" fmla="*/ 232083 h 2986"/>
              <a:gd name="T86" fmla="*/ 175540 w 2909"/>
              <a:gd name="T87" fmla="*/ 127435 h 2986"/>
              <a:gd name="T88" fmla="*/ 175540 w 2909"/>
              <a:gd name="T89" fmla="*/ 232083 h 298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909" h="2986">
                <a:moveTo>
                  <a:pt x="2576" y="1594"/>
                </a:moveTo>
                <a:cubicBezTo>
                  <a:pt x="2579" y="1559"/>
                  <a:pt x="2581" y="1526"/>
                  <a:pt x="2581" y="1491"/>
                </a:cubicBezTo>
                <a:cubicBezTo>
                  <a:pt x="2581" y="1455"/>
                  <a:pt x="2579" y="1422"/>
                  <a:pt x="2576" y="1387"/>
                </a:cubicBezTo>
                <a:lnTo>
                  <a:pt x="2838" y="1179"/>
                </a:lnTo>
                <a:cubicBezTo>
                  <a:pt x="2894" y="1132"/>
                  <a:pt x="2908" y="1053"/>
                  <a:pt x="2872" y="990"/>
                </a:cubicBezTo>
                <a:lnTo>
                  <a:pt x="2592" y="500"/>
                </a:lnTo>
                <a:cubicBezTo>
                  <a:pt x="2556" y="438"/>
                  <a:pt x="2481" y="409"/>
                  <a:pt x="2409" y="437"/>
                </a:cubicBezTo>
                <a:lnTo>
                  <a:pt x="2102" y="562"/>
                </a:lnTo>
                <a:cubicBezTo>
                  <a:pt x="2045" y="521"/>
                  <a:pt x="1987" y="487"/>
                  <a:pt x="1926" y="457"/>
                </a:cubicBezTo>
                <a:lnTo>
                  <a:pt x="1879" y="126"/>
                </a:lnTo>
                <a:cubicBezTo>
                  <a:pt x="1868" y="54"/>
                  <a:pt x="1806" y="0"/>
                  <a:pt x="1733" y="0"/>
                </a:cubicBezTo>
                <a:lnTo>
                  <a:pt x="1175" y="0"/>
                </a:lnTo>
                <a:cubicBezTo>
                  <a:pt x="1101" y="0"/>
                  <a:pt x="1040" y="53"/>
                  <a:pt x="1028" y="128"/>
                </a:cubicBezTo>
                <a:lnTo>
                  <a:pt x="981" y="459"/>
                </a:lnTo>
                <a:cubicBezTo>
                  <a:pt x="920" y="488"/>
                  <a:pt x="862" y="522"/>
                  <a:pt x="805" y="563"/>
                </a:cubicBezTo>
                <a:lnTo>
                  <a:pt x="498" y="438"/>
                </a:lnTo>
                <a:cubicBezTo>
                  <a:pt x="431" y="412"/>
                  <a:pt x="351" y="441"/>
                  <a:pt x="316" y="503"/>
                </a:cubicBezTo>
                <a:lnTo>
                  <a:pt x="36" y="993"/>
                </a:lnTo>
                <a:cubicBezTo>
                  <a:pt x="0" y="1056"/>
                  <a:pt x="14" y="1137"/>
                  <a:pt x="72" y="1184"/>
                </a:cubicBezTo>
                <a:lnTo>
                  <a:pt x="332" y="1390"/>
                </a:lnTo>
                <a:cubicBezTo>
                  <a:pt x="330" y="1425"/>
                  <a:pt x="327" y="1458"/>
                  <a:pt x="327" y="1493"/>
                </a:cubicBezTo>
                <a:cubicBezTo>
                  <a:pt x="327" y="1529"/>
                  <a:pt x="329" y="1562"/>
                  <a:pt x="332" y="1597"/>
                </a:cubicBezTo>
                <a:lnTo>
                  <a:pt x="71" y="1805"/>
                </a:lnTo>
                <a:cubicBezTo>
                  <a:pt x="14" y="1852"/>
                  <a:pt x="0" y="1931"/>
                  <a:pt x="36" y="1994"/>
                </a:cubicBezTo>
                <a:lnTo>
                  <a:pt x="316" y="2484"/>
                </a:lnTo>
                <a:cubicBezTo>
                  <a:pt x="352" y="2546"/>
                  <a:pt x="429" y="2575"/>
                  <a:pt x="499" y="2547"/>
                </a:cubicBezTo>
                <a:lnTo>
                  <a:pt x="806" y="2422"/>
                </a:lnTo>
                <a:cubicBezTo>
                  <a:pt x="863" y="2463"/>
                  <a:pt x="921" y="2497"/>
                  <a:pt x="982" y="2527"/>
                </a:cubicBezTo>
                <a:lnTo>
                  <a:pt x="1029" y="2859"/>
                </a:lnTo>
                <a:cubicBezTo>
                  <a:pt x="1040" y="2932"/>
                  <a:pt x="1102" y="2985"/>
                  <a:pt x="1175" y="2985"/>
                </a:cubicBezTo>
                <a:lnTo>
                  <a:pt x="1733" y="2985"/>
                </a:lnTo>
                <a:cubicBezTo>
                  <a:pt x="1804" y="2985"/>
                  <a:pt x="1868" y="2931"/>
                  <a:pt x="1879" y="2857"/>
                </a:cubicBezTo>
                <a:lnTo>
                  <a:pt x="1926" y="2526"/>
                </a:lnTo>
                <a:cubicBezTo>
                  <a:pt x="1987" y="2497"/>
                  <a:pt x="2045" y="2464"/>
                  <a:pt x="2102" y="2422"/>
                </a:cubicBezTo>
                <a:lnTo>
                  <a:pt x="2409" y="2548"/>
                </a:lnTo>
                <a:cubicBezTo>
                  <a:pt x="2426" y="2555"/>
                  <a:pt x="2444" y="2558"/>
                  <a:pt x="2464" y="2558"/>
                </a:cubicBezTo>
                <a:cubicBezTo>
                  <a:pt x="2516" y="2558"/>
                  <a:pt x="2566" y="2528"/>
                  <a:pt x="2593" y="2483"/>
                </a:cubicBezTo>
                <a:lnTo>
                  <a:pt x="2871" y="1994"/>
                </a:lnTo>
                <a:cubicBezTo>
                  <a:pt x="2907" y="1931"/>
                  <a:pt x="2893" y="1851"/>
                  <a:pt x="2835" y="1803"/>
                </a:cubicBezTo>
                <a:lnTo>
                  <a:pt x="2576" y="1594"/>
                </a:lnTo>
                <a:close/>
                <a:moveTo>
                  <a:pt x="2469" y="2399"/>
                </a:moveTo>
                <a:lnTo>
                  <a:pt x="2121" y="2258"/>
                </a:lnTo>
                <a:cubicBezTo>
                  <a:pt x="2095" y="2247"/>
                  <a:pt x="2066" y="2251"/>
                  <a:pt x="2043" y="2269"/>
                </a:cubicBezTo>
                <a:cubicBezTo>
                  <a:pt x="1974" y="2322"/>
                  <a:pt x="1901" y="2366"/>
                  <a:pt x="1824" y="2397"/>
                </a:cubicBezTo>
                <a:cubicBezTo>
                  <a:pt x="1800" y="2408"/>
                  <a:pt x="1781" y="2431"/>
                  <a:pt x="1778" y="2458"/>
                </a:cubicBezTo>
                <a:lnTo>
                  <a:pt x="1726" y="2823"/>
                </a:lnTo>
                <a:lnTo>
                  <a:pt x="1184" y="2831"/>
                </a:lnTo>
                <a:lnTo>
                  <a:pt x="1132" y="2458"/>
                </a:lnTo>
                <a:cubicBezTo>
                  <a:pt x="1127" y="2430"/>
                  <a:pt x="1110" y="2406"/>
                  <a:pt x="1085" y="2397"/>
                </a:cubicBezTo>
                <a:cubicBezTo>
                  <a:pt x="1008" y="2365"/>
                  <a:pt x="935" y="2322"/>
                  <a:pt x="866" y="2269"/>
                </a:cubicBezTo>
                <a:cubicBezTo>
                  <a:pt x="852" y="2258"/>
                  <a:pt x="835" y="2252"/>
                  <a:pt x="817" y="2252"/>
                </a:cubicBezTo>
                <a:cubicBezTo>
                  <a:pt x="807" y="2252"/>
                  <a:pt x="798" y="2254"/>
                  <a:pt x="788" y="2258"/>
                </a:cubicBezTo>
                <a:lnTo>
                  <a:pt x="453" y="2402"/>
                </a:lnTo>
                <a:lnTo>
                  <a:pt x="170" y="1923"/>
                </a:lnTo>
                <a:lnTo>
                  <a:pt x="465" y="1690"/>
                </a:lnTo>
                <a:cubicBezTo>
                  <a:pt x="487" y="1673"/>
                  <a:pt x="499" y="1645"/>
                  <a:pt x="495" y="1618"/>
                </a:cubicBezTo>
                <a:cubicBezTo>
                  <a:pt x="489" y="1577"/>
                  <a:pt x="485" y="1534"/>
                  <a:pt x="485" y="1492"/>
                </a:cubicBezTo>
                <a:cubicBezTo>
                  <a:pt x="485" y="1448"/>
                  <a:pt x="489" y="1405"/>
                  <a:pt x="495" y="1364"/>
                </a:cubicBezTo>
                <a:cubicBezTo>
                  <a:pt x="499" y="1336"/>
                  <a:pt x="488" y="1310"/>
                  <a:pt x="465" y="1292"/>
                </a:cubicBezTo>
                <a:lnTo>
                  <a:pt x="173" y="1069"/>
                </a:lnTo>
                <a:lnTo>
                  <a:pt x="440" y="583"/>
                </a:lnTo>
                <a:lnTo>
                  <a:pt x="788" y="724"/>
                </a:lnTo>
                <a:cubicBezTo>
                  <a:pt x="815" y="735"/>
                  <a:pt x="844" y="731"/>
                  <a:pt x="866" y="713"/>
                </a:cubicBezTo>
                <a:cubicBezTo>
                  <a:pt x="936" y="660"/>
                  <a:pt x="1009" y="616"/>
                  <a:pt x="1085" y="584"/>
                </a:cubicBezTo>
                <a:cubicBezTo>
                  <a:pt x="1110" y="573"/>
                  <a:pt x="1128" y="549"/>
                  <a:pt x="1132" y="523"/>
                </a:cubicBezTo>
                <a:lnTo>
                  <a:pt x="1175" y="157"/>
                </a:lnTo>
                <a:lnTo>
                  <a:pt x="1724" y="149"/>
                </a:lnTo>
                <a:lnTo>
                  <a:pt x="1777" y="523"/>
                </a:lnTo>
                <a:cubicBezTo>
                  <a:pt x="1781" y="551"/>
                  <a:pt x="1799" y="574"/>
                  <a:pt x="1823" y="584"/>
                </a:cubicBezTo>
                <a:cubicBezTo>
                  <a:pt x="1900" y="616"/>
                  <a:pt x="1973" y="659"/>
                  <a:pt x="2042" y="713"/>
                </a:cubicBezTo>
                <a:cubicBezTo>
                  <a:pt x="2064" y="730"/>
                  <a:pt x="2094" y="734"/>
                  <a:pt x="2120" y="724"/>
                </a:cubicBezTo>
                <a:lnTo>
                  <a:pt x="2455" y="580"/>
                </a:lnTo>
                <a:lnTo>
                  <a:pt x="2738" y="1058"/>
                </a:lnTo>
                <a:lnTo>
                  <a:pt x="2443" y="1291"/>
                </a:lnTo>
                <a:cubicBezTo>
                  <a:pt x="2421" y="1307"/>
                  <a:pt x="2409" y="1335"/>
                  <a:pt x="2413" y="1362"/>
                </a:cubicBezTo>
                <a:cubicBezTo>
                  <a:pt x="2419" y="1404"/>
                  <a:pt x="2423" y="1447"/>
                  <a:pt x="2423" y="1490"/>
                </a:cubicBezTo>
                <a:cubicBezTo>
                  <a:pt x="2423" y="1532"/>
                  <a:pt x="2419" y="1575"/>
                  <a:pt x="2413" y="1617"/>
                </a:cubicBezTo>
                <a:cubicBezTo>
                  <a:pt x="2410" y="1644"/>
                  <a:pt x="2422" y="1671"/>
                  <a:pt x="2443" y="1688"/>
                </a:cubicBezTo>
                <a:lnTo>
                  <a:pt x="2735" y="1911"/>
                </a:lnTo>
                <a:lnTo>
                  <a:pt x="2469" y="2399"/>
                </a:lnTo>
                <a:close/>
                <a:moveTo>
                  <a:pt x="1455" y="901"/>
                </a:moveTo>
                <a:cubicBezTo>
                  <a:pt x="1133" y="901"/>
                  <a:pt x="870" y="1166"/>
                  <a:pt x="870" y="1492"/>
                </a:cubicBezTo>
                <a:cubicBezTo>
                  <a:pt x="870" y="1817"/>
                  <a:pt x="1133" y="2083"/>
                  <a:pt x="1455" y="2083"/>
                </a:cubicBezTo>
                <a:cubicBezTo>
                  <a:pt x="1778" y="2083"/>
                  <a:pt x="2041" y="1819"/>
                  <a:pt x="2041" y="1493"/>
                </a:cubicBezTo>
                <a:cubicBezTo>
                  <a:pt x="2041" y="1166"/>
                  <a:pt x="1778" y="901"/>
                  <a:pt x="1455" y="901"/>
                </a:cubicBezTo>
                <a:close/>
                <a:moveTo>
                  <a:pt x="1455" y="1925"/>
                </a:moveTo>
                <a:cubicBezTo>
                  <a:pt x="1219" y="1925"/>
                  <a:pt x="1026" y="1731"/>
                  <a:pt x="1026" y="1492"/>
                </a:cubicBezTo>
                <a:cubicBezTo>
                  <a:pt x="1026" y="1252"/>
                  <a:pt x="1219" y="1057"/>
                  <a:pt x="1455" y="1057"/>
                </a:cubicBezTo>
                <a:cubicBezTo>
                  <a:pt x="1692" y="1057"/>
                  <a:pt x="1885" y="1252"/>
                  <a:pt x="1885" y="1492"/>
                </a:cubicBezTo>
                <a:cubicBezTo>
                  <a:pt x="1885" y="1731"/>
                  <a:pt x="1692" y="1925"/>
                  <a:pt x="1455" y="192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34" name="Freeform 12">
            <a:extLst>
              <a:ext uri="{FF2B5EF4-FFF2-40B4-BE49-F238E27FC236}">
                <a16:creationId xmlns:a16="http://schemas.microsoft.com/office/drawing/2014/main" id="{3821B4B2-DA85-5C47-8B13-5780B988FBAF}"/>
              </a:ext>
            </a:extLst>
          </p:cNvPr>
          <p:cNvSpPr>
            <a:spLocks noChangeAspect="1" noChangeArrowheads="1"/>
          </p:cNvSpPr>
          <p:nvPr/>
        </p:nvSpPr>
        <p:spPr bwMode="auto">
          <a:xfrm>
            <a:off x="4763986" y="4209641"/>
            <a:ext cx="431985" cy="433905"/>
          </a:xfrm>
          <a:custGeom>
            <a:avLst/>
            <a:gdLst>
              <a:gd name="T0" fmla="*/ 300053 w 2959"/>
              <a:gd name="T1" fmla="*/ 207470 h 2988"/>
              <a:gd name="T2" fmla="*/ 129557 w 2959"/>
              <a:gd name="T3" fmla="*/ 300843 h 2988"/>
              <a:gd name="T4" fmla="*/ 119564 w 2959"/>
              <a:gd name="T5" fmla="*/ 298072 h 2988"/>
              <a:gd name="T6" fmla="*/ 139792 w 2959"/>
              <a:gd name="T7" fmla="*/ 281566 h 2988"/>
              <a:gd name="T8" fmla="*/ 123778 w 2959"/>
              <a:gd name="T9" fmla="*/ 231566 h 2988"/>
              <a:gd name="T10" fmla="*/ 92231 w 2959"/>
              <a:gd name="T11" fmla="*/ 254096 h 2988"/>
              <a:gd name="T12" fmla="*/ 12763 w 2959"/>
              <a:gd name="T13" fmla="*/ 279157 h 2988"/>
              <a:gd name="T14" fmla="*/ 0 w 2959"/>
              <a:gd name="T15" fmla="*/ 342410 h 2988"/>
              <a:gd name="T16" fmla="*/ 102466 w 2959"/>
              <a:gd name="T17" fmla="*/ 359880 h 2988"/>
              <a:gd name="T18" fmla="*/ 123176 w 2959"/>
              <a:gd name="T19" fmla="*/ 359880 h 2988"/>
              <a:gd name="T20" fmla="*/ 354959 w 2959"/>
              <a:gd name="T21" fmla="*/ 235783 h 2988"/>
              <a:gd name="T22" fmla="*/ 338342 w 2959"/>
              <a:gd name="T23" fmla="*/ 233373 h 2988"/>
              <a:gd name="T24" fmla="*/ 123176 w 2959"/>
              <a:gd name="T25" fmla="*/ 342651 h 2988"/>
              <a:gd name="T26" fmla="*/ 16616 w 2959"/>
              <a:gd name="T27" fmla="*/ 342651 h 2988"/>
              <a:gd name="T28" fmla="*/ 16616 w 2959"/>
              <a:gd name="T29" fmla="*/ 341807 h 2988"/>
              <a:gd name="T30" fmla="*/ 16616 w 2959"/>
              <a:gd name="T31" fmla="*/ 294819 h 2988"/>
              <a:gd name="T32" fmla="*/ 100901 w 2959"/>
              <a:gd name="T33" fmla="*/ 267349 h 2988"/>
              <a:gd name="T34" fmla="*/ 131604 w 2959"/>
              <a:gd name="T35" fmla="*/ 245663 h 2988"/>
              <a:gd name="T36" fmla="*/ 129798 w 2959"/>
              <a:gd name="T37" fmla="*/ 267952 h 2988"/>
              <a:gd name="T38" fmla="*/ 103911 w 2959"/>
              <a:gd name="T39" fmla="*/ 295663 h 2988"/>
              <a:gd name="T40" fmla="*/ 130762 w 2959"/>
              <a:gd name="T41" fmla="*/ 317349 h 2988"/>
              <a:gd name="T42" fmla="*/ 312455 w 2959"/>
              <a:gd name="T43" fmla="*/ 220723 h 2988"/>
              <a:gd name="T44" fmla="*/ 338342 w 2959"/>
              <a:gd name="T45" fmla="*/ 233373 h 2988"/>
              <a:gd name="T46" fmla="*/ 219381 w 2959"/>
              <a:gd name="T47" fmla="*/ 85542 h 2988"/>
              <a:gd name="T48" fmla="*/ 213722 w 2959"/>
              <a:gd name="T49" fmla="*/ 74096 h 2988"/>
              <a:gd name="T50" fmla="*/ 177359 w 2959"/>
              <a:gd name="T51" fmla="*/ 98193 h 2988"/>
              <a:gd name="T52" fmla="*/ 140996 w 2959"/>
              <a:gd name="T53" fmla="*/ 74096 h 2988"/>
              <a:gd name="T54" fmla="*/ 135217 w 2959"/>
              <a:gd name="T55" fmla="*/ 85542 h 2988"/>
              <a:gd name="T56" fmla="*/ 168690 w 2959"/>
              <a:gd name="T57" fmla="*/ 113253 h 2988"/>
              <a:gd name="T58" fmla="*/ 137625 w 2959"/>
              <a:gd name="T59" fmla="*/ 126506 h 2988"/>
              <a:gd name="T60" fmla="*/ 133410 w 2959"/>
              <a:gd name="T61" fmla="*/ 139759 h 2988"/>
              <a:gd name="T62" fmla="*/ 137625 w 2959"/>
              <a:gd name="T63" fmla="*/ 143133 h 2988"/>
              <a:gd name="T64" fmla="*/ 168328 w 2959"/>
              <a:gd name="T65" fmla="*/ 170482 h 2988"/>
              <a:gd name="T66" fmla="*/ 133410 w 2959"/>
              <a:gd name="T67" fmla="*/ 174699 h 2988"/>
              <a:gd name="T68" fmla="*/ 137625 w 2959"/>
              <a:gd name="T69" fmla="*/ 187831 h 2988"/>
              <a:gd name="T70" fmla="*/ 168328 w 2959"/>
              <a:gd name="T71" fmla="*/ 220723 h 2988"/>
              <a:gd name="T72" fmla="*/ 180851 w 2959"/>
              <a:gd name="T73" fmla="*/ 224940 h 2988"/>
              <a:gd name="T74" fmla="*/ 185065 w 2959"/>
              <a:gd name="T75" fmla="*/ 189036 h 2988"/>
              <a:gd name="T76" fmla="*/ 219983 w 2959"/>
              <a:gd name="T77" fmla="*/ 184819 h 2988"/>
              <a:gd name="T78" fmla="*/ 215769 w 2959"/>
              <a:gd name="T79" fmla="*/ 171687 h 2988"/>
              <a:gd name="T80" fmla="*/ 185065 w 2959"/>
              <a:gd name="T81" fmla="*/ 144940 h 2988"/>
              <a:gd name="T82" fmla="*/ 219983 w 2959"/>
              <a:gd name="T83" fmla="*/ 140723 h 2988"/>
              <a:gd name="T84" fmla="*/ 215769 w 2959"/>
              <a:gd name="T85" fmla="*/ 127470 h 2988"/>
              <a:gd name="T86" fmla="*/ 185065 w 2959"/>
              <a:gd name="T87" fmla="*/ 114217 h 2988"/>
              <a:gd name="T88" fmla="*/ 58518 w 2959"/>
              <a:gd name="T89" fmla="*/ 209880 h 2988"/>
              <a:gd name="T90" fmla="*/ 184222 w 2959"/>
              <a:gd name="T91" fmla="*/ 19036 h 2988"/>
              <a:gd name="T92" fmla="*/ 325941 w 2959"/>
              <a:gd name="T93" fmla="*/ 164217 h 2988"/>
              <a:gd name="T94" fmla="*/ 176516 w 2959"/>
              <a:gd name="T95" fmla="*/ 241 h 2988"/>
              <a:gd name="T96" fmla="*/ 24443 w 2959"/>
              <a:gd name="T97" fmla="*/ 142530 h 2988"/>
              <a:gd name="T98" fmla="*/ 58518 w 2959"/>
              <a:gd name="T99" fmla="*/ 209880 h 298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959" h="2988">
                <a:moveTo>
                  <a:pt x="2880" y="1722"/>
                </a:moveTo>
                <a:cubicBezTo>
                  <a:pt x="2782" y="1612"/>
                  <a:pt x="2617" y="1612"/>
                  <a:pt x="2492" y="1722"/>
                </a:cubicBezTo>
                <a:cubicBezTo>
                  <a:pt x="2402" y="1804"/>
                  <a:pt x="2070" y="2089"/>
                  <a:pt x="1987" y="2152"/>
                </a:cubicBezTo>
                <a:cubicBezTo>
                  <a:pt x="1682" y="2359"/>
                  <a:pt x="1268" y="2497"/>
                  <a:pt x="1076" y="2497"/>
                </a:cubicBezTo>
                <a:cubicBezTo>
                  <a:pt x="1021" y="2497"/>
                  <a:pt x="1001" y="2482"/>
                  <a:pt x="993" y="2482"/>
                </a:cubicBezTo>
                <a:cubicBezTo>
                  <a:pt x="993" y="2482"/>
                  <a:pt x="993" y="2482"/>
                  <a:pt x="993" y="2474"/>
                </a:cubicBezTo>
                <a:cubicBezTo>
                  <a:pt x="1001" y="2454"/>
                  <a:pt x="1068" y="2404"/>
                  <a:pt x="1098" y="2384"/>
                </a:cubicBezTo>
                <a:cubicBezTo>
                  <a:pt x="1118" y="2364"/>
                  <a:pt x="1146" y="2349"/>
                  <a:pt x="1161" y="2337"/>
                </a:cubicBezTo>
                <a:cubicBezTo>
                  <a:pt x="1333" y="2192"/>
                  <a:pt x="1326" y="2074"/>
                  <a:pt x="1306" y="2019"/>
                </a:cubicBezTo>
                <a:cubicBezTo>
                  <a:pt x="1271" y="1922"/>
                  <a:pt x="1153" y="1867"/>
                  <a:pt x="1028" y="1922"/>
                </a:cubicBezTo>
                <a:cubicBezTo>
                  <a:pt x="1008" y="1929"/>
                  <a:pt x="986" y="1949"/>
                  <a:pt x="953" y="1977"/>
                </a:cubicBezTo>
                <a:cubicBezTo>
                  <a:pt x="906" y="2012"/>
                  <a:pt x="843" y="2059"/>
                  <a:pt x="766" y="2109"/>
                </a:cubicBezTo>
                <a:cubicBezTo>
                  <a:pt x="538" y="2254"/>
                  <a:pt x="288" y="2317"/>
                  <a:pt x="143" y="2317"/>
                </a:cubicBezTo>
                <a:lnTo>
                  <a:pt x="106" y="2317"/>
                </a:lnTo>
                <a:cubicBezTo>
                  <a:pt x="0" y="2317"/>
                  <a:pt x="0" y="2407"/>
                  <a:pt x="0" y="2462"/>
                </a:cubicBezTo>
                <a:lnTo>
                  <a:pt x="0" y="2842"/>
                </a:lnTo>
                <a:cubicBezTo>
                  <a:pt x="0" y="2974"/>
                  <a:pt x="98" y="2987"/>
                  <a:pt x="138" y="2987"/>
                </a:cubicBezTo>
                <a:lnTo>
                  <a:pt x="851" y="2987"/>
                </a:lnTo>
                <a:lnTo>
                  <a:pt x="913" y="2987"/>
                </a:lnTo>
                <a:cubicBezTo>
                  <a:pt x="948" y="2987"/>
                  <a:pt x="983" y="2987"/>
                  <a:pt x="1023" y="2987"/>
                </a:cubicBezTo>
                <a:cubicBezTo>
                  <a:pt x="1840" y="2987"/>
                  <a:pt x="2400" y="2807"/>
                  <a:pt x="2697" y="2454"/>
                </a:cubicBezTo>
                <a:cubicBezTo>
                  <a:pt x="2885" y="2232"/>
                  <a:pt x="2925" y="2087"/>
                  <a:pt x="2948" y="1957"/>
                </a:cubicBezTo>
                <a:cubicBezTo>
                  <a:pt x="2958" y="1867"/>
                  <a:pt x="2935" y="1784"/>
                  <a:pt x="2880" y="1722"/>
                </a:cubicBezTo>
                <a:close/>
                <a:moveTo>
                  <a:pt x="2810" y="1937"/>
                </a:moveTo>
                <a:cubicBezTo>
                  <a:pt x="2790" y="2042"/>
                  <a:pt x="2755" y="2164"/>
                  <a:pt x="2587" y="2367"/>
                </a:cubicBezTo>
                <a:cubicBezTo>
                  <a:pt x="2325" y="2684"/>
                  <a:pt x="1792" y="2844"/>
                  <a:pt x="1023" y="2844"/>
                </a:cubicBezTo>
                <a:cubicBezTo>
                  <a:pt x="981" y="2844"/>
                  <a:pt x="948" y="2844"/>
                  <a:pt x="913" y="2844"/>
                </a:cubicBezTo>
                <a:lnTo>
                  <a:pt x="138" y="2844"/>
                </a:lnTo>
                <a:lnTo>
                  <a:pt x="138" y="2837"/>
                </a:lnTo>
                <a:lnTo>
                  <a:pt x="138" y="2454"/>
                </a:lnTo>
                <a:lnTo>
                  <a:pt x="138" y="2447"/>
                </a:lnTo>
                <a:cubicBezTo>
                  <a:pt x="338" y="2447"/>
                  <a:pt x="608" y="2357"/>
                  <a:pt x="838" y="2219"/>
                </a:cubicBezTo>
                <a:cubicBezTo>
                  <a:pt x="921" y="2164"/>
                  <a:pt x="991" y="2114"/>
                  <a:pt x="1038" y="2082"/>
                </a:cubicBezTo>
                <a:cubicBezTo>
                  <a:pt x="1058" y="2062"/>
                  <a:pt x="1086" y="2047"/>
                  <a:pt x="1093" y="2039"/>
                </a:cubicBezTo>
                <a:cubicBezTo>
                  <a:pt x="1121" y="2024"/>
                  <a:pt x="1168" y="2032"/>
                  <a:pt x="1183" y="2059"/>
                </a:cubicBezTo>
                <a:cubicBezTo>
                  <a:pt x="1191" y="2087"/>
                  <a:pt x="1168" y="2149"/>
                  <a:pt x="1078" y="2224"/>
                </a:cubicBezTo>
                <a:cubicBezTo>
                  <a:pt x="1063" y="2239"/>
                  <a:pt x="1043" y="2252"/>
                  <a:pt x="1023" y="2267"/>
                </a:cubicBezTo>
                <a:cubicBezTo>
                  <a:pt x="948" y="2322"/>
                  <a:pt x="871" y="2377"/>
                  <a:pt x="863" y="2454"/>
                </a:cubicBezTo>
                <a:cubicBezTo>
                  <a:pt x="856" y="2509"/>
                  <a:pt x="878" y="2552"/>
                  <a:pt x="898" y="2572"/>
                </a:cubicBezTo>
                <a:cubicBezTo>
                  <a:pt x="933" y="2614"/>
                  <a:pt x="996" y="2634"/>
                  <a:pt x="1086" y="2634"/>
                </a:cubicBezTo>
                <a:cubicBezTo>
                  <a:pt x="1328" y="2634"/>
                  <a:pt x="1770" y="2469"/>
                  <a:pt x="2075" y="2267"/>
                </a:cubicBezTo>
                <a:cubicBezTo>
                  <a:pt x="2172" y="2197"/>
                  <a:pt x="2525" y="1892"/>
                  <a:pt x="2595" y="1832"/>
                </a:cubicBezTo>
                <a:cubicBezTo>
                  <a:pt x="2657" y="1769"/>
                  <a:pt x="2732" y="1769"/>
                  <a:pt x="2782" y="1824"/>
                </a:cubicBezTo>
                <a:cubicBezTo>
                  <a:pt x="2805" y="1847"/>
                  <a:pt x="2817" y="1894"/>
                  <a:pt x="2810" y="1937"/>
                </a:cubicBezTo>
                <a:close/>
                <a:moveTo>
                  <a:pt x="1537" y="933"/>
                </a:moveTo>
                <a:lnTo>
                  <a:pt x="1822" y="710"/>
                </a:lnTo>
                <a:cubicBezTo>
                  <a:pt x="1837" y="695"/>
                  <a:pt x="1837" y="675"/>
                  <a:pt x="1822" y="663"/>
                </a:cubicBezTo>
                <a:lnTo>
                  <a:pt x="1775" y="615"/>
                </a:lnTo>
                <a:cubicBezTo>
                  <a:pt x="1760" y="600"/>
                  <a:pt x="1740" y="600"/>
                  <a:pt x="1727" y="615"/>
                </a:cubicBezTo>
                <a:lnTo>
                  <a:pt x="1473" y="815"/>
                </a:lnTo>
                <a:lnTo>
                  <a:pt x="1218" y="615"/>
                </a:lnTo>
                <a:cubicBezTo>
                  <a:pt x="1203" y="600"/>
                  <a:pt x="1183" y="600"/>
                  <a:pt x="1171" y="615"/>
                </a:cubicBezTo>
                <a:lnTo>
                  <a:pt x="1123" y="663"/>
                </a:lnTo>
                <a:cubicBezTo>
                  <a:pt x="1108" y="678"/>
                  <a:pt x="1108" y="698"/>
                  <a:pt x="1123" y="710"/>
                </a:cubicBezTo>
                <a:lnTo>
                  <a:pt x="1401" y="933"/>
                </a:lnTo>
                <a:cubicBezTo>
                  <a:pt x="1401" y="940"/>
                  <a:pt x="1401" y="940"/>
                  <a:pt x="1401" y="940"/>
                </a:cubicBezTo>
                <a:lnTo>
                  <a:pt x="1401" y="1050"/>
                </a:lnTo>
                <a:lnTo>
                  <a:pt x="1143" y="1050"/>
                </a:lnTo>
                <a:cubicBezTo>
                  <a:pt x="1123" y="1050"/>
                  <a:pt x="1108" y="1065"/>
                  <a:pt x="1108" y="1085"/>
                </a:cubicBezTo>
                <a:lnTo>
                  <a:pt x="1108" y="1160"/>
                </a:lnTo>
                <a:cubicBezTo>
                  <a:pt x="1108" y="1180"/>
                  <a:pt x="1123" y="1195"/>
                  <a:pt x="1143" y="1195"/>
                </a:cubicBezTo>
                <a:lnTo>
                  <a:pt x="1143" y="1188"/>
                </a:lnTo>
                <a:lnTo>
                  <a:pt x="1398" y="1188"/>
                </a:lnTo>
                <a:lnTo>
                  <a:pt x="1398" y="1415"/>
                </a:lnTo>
                <a:lnTo>
                  <a:pt x="1143" y="1415"/>
                </a:lnTo>
                <a:cubicBezTo>
                  <a:pt x="1123" y="1415"/>
                  <a:pt x="1108" y="1430"/>
                  <a:pt x="1108" y="1450"/>
                </a:cubicBezTo>
                <a:lnTo>
                  <a:pt x="1108" y="1524"/>
                </a:lnTo>
                <a:cubicBezTo>
                  <a:pt x="1108" y="1544"/>
                  <a:pt x="1123" y="1559"/>
                  <a:pt x="1143" y="1559"/>
                </a:cubicBezTo>
                <a:lnTo>
                  <a:pt x="1398" y="1559"/>
                </a:lnTo>
                <a:lnTo>
                  <a:pt x="1398" y="1832"/>
                </a:lnTo>
                <a:cubicBezTo>
                  <a:pt x="1398" y="1852"/>
                  <a:pt x="1413" y="1867"/>
                  <a:pt x="1433" y="1867"/>
                </a:cubicBezTo>
                <a:lnTo>
                  <a:pt x="1502" y="1867"/>
                </a:lnTo>
                <a:cubicBezTo>
                  <a:pt x="1522" y="1867"/>
                  <a:pt x="1537" y="1852"/>
                  <a:pt x="1537" y="1832"/>
                </a:cubicBezTo>
                <a:lnTo>
                  <a:pt x="1537" y="1569"/>
                </a:lnTo>
                <a:lnTo>
                  <a:pt x="1792" y="1569"/>
                </a:lnTo>
                <a:cubicBezTo>
                  <a:pt x="1812" y="1569"/>
                  <a:pt x="1827" y="1554"/>
                  <a:pt x="1827" y="1534"/>
                </a:cubicBezTo>
                <a:lnTo>
                  <a:pt x="1827" y="1460"/>
                </a:lnTo>
                <a:cubicBezTo>
                  <a:pt x="1827" y="1440"/>
                  <a:pt x="1812" y="1425"/>
                  <a:pt x="1792" y="1425"/>
                </a:cubicBezTo>
                <a:lnTo>
                  <a:pt x="1537" y="1425"/>
                </a:lnTo>
                <a:lnTo>
                  <a:pt x="1537" y="1203"/>
                </a:lnTo>
                <a:lnTo>
                  <a:pt x="1792" y="1203"/>
                </a:lnTo>
                <a:cubicBezTo>
                  <a:pt x="1812" y="1203"/>
                  <a:pt x="1827" y="1188"/>
                  <a:pt x="1827" y="1168"/>
                </a:cubicBezTo>
                <a:lnTo>
                  <a:pt x="1827" y="1093"/>
                </a:lnTo>
                <a:cubicBezTo>
                  <a:pt x="1827" y="1073"/>
                  <a:pt x="1812" y="1058"/>
                  <a:pt x="1792" y="1058"/>
                </a:cubicBezTo>
                <a:lnTo>
                  <a:pt x="1537" y="1058"/>
                </a:lnTo>
                <a:lnTo>
                  <a:pt x="1537" y="948"/>
                </a:lnTo>
                <a:cubicBezTo>
                  <a:pt x="1537" y="933"/>
                  <a:pt x="1537" y="933"/>
                  <a:pt x="1537" y="933"/>
                </a:cubicBezTo>
                <a:close/>
                <a:moveTo>
                  <a:pt x="486" y="1742"/>
                </a:moveTo>
                <a:cubicBezTo>
                  <a:pt x="388" y="1562"/>
                  <a:pt x="326" y="1375"/>
                  <a:pt x="341" y="1195"/>
                </a:cubicBezTo>
                <a:cubicBezTo>
                  <a:pt x="388" y="580"/>
                  <a:pt x="923" y="118"/>
                  <a:pt x="1530" y="158"/>
                </a:cubicBezTo>
                <a:cubicBezTo>
                  <a:pt x="2140" y="205"/>
                  <a:pt x="2595" y="740"/>
                  <a:pt x="2555" y="1355"/>
                </a:cubicBezTo>
                <a:lnTo>
                  <a:pt x="2707" y="1363"/>
                </a:lnTo>
                <a:cubicBezTo>
                  <a:pt x="2755" y="670"/>
                  <a:pt x="2237" y="55"/>
                  <a:pt x="1545" y="5"/>
                </a:cubicBezTo>
                <a:cubicBezTo>
                  <a:pt x="1519" y="3"/>
                  <a:pt x="1493" y="2"/>
                  <a:pt x="1466" y="2"/>
                </a:cubicBezTo>
                <a:lnTo>
                  <a:pt x="1463" y="2"/>
                </a:lnTo>
                <a:cubicBezTo>
                  <a:pt x="813" y="0"/>
                  <a:pt x="249" y="511"/>
                  <a:pt x="203" y="1183"/>
                </a:cubicBezTo>
                <a:cubicBezTo>
                  <a:pt x="183" y="1410"/>
                  <a:pt x="246" y="1647"/>
                  <a:pt x="376" y="1847"/>
                </a:cubicBezTo>
                <a:lnTo>
                  <a:pt x="486" y="1742"/>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35" name="Freeform 13">
            <a:extLst>
              <a:ext uri="{FF2B5EF4-FFF2-40B4-BE49-F238E27FC236}">
                <a16:creationId xmlns:a16="http://schemas.microsoft.com/office/drawing/2014/main" id="{7B2E47F0-4480-414C-81AB-61ECB98662E9}"/>
              </a:ext>
            </a:extLst>
          </p:cNvPr>
          <p:cNvSpPr>
            <a:spLocks noChangeAspect="1" noChangeArrowheads="1"/>
          </p:cNvSpPr>
          <p:nvPr/>
        </p:nvSpPr>
        <p:spPr bwMode="auto">
          <a:xfrm>
            <a:off x="10287631" y="3343750"/>
            <a:ext cx="435824" cy="435825"/>
          </a:xfrm>
          <a:custGeom>
            <a:avLst/>
            <a:gdLst>
              <a:gd name="T0" fmla="*/ 180508 w 2984"/>
              <a:gd name="T1" fmla="*/ 0 h 2983"/>
              <a:gd name="T2" fmla="*/ 0 w 2984"/>
              <a:gd name="T3" fmla="*/ 160389 h 2983"/>
              <a:gd name="T4" fmla="*/ 68627 w 2984"/>
              <a:gd name="T5" fmla="*/ 287831 h 2983"/>
              <a:gd name="T6" fmla="*/ 68627 w 2984"/>
              <a:gd name="T7" fmla="*/ 359879 h 2983"/>
              <a:gd name="T8" fmla="*/ 136649 w 2984"/>
              <a:gd name="T9" fmla="*/ 316312 h 2983"/>
              <a:gd name="T10" fmla="*/ 179299 w 2984"/>
              <a:gd name="T11" fmla="*/ 320778 h 2983"/>
              <a:gd name="T12" fmla="*/ 360290 w 2984"/>
              <a:gd name="T13" fmla="*/ 160389 h 2983"/>
              <a:gd name="T14" fmla="*/ 180508 w 2984"/>
              <a:gd name="T15" fmla="*/ 0 h 2983"/>
              <a:gd name="T16" fmla="*/ 180508 w 2984"/>
              <a:gd name="T17" fmla="*/ 300624 h 2983"/>
              <a:gd name="T18" fmla="*/ 131816 w 2984"/>
              <a:gd name="T19" fmla="*/ 294589 h 2983"/>
              <a:gd name="T20" fmla="*/ 86750 w 2984"/>
              <a:gd name="T21" fmla="*/ 322588 h 2983"/>
              <a:gd name="T22" fmla="*/ 86750 w 2984"/>
              <a:gd name="T23" fmla="*/ 277211 h 2983"/>
              <a:gd name="T24" fmla="*/ 80709 w 2984"/>
              <a:gd name="T25" fmla="*/ 271780 h 2983"/>
              <a:gd name="T26" fmla="*/ 18848 w 2984"/>
              <a:gd name="T27" fmla="*/ 160268 h 2983"/>
              <a:gd name="T28" fmla="*/ 179904 w 2984"/>
              <a:gd name="T29" fmla="*/ 19792 h 2983"/>
              <a:gd name="T30" fmla="*/ 340596 w 2984"/>
              <a:gd name="T31" fmla="*/ 160268 h 2983"/>
              <a:gd name="T32" fmla="*/ 180508 w 2984"/>
              <a:gd name="T33" fmla="*/ 300624 h 2983"/>
              <a:gd name="T34" fmla="*/ 262304 w 2984"/>
              <a:gd name="T35" fmla="*/ 121891 h 2983"/>
              <a:gd name="T36" fmla="*/ 101974 w 2984"/>
              <a:gd name="T37" fmla="*/ 121891 h 2983"/>
              <a:gd name="T38" fmla="*/ 91945 w 2984"/>
              <a:gd name="T39" fmla="*/ 132149 h 2983"/>
              <a:gd name="T40" fmla="*/ 101974 w 2984"/>
              <a:gd name="T41" fmla="*/ 142286 h 2983"/>
              <a:gd name="T42" fmla="*/ 262304 w 2984"/>
              <a:gd name="T43" fmla="*/ 142286 h 2983"/>
              <a:gd name="T44" fmla="*/ 272453 w 2984"/>
              <a:gd name="T45" fmla="*/ 132149 h 2983"/>
              <a:gd name="T46" fmla="*/ 262304 w 2984"/>
              <a:gd name="T47" fmla="*/ 121891 h 2983"/>
              <a:gd name="T48" fmla="*/ 239227 w 2984"/>
              <a:gd name="T49" fmla="*/ 192491 h 2983"/>
              <a:gd name="T50" fmla="*/ 116351 w 2984"/>
              <a:gd name="T51" fmla="*/ 192491 h 2983"/>
              <a:gd name="T52" fmla="*/ 107773 w 2984"/>
              <a:gd name="T53" fmla="*/ 201059 h 2983"/>
              <a:gd name="T54" fmla="*/ 107773 w 2984"/>
              <a:gd name="T55" fmla="*/ 203714 h 2983"/>
              <a:gd name="T56" fmla="*/ 116351 w 2984"/>
              <a:gd name="T57" fmla="*/ 212524 h 2983"/>
              <a:gd name="T58" fmla="*/ 239227 w 2984"/>
              <a:gd name="T59" fmla="*/ 212524 h 2983"/>
              <a:gd name="T60" fmla="*/ 247926 w 2984"/>
              <a:gd name="T61" fmla="*/ 203714 h 2983"/>
              <a:gd name="T62" fmla="*/ 247926 w 2984"/>
              <a:gd name="T63" fmla="*/ 201059 h 2983"/>
              <a:gd name="T64" fmla="*/ 239227 w 2984"/>
              <a:gd name="T65" fmla="*/ 192491 h 29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984" h="2983">
                <a:moveTo>
                  <a:pt x="1494" y="0"/>
                </a:moveTo>
                <a:cubicBezTo>
                  <a:pt x="669" y="0"/>
                  <a:pt x="0" y="595"/>
                  <a:pt x="0" y="1329"/>
                </a:cubicBezTo>
                <a:cubicBezTo>
                  <a:pt x="0" y="1760"/>
                  <a:pt x="211" y="2143"/>
                  <a:pt x="568" y="2385"/>
                </a:cubicBezTo>
                <a:cubicBezTo>
                  <a:pt x="571" y="2387"/>
                  <a:pt x="568" y="2982"/>
                  <a:pt x="568" y="2982"/>
                </a:cubicBezTo>
                <a:lnTo>
                  <a:pt x="1131" y="2621"/>
                </a:lnTo>
                <a:cubicBezTo>
                  <a:pt x="1241" y="2645"/>
                  <a:pt x="1366" y="2658"/>
                  <a:pt x="1484" y="2658"/>
                </a:cubicBezTo>
                <a:cubicBezTo>
                  <a:pt x="2309" y="2658"/>
                  <a:pt x="2982" y="2062"/>
                  <a:pt x="2982" y="1329"/>
                </a:cubicBezTo>
                <a:cubicBezTo>
                  <a:pt x="2983" y="595"/>
                  <a:pt x="2320" y="0"/>
                  <a:pt x="1494" y="0"/>
                </a:cubicBezTo>
                <a:close/>
                <a:moveTo>
                  <a:pt x="1494" y="2491"/>
                </a:moveTo>
                <a:cubicBezTo>
                  <a:pt x="1362" y="2491"/>
                  <a:pt x="1213" y="2473"/>
                  <a:pt x="1091" y="2441"/>
                </a:cubicBezTo>
                <a:lnTo>
                  <a:pt x="718" y="2673"/>
                </a:lnTo>
                <a:lnTo>
                  <a:pt x="718" y="2297"/>
                </a:lnTo>
                <a:cubicBezTo>
                  <a:pt x="718" y="2283"/>
                  <a:pt x="690" y="2267"/>
                  <a:pt x="668" y="2252"/>
                </a:cubicBezTo>
                <a:cubicBezTo>
                  <a:pt x="350" y="2040"/>
                  <a:pt x="156" y="1704"/>
                  <a:pt x="156" y="1328"/>
                </a:cubicBezTo>
                <a:cubicBezTo>
                  <a:pt x="156" y="685"/>
                  <a:pt x="756" y="164"/>
                  <a:pt x="1489" y="164"/>
                </a:cubicBezTo>
                <a:cubicBezTo>
                  <a:pt x="2222" y="164"/>
                  <a:pt x="2819" y="685"/>
                  <a:pt x="2819" y="1328"/>
                </a:cubicBezTo>
                <a:cubicBezTo>
                  <a:pt x="2819" y="1971"/>
                  <a:pt x="2228" y="2491"/>
                  <a:pt x="1494" y="2491"/>
                </a:cubicBezTo>
                <a:close/>
                <a:moveTo>
                  <a:pt x="2171" y="1010"/>
                </a:moveTo>
                <a:lnTo>
                  <a:pt x="844" y="1010"/>
                </a:lnTo>
                <a:cubicBezTo>
                  <a:pt x="798" y="1010"/>
                  <a:pt x="761" y="1049"/>
                  <a:pt x="761" y="1095"/>
                </a:cubicBezTo>
                <a:cubicBezTo>
                  <a:pt x="761" y="1141"/>
                  <a:pt x="799" y="1179"/>
                  <a:pt x="844" y="1179"/>
                </a:cubicBezTo>
                <a:lnTo>
                  <a:pt x="2171" y="1179"/>
                </a:lnTo>
                <a:cubicBezTo>
                  <a:pt x="2217" y="1179"/>
                  <a:pt x="2255" y="1141"/>
                  <a:pt x="2255" y="1095"/>
                </a:cubicBezTo>
                <a:cubicBezTo>
                  <a:pt x="2254" y="1049"/>
                  <a:pt x="2218" y="1010"/>
                  <a:pt x="2171" y="1010"/>
                </a:cubicBezTo>
                <a:close/>
                <a:moveTo>
                  <a:pt x="1980" y="1595"/>
                </a:moveTo>
                <a:lnTo>
                  <a:pt x="963" y="1595"/>
                </a:lnTo>
                <a:cubicBezTo>
                  <a:pt x="925" y="1595"/>
                  <a:pt x="892" y="1627"/>
                  <a:pt x="892" y="1666"/>
                </a:cubicBezTo>
                <a:lnTo>
                  <a:pt x="892" y="1688"/>
                </a:lnTo>
                <a:cubicBezTo>
                  <a:pt x="892" y="1726"/>
                  <a:pt x="924" y="1761"/>
                  <a:pt x="963" y="1761"/>
                </a:cubicBezTo>
                <a:lnTo>
                  <a:pt x="1980" y="1761"/>
                </a:lnTo>
                <a:cubicBezTo>
                  <a:pt x="2018" y="1761"/>
                  <a:pt x="2052" y="1728"/>
                  <a:pt x="2052" y="1688"/>
                </a:cubicBezTo>
                <a:lnTo>
                  <a:pt x="2052" y="1666"/>
                </a:lnTo>
                <a:cubicBezTo>
                  <a:pt x="2052" y="1627"/>
                  <a:pt x="2020" y="1595"/>
                  <a:pt x="1980" y="159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36" name="Freeform 15">
            <a:extLst>
              <a:ext uri="{FF2B5EF4-FFF2-40B4-BE49-F238E27FC236}">
                <a16:creationId xmlns:a16="http://schemas.microsoft.com/office/drawing/2014/main" id="{044BF89F-81D2-E64E-889D-3E0FC8416B0F}"/>
              </a:ext>
            </a:extLst>
          </p:cNvPr>
          <p:cNvSpPr>
            <a:spLocks noChangeAspect="1" noChangeArrowheads="1"/>
          </p:cNvSpPr>
          <p:nvPr/>
        </p:nvSpPr>
        <p:spPr bwMode="auto">
          <a:xfrm>
            <a:off x="10349069" y="5069769"/>
            <a:ext cx="380147" cy="366707"/>
          </a:xfrm>
          <a:custGeom>
            <a:avLst/>
            <a:gdLst>
              <a:gd name="T0" fmla="*/ 100990 w 2514"/>
              <a:gd name="T1" fmla="*/ 159534 h 2414"/>
              <a:gd name="T2" fmla="*/ 71420 w 2514"/>
              <a:gd name="T3" fmla="*/ 230661 h 2414"/>
              <a:gd name="T4" fmla="*/ 130560 w 2514"/>
              <a:gd name="T5" fmla="*/ 230661 h 2414"/>
              <a:gd name="T6" fmla="*/ 130560 w 2514"/>
              <a:gd name="T7" fmla="*/ 171681 h 2414"/>
              <a:gd name="T8" fmla="*/ 100990 w 2514"/>
              <a:gd name="T9" fmla="*/ 223899 h 2414"/>
              <a:gd name="T10" fmla="*/ 84952 w 2514"/>
              <a:gd name="T11" fmla="*/ 185205 h 2414"/>
              <a:gd name="T12" fmla="*/ 117028 w 2514"/>
              <a:gd name="T13" fmla="*/ 185205 h 2414"/>
              <a:gd name="T14" fmla="*/ 117028 w 2514"/>
              <a:gd name="T15" fmla="*/ 217262 h 2414"/>
              <a:gd name="T16" fmla="*/ 292571 w 2514"/>
              <a:gd name="T17" fmla="*/ 72755 h 2414"/>
              <a:gd name="T18" fmla="*/ 289438 w 2514"/>
              <a:gd name="T19" fmla="*/ 13023 h 2414"/>
              <a:gd name="T20" fmla="*/ 226163 w 2514"/>
              <a:gd name="T21" fmla="*/ 13023 h 2414"/>
              <a:gd name="T22" fmla="*/ 100990 w 2514"/>
              <a:gd name="T23" fmla="*/ 100554 h 2414"/>
              <a:gd name="T24" fmla="*/ 0 w 2514"/>
              <a:gd name="T25" fmla="*/ 201234 h 2414"/>
              <a:gd name="T26" fmla="*/ 100990 w 2514"/>
              <a:gd name="T27" fmla="*/ 302164 h 2414"/>
              <a:gd name="T28" fmla="*/ 200101 w 2514"/>
              <a:gd name="T29" fmla="*/ 220268 h 2414"/>
              <a:gd name="T30" fmla="*/ 209874 w 2514"/>
              <a:gd name="T31" fmla="*/ 155527 h 2414"/>
              <a:gd name="T32" fmla="*/ 240447 w 2514"/>
              <a:gd name="T33" fmla="*/ 175187 h 2414"/>
              <a:gd name="T34" fmla="*/ 259241 w 2514"/>
              <a:gd name="T35" fmla="*/ 130232 h 2414"/>
              <a:gd name="T36" fmla="*/ 255357 w 2514"/>
              <a:gd name="T37" fmla="*/ 110196 h 2414"/>
              <a:gd name="T38" fmla="*/ 285930 w 2514"/>
              <a:gd name="T39" fmla="*/ 129731 h 2414"/>
              <a:gd name="T40" fmla="*/ 304599 w 2514"/>
              <a:gd name="T41" fmla="*/ 84776 h 2414"/>
              <a:gd name="T42" fmla="*/ 286556 w 2514"/>
              <a:gd name="T43" fmla="*/ 111824 h 2414"/>
              <a:gd name="T44" fmla="*/ 262123 w 2514"/>
              <a:gd name="T45" fmla="*/ 90662 h 2414"/>
              <a:gd name="T46" fmla="*/ 248466 w 2514"/>
              <a:gd name="T47" fmla="*/ 90662 h 2414"/>
              <a:gd name="T48" fmla="*/ 227666 w 2514"/>
              <a:gd name="T49" fmla="*/ 124848 h 2414"/>
              <a:gd name="T50" fmla="*/ 246586 w 2514"/>
              <a:gd name="T51" fmla="*/ 154400 h 2414"/>
              <a:gd name="T52" fmla="*/ 235936 w 2514"/>
              <a:gd name="T53" fmla="*/ 154400 h 2414"/>
              <a:gd name="T54" fmla="*/ 210125 w 2514"/>
              <a:gd name="T55" fmla="*/ 132737 h 2414"/>
              <a:gd name="T56" fmla="*/ 179427 w 2514"/>
              <a:gd name="T57" fmla="*/ 158908 h 2414"/>
              <a:gd name="T58" fmla="*/ 159003 w 2514"/>
              <a:gd name="T59" fmla="*/ 260590 h 2414"/>
              <a:gd name="T60" fmla="*/ 40597 w 2514"/>
              <a:gd name="T61" fmla="*/ 260464 h 2414"/>
              <a:gd name="T62" fmla="*/ 99737 w 2514"/>
              <a:gd name="T63" fmla="*/ 117835 h 2414"/>
              <a:gd name="T64" fmla="*/ 142213 w 2514"/>
              <a:gd name="T65" fmla="*/ 121967 h 2414"/>
              <a:gd name="T66" fmla="*/ 260119 w 2514"/>
              <a:gd name="T67" fmla="*/ 15152 h 2414"/>
              <a:gd name="T68" fmla="*/ 286306 w 2514"/>
              <a:gd name="T69" fmla="*/ 41324 h 2414"/>
              <a:gd name="T70" fmla="*/ 272899 w 2514"/>
              <a:gd name="T71" fmla="*/ 66243 h 2414"/>
              <a:gd name="T72" fmla="*/ 291819 w 2514"/>
              <a:gd name="T73" fmla="*/ 98926 h 241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514" h="2414">
                <a:moveTo>
                  <a:pt x="1042" y="1371"/>
                </a:moveTo>
                <a:cubicBezTo>
                  <a:pt x="979" y="1308"/>
                  <a:pt x="895" y="1274"/>
                  <a:pt x="806" y="1274"/>
                </a:cubicBezTo>
                <a:cubicBezTo>
                  <a:pt x="717" y="1274"/>
                  <a:pt x="633" y="1308"/>
                  <a:pt x="570" y="1371"/>
                </a:cubicBezTo>
                <a:cubicBezTo>
                  <a:pt x="441" y="1501"/>
                  <a:pt x="441" y="1713"/>
                  <a:pt x="570" y="1842"/>
                </a:cubicBezTo>
                <a:cubicBezTo>
                  <a:pt x="633" y="1905"/>
                  <a:pt x="717" y="1940"/>
                  <a:pt x="806" y="1940"/>
                </a:cubicBezTo>
                <a:cubicBezTo>
                  <a:pt x="895" y="1940"/>
                  <a:pt x="979" y="1905"/>
                  <a:pt x="1042" y="1842"/>
                </a:cubicBezTo>
                <a:cubicBezTo>
                  <a:pt x="1105" y="1779"/>
                  <a:pt x="1140" y="1695"/>
                  <a:pt x="1140" y="1606"/>
                </a:cubicBezTo>
                <a:cubicBezTo>
                  <a:pt x="1140" y="1518"/>
                  <a:pt x="1105" y="1435"/>
                  <a:pt x="1042" y="1371"/>
                </a:cubicBezTo>
                <a:close/>
                <a:moveTo>
                  <a:pt x="934" y="1735"/>
                </a:moveTo>
                <a:cubicBezTo>
                  <a:pt x="899" y="1769"/>
                  <a:pt x="854" y="1788"/>
                  <a:pt x="806" y="1788"/>
                </a:cubicBezTo>
                <a:cubicBezTo>
                  <a:pt x="757" y="1788"/>
                  <a:pt x="712" y="1769"/>
                  <a:pt x="678" y="1735"/>
                </a:cubicBezTo>
                <a:cubicBezTo>
                  <a:pt x="607" y="1664"/>
                  <a:pt x="607" y="1549"/>
                  <a:pt x="678" y="1479"/>
                </a:cubicBezTo>
                <a:cubicBezTo>
                  <a:pt x="712" y="1444"/>
                  <a:pt x="757" y="1426"/>
                  <a:pt x="806" y="1426"/>
                </a:cubicBezTo>
                <a:cubicBezTo>
                  <a:pt x="854" y="1426"/>
                  <a:pt x="900" y="1444"/>
                  <a:pt x="934" y="1479"/>
                </a:cubicBezTo>
                <a:cubicBezTo>
                  <a:pt x="968" y="1513"/>
                  <a:pt x="987" y="1559"/>
                  <a:pt x="987" y="1607"/>
                </a:cubicBezTo>
                <a:cubicBezTo>
                  <a:pt x="987" y="1656"/>
                  <a:pt x="968" y="1701"/>
                  <a:pt x="934" y="1735"/>
                </a:cubicBezTo>
                <a:close/>
                <a:moveTo>
                  <a:pt x="2431" y="677"/>
                </a:moveTo>
                <a:lnTo>
                  <a:pt x="2335" y="581"/>
                </a:lnTo>
                <a:cubicBezTo>
                  <a:pt x="2387" y="517"/>
                  <a:pt x="2414" y="439"/>
                  <a:pt x="2414" y="356"/>
                </a:cubicBezTo>
                <a:cubicBezTo>
                  <a:pt x="2414" y="261"/>
                  <a:pt x="2377" y="171"/>
                  <a:pt x="2310" y="104"/>
                </a:cubicBezTo>
                <a:cubicBezTo>
                  <a:pt x="2243" y="37"/>
                  <a:pt x="2154" y="0"/>
                  <a:pt x="2058" y="0"/>
                </a:cubicBezTo>
                <a:cubicBezTo>
                  <a:pt x="1963" y="0"/>
                  <a:pt x="1873" y="37"/>
                  <a:pt x="1805" y="104"/>
                </a:cubicBezTo>
                <a:lnTo>
                  <a:pt x="1065" y="845"/>
                </a:lnTo>
                <a:cubicBezTo>
                  <a:pt x="982" y="817"/>
                  <a:pt x="895" y="803"/>
                  <a:pt x="806" y="803"/>
                </a:cubicBezTo>
                <a:cubicBezTo>
                  <a:pt x="591" y="803"/>
                  <a:pt x="388" y="886"/>
                  <a:pt x="236" y="1039"/>
                </a:cubicBezTo>
                <a:cubicBezTo>
                  <a:pt x="84" y="1191"/>
                  <a:pt x="0" y="1392"/>
                  <a:pt x="0" y="1607"/>
                </a:cubicBezTo>
                <a:cubicBezTo>
                  <a:pt x="0" y="1823"/>
                  <a:pt x="84" y="2025"/>
                  <a:pt x="236" y="2177"/>
                </a:cubicBezTo>
                <a:cubicBezTo>
                  <a:pt x="388" y="2329"/>
                  <a:pt x="590" y="2413"/>
                  <a:pt x="806" y="2413"/>
                </a:cubicBezTo>
                <a:cubicBezTo>
                  <a:pt x="1021" y="2413"/>
                  <a:pt x="1224" y="2329"/>
                  <a:pt x="1376" y="2177"/>
                </a:cubicBezTo>
                <a:cubicBezTo>
                  <a:pt x="1491" y="2062"/>
                  <a:pt x="1566" y="1918"/>
                  <a:pt x="1597" y="1759"/>
                </a:cubicBezTo>
                <a:cubicBezTo>
                  <a:pt x="1623" y="1621"/>
                  <a:pt x="1613" y="1480"/>
                  <a:pt x="1569" y="1349"/>
                </a:cubicBezTo>
                <a:lnTo>
                  <a:pt x="1675" y="1242"/>
                </a:lnTo>
                <a:lnTo>
                  <a:pt x="1770" y="1337"/>
                </a:lnTo>
                <a:cubicBezTo>
                  <a:pt x="1809" y="1377"/>
                  <a:pt x="1863" y="1399"/>
                  <a:pt x="1919" y="1399"/>
                </a:cubicBezTo>
                <a:cubicBezTo>
                  <a:pt x="1976" y="1399"/>
                  <a:pt x="2029" y="1377"/>
                  <a:pt x="2069" y="1337"/>
                </a:cubicBezTo>
                <a:cubicBezTo>
                  <a:pt x="2151" y="1255"/>
                  <a:pt x="2151" y="1122"/>
                  <a:pt x="2069" y="1040"/>
                </a:cubicBezTo>
                <a:lnTo>
                  <a:pt x="1973" y="945"/>
                </a:lnTo>
                <a:lnTo>
                  <a:pt x="2038" y="880"/>
                </a:lnTo>
                <a:lnTo>
                  <a:pt x="2133" y="975"/>
                </a:lnTo>
                <a:cubicBezTo>
                  <a:pt x="2172" y="1014"/>
                  <a:pt x="2226" y="1036"/>
                  <a:pt x="2282" y="1036"/>
                </a:cubicBezTo>
                <a:cubicBezTo>
                  <a:pt x="2339" y="1036"/>
                  <a:pt x="2392" y="1015"/>
                  <a:pt x="2432" y="975"/>
                </a:cubicBezTo>
                <a:cubicBezTo>
                  <a:pt x="2513" y="893"/>
                  <a:pt x="2513" y="759"/>
                  <a:pt x="2431" y="677"/>
                </a:cubicBezTo>
                <a:close/>
                <a:moveTo>
                  <a:pt x="2329" y="875"/>
                </a:moveTo>
                <a:cubicBezTo>
                  <a:pt x="2318" y="887"/>
                  <a:pt x="2303" y="893"/>
                  <a:pt x="2287" y="893"/>
                </a:cubicBezTo>
                <a:cubicBezTo>
                  <a:pt x="2271" y="893"/>
                  <a:pt x="2256" y="887"/>
                  <a:pt x="2244" y="875"/>
                </a:cubicBezTo>
                <a:lnTo>
                  <a:pt x="2092" y="724"/>
                </a:lnTo>
                <a:cubicBezTo>
                  <a:pt x="2078" y="709"/>
                  <a:pt x="2059" y="701"/>
                  <a:pt x="2038" y="701"/>
                </a:cubicBezTo>
                <a:cubicBezTo>
                  <a:pt x="2018" y="701"/>
                  <a:pt x="1998" y="709"/>
                  <a:pt x="1983" y="724"/>
                </a:cubicBezTo>
                <a:lnTo>
                  <a:pt x="1817" y="888"/>
                </a:lnTo>
                <a:cubicBezTo>
                  <a:pt x="1786" y="918"/>
                  <a:pt x="1786" y="967"/>
                  <a:pt x="1817" y="997"/>
                </a:cubicBezTo>
                <a:lnTo>
                  <a:pt x="1968" y="1149"/>
                </a:lnTo>
                <a:cubicBezTo>
                  <a:pt x="1992" y="1172"/>
                  <a:pt x="1992" y="1209"/>
                  <a:pt x="1968" y="1233"/>
                </a:cubicBezTo>
                <a:cubicBezTo>
                  <a:pt x="1957" y="1244"/>
                  <a:pt x="1942" y="1250"/>
                  <a:pt x="1926" y="1250"/>
                </a:cubicBezTo>
                <a:cubicBezTo>
                  <a:pt x="1910" y="1250"/>
                  <a:pt x="1894" y="1244"/>
                  <a:pt x="1883" y="1233"/>
                </a:cubicBezTo>
                <a:lnTo>
                  <a:pt x="1731" y="1082"/>
                </a:lnTo>
                <a:cubicBezTo>
                  <a:pt x="1717" y="1068"/>
                  <a:pt x="1698" y="1060"/>
                  <a:pt x="1677" y="1060"/>
                </a:cubicBezTo>
                <a:cubicBezTo>
                  <a:pt x="1657" y="1060"/>
                  <a:pt x="1636" y="1068"/>
                  <a:pt x="1622" y="1082"/>
                </a:cubicBezTo>
                <a:lnTo>
                  <a:pt x="1432" y="1269"/>
                </a:lnTo>
                <a:cubicBezTo>
                  <a:pt x="1410" y="1291"/>
                  <a:pt x="1403" y="1325"/>
                  <a:pt x="1415" y="1354"/>
                </a:cubicBezTo>
                <a:cubicBezTo>
                  <a:pt x="1517" y="1604"/>
                  <a:pt x="1461" y="1889"/>
                  <a:pt x="1269" y="2081"/>
                </a:cubicBezTo>
                <a:cubicBezTo>
                  <a:pt x="1143" y="2207"/>
                  <a:pt x="975" y="2276"/>
                  <a:pt x="797" y="2276"/>
                </a:cubicBezTo>
                <a:cubicBezTo>
                  <a:pt x="618" y="2276"/>
                  <a:pt x="450" y="2207"/>
                  <a:pt x="324" y="2080"/>
                </a:cubicBezTo>
                <a:cubicBezTo>
                  <a:pt x="63" y="1820"/>
                  <a:pt x="63" y="1396"/>
                  <a:pt x="323" y="1137"/>
                </a:cubicBezTo>
                <a:cubicBezTo>
                  <a:pt x="450" y="1010"/>
                  <a:pt x="617" y="941"/>
                  <a:pt x="796" y="941"/>
                </a:cubicBezTo>
                <a:cubicBezTo>
                  <a:pt x="884" y="941"/>
                  <a:pt x="970" y="958"/>
                  <a:pt x="1051" y="991"/>
                </a:cubicBezTo>
                <a:cubicBezTo>
                  <a:pt x="1080" y="1003"/>
                  <a:pt x="1113" y="996"/>
                  <a:pt x="1135" y="974"/>
                </a:cubicBezTo>
                <a:lnTo>
                  <a:pt x="1928" y="182"/>
                </a:lnTo>
                <a:cubicBezTo>
                  <a:pt x="1967" y="143"/>
                  <a:pt x="2020" y="121"/>
                  <a:pt x="2076" y="121"/>
                </a:cubicBezTo>
                <a:cubicBezTo>
                  <a:pt x="2132" y="121"/>
                  <a:pt x="2185" y="143"/>
                  <a:pt x="2224" y="182"/>
                </a:cubicBezTo>
                <a:cubicBezTo>
                  <a:pt x="2263" y="221"/>
                  <a:pt x="2285" y="274"/>
                  <a:pt x="2285" y="330"/>
                </a:cubicBezTo>
                <a:cubicBezTo>
                  <a:pt x="2285" y="386"/>
                  <a:pt x="2263" y="439"/>
                  <a:pt x="2224" y="478"/>
                </a:cubicBezTo>
                <a:lnTo>
                  <a:pt x="2178" y="529"/>
                </a:lnTo>
                <a:cubicBezTo>
                  <a:pt x="2147" y="560"/>
                  <a:pt x="2147" y="609"/>
                  <a:pt x="2178" y="639"/>
                </a:cubicBezTo>
                <a:lnTo>
                  <a:pt x="2329" y="790"/>
                </a:lnTo>
                <a:cubicBezTo>
                  <a:pt x="2353" y="814"/>
                  <a:pt x="2353" y="852"/>
                  <a:pt x="2329" y="87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37" name="Freeform 16">
            <a:extLst>
              <a:ext uri="{FF2B5EF4-FFF2-40B4-BE49-F238E27FC236}">
                <a16:creationId xmlns:a16="http://schemas.microsoft.com/office/drawing/2014/main" id="{F66562EB-FF11-2F4B-8E28-F700BCE1EB1F}"/>
              </a:ext>
            </a:extLst>
          </p:cNvPr>
          <p:cNvSpPr>
            <a:spLocks noChangeAspect="1" noChangeArrowheads="1"/>
          </p:cNvSpPr>
          <p:nvPr/>
        </p:nvSpPr>
        <p:spPr bwMode="auto">
          <a:xfrm>
            <a:off x="8079707" y="5035208"/>
            <a:ext cx="330228" cy="435824"/>
          </a:xfrm>
          <a:custGeom>
            <a:avLst/>
            <a:gdLst>
              <a:gd name="T0" fmla="*/ 136144 w 2113"/>
              <a:gd name="T1" fmla="*/ 359871 h 2793"/>
              <a:gd name="T2" fmla="*/ 0 w 2113"/>
              <a:gd name="T3" fmla="*/ 223631 h 2793"/>
              <a:gd name="T4" fmla="*/ 58403 w 2113"/>
              <a:gd name="T5" fmla="*/ 112009 h 2793"/>
              <a:gd name="T6" fmla="*/ 58403 w 2113"/>
              <a:gd name="T7" fmla="*/ 73083 h 2793"/>
              <a:gd name="T8" fmla="*/ 131374 w 2113"/>
              <a:gd name="T9" fmla="*/ 0 h 2793"/>
              <a:gd name="T10" fmla="*/ 141043 w 2113"/>
              <a:gd name="T11" fmla="*/ 0 h 2793"/>
              <a:gd name="T12" fmla="*/ 213885 w 2113"/>
              <a:gd name="T13" fmla="*/ 73083 h 2793"/>
              <a:gd name="T14" fmla="*/ 213885 w 2113"/>
              <a:gd name="T15" fmla="*/ 111880 h 2793"/>
              <a:gd name="T16" fmla="*/ 272288 w 2113"/>
              <a:gd name="T17" fmla="*/ 223631 h 2793"/>
              <a:gd name="T18" fmla="*/ 136144 w 2113"/>
              <a:gd name="T19" fmla="*/ 359871 h 2793"/>
              <a:gd name="T20" fmla="*/ 194418 w 2113"/>
              <a:gd name="T21" fmla="*/ 73083 h 2793"/>
              <a:gd name="T22" fmla="*/ 141043 w 2113"/>
              <a:gd name="T23" fmla="*/ 19463 h 2793"/>
              <a:gd name="T24" fmla="*/ 131374 w 2113"/>
              <a:gd name="T25" fmla="*/ 19463 h 2793"/>
              <a:gd name="T26" fmla="*/ 77870 w 2113"/>
              <a:gd name="T27" fmla="*/ 73083 h 2793"/>
              <a:gd name="T28" fmla="*/ 77870 w 2113"/>
              <a:gd name="T29" fmla="*/ 101310 h 2793"/>
              <a:gd name="T30" fmla="*/ 136144 w 2113"/>
              <a:gd name="T31" fmla="*/ 87648 h 2793"/>
              <a:gd name="T32" fmla="*/ 194418 w 2113"/>
              <a:gd name="T33" fmla="*/ 101310 h 2793"/>
              <a:gd name="T34" fmla="*/ 194418 w 2113"/>
              <a:gd name="T35" fmla="*/ 73083 h 2793"/>
              <a:gd name="T36" fmla="*/ 136144 w 2113"/>
              <a:gd name="T37" fmla="*/ 107111 h 2793"/>
              <a:gd name="T38" fmla="*/ 19468 w 2113"/>
              <a:gd name="T39" fmla="*/ 223631 h 2793"/>
              <a:gd name="T40" fmla="*/ 136144 w 2113"/>
              <a:gd name="T41" fmla="*/ 340408 h 2793"/>
              <a:gd name="T42" fmla="*/ 252821 w 2113"/>
              <a:gd name="T43" fmla="*/ 223631 h 2793"/>
              <a:gd name="T44" fmla="*/ 136144 w 2113"/>
              <a:gd name="T45" fmla="*/ 107111 h 2793"/>
              <a:gd name="T46" fmla="*/ 145942 w 2113"/>
              <a:gd name="T47" fmla="*/ 291686 h 2793"/>
              <a:gd name="T48" fmla="*/ 145942 w 2113"/>
              <a:gd name="T49" fmla="*/ 306251 h 2793"/>
              <a:gd name="T50" fmla="*/ 141043 w 2113"/>
              <a:gd name="T51" fmla="*/ 311149 h 2793"/>
              <a:gd name="T52" fmla="*/ 131374 w 2113"/>
              <a:gd name="T53" fmla="*/ 311149 h 2793"/>
              <a:gd name="T54" fmla="*/ 126475 w 2113"/>
              <a:gd name="T55" fmla="*/ 306251 h 2793"/>
              <a:gd name="T56" fmla="*/ 126475 w 2113"/>
              <a:gd name="T57" fmla="*/ 291686 h 2793"/>
              <a:gd name="T58" fmla="*/ 97338 w 2113"/>
              <a:gd name="T59" fmla="*/ 291686 h 2793"/>
              <a:gd name="T60" fmla="*/ 97338 w 2113"/>
              <a:gd name="T61" fmla="*/ 272223 h 2793"/>
              <a:gd name="T62" fmla="*/ 126475 w 2113"/>
              <a:gd name="T63" fmla="*/ 272223 h 2793"/>
              <a:gd name="T64" fmla="*/ 126475 w 2113"/>
              <a:gd name="T65" fmla="*/ 232395 h 2793"/>
              <a:gd name="T66" fmla="*/ 87540 w 2113"/>
              <a:gd name="T67" fmla="*/ 194501 h 2793"/>
              <a:gd name="T68" fmla="*/ 126475 w 2113"/>
              <a:gd name="T69" fmla="*/ 156735 h 2793"/>
              <a:gd name="T70" fmla="*/ 126475 w 2113"/>
              <a:gd name="T71" fmla="*/ 141139 h 2793"/>
              <a:gd name="T72" fmla="*/ 131374 w 2113"/>
              <a:gd name="T73" fmla="*/ 136369 h 2793"/>
              <a:gd name="T74" fmla="*/ 141043 w 2113"/>
              <a:gd name="T75" fmla="*/ 136369 h 2793"/>
              <a:gd name="T76" fmla="*/ 145942 w 2113"/>
              <a:gd name="T77" fmla="*/ 141139 h 2793"/>
              <a:gd name="T78" fmla="*/ 145942 w 2113"/>
              <a:gd name="T79" fmla="*/ 155704 h 2793"/>
              <a:gd name="T80" fmla="*/ 175079 w 2113"/>
              <a:gd name="T81" fmla="*/ 155704 h 2793"/>
              <a:gd name="T82" fmla="*/ 175079 w 2113"/>
              <a:gd name="T83" fmla="*/ 175166 h 2793"/>
              <a:gd name="T84" fmla="*/ 145942 w 2113"/>
              <a:gd name="T85" fmla="*/ 175166 h 2793"/>
              <a:gd name="T86" fmla="*/ 145942 w 2113"/>
              <a:gd name="T87" fmla="*/ 213963 h 2793"/>
              <a:gd name="T88" fmla="*/ 184877 w 2113"/>
              <a:gd name="T89" fmla="*/ 252889 h 2793"/>
              <a:gd name="T90" fmla="*/ 145942 w 2113"/>
              <a:gd name="T91" fmla="*/ 291686 h 2793"/>
              <a:gd name="T92" fmla="*/ 107007 w 2113"/>
              <a:gd name="T93" fmla="*/ 194501 h 2793"/>
              <a:gd name="T94" fmla="*/ 126475 w 2113"/>
              <a:gd name="T95" fmla="*/ 212932 h 2793"/>
              <a:gd name="T96" fmla="*/ 126475 w 2113"/>
              <a:gd name="T97" fmla="*/ 175166 h 2793"/>
              <a:gd name="T98" fmla="*/ 107007 w 2113"/>
              <a:gd name="T99" fmla="*/ 194501 h 2793"/>
              <a:gd name="T100" fmla="*/ 145942 w 2113"/>
              <a:gd name="T101" fmla="*/ 233298 h 2793"/>
              <a:gd name="T102" fmla="*/ 145942 w 2113"/>
              <a:gd name="T103" fmla="*/ 271192 h 2793"/>
              <a:gd name="T104" fmla="*/ 165410 w 2113"/>
              <a:gd name="T105" fmla="*/ 252760 h 2793"/>
              <a:gd name="T106" fmla="*/ 145942 w 2113"/>
              <a:gd name="T107" fmla="*/ 233298 h 279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113" h="2793">
                <a:moveTo>
                  <a:pt x="1056" y="2792"/>
                </a:moveTo>
                <a:cubicBezTo>
                  <a:pt x="475" y="2792"/>
                  <a:pt x="0" y="2316"/>
                  <a:pt x="0" y="1735"/>
                </a:cubicBezTo>
                <a:cubicBezTo>
                  <a:pt x="0" y="1374"/>
                  <a:pt x="181" y="1065"/>
                  <a:pt x="453" y="869"/>
                </a:cubicBezTo>
                <a:lnTo>
                  <a:pt x="453" y="567"/>
                </a:lnTo>
                <a:cubicBezTo>
                  <a:pt x="453" y="257"/>
                  <a:pt x="709" y="0"/>
                  <a:pt x="1019" y="0"/>
                </a:cubicBezTo>
                <a:lnTo>
                  <a:pt x="1094" y="0"/>
                </a:lnTo>
                <a:cubicBezTo>
                  <a:pt x="1404" y="0"/>
                  <a:pt x="1659" y="257"/>
                  <a:pt x="1659" y="567"/>
                </a:cubicBezTo>
                <a:lnTo>
                  <a:pt x="1659" y="868"/>
                </a:lnTo>
                <a:cubicBezTo>
                  <a:pt x="1931" y="1057"/>
                  <a:pt x="2112" y="1374"/>
                  <a:pt x="2112" y="1735"/>
                </a:cubicBezTo>
                <a:cubicBezTo>
                  <a:pt x="2112" y="2316"/>
                  <a:pt x="1636" y="2792"/>
                  <a:pt x="1056" y="2792"/>
                </a:cubicBezTo>
                <a:close/>
                <a:moveTo>
                  <a:pt x="1508" y="567"/>
                </a:moveTo>
                <a:cubicBezTo>
                  <a:pt x="1508" y="340"/>
                  <a:pt x="1321" y="151"/>
                  <a:pt x="1094" y="151"/>
                </a:cubicBezTo>
                <a:lnTo>
                  <a:pt x="1019" y="151"/>
                </a:lnTo>
                <a:cubicBezTo>
                  <a:pt x="792" y="151"/>
                  <a:pt x="604" y="340"/>
                  <a:pt x="604" y="567"/>
                </a:cubicBezTo>
                <a:lnTo>
                  <a:pt x="604" y="786"/>
                </a:lnTo>
                <a:cubicBezTo>
                  <a:pt x="740" y="718"/>
                  <a:pt x="890" y="680"/>
                  <a:pt x="1056" y="680"/>
                </a:cubicBezTo>
                <a:cubicBezTo>
                  <a:pt x="1222" y="680"/>
                  <a:pt x="1373" y="718"/>
                  <a:pt x="1508" y="786"/>
                </a:cubicBezTo>
                <a:lnTo>
                  <a:pt x="1508" y="567"/>
                </a:lnTo>
                <a:close/>
                <a:moveTo>
                  <a:pt x="1056" y="831"/>
                </a:moveTo>
                <a:cubicBezTo>
                  <a:pt x="558" y="831"/>
                  <a:pt x="151" y="1238"/>
                  <a:pt x="151" y="1735"/>
                </a:cubicBezTo>
                <a:cubicBezTo>
                  <a:pt x="151" y="2233"/>
                  <a:pt x="558" y="2641"/>
                  <a:pt x="1056" y="2641"/>
                </a:cubicBezTo>
                <a:cubicBezTo>
                  <a:pt x="1553" y="2641"/>
                  <a:pt x="1961" y="2233"/>
                  <a:pt x="1961" y="1735"/>
                </a:cubicBezTo>
                <a:cubicBezTo>
                  <a:pt x="1961" y="1238"/>
                  <a:pt x="1553" y="831"/>
                  <a:pt x="1056" y="831"/>
                </a:cubicBezTo>
                <a:close/>
                <a:moveTo>
                  <a:pt x="1132" y="2263"/>
                </a:moveTo>
                <a:lnTo>
                  <a:pt x="1132" y="2376"/>
                </a:lnTo>
                <a:cubicBezTo>
                  <a:pt x="1132" y="2399"/>
                  <a:pt x="1117" y="2414"/>
                  <a:pt x="1094" y="2414"/>
                </a:cubicBezTo>
                <a:lnTo>
                  <a:pt x="1019" y="2414"/>
                </a:lnTo>
                <a:cubicBezTo>
                  <a:pt x="996" y="2414"/>
                  <a:pt x="981" y="2399"/>
                  <a:pt x="981" y="2376"/>
                </a:cubicBezTo>
                <a:lnTo>
                  <a:pt x="981" y="2263"/>
                </a:lnTo>
                <a:cubicBezTo>
                  <a:pt x="845" y="2263"/>
                  <a:pt x="755" y="2263"/>
                  <a:pt x="755" y="2263"/>
                </a:cubicBezTo>
                <a:lnTo>
                  <a:pt x="755" y="2112"/>
                </a:lnTo>
                <a:cubicBezTo>
                  <a:pt x="755" y="2112"/>
                  <a:pt x="853" y="2112"/>
                  <a:pt x="981" y="2112"/>
                </a:cubicBezTo>
                <a:lnTo>
                  <a:pt x="981" y="1803"/>
                </a:lnTo>
                <a:cubicBezTo>
                  <a:pt x="808" y="1780"/>
                  <a:pt x="679" y="1674"/>
                  <a:pt x="679" y="1509"/>
                </a:cubicBezTo>
                <a:cubicBezTo>
                  <a:pt x="679" y="1344"/>
                  <a:pt x="808" y="1238"/>
                  <a:pt x="981" y="1216"/>
                </a:cubicBezTo>
                <a:lnTo>
                  <a:pt x="981" y="1095"/>
                </a:lnTo>
                <a:cubicBezTo>
                  <a:pt x="981" y="1073"/>
                  <a:pt x="996" y="1058"/>
                  <a:pt x="1019" y="1058"/>
                </a:cubicBezTo>
                <a:lnTo>
                  <a:pt x="1094" y="1058"/>
                </a:lnTo>
                <a:cubicBezTo>
                  <a:pt x="1117" y="1058"/>
                  <a:pt x="1132" y="1073"/>
                  <a:pt x="1132" y="1095"/>
                </a:cubicBezTo>
                <a:lnTo>
                  <a:pt x="1132" y="1208"/>
                </a:lnTo>
                <a:cubicBezTo>
                  <a:pt x="1290" y="1208"/>
                  <a:pt x="1358" y="1208"/>
                  <a:pt x="1358" y="1208"/>
                </a:cubicBezTo>
                <a:lnTo>
                  <a:pt x="1358" y="1359"/>
                </a:lnTo>
                <a:cubicBezTo>
                  <a:pt x="1358" y="1359"/>
                  <a:pt x="1238" y="1359"/>
                  <a:pt x="1132" y="1359"/>
                </a:cubicBezTo>
                <a:lnTo>
                  <a:pt x="1132" y="1660"/>
                </a:lnTo>
                <a:cubicBezTo>
                  <a:pt x="1283" y="1667"/>
                  <a:pt x="1434" y="1720"/>
                  <a:pt x="1434" y="1962"/>
                </a:cubicBezTo>
                <a:cubicBezTo>
                  <a:pt x="1434" y="2195"/>
                  <a:pt x="1283" y="2248"/>
                  <a:pt x="1132" y="2263"/>
                </a:cubicBezTo>
                <a:close/>
                <a:moveTo>
                  <a:pt x="830" y="1509"/>
                </a:moveTo>
                <a:cubicBezTo>
                  <a:pt x="830" y="1569"/>
                  <a:pt x="868" y="1637"/>
                  <a:pt x="981" y="1652"/>
                </a:cubicBezTo>
                <a:lnTo>
                  <a:pt x="981" y="1359"/>
                </a:lnTo>
                <a:cubicBezTo>
                  <a:pt x="883" y="1359"/>
                  <a:pt x="830" y="1433"/>
                  <a:pt x="830" y="1509"/>
                </a:cubicBezTo>
                <a:close/>
                <a:moveTo>
                  <a:pt x="1132" y="1810"/>
                </a:moveTo>
                <a:lnTo>
                  <a:pt x="1132" y="2104"/>
                </a:lnTo>
                <a:cubicBezTo>
                  <a:pt x="1245" y="2089"/>
                  <a:pt x="1283" y="2029"/>
                  <a:pt x="1283" y="1961"/>
                </a:cubicBezTo>
                <a:cubicBezTo>
                  <a:pt x="1283" y="1886"/>
                  <a:pt x="1275" y="1825"/>
                  <a:pt x="1132" y="1810"/>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38" name="Freeform 17">
            <a:extLst>
              <a:ext uri="{FF2B5EF4-FFF2-40B4-BE49-F238E27FC236}">
                <a16:creationId xmlns:a16="http://schemas.microsoft.com/office/drawing/2014/main" id="{69DE4CD7-7D67-8C4D-8537-80F1D154C835}"/>
              </a:ext>
            </a:extLst>
          </p:cNvPr>
          <p:cNvSpPr>
            <a:spLocks noChangeAspect="1" noChangeArrowheads="1"/>
          </p:cNvSpPr>
          <p:nvPr/>
        </p:nvSpPr>
        <p:spPr bwMode="auto">
          <a:xfrm>
            <a:off x="8874560" y="5023692"/>
            <a:ext cx="382067" cy="433905"/>
          </a:xfrm>
          <a:custGeom>
            <a:avLst/>
            <a:gdLst>
              <a:gd name="T0" fmla="*/ 292143 w 2612"/>
              <a:gd name="T1" fmla="*/ 359879 h 2986"/>
              <a:gd name="T2" fmla="*/ 22537 w 2612"/>
              <a:gd name="T3" fmla="*/ 359879 h 2986"/>
              <a:gd name="T4" fmla="*/ 0 w 2612"/>
              <a:gd name="T5" fmla="*/ 337334 h 2986"/>
              <a:gd name="T6" fmla="*/ 0 w 2612"/>
              <a:gd name="T7" fmla="*/ 146242 h 2986"/>
              <a:gd name="T8" fmla="*/ 22537 w 2612"/>
              <a:gd name="T9" fmla="*/ 123818 h 2986"/>
              <a:gd name="T10" fmla="*/ 56163 w 2612"/>
              <a:gd name="T11" fmla="*/ 123818 h 2986"/>
              <a:gd name="T12" fmla="*/ 56163 w 2612"/>
              <a:gd name="T13" fmla="*/ 101273 h 2986"/>
              <a:gd name="T14" fmla="*/ 157401 w 2612"/>
              <a:gd name="T15" fmla="*/ 0 h 2986"/>
              <a:gd name="T16" fmla="*/ 157401 w 2612"/>
              <a:gd name="T17" fmla="*/ 0 h 2986"/>
              <a:gd name="T18" fmla="*/ 258518 w 2612"/>
              <a:gd name="T19" fmla="*/ 101273 h 2986"/>
              <a:gd name="T20" fmla="*/ 258518 w 2612"/>
              <a:gd name="T21" fmla="*/ 123818 h 2986"/>
              <a:gd name="T22" fmla="*/ 292143 w 2612"/>
              <a:gd name="T23" fmla="*/ 123818 h 2986"/>
              <a:gd name="T24" fmla="*/ 314680 w 2612"/>
              <a:gd name="T25" fmla="*/ 146242 h 2986"/>
              <a:gd name="T26" fmla="*/ 314680 w 2612"/>
              <a:gd name="T27" fmla="*/ 337334 h 2986"/>
              <a:gd name="T28" fmla="*/ 292143 w 2612"/>
              <a:gd name="T29" fmla="*/ 359879 h 2986"/>
              <a:gd name="T30" fmla="*/ 235980 w 2612"/>
              <a:gd name="T31" fmla="*/ 101273 h 2986"/>
              <a:gd name="T32" fmla="*/ 157401 w 2612"/>
              <a:gd name="T33" fmla="*/ 22545 h 2986"/>
              <a:gd name="T34" fmla="*/ 157401 w 2612"/>
              <a:gd name="T35" fmla="*/ 22545 h 2986"/>
              <a:gd name="T36" fmla="*/ 78700 w 2612"/>
              <a:gd name="T37" fmla="*/ 101273 h 2986"/>
              <a:gd name="T38" fmla="*/ 78700 w 2612"/>
              <a:gd name="T39" fmla="*/ 123818 h 2986"/>
              <a:gd name="T40" fmla="*/ 235980 w 2612"/>
              <a:gd name="T41" fmla="*/ 123818 h 2986"/>
              <a:gd name="T42" fmla="*/ 235980 w 2612"/>
              <a:gd name="T43" fmla="*/ 101273 h 2986"/>
              <a:gd name="T44" fmla="*/ 292143 w 2612"/>
              <a:gd name="T45" fmla="*/ 157455 h 2986"/>
              <a:gd name="T46" fmla="*/ 280935 w 2612"/>
              <a:gd name="T47" fmla="*/ 146242 h 2986"/>
              <a:gd name="T48" fmla="*/ 33746 w 2612"/>
              <a:gd name="T49" fmla="*/ 146242 h 2986"/>
              <a:gd name="T50" fmla="*/ 22537 w 2612"/>
              <a:gd name="T51" fmla="*/ 157455 h 2986"/>
              <a:gd name="T52" fmla="*/ 22537 w 2612"/>
              <a:gd name="T53" fmla="*/ 326122 h 2986"/>
              <a:gd name="T54" fmla="*/ 33746 w 2612"/>
              <a:gd name="T55" fmla="*/ 337334 h 2986"/>
              <a:gd name="T56" fmla="*/ 280935 w 2612"/>
              <a:gd name="T57" fmla="*/ 337334 h 2986"/>
              <a:gd name="T58" fmla="*/ 292143 w 2612"/>
              <a:gd name="T59" fmla="*/ 326122 h 2986"/>
              <a:gd name="T60" fmla="*/ 292143 w 2612"/>
              <a:gd name="T61" fmla="*/ 157455 h 2986"/>
              <a:gd name="T62" fmla="*/ 168488 w 2612"/>
              <a:gd name="T63" fmla="*/ 268734 h 2986"/>
              <a:gd name="T64" fmla="*/ 168488 w 2612"/>
              <a:gd name="T65" fmla="*/ 309243 h 2986"/>
              <a:gd name="T66" fmla="*/ 162944 w 2612"/>
              <a:gd name="T67" fmla="*/ 314789 h 2986"/>
              <a:gd name="T68" fmla="*/ 151736 w 2612"/>
              <a:gd name="T69" fmla="*/ 314789 h 2986"/>
              <a:gd name="T70" fmla="*/ 146192 w 2612"/>
              <a:gd name="T71" fmla="*/ 309243 h 2986"/>
              <a:gd name="T72" fmla="*/ 146192 w 2612"/>
              <a:gd name="T73" fmla="*/ 268734 h 2986"/>
              <a:gd name="T74" fmla="*/ 112446 w 2612"/>
              <a:gd name="T75" fmla="*/ 224849 h 2986"/>
              <a:gd name="T76" fmla="*/ 157401 w 2612"/>
              <a:gd name="T77" fmla="*/ 180000 h 2986"/>
              <a:gd name="T78" fmla="*/ 202234 w 2612"/>
              <a:gd name="T79" fmla="*/ 224849 h 2986"/>
              <a:gd name="T80" fmla="*/ 168488 w 2612"/>
              <a:gd name="T81" fmla="*/ 268734 h 2986"/>
              <a:gd name="T82" fmla="*/ 157401 w 2612"/>
              <a:gd name="T83" fmla="*/ 202425 h 2986"/>
              <a:gd name="T84" fmla="*/ 134863 w 2612"/>
              <a:gd name="T85" fmla="*/ 224849 h 2986"/>
              <a:gd name="T86" fmla="*/ 157401 w 2612"/>
              <a:gd name="T87" fmla="*/ 247395 h 2986"/>
              <a:gd name="T88" fmla="*/ 179817 w 2612"/>
              <a:gd name="T89" fmla="*/ 224849 h 2986"/>
              <a:gd name="T90" fmla="*/ 157401 w 2612"/>
              <a:gd name="T91" fmla="*/ 202425 h 298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612" h="2986">
                <a:moveTo>
                  <a:pt x="2424" y="2985"/>
                </a:moveTo>
                <a:lnTo>
                  <a:pt x="187" y="2985"/>
                </a:lnTo>
                <a:cubicBezTo>
                  <a:pt x="84" y="2985"/>
                  <a:pt x="0" y="2901"/>
                  <a:pt x="0" y="2798"/>
                </a:cubicBezTo>
                <a:lnTo>
                  <a:pt x="0" y="1213"/>
                </a:lnTo>
                <a:cubicBezTo>
                  <a:pt x="0" y="1111"/>
                  <a:pt x="84" y="1027"/>
                  <a:pt x="187" y="1027"/>
                </a:cubicBezTo>
                <a:lnTo>
                  <a:pt x="466" y="1027"/>
                </a:lnTo>
                <a:lnTo>
                  <a:pt x="466" y="840"/>
                </a:lnTo>
                <a:cubicBezTo>
                  <a:pt x="466" y="299"/>
                  <a:pt x="765" y="0"/>
                  <a:pt x="1306" y="0"/>
                </a:cubicBezTo>
                <a:cubicBezTo>
                  <a:pt x="1846" y="0"/>
                  <a:pt x="2145" y="299"/>
                  <a:pt x="2145" y="840"/>
                </a:cubicBezTo>
                <a:lnTo>
                  <a:pt x="2145" y="1027"/>
                </a:lnTo>
                <a:lnTo>
                  <a:pt x="2424" y="1027"/>
                </a:lnTo>
                <a:cubicBezTo>
                  <a:pt x="2527" y="1027"/>
                  <a:pt x="2611" y="1111"/>
                  <a:pt x="2611" y="1213"/>
                </a:cubicBezTo>
                <a:lnTo>
                  <a:pt x="2611" y="2798"/>
                </a:lnTo>
                <a:cubicBezTo>
                  <a:pt x="2611" y="2901"/>
                  <a:pt x="2527" y="2985"/>
                  <a:pt x="2424" y="2985"/>
                </a:cubicBezTo>
                <a:close/>
                <a:moveTo>
                  <a:pt x="1958" y="840"/>
                </a:moveTo>
                <a:cubicBezTo>
                  <a:pt x="1958" y="402"/>
                  <a:pt x="1743" y="187"/>
                  <a:pt x="1306" y="187"/>
                </a:cubicBezTo>
                <a:cubicBezTo>
                  <a:pt x="868" y="187"/>
                  <a:pt x="653" y="402"/>
                  <a:pt x="653" y="840"/>
                </a:cubicBezTo>
                <a:lnTo>
                  <a:pt x="653" y="1027"/>
                </a:lnTo>
                <a:lnTo>
                  <a:pt x="1958" y="1027"/>
                </a:lnTo>
                <a:lnTo>
                  <a:pt x="1958" y="840"/>
                </a:lnTo>
                <a:close/>
                <a:moveTo>
                  <a:pt x="2424" y="1306"/>
                </a:moveTo>
                <a:cubicBezTo>
                  <a:pt x="2424" y="1250"/>
                  <a:pt x="2387" y="1213"/>
                  <a:pt x="2331" y="1213"/>
                </a:cubicBezTo>
                <a:lnTo>
                  <a:pt x="280" y="1213"/>
                </a:lnTo>
                <a:cubicBezTo>
                  <a:pt x="224" y="1213"/>
                  <a:pt x="187" y="1250"/>
                  <a:pt x="187" y="1306"/>
                </a:cubicBezTo>
                <a:lnTo>
                  <a:pt x="187" y="2705"/>
                </a:lnTo>
                <a:cubicBezTo>
                  <a:pt x="187" y="2761"/>
                  <a:pt x="224" y="2798"/>
                  <a:pt x="280" y="2798"/>
                </a:cubicBezTo>
                <a:lnTo>
                  <a:pt x="2331" y="2798"/>
                </a:lnTo>
                <a:cubicBezTo>
                  <a:pt x="2387" y="2798"/>
                  <a:pt x="2424" y="2761"/>
                  <a:pt x="2424" y="2705"/>
                </a:cubicBezTo>
                <a:lnTo>
                  <a:pt x="2424" y="1306"/>
                </a:lnTo>
                <a:close/>
                <a:moveTo>
                  <a:pt x="1398" y="2229"/>
                </a:moveTo>
                <a:lnTo>
                  <a:pt x="1398" y="2565"/>
                </a:lnTo>
                <a:cubicBezTo>
                  <a:pt x="1398" y="2593"/>
                  <a:pt x="1380" y="2611"/>
                  <a:pt x="1352" y="2611"/>
                </a:cubicBezTo>
                <a:lnTo>
                  <a:pt x="1259" y="2611"/>
                </a:lnTo>
                <a:cubicBezTo>
                  <a:pt x="1231" y="2611"/>
                  <a:pt x="1213" y="2593"/>
                  <a:pt x="1213" y="2565"/>
                </a:cubicBezTo>
                <a:lnTo>
                  <a:pt x="1213" y="2229"/>
                </a:lnTo>
                <a:cubicBezTo>
                  <a:pt x="998" y="2182"/>
                  <a:pt x="933" y="2052"/>
                  <a:pt x="933" y="1865"/>
                </a:cubicBezTo>
                <a:cubicBezTo>
                  <a:pt x="933" y="1660"/>
                  <a:pt x="1101" y="1493"/>
                  <a:pt x="1306" y="1493"/>
                </a:cubicBezTo>
                <a:cubicBezTo>
                  <a:pt x="1510" y="1493"/>
                  <a:pt x="1678" y="1660"/>
                  <a:pt x="1678" y="1865"/>
                </a:cubicBezTo>
                <a:cubicBezTo>
                  <a:pt x="1678" y="2052"/>
                  <a:pt x="1613" y="2182"/>
                  <a:pt x="1398" y="2229"/>
                </a:cubicBezTo>
                <a:close/>
                <a:moveTo>
                  <a:pt x="1306" y="1679"/>
                </a:moveTo>
                <a:cubicBezTo>
                  <a:pt x="1203" y="1679"/>
                  <a:pt x="1119" y="1763"/>
                  <a:pt x="1119" y="1865"/>
                </a:cubicBezTo>
                <a:cubicBezTo>
                  <a:pt x="1119" y="1968"/>
                  <a:pt x="1203" y="2052"/>
                  <a:pt x="1306" y="2052"/>
                </a:cubicBezTo>
                <a:cubicBezTo>
                  <a:pt x="1408" y="2052"/>
                  <a:pt x="1492" y="1968"/>
                  <a:pt x="1492" y="1865"/>
                </a:cubicBezTo>
                <a:cubicBezTo>
                  <a:pt x="1492" y="1763"/>
                  <a:pt x="1408" y="1679"/>
                  <a:pt x="1306" y="167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39" name="Freeform 18">
            <a:extLst>
              <a:ext uri="{FF2B5EF4-FFF2-40B4-BE49-F238E27FC236}">
                <a16:creationId xmlns:a16="http://schemas.microsoft.com/office/drawing/2014/main" id="{D18FE627-2F41-0A43-A293-7CC5C689CFF8}"/>
              </a:ext>
            </a:extLst>
          </p:cNvPr>
          <p:cNvSpPr>
            <a:spLocks noChangeAspect="1" noChangeArrowheads="1"/>
          </p:cNvSpPr>
          <p:nvPr/>
        </p:nvSpPr>
        <p:spPr bwMode="auto">
          <a:xfrm>
            <a:off x="9636773" y="5069769"/>
            <a:ext cx="364787" cy="366707"/>
          </a:xfrm>
          <a:custGeom>
            <a:avLst/>
            <a:gdLst>
              <a:gd name="T0" fmla="*/ 287812 w 2986"/>
              <a:gd name="T1" fmla="*/ 38166 h 2986"/>
              <a:gd name="T2" fmla="*/ 287812 w 2986"/>
              <a:gd name="T3" fmla="*/ 264022 h 2986"/>
              <a:gd name="T4" fmla="*/ 264022 w 2986"/>
              <a:gd name="T5" fmla="*/ 287812 h 2986"/>
              <a:gd name="T6" fmla="*/ 38166 w 2986"/>
              <a:gd name="T7" fmla="*/ 287812 h 2986"/>
              <a:gd name="T8" fmla="*/ 14375 w 2986"/>
              <a:gd name="T9" fmla="*/ 264022 h 2986"/>
              <a:gd name="T10" fmla="*/ 14375 w 2986"/>
              <a:gd name="T11" fmla="*/ 38166 h 2986"/>
              <a:gd name="T12" fmla="*/ 38166 w 2986"/>
              <a:gd name="T13" fmla="*/ 14375 h 2986"/>
              <a:gd name="T14" fmla="*/ 264022 w 2986"/>
              <a:gd name="T15" fmla="*/ 14375 h 2986"/>
              <a:gd name="T16" fmla="*/ 287812 w 2986"/>
              <a:gd name="T17" fmla="*/ 38166 h 2986"/>
              <a:gd name="T18" fmla="*/ 264022 w 2986"/>
              <a:gd name="T19" fmla="*/ 0 h 2986"/>
              <a:gd name="T20" fmla="*/ 38166 w 2986"/>
              <a:gd name="T21" fmla="*/ 0 h 2986"/>
              <a:gd name="T22" fmla="*/ 0 w 2986"/>
              <a:gd name="T23" fmla="*/ 38166 h 2986"/>
              <a:gd name="T24" fmla="*/ 0 w 2986"/>
              <a:gd name="T25" fmla="*/ 264022 h 2986"/>
              <a:gd name="T26" fmla="*/ 38166 w 2986"/>
              <a:gd name="T27" fmla="*/ 302188 h 2986"/>
              <a:gd name="T28" fmla="*/ 264022 w 2986"/>
              <a:gd name="T29" fmla="*/ 302188 h 2986"/>
              <a:gd name="T30" fmla="*/ 302188 w 2986"/>
              <a:gd name="T31" fmla="*/ 264022 h 2986"/>
              <a:gd name="T32" fmla="*/ 302188 w 2986"/>
              <a:gd name="T33" fmla="*/ 38166 h 2986"/>
              <a:gd name="T34" fmla="*/ 264022 w 2986"/>
              <a:gd name="T35" fmla="*/ 0 h 2986"/>
              <a:gd name="T36" fmla="*/ 220896 w 2986"/>
              <a:gd name="T37" fmla="*/ 113687 h 2986"/>
              <a:gd name="T38" fmla="*/ 103665 w 2986"/>
              <a:gd name="T39" fmla="*/ 113687 h 2986"/>
              <a:gd name="T40" fmla="*/ 130290 w 2986"/>
              <a:gd name="T41" fmla="*/ 87062 h 2986"/>
              <a:gd name="T42" fmla="*/ 130290 w 2986"/>
              <a:gd name="T43" fmla="*/ 80583 h 2986"/>
              <a:gd name="T44" fmla="*/ 123811 w 2986"/>
              <a:gd name="T45" fmla="*/ 74104 h 2986"/>
              <a:gd name="T46" fmla="*/ 117332 w 2986"/>
              <a:gd name="T47" fmla="*/ 74104 h 2986"/>
              <a:gd name="T48" fmla="*/ 77749 w 2986"/>
              <a:gd name="T49" fmla="*/ 113687 h 2986"/>
              <a:gd name="T50" fmla="*/ 76332 w 2986"/>
              <a:gd name="T51" fmla="*/ 116623 h 2986"/>
              <a:gd name="T52" fmla="*/ 75623 w 2986"/>
              <a:gd name="T53" fmla="*/ 118749 h 2986"/>
              <a:gd name="T54" fmla="*/ 75623 w 2986"/>
              <a:gd name="T55" fmla="*/ 128063 h 2986"/>
              <a:gd name="T56" fmla="*/ 80583 w 2986"/>
              <a:gd name="T57" fmla="*/ 133125 h 2986"/>
              <a:gd name="T58" fmla="*/ 222313 w 2986"/>
              <a:gd name="T59" fmla="*/ 133125 h 2986"/>
              <a:gd name="T60" fmla="*/ 227375 w 2986"/>
              <a:gd name="T61" fmla="*/ 128063 h 2986"/>
              <a:gd name="T62" fmla="*/ 227375 w 2986"/>
              <a:gd name="T63" fmla="*/ 118749 h 2986"/>
              <a:gd name="T64" fmla="*/ 220896 w 2986"/>
              <a:gd name="T65" fmla="*/ 113687 h 2986"/>
              <a:gd name="T66" fmla="*/ 222313 w 2986"/>
              <a:gd name="T67" fmla="*/ 151145 h 2986"/>
              <a:gd name="T68" fmla="*/ 80583 w 2986"/>
              <a:gd name="T69" fmla="*/ 151145 h 2986"/>
              <a:gd name="T70" fmla="*/ 75623 w 2986"/>
              <a:gd name="T71" fmla="*/ 154688 h 2986"/>
              <a:gd name="T72" fmla="*/ 75623 w 2986"/>
              <a:gd name="T73" fmla="*/ 164001 h 2986"/>
              <a:gd name="T74" fmla="*/ 84937 w 2986"/>
              <a:gd name="T75" fmla="*/ 169772 h 2986"/>
              <a:gd name="T76" fmla="*/ 195688 w 2986"/>
              <a:gd name="T77" fmla="*/ 169772 h 2986"/>
              <a:gd name="T78" fmla="*/ 171898 w 2986"/>
              <a:gd name="T79" fmla="*/ 192752 h 2986"/>
              <a:gd name="T80" fmla="*/ 171898 w 2986"/>
              <a:gd name="T81" fmla="*/ 199231 h 2986"/>
              <a:gd name="T82" fmla="*/ 178377 w 2986"/>
              <a:gd name="T83" fmla="*/ 205710 h 2986"/>
              <a:gd name="T84" fmla="*/ 184856 w 2986"/>
              <a:gd name="T85" fmla="*/ 205710 h 2986"/>
              <a:gd name="T86" fmla="*/ 223730 w 2986"/>
              <a:gd name="T87" fmla="*/ 169063 h 2986"/>
              <a:gd name="T88" fmla="*/ 226666 w 2986"/>
              <a:gd name="T89" fmla="*/ 164710 h 2986"/>
              <a:gd name="T90" fmla="*/ 226666 w 2986"/>
              <a:gd name="T91" fmla="*/ 155396 h 2986"/>
              <a:gd name="T92" fmla="*/ 222313 w 2986"/>
              <a:gd name="T93" fmla="*/ 151145 h 298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986" h="2986">
                <a:moveTo>
                  <a:pt x="2843" y="377"/>
                </a:moveTo>
                <a:lnTo>
                  <a:pt x="2843" y="2608"/>
                </a:lnTo>
                <a:cubicBezTo>
                  <a:pt x="2843" y="2736"/>
                  <a:pt x="2736" y="2843"/>
                  <a:pt x="2608" y="2843"/>
                </a:cubicBezTo>
                <a:lnTo>
                  <a:pt x="377" y="2843"/>
                </a:lnTo>
                <a:cubicBezTo>
                  <a:pt x="249" y="2843"/>
                  <a:pt x="142" y="2736"/>
                  <a:pt x="142" y="2608"/>
                </a:cubicBezTo>
                <a:lnTo>
                  <a:pt x="142" y="377"/>
                </a:lnTo>
                <a:cubicBezTo>
                  <a:pt x="142" y="249"/>
                  <a:pt x="249" y="142"/>
                  <a:pt x="377" y="142"/>
                </a:cubicBezTo>
                <a:lnTo>
                  <a:pt x="2608" y="142"/>
                </a:lnTo>
                <a:cubicBezTo>
                  <a:pt x="2736" y="142"/>
                  <a:pt x="2843" y="249"/>
                  <a:pt x="2843" y="377"/>
                </a:cubicBezTo>
                <a:close/>
                <a:moveTo>
                  <a:pt x="2608" y="0"/>
                </a:moveTo>
                <a:lnTo>
                  <a:pt x="377" y="0"/>
                </a:lnTo>
                <a:cubicBezTo>
                  <a:pt x="171" y="0"/>
                  <a:pt x="0" y="171"/>
                  <a:pt x="0" y="377"/>
                </a:cubicBezTo>
                <a:lnTo>
                  <a:pt x="0" y="2608"/>
                </a:lnTo>
                <a:cubicBezTo>
                  <a:pt x="0" y="2814"/>
                  <a:pt x="171" y="2985"/>
                  <a:pt x="377" y="2985"/>
                </a:cubicBezTo>
                <a:lnTo>
                  <a:pt x="2608" y="2985"/>
                </a:lnTo>
                <a:cubicBezTo>
                  <a:pt x="2814" y="2985"/>
                  <a:pt x="2985" y="2814"/>
                  <a:pt x="2985" y="2608"/>
                </a:cubicBezTo>
                <a:lnTo>
                  <a:pt x="2985" y="377"/>
                </a:lnTo>
                <a:cubicBezTo>
                  <a:pt x="2978" y="171"/>
                  <a:pt x="2807" y="0"/>
                  <a:pt x="2608" y="0"/>
                </a:cubicBezTo>
                <a:close/>
                <a:moveTo>
                  <a:pt x="2182" y="1123"/>
                </a:moveTo>
                <a:lnTo>
                  <a:pt x="1024" y="1123"/>
                </a:lnTo>
                <a:lnTo>
                  <a:pt x="1287" y="860"/>
                </a:lnTo>
                <a:cubicBezTo>
                  <a:pt x="1308" y="839"/>
                  <a:pt x="1308" y="810"/>
                  <a:pt x="1287" y="796"/>
                </a:cubicBezTo>
                <a:lnTo>
                  <a:pt x="1223" y="732"/>
                </a:lnTo>
                <a:cubicBezTo>
                  <a:pt x="1216" y="711"/>
                  <a:pt x="1173" y="711"/>
                  <a:pt x="1159" y="732"/>
                </a:cubicBezTo>
                <a:lnTo>
                  <a:pt x="768" y="1123"/>
                </a:lnTo>
                <a:cubicBezTo>
                  <a:pt x="761" y="1130"/>
                  <a:pt x="754" y="1138"/>
                  <a:pt x="754" y="1152"/>
                </a:cubicBezTo>
                <a:cubicBezTo>
                  <a:pt x="747" y="1159"/>
                  <a:pt x="747" y="1166"/>
                  <a:pt x="747" y="1173"/>
                </a:cubicBezTo>
                <a:lnTo>
                  <a:pt x="747" y="1265"/>
                </a:lnTo>
                <a:cubicBezTo>
                  <a:pt x="747" y="1294"/>
                  <a:pt x="768" y="1315"/>
                  <a:pt x="796" y="1315"/>
                </a:cubicBezTo>
                <a:lnTo>
                  <a:pt x="2196" y="1315"/>
                </a:lnTo>
                <a:cubicBezTo>
                  <a:pt x="2224" y="1315"/>
                  <a:pt x="2246" y="1294"/>
                  <a:pt x="2246" y="1265"/>
                </a:cubicBezTo>
                <a:lnTo>
                  <a:pt x="2246" y="1173"/>
                </a:lnTo>
                <a:cubicBezTo>
                  <a:pt x="2231" y="1138"/>
                  <a:pt x="2210" y="1123"/>
                  <a:pt x="2182" y="1123"/>
                </a:cubicBezTo>
                <a:close/>
                <a:moveTo>
                  <a:pt x="2196" y="1493"/>
                </a:moveTo>
                <a:lnTo>
                  <a:pt x="796" y="1493"/>
                </a:lnTo>
                <a:cubicBezTo>
                  <a:pt x="768" y="1493"/>
                  <a:pt x="747" y="1513"/>
                  <a:pt x="747" y="1528"/>
                </a:cubicBezTo>
                <a:lnTo>
                  <a:pt x="747" y="1620"/>
                </a:lnTo>
                <a:cubicBezTo>
                  <a:pt x="747" y="1648"/>
                  <a:pt x="747" y="1677"/>
                  <a:pt x="839" y="1677"/>
                </a:cubicBezTo>
                <a:lnTo>
                  <a:pt x="1933" y="1677"/>
                </a:lnTo>
                <a:lnTo>
                  <a:pt x="1698" y="1904"/>
                </a:lnTo>
                <a:cubicBezTo>
                  <a:pt x="1677" y="1926"/>
                  <a:pt x="1677" y="1954"/>
                  <a:pt x="1698" y="1968"/>
                </a:cubicBezTo>
                <a:lnTo>
                  <a:pt x="1762" y="2032"/>
                </a:lnTo>
                <a:cubicBezTo>
                  <a:pt x="1783" y="2054"/>
                  <a:pt x="1812" y="2054"/>
                  <a:pt x="1826" y="2032"/>
                </a:cubicBezTo>
                <a:lnTo>
                  <a:pt x="2210" y="1670"/>
                </a:lnTo>
                <a:cubicBezTo>
                  <a:pt x="2239" y="1656"/>
                  <a:pt x="2239" y="1634"/>
                  <a:pt x="2239" y="1627"/>
                </a:cubicBezTo>
                <a:lnTo>
                  <a:pt x="2239" y="1535"/>
                </a:lnTo>
                <a:cubicBezTo>
                  <a:pt x="2231" y="1513"/>
                  <a:pt x="2210" y="1493"/>
                  <a:pt x="2196" y="149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40" name="Freeform 19">
            <a:extLst>
              <a:ext uri="{FF2B5EF4-FFF2-40B4-BE49-F238E27FC236}">
                <a16:creationId xmlns:a16="http://schemas.microsoft.com/office/drawing/2014/main" id="{D21AF218-29FA-3847-814D-08B88FAD0145}"/>
              </a:ext>
            </a:extLst>
          </p:cNvPr>
          <p:cNvSpPr>
            <a:spLocks noChangeAspect="1" noChangeArrowheads="1"/>
          </p:cNvSpPr>
          <p:nvPr/>
        </p:nvSpPr>
        <p:spPr bwMode="auto">
          <a:xfrm>
            <a:off x="4811981" y="5069769"/>
            <a:ext cx="383987" cy="366707"/>
          </a:xfrm>
          <a:custGeom>
            <a:avLst/>
            <a:gdLst>
              <a:gd name="T0" fmla="*/ 25842 w 2991"/>
              <a:gd name="T1" fmla="*/ 76869 h 2855"/>
              <a:gd name="T2" fmla="*/ 77207 w 2991"/>
              <a:gd name="T3" fmla="*/ 32188 h 2855"/>
              <a:gd name="T4" fmla="*/ 19593 w 2991"/>
              <a:gd name="T5" fmla="*/ 20223 h 2855"/>
              <a:gd name="T6" fmla="*/ 59627 w 2991"/>
              <a:gd name="T7" fmla="*/ 30811 h 2855"/>
              <a:gd name="T8" fmla="*/ 30396 w 2991"/>
              <a:gd name="T9" fmla="*/ 30705 h 2855"/>
              <a:gd name="T10" fmla="*/ 47977 w 2991"/>
              <a:gd name="T11" fmla="*/ 80046 h 2855"/>
              <a:gd name="T12" fmla="*/ 94365 w 2991"/>
              <a:gd name="T13" fmla="*/ 133833 h 2855"/>
              <a:gd name="T14" fmla="*/ 135351 w 2991"/>
              <a:gd name="T15" fmla="*/ 109269 h 2855"/>
              <a:gd name="T16" fmla="*/ 97542 w 2991"/>
              <a:gd name="T17" fmla="*/ 46693 h 2855"/>
              <a:gd name="T18" fmla="*/ 120312 w 2991"/>
              <a:gd name="T19" fmla="*/ 98363 h 2855"/>
              <a:gd name="T20" fmla="*/ 104850 w 2991"/>
              <a:gd name="T21" fmla="*/ 118692 h 2855"/>
              <a:gd name="T22" fmla="*/ 63863 w 2991"/>
              <a:gd name="T23" fmla="*/ 89998 h 2855"/>
              <a:gd name="T24" fmla="*/ 86210 w 2991"/>
              <a:gd name="T25" fmla="*/ 62681 h 2855"/>
              <a:gd name="T26" fmla="*/ 120312 w 2991"/>
              <a:gd name="T27" fmla="*/ 98363 h 2855"/>
              <a:gd name="T28" fmla="*/ 198049 w 2991"/>
              <a:gd name="T29" fmla="*/ 231773 h 2855"/>
              <a:gd name="T30" fmla="*/ 283729 w 2991"/>
              <a:gd name="T31" fmla="*/ 277407 h 2855"/>
              <a:gd name="T32" fmla="*/ 235859 w 2991"/>
              <a:gd name="T33" fmla="*/ 192914 h 2855"/>
              <a:gd name="T34" fmla="*/ 251957 w 2991"/>
              <a:gd name="T35" fmla="*/ 246384 h 2855"/>
              <a:gd name="T36" fmla="*/ 231622 w 2991"/>
              <a:gd name="T37" fmla="*/ 219385 h 2855"/>
              <a:gd name="T38" fmla="*/ 200697 w 2991"/>
              <a:gd name="T39" fmla="*/ 59717 h 2855"/>
              <a:gd name="T40" fmla="*/ 220184 w 2991"/>
              <a:gd name="T41" fmla="*/ 101328 h 2855"/>
              <a:gd name="T42" fmla="*/ 200697 w 2991"/>
              <a:gd name="T43" fmla="*/ 59717 h 2855"/>
              <a:gd name="T44" fmla="*/ 254075 w 2991"/>
              <a:gd name="T45" fmla="*/ 66493 h 2855"/>
              <a:gd name="T46" fmla="*/ 212029 w 2991"/>
              <a:gd name="T47" fmla="*/ 48070 h 2855"/>
              <a:gd name="T48" fmla="*/ 178138 w 2991"/>
              <a:gd name="T49" fmla="*/ 82904 h 2855"/>
              <a:gd name="T50" fmla="*/ 197626 w 2991"/>
              <a:gd name="T51" fmla="*/ 124516 h 2855"/>
              <a:gd name="T52" fmla="*/ 178138 w 2991"/>
              <a:gd name="T53" fmla="*/ 82904 h 2855"/>
              <a:gd name="T54" fmla="*/ 152614 w 2991"/>
              <a:gd name="T55" fmla="*/ 170785 h 2855"/>
              <a:gd name="T56" fmla="*/ 133127 w 2991"/>
              <a:gd name="T57" fmla="*/ 129280 h 2855"/>
              <a:gd name="T58" fmla="*/ 118724 w 2991"/>
              <a:gd name="T59" fmla="*/ 205514 h 2855"/>
              <a:gd name="T60" fmla="*/ 76678 w 2991"/>
              <a:gd name="T61" fmla="*/ 187197 h 2855"/>
              <a:gd name="T62" fmla="*/ 118724 w 2991"/>
              <a:gd name="T63" fmla="*/ 205514 h 2855"/>
              <a:gd name="T64" fmla="*/ 129950 w 2991"/>
              <a:gd name="T65" fmla="*/ 193973 h 2855"/>
              <a:gd name="T66" fmla="*/ 110463 w 2991"/>
              <a:gd name="T67" fmla="*/ 152362 h 2855"/>
              <a:gd name="T68" fmla="*/ 96165 w 2991"/>
              <a:gd name="T69" fmla="*/ 228702 h 2855"/>
              <a:gd name="T70" fmla="*/ 54013 w 2991"/>
              <a:gd name="T71" fmla="*/ 210385 h 2855"/>
              <a:gd name="T72" fmla="*/ 96165 w 2991"/>
              <a:gd name="T73" fmla="*/ 228702 h 2855"/>
              <a:gd name="T74" fmla="*/ 234588 w 2991"/>
              <a:gd name="T75" fmla="*/ 24882 h 2855"/>
              <a:gd name="T76" fmla="*/ 289025 w 2991"/>
              <a:gd name="T77" fmla="*/ 95187 h 2855"/>
              <a:gd name="T78" fmla="*/ 275151 w 2991"/>
              <a:gd name="T79" fmla="*/ 109586 h 2855"/>
              <a:gd name="T80" fmla="*/ 263925 w 2991"/>
              <a:gd name="T81" fmla="*/ 121233 h 2855"/>
              <a:gd name="T82" fmla="*/ 241366 w 2991"/>
              <a:gd name="T83" fmla="*/ 144421 h 2855"/>
              <a:gd name="T84" fmla="*/ 230034 w 2991"/>
              <a:gd name="T85" fmla="*/ 155856 h 2855"/>
              <a:gd name="T86" fmla="*/ 218702 w 2991"/>
              <a:gd name="T87" fmla="*/ 167503 h 2855"/>
              <a:gd name="T88" fmla="*/ 144354 w 2991"/>
              <a:gd name="T89" fmla="*/ 117739 h 2855"/>
              <a:gd name="T90" fmla="*/ 199214 w 2991"/>
              <a:gd name="T91" fmla="*/ 187303 h 2855"/>
              <a:gd name="T92" fmla="*/ 184811 w 2991"/>
              <a:gd name="T93" fmla="*/ 202232 h 2855"/>
              <a:gd name="T94" fmla="*/ 162252 w 2991"/>
              <a:gd name="T95" fmla="*/ 225420 h 2855"/>
              <a:gd name="T96" fmla="*/ 139800 w 2991"/>
              <a:gd name="T97" fmla="*/ 248713 h 2855"/>
              <a:gd name="T98" fmla="*/ 128467 w 2991"/>
              <a:gd name="T99" fmla="*/ 260254 h 2855"/>
              <a:gd name="T100" fmla="*/ 117135 w 2991"/>
              <a:gd name="T101" fmla="*/ 271795 h 2855"/>
              <a:gd name="T102" fmla="*/ 105803 w 2991"/>
              <a:gd name="T103" fmla="*/ 283336 h 2855"/>
              <a:gd name="T104" fmla="*/ 40245 w 2991"/>
              <a:gd name="T105" fmla="*/ 224573 h 2855"/>
              <a:gd name="T106" fmla="*/ 97118 w 2991"/>
              <a:gd name="T107" fmla="*/ 297313 h 2855"/>
              <a:gd name="T108" fmla="*/ 311795 w 2991"/>
              <a:gd name="T109" fmla="*/ 94657 h 2855"/>
              <a:gd name="T110" fmla="*/ 255028 w 2991"/>
              <a:gd name="T111" fmla="*/ 21917 h 285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991" h="2855">
                <a:moveTo>
                  <a:pt x="185" y="191"/>
                </a:moveTo>
                <a:cubicBezTo>
                  <a:pt x="0" y="381"/>
                  <a:pt x="121" y="607"/>
                  <a:pt x="244" y="726"/>
                </a:cubicBezTo>
                <a:cubicBezTo>
                  <a:pt x="265" y="747"/>
                  <a:pt x="296" y="750"/>
                  <a:pt x="313" y="732"/>
                </a:cubicBezTo>
                <a:lnTo>
                  <a:pt x="729" y="304"/>
                </a:lnTo>
                <a:cubicBezTo>
                  <a:pt x="747" y="287"/>
                  <a:pt x="745" y="257"/>
                  <a:pt x="722" y="235"/>
                </a:cubicBezTo>
                <a:cubicBezTo>
                  <a:pt x="603" y="119"/>
                  <a:pt x="370" y="0"/>
                  <a:pt x="185" y="191"/>
                </a:cubicBezTo>
                <a:close/>
                <a:moveTo>
                  <a:pt x="287" y="290"/>
                </a:moveTo>
                <a:cubicBezTo>
                  <a:pt x="345" y="231"/>
                  <a:pt x="445" y="206"/>
                  <a:pt x="563" y="291"/>
                </a:cubicBezTo>
                <a:lnTo>
                  <a:pt x="296" y="567"/>
                </a:lnTo>
                <a:cubicBezTo>
                  <a:pt x="207" y="451"/>
                  <a:pt x="229" y="350"/>
                  <a:pt x="287" y="290"/>
                </a:cubicBezTo>
                <a:close/>
                <a:moveTo>
                  <a:pt x="757" y="443"/>
                </a:moveTo>
                <a:lnTo>
                  <a:pt x="453" y="756"/>
                </a:lnTo>
                <a:cubicBezTo>
                  <a:pt x="408" y="802"/>
                  <a:pt x="409" y="875"/>
                  <a:pt x="455" y="920"/>
                </a:cubicBezTo>
                <a:lnTo>
                  <a:pt x="891" y="1264"/>
                </a:lnTo>
                <a:cubicBezTo>
                  <a:pt x="937" y="1308"/>
                  <a:pt x="1011" y="1307"/>
                  <a:pt x="1055" y="1261"/>
                </a:cubicBezTo>
                <a:lnTo>
                  <a:pt x="1278" y="1032"/>
                </a:lnTo>
                <a:cubicBezTo>
                  <a:pt x="1323" y="986"/>
                  <a:pt x="1322" y="913"/>
                  <a:pt x="1276" y="868"/>
                </a:cubicBezTo>
                <a:lnTo>
                  <a:pt x="921" y="441"/>
                </a:lnTo>
                <a:cubicBezTo>
                  <a:pt x="875" y="396"/>
                  <a:pt x="801" y="397"/>
                  <a:pt x="757" y="443"/>
                </a:cubicBezTo>
                <a:close/>
                <a:moveTo>
                  <a:pt x="1136" y="929"/>
                </a:moveTo>
                <a:cubicBezTo>
                  <a:pt x="1147" y="941"/>
                  <a:pt x="1147" y="959"/>
                  <a:pt x="1136" y="971"/>
                </a:cubicBezTo>
                <a:lnTo>
                  <a:pt x="990" y="1121"/>
                </a:lnTo>
                <a:cubicBezTo>
                  <a:pt x="979" y="1133"/>
                  <a:pt x="960" y="1133"/>
                  <a:pt x="949" y="1122"/>
                </a:cubicBezTo>
                <a:lnTo>
                  <a:pt x="603" y="850"/>
                </a:lnTo>
                <a:cubicBezTo>
                  <a:pt x="592" y="839"/>
                  <a:pt x="592" y="821"/>
                  <a:pt x="603" y="809"/>
                </a:cubicBezTo>
                <a:lnTo>
                  <a:pt x="814" y="592"/>
                </a:lnTo>
                <a:cubicBezTo>
                  <a:pt x="825" y="580"/>
                  <a:pt x="844" y="580"/>
                  <a:pt x="855" y="591"/>
                </a:cubicBezTo>
                <a:lnTo>
                  <a:pt x="1136" y="929"/>
                </a:lnTo>
                <a:close/>
                <a:moveTo>
                  <a:pt x="2048" y="2005"/>
                </a:moveTo>
                <a:lnTo>
                  <a:pt x="1870" y="2189"/>
                </a:lnTo>
                <a:lnTo>
                  <a:pt x="2274" y="2404"/>
                </a:lnTo>
                <a:lnTo>
                  <a:pt x="2679" y="2620"/>
                </a:lnTo>
                <a:lnTo>
                  <a:pt x="2453" y="2221"/>
                </a:lnTo>
                <a:lnTo>
                  <a:pt x="2227" y="1822"/>
                </a:lnTo>
                <a:lnTo>
                  <a:pt x="2048" y="2005"/>
                </a:lnTo>
                <a:close/>
                <a:moveTo>
                  <a:pt x="2379" y="2327"/>
                </a:moveTo>
                <a:lnTo>
                  <a:pt x="2119" y="2142"/>
                </a:lnTo>
                <a:lnTo>
                  <a:pt x="2187" y="2072"/>
                </a:lnTo>
                <a:lnTo>
                  <a:pt x="2379" y="2327"/>
                </a:lnTo>
                <a:close/>
                <a:moveTo>
                  <a:pt x="1895" y="564"/>
                </a:moveTo>
                <a:lnTo>
                  <a:pt x="2186" y="847"/>
                </a:lnTo>
                <a:lnTo>
                  <a:pt x="2079" y="957"/>
                </a:lnTo>
                <a:lnTo>
                  <a:pt x="1789" y="673"/>
                </a:lnTo>
                <a:lnTo>
                  <a:pt x="1895" y="564"/>
                </a:lnTo>
                <a:close/>
                <a:moveTo>
                  <a:pt x="2109" y="345"/>
                </a:moveTo>
                <a:lnTo>
                  <a:pt x="2399" y="628"/>
                </a:lnTo>
                <a:lnTo>
                  <a:pt x="2293" y="737"/>
                </a:lnTo>
                <a:lnTo>
                  <a:pt x="2002" y="454"/>
                </a:lnTo>
                <a:lnTo>
                  <a:pt x="2109" y="345"/>
                </a:lnTo>
                <a:close/>
                <a:moveTo>
                  <a:pt x="1682" y="783"/>
                </a:moveTo>
                <a:lnTo>
                  <a:pt x="1973" y="1066"/>
                </a:lnTo>
                <a:lnTo>
                  <a:pt x="1866" y="1176"/>
                </a:lnTo>
                <a:lnTo>
                  <a:pt x="1576" y="893"/>
                </a:lnTo>
                <a:lnTo>
                  <a:pt x="1682" y="783"/>
                </a:lnTo>
                <a:close/>
                <a:moveTo>
                  <a:pt x="1546" y="1503"/>
                </a:moveTo>
                <a:lnTo>
                  <a:pt x="1441" y="1613"/>
                </a:lnTo>
                <a:lnTo>
                  <a:pt x="1150" y="1331"/>
                </a:lnTo>
                <a:lnTo>
                  <a:pt x="1257" y="1221"/>
                </a:lnTo>
                <a:lnTo>
                  <a:pt x="1546" y="1503"/>
                </a:lnTo>
                <a:close/>
                <a:moveTo>
                  <a:pt x="1121" y="1941"/>
                </a:moveTo>
                <a:lnTo>
                  <a:pt x="1014" y="2051"/>
                </a:lnTo>
                <a:lnTo>
                  <a:pt x="724" y="1768"/>
                </a:lnTo>
                <a:lnTo>
                  <a:pt x="830" y="1658"/>
                </a:lnTo>
                <a:lnTo>
                  <a:pt x="1121" y="1941"/>
                </a:lnTo>
                <a:close/>
                <a:moveTo>
                  <a:pt x="1334" y="1722"/>
                </a:moveTo>
                <a:lnTo>
                  <a:pt x="1227" y="1832"/>
                </a:lnTo>
                <a:lnTo>
                  <a:pt x="937" y="1549"/>
                </a:lnTo>
                <a:lnTo>
                  <a:pt x="1043" y="1439"/>
                </a:lnTo>
                <a:lnTo>
                  <a:pt x="1334" y="1722"/>
                </a:lnTo>
                <a:close/>
                <a:moveTo>
                  <a:pt x="908" y="2160"/>
                </a:moveTo>
                <a:lnTo>
                  <a:pt x="801" y="2270"/>
                </a:lnTo>
                <a:lnTo>
                  <a:pt x="510" y="1987"/>
                </a:lnTo>
                <a:lnTo>
                  <a:pt x="617" y="1877"/>
                </a:lnTo>
                <a:lnTo>
                  <a:pt x="908" y="2160"/>
                </a:lnTo>
                <a:close/>
                <a:moveTo>
                  <a:pt x="2241" y="209"/>
                </a:moveTo>
                <a:lnTo>
                  <a:pt x="2215" y="235"/>
                </a:lnTo>
                <a:lnTo>
                  <a:pt x="2811" y="815"/>
                </a:lnTo>
                <a:lnTo>
                  <a:pt x="2729" y="899"/>
                </a:lnTo>
                <a:lnTo>
                  <a:pt x="2730" y="899"/>
                </a:lnTo>
                <a:lnTo>
                  <a:pt x="2598" y="1035"/>
                </a:lnTo>
                <a:lnTo>
                  <a:pt x="2492" y="1145"/>
                </a:lnTo>
                <a:lnTo>
                  <a:pt x="2385" y="1254"/>
                </a:lnTo>
                <a:lnTo>
                  <a:pt x="2279" y="1364"/>
                </a:lnTo>
                <a:lnTo>
                  <a:pt x="2172" y="1472"/>
                </a:lnTo>
                <a:lnTo>
                  <a:pt x="2143" y="1502"/>
                </a:lnTo>
                <a:lnTo>
                  <a:pt x="2065" y="1582"/>
                </a:lnTo>
                <a:lnTo>
                  <a:pt x="1470" y="1002"/>
                </a:lnTo>
                <a:lnTo>
                  <a:pt x="1363" y="1112"/>
                </a:lnTo>
                <a:lnTo>
                  <a:pt x="1958" y="1690"/>
                </a:lnTo>
                <a:lnTo>
                  <a:pt x="1881" y="1769"/>
                </a:lnTo>
                <a:lnTo>
                  <a:pt x="1882" y="1770"/>
                </a:lnTo>
                <a:lnTo>
                  <a:pt x="1745" y="1910"/>
                </a:lnTo>
                <a:lnTo>
                  <a:pt x="1639" y="2020"/>
                </a:lnTo>
                <a:lnTo>
                  <a:pt x="1532" y="2129"/>
                </a:lnTo>
                <a:lnTo>
                  <a:pt x="1427" y="2239"/>
                </a:lnTo>
                <a:lnTo>
                  <a:pt x="1320" y="2349"/>
                </a:lnTo>
                <a:lnTo>
                  <a:pt x="1296" y="2374"/>
                </a:lnTo>
                <a:lnTo>
                  <a:pt x="1213" y="2458"/>
                </a:lnTo>
                <a:lnTo>
                  <a:pt x="1212" y="2457"/>
                </a:lnTo>
                <a:lnTo>
                  <a:pt x="1106" y="2567"/>
                </a:lnTo>
                <a:lnTo>
                  <a:pt x="1078" y="2595"/>
                </a:lnTo>
                <a:lnTo>
                  <a:pt x="999" y="2676"/>
                </a:lnTo>
                <a:lnTo>
                  <a:pt x="404" y="2097"/>
                </a:lnTo>
                <a:lnTo>
                  <a:pt x="380" y="2121"/>
                </a:lnTo>
                <a:cubicBezTo>
                  <a:pt x="335" y="2168"/>
                  <a:pt x="336" y="2242"/>
                  <a:pt x="382" y="2288"/>
                </a:cubicBezTo>
                <a:lnTo>
                  <a:pt x="917" y="2808"/>
                </a:lnTo>
                <a:cubicBezTo>
                  <a:pt x="963" y="2854"/>
                  <a:pt x="1038" y="2853"/>
                  <a:pt x="1084" y="2806"/>
                </a:cubicBezTo>
                <a:lnTo>
                  <a:pt x="2944" y="894"/>
                </a:lnTo>
                <a:cubicBezTo>
                  <a:pt x="2990" y="847"/>
                  <a:pt x="2989" y="773"/>
                  <a:pt x="2942" y="727"/>
                </a:cubicBezTo>
                <a:lnTo>
                  <a:pt x="2408" y="207"/>
                </a:lnTo>
                <a:cubicBezTo>
                  <a:pt x="2361" y="161"/>
                  <a:pt x="2286" y="162"/>
                  <a:pt x="2241" y="20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3141" name="Freeform 21">
            <a:extLst>
              <a:ext uri="{FF2B5EF4-FFF2-40B4-BE49-F238E27FC236}">
                <a16:creationId xmlns:a16="http://schemas.microsoft.com/office/drawing/2014/main" id="{EA74F945-083B-9140-90DA-F27EF1027519}"/>
              </a:ext>
            </a:extLst>
          </p:cNvPr>
          <p:cNvSpPr>
            <a:spLocks noChangeAspect="1" noChangeArrowheads="1"/>
          </p:cNvSpPr>
          <p:nvPr/>
        </p:nvSpPr>
        <p:spPr bwMode="auto">
          <a:xfrm>
            <a:off x="6269211" y="3343750"/>
            <a:ext cx="456944" cy="435825"/>
          </a:xfrm>
          <a:custGeom>
            <a:avLst/>
            <a:gdLst>
              <a:gd name="T0" fmla="*/ 302879 w 2981"/>
              <a:gd name="T1" fmla="*/ 164752 h 2845"/>
              <a:gd name="T2" fmla="*/ 185803 w 2981"/>
              <a:gd name="T3" fmla="*/ 0 h 2845"/>
              <a:gd name="T4" fmla="*/ 68600 w 2981"/>
              <a:gd name="T5" fmla="*/ 164752 h 2845"/>
              <a:gd name="T6" fmla="*/ 0 w 2981"/>
              <a:gd name="T7" fmla="*/ 290657 h 2845"/>
              <a:gd name="T8" fmla="*/ 10379 w 2981"/>
              <a:gd name="T9" fmla="*/ 304323 h 2845"/>
              <a:gd name="T10" fmla="*/ 93281 w 2981"/>
              <a:gd name="T11" fmla="*/ 350636 h 2845"/>
              <a:gd name="T12" fmla="*/ 171248 w 2981"/>
              <a:gd name="T13" fmla="*/ 247002 h 2845"/>
              <a:gd name="T14" fmla="*/ 200359 w 2981"/>
              <a:gd name="T15" fmla="*/ 247002 h 2845"/>
              <a:gd name="T16" fmla="*/ 278325 w 2981"/>
              <a:gd name="T17" fmla="*/ 350636 h 2845"/>
              <a:gd name="T18" fmla="*/ 361101 w 2981"/>
              <a:gd name="T19" fmla="*/ 304323 h 2845"/>
              <a:gd name="T20" fmla="*/ 103787 w 2981"/>
              <a:gd name="T21" fmla="*/ 331656 h 2845"/>
              <a:gd name="T22" fmla="*/ 21010 w 2981"/>
              <a:gd name="T23" fmla="*/ 285343 h 2845"/>
              <a:gd name="T24" fmla="*/ 153275 w 2981"/>
              <a:gd name="T25" fmla="*/ 243459 h 2845"/>
              <a:gd name="T26" fmla="*/ 190993 w 2981"/>
              <a:gd name="T27" fmla="*/ 230299 h 2845"/>
              <a:gd name="T28" fmla="*/ 180614 w 2981"/>
              <a:gd name="T29" fmla="*/ 230299 h 2845"/>
              <a:gd name="T30" fmla="*/ 87839 w 2981"/>
              <a:gd name="T31" fmla="*/ 166144 h 2845"/>
              <a:gd name="T32" fmla="*/ 79232 w 2981"/>
              <a:gd name="T33" fmla="*/ 123880 h 2845"/>
              <a:gd name="T34" fmla="*/ 292374 w 2981"/>
              <a:gd name="T35" fmla="*/ 123880 h 2845"/>
              <a:gd name="T36" fmla="*/ 283641 w 2981"/>
              <a:gd name="T37" fmla="*/ 166144 h 2845"/>
              <a:gd name="T38" fmla="*/ 190993 w 2981"/>
              <a:gd name="T39" fmla="*/ 230299 h 2845"/>
              <a:gd name="T40" fmla="*/ 267693 w 2981"/>
              <a:gd name="T41" fmla="*/ 331656 h 2845"/>
              <a:gd name="T42" fmla="*/ 294020 w 2981"/>
              <a:gd name="T43" fmla="*/ 184366 h 2845"/>
              <a:gd name="T44" fmla="*/ 288071 w 2981"/>
              <a:gd name="T45" fmla="*/ 270285 h 2845"/>
              <a:gd name="T46" fmla="*/ 97585 w 2981"/>
              <a:gd name="T47" fmla="*/ 123880 h 2845"/>
              <a:gd name="T48" fmla="*/ 273895 w 2981"/>
              <a:gd name="T49" fmla="*/ 123880 h 2845"/>
              <a:gd name="T50" fmla="*/ 185803 w 2981"/>
              <a:gd name="T51" fmla="*/ 194489 h 2845"/>
              <a:gd name="T52" fmla="*/ 185803 w 2981"/>
              <a:gd name="T53" fmla="*/ 53272 h 2845"/>
              <a:gd name="T54" fmla="*/ 185803 w 2981"/>
              <a:gd name="T55" fmla="*/ 194489 h 2845"/>
              <a:gd name="T56" fmla="*/ 158464 w 2981"/>
              <a:gd name="T57" fmla="*/ 150833 h 2845"/>
              <a:gd name="T58" fmla="*/ 136315 w 2981"/>
              <a:gd name="T59" fmla="*/ 158046 h 2845"/>
              <a:gd name="T60" fmla="*/ 139352 w 2981"/>
              <a:gd name="T61" fmla="*/ 119452 h 2845"/>
              <a:gd name="T62" fmla="*/ 132897 w 2981"/>
              <a:gd name="T63" fmla="*/ 106039 h 2845"/>
              <a:gd name="T64" fmla="*/ 151503 w 2981"/>
              <a:gd name="T65" fmla="*/ 141975 h 2845"/>
              <a:gd name="T66" fmla="*/ 146061 w 2981"/>
              <a:gd name="T67" fmla="*/ 76049 h 2845"/>
              <a:gd name="T68" fmla="*/ 147073 w 2981"/>
              <a:gd name="T69" fmla="*/ 100851 h 2845"/>
              <a:gd name="T70" fmla="*/ 146061 w 2981"/>
              <a:gd name="T71" fmla="*/ 76049 h 2845"/>
              <a:gd name="T72" fmla="*/ 182386 w 2981"/>
              <a:gd name="T73" fmla="*/ 159058 h 2845"/>
              <a:gd name="T74" fmla="*/ 172640 w 2981"/>
              <a:gd name="T75" fmla="*/ 148935 h 2845"/>
              <a:gd name="T76" fmla="*/ 150617 w 2981"/>
              <a:gd name="T77" fmla="*/ 167663 h 2845"/>
              <a:gd name="T78" fmla="*/ 162388 w 2981"/>
              <a:gd name="T79" fmla="*/ 91107 h 2845"/>
              <a:gd name="T80" fmla="*/ 198460 w 2981"/>
              <a:gd name="T81" fmla="*/ 75037 h 2845"/>
              <a:gd name="T82" fmla="*/ 211623 w 2981"/>
              <a:gd name="T83" fmla="*/ 91107 h 2845"/>
              <a:gd name="T84" fmla="*/ 212383 w 2981"/>
              <a:gd name="T85" fmla="*/ 83262 h 2845"/>
              <a:gd name="T86" fmla="*/ 231748 w 2981"/>
              <a:gd name="T87" fmla="*/ 85919 h 2845"/>
              <a:gd name="T88" fmla="*/ 233140 w 2981"/>
              <a:gd name="T89" fmla="*/ 91107 h 2845"/>
              <a:gd name="T90" fmla="*/ 211750 w 2981"/>
              <a:gd name="T91" fmla="*/ 103761 h 2845"/>
              <a:gd name="T92" fmla="*/ 221243 w 2981"/>
              <a:gd name="T93" fmla="*/ 112492 h 2845"/>
              <a:gd name="T94" fmla="*/ 215927 w 2981"/>
              <a:gd name="T95" fmla="*/ 149188 h 2845"/>
              <a:gd name="T96" fmla="*/ 221749 w 2981"/>
              <a:gd name="T97" fmla="*/ 159185 h 2845"/>
              <a:gd name="T98" fmla="*/ 225926 w 2981"/>
              <a:gd name="T99" fmla="*/ 143241 h 2845"/>
              <a:gd name="T100" fmla="*/ 231115 w 2981"/>
              <a:gd name="T101" fmla="*/ 166777 h 2845"/>
              <a:gd name="T102" fmla="*/ 206434 w 2981"/>
              <a:gd name="T103" fmla="*/ 161589 h 2845"/>
              <a:gd name="T104" fmla="*/ 182639 w 2981"/>
              <a:gd name="T105" fmla="*/ 166524 h 2845"/>
              <a:gd name="T106" fmla="*/ 198840 w 2981"/>
              <a:gd name="T107" fmla="*/ 103761 h 2845"/>
              <a:gd name="T108" fmla="*/ 174918 w 2981"/>
              <a:gd name="T109" fmla="*/ 114517 h 2845"/>
              <a:gd name="T110" fmla="*/ 194157 w 2981"/>
              <a:gd name="T111" fmla="*/ 142735 h 2845"/>
              <a:gd name="T112" fmla="*/ 178842 w 2981"/>
              <a:gd name="T113" fmla="*/ 146531 h 2845"/>
              <a:gd name="T114" fmla="*/ 183145 w 2981"/>
              <a:gd name="T115" fmla="*/ 126411 h 2845"/>
              <a:gd name="T116" fmla="*/ 173146 w 2981"/>
              <a:gd name="T117" fmla="*/ 146151 h 284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981" h="2845">
                <a:moveTo>
                  <a:pt x="2906" y="2218"/>
                </a:moveTo>
                <a:lnTo>
                  <a:pt x="2393" y="1302"/>
                </a:lnTo>
                <a:cubicBezTo>
                  <a:pt x="2428" y="1201"/>
                  <a:pt x="2447" y="1092"/>
                  <a:pt x="2447" y="979"/>
                </a:cubicBezTo>
                <a:cubicBezTo>
                  <a:pt x="2447" y="438"/>
                  <a:pt x="2009" y="0"/>
                  <a:pt x="1468" y="0"/>
                </a:cubicBezTo>
                <a:cubicBezTo>
                  <a:pt x="926" y="0"/>
                  <a:pt x="488" y="438"/>
                  <a:pt x="488" y="979"/>
                </a:cubicBezTo>
                <a:cubicBezTo>
                  <a:pt x="488" y="1092"/>
                  <a:pt x="507" y="1201"/>
                  <a:pt x="542" y="1302"/>
                </a:cubicBezTo>
                <a:lnTo>
                  <a:pt x="30" y="2218"/>
                </a:lnTo>
                <a:cubicBezTo>
                  <a:pt x="13" y="2248"/>
                  <a:pt x="4" y="2274"/>
                  <a:pt x="0" y="2297"/>
                </a:cubicBezTo>
                <a:lnTo>
                  <a:pt x="0" y="2343"/>
                </a:lnTo>
                <a:cubicBezTo>
                  <a:pt x="9" y="2389"/>
                  <a:pt x="48" y="2409"/>
                  <a:pt x="82" y="2405"/>
                </a:cubicBezTo>
                <a:cubicBezTo>
                  <a:pt x="139" y="2398"/>
                  <a:pt x="575" y="2287"/>
                  <a:pt x="575" y="2287"/>
                </a:cubicBezTo>
                <a:cubicBezTo>
                  <a:pt x="575" y="2287"/>
                  <a:pt x="692" y="2677"/>
                  <a:pt x="737" y="2771"/>
                </a:cubicBezTo>
                <a:cubicBezTo>
                  <a:pt x="763" y="2828"/>
                  <a:pt x="855" y="2844"/>
                  <a:pt x="924" y="2718"/>
                </a:cubicBezTo>
                <a:lnTo>
                  <a:pt x="1353" y="1952"/>
                </a:lnTo>
                <a:cubicBezTo>
                  <a:pt x="1391" y="1956"/>
                  <a:pt x="1429" y="1958"/>
                  <a:pt x="1468" y="1958"/>
                </a:cubicBezTo>
                <a:cubicBezTo>
                  <a:pt x="1506" y="1958"/>
                  <a:pt x="1545" y="1956"/>
                  <a:pt x="1583" y="1952"/>
                </a:cubicBezTo>
                <a:lnTo>
                  <a:pt x="2012" y="2718"/>
                </a:lnTo>
                <a:cubicBezTo>
                  <a:pt x="2081" y="2844"/>
                  <a:pt x="2173" y="2828"/>
                  <a:pt x="2199" y="2771"/>
                </a:cubicBezTo>
                <a:cubicBezTo>
                  <a:pt x="2244" y="2677"/>
                  <a:pt x="2360" y="2287"/>
                  <a:pt x="2360" y="2287"/>
                </a:cubicBezTo>
                <a:cubicBezTo>
                  <a:pt x="2360" y="2287"/>
                  <a:pt x="2796" y="2398"/>
                  <a:pt x="2853" y="2405"/>
                </a:cubicBezTo>
                <a:cubicBezTo>
                  <a:pt x="2910" y="2412"/>
                  <a:pt x="2980" y="2350"/>
                  <a:pt x="2906" y="2218"/>
                </a:cubicBezTo>
                <a:close/>
                <a:moveTo>
                  <a:pt x="820" y="2621"/>
                </a:moveTo>
                <a:lnTo>
                  <a:pt x="660" y="2136"/>
                </a:lnTo>
                <a:lnTo>
                  <a:pt x="166" y="2255"/>
                </a:lnTo>
                <a:lnTo>
                  <a:pt x="613" y="1457"/>
                </a:lnTo>
                <a:cubicBezTo>
                  <a:pt x="740" y="1684"/>
                  <a:pt x="954" y="1854"/>
                  <a:pt x="1211" y="1924"/>
                </a:cubicBezTo>
                <a:lnTo>
                  <a:pt x="820" y="2621"/>
                </a:lnTo>
                <a:close/>
                <a:moveTo>
                  <a:pt x="1509" y="1820"/>
                </a:moveTo>
                <a:cubicBezTo>
                  <a:pt x="1495" y="1820"/>
                  <a:pt x="1482" y="1821"/>
                  <a:pt x="1468" y="1821"/>
                </a:cubicBezTo>
                <a:cubicBezTo>
                  <a:pt x="1454" y="1821"/>
                  <a:pt x="1440" y="1820"/>
                  <a:pt x="1427" y="1820"/>
                </a:cubicBezTo>
                <a:cubicBezTo>
                  <a:pt x="1376" y="1817"/>
                  <a:pt x="1328" y="1811"/>
                  <a:pt x="1280" y="1800"/>
                </a:cubicBezTo>
                <a:cubicBezTo>
                  <a:pt x="1016" y="1739"/>
                  <a:pt x="799" y="1555"/>
                  <a:pt x="694" y="1313"/>
                </a:cubicBezTo>
                <a:cubicBezTo>
                  <a:pt x="669" y="1255"/>
                  <a:pt x="651" y="1194"/>
                  <a:pt x="639" y="1130"/>
                </a:cubicBezTo>
                <a:cubicBezTo>
                  <a:pt x="630" y="1081"/>
                  <a:pt x="626" y="1031"/>
                  <a:pt x="626" y="979"/>
                </a:cubicBezTo>
                <a:cubicBezTo>
                  <a:pt x="626" y="514"/>
                  <a:pt x="1003" y="137"/>
                  <a:pt x="1468" y="137"/>
                </a:cubicBezTo>
                <a:cubicBezTo>
                  <a:pt x="1933" y="137"/>
                  <a:pt x="2310" y="514"/>
                  <a:pt x="2310" y="979"/>
                </a:cubicBezTo>
                <a:cubicBezTo>
                  <a:pt x="2310" y="1031"/>
                  <a:pt x="2305" y="1081"/>
                  <a:pt x="2296" y="1130"/>
                </a:cubicBezTo>
                <a:cubicBezTo>
                  <a:pt x="2285" y="1194"/>
                  <a:pt x="2266" y="1255"/>
                  <a:pt x="2241" y="1313"/>
                </a:cubicBezTo>
                <a:cubicBezTo>
                  <a:pt x="2136" y="1555"/>
                  <a:pt x="1919" y="1739"/>
                  <a:pt x="1655" y="1800"/>
                </a:cubicBezTo>
                <a:cubicBezTo>
                  <a:pt x="1608" y="1811"/>
                  <a:pt x="1559" y="1817"/>
                  <a:pt x="1509" y="1820"/>
                </a:cubicBezTo>
                <a:close/>
                <a:moveTo>
                  <a:pt x="2276" y="2136"/>
                </a:moveTo>
                <a:lnTo>
                  <a:pt x="2115" y="2621"/>
                </a:lnTo>
                <a:lnTo>
                  <a:pt x="1725" y="1924"/>
                </a:lnTo>
                <a:cubicBezTo>
                  <a:pt x="1981" y="1854"/>
                  <a:pt x="2195" y="1684"/>
                  <a:pt x="2323" y="1457"/>
                </a:cubicBezTo>
                <a:lnTo>
                  <a:pt x="2769" y="2255"/>
                </a:lnTo>
                <a:lnTo>
                  <a:pt x="2276" y="2136"/>
                </a:lnTo>
                <a:close/>
                <a:moveTo>
                  <a:pt x="1468" y="283"/>
                </a:moveTo>
                <a:cubicBezTo>
                  <a:pt x="1083" y="283"/>
                  <a:pt x="771" y="594"/>
                  <a:pt x="771" y="979"/>
                </a:cubicBezTo>
                <a:cubicBezTo>
                  <a:pt x="771" y="1363"/>
                  <a:pt x="1083" y="1675"/>
                  <a:pt x="1468" y="1675"/>
                </a:cubicBezTo>
                <a:cubicBezTo>
                  <a:pt x="1852" y="1675"/>
                  <a:pt x="2164" y="1363"/>
                  <a:pt x="2164" y="979"/>
                </a:cubicBezTo>
                <a:cubicBezTo>
                  <a:pt x="2164" y="594"/>
                  <a:pt x="1852" y="283"/>
                  <a:pt x="1468" y="283"/>
                </a:cubicBezTo>
                <a:close/>
                <a:moveTo>
                  <a:pt x="1468" y="1537"/>
                </a:moveTo>
                <a:cubicBezTo>
                  <a:pt x="1160" y="1537"/>
                  <a:pt x="909" y="1287"/>
                  <a:pt x="909" y="979"/>
                </a:cubicBezTo>
                <a:cubicBezTo>
                  <a:pt x="909" y="670"/>
                  <a:pt x="1160" y="421"/>
                  <a:pt x="1468" y="421"/>
                </a:cubicBezTo>
                <a:cubicBezTo>
                  <a:pt x="1776" y="421"/>
                  <a:pt x="2026" y="670"/>
                  <a:pt x="2026" y="979"/>
                </a:cubicBezTo>
                <a:cubicBezTo>
                  <a:pt x="2026" y="1287"/>
                  <a:pt x="1776" y="1537"/>
                  <a:pt x="1468" y="1537"/>
                </a:cubicBezTo>
                <a:close/>
                <a:moveTo>
                  <a:pt x="1244" y="1068"/>
                </a:moveTo>
                <a:cubicBezTo>
                  <a:pt x="1244" y="1109"/>
                  <a:pt x="1247" y="1150"/>
                  <a:pt x="1252" y="1192"/>
                </a:cubicBezTo>
                <a:cubicBezTo>
                  <a:pt x="1212" y="1232"/>
                  <a:pt x="1172" y="1277"/>
                  <a:pt x="1132" y="1326"/>
                </a:cubicBezTo>
                <a:lnTo>
                  <a:pt x="1077" y="1249"/>
                </a:lnTo>
                <a:cubicBezTo>
                  <a:pt x="1093" y="1231"/>
                  <a:pt x="1101" y="1208"/>
                  <a:pt x="1101" y="1180"/>
                </a:cubicBezTo>
                <a:lnTo>
                  <a:pt x="1101" y="944"/>
                </a:lnTo>
                <a:lnTo>
                  <a:pt x="1050" y="944"/>
                </a:lnTo>
                <a:lnTo>
                  <a:pt x="1050" y="838"/>
                </a:lnTo>
                <a:lnTo>
                  <a:pt x="1197" y="838"/>
                </a:lnTo>
                <a:lnTo>
                  <a:pt x="1197" y="1122"/>
                </a:lnTo>
                <a:cubicBezTo>
                  <a:pt x="1212" y="1104"/>
                  <a:pt x="1228" y="1086"/>
                  <a:pt x="1244" y="1068"/>
                </a:cubicBezTo>
                <a:close/>
                <a:moveTo>
                  <a:pt x="1154" y="601"/>
                </a:moveTo>
                <a:cubicBezTo>
                  <a:pt x="1186" y="642"/>
                  <a:pt x="1218" y="688"/>
                  <a:pt x="1252" y="739"/>
                </a:cubicBezTo>
                <a:cubicBezTo>
                  <a:pt x="1217" y="761"/>
                  <a:pt x="1187" y="780"/>
                  <a:pt x="1162" y="797"/>
                </a:cubicBezTo>
                <a:cubicBezTo>
                  <a:pt x="1133" y="748"/>
                  <a:pt x="1103" y="701"/>
                  <a:pt x="1071" y="653"/>
                </a:cubicBezTo>
                <a:lnTo>
                  <a:pt x="1154" y="601"/>
                </a:lnTo>
                <a:close/>
                <a:moveTo>
                  <a:pt x="1534" y="1128"/>
                </a:moveTo>
                <a:cubicBezTo>
                  <a:pt x="1529" y="1209"/>
                  <a:pt x="1498" y="1252"/>
                  <a:pt x="1441" y="1257"/>
                </a:cubicBezTo>
                <a:cubicBezTo>
                  <a:pt x="1412" y="1258"/>
                  <a:pt x="1391" y="1258"/>
                  <a:pt x="1376" y="1257"/>
                </a:cubicBezTo>
                <a:cubicBezTo>
                  <a:pt x="1372" y="1229"/>
                  <a:pt x="1369" y="1202"/>
                  <a:pt x="1364" y="1177"/>
                </a:cubicBezTo>
                <a:cubicBezTo>
                  <a:pt x="1347" y="1260"/>
                  <a:pt x="1318" y="1332"/>
                  <a:pt x="1276" y="1393"/>
                </a:cubicBezTo>
                <a:cubicBezTo>
                  <a:pt x="1245" y="1366"/>
                  <a:pt x="1216" y="1344"/>
                  <a:pt x="1190" y="1325"/>
                </a:cubicBezTo>
                <a:cubicBezTo>
                  <a:pt x="1252" y="1246"/>
                  <a:pt x="1284" y="1136"/>
                  <a:pt x="1283" y="996"/>
                </a:cubicBezTo>
                <a:lnTo>
                  <a:pt x="1283" y="720"/>
                </a:lnTo>
                <a:lnTo>
                  <a:pt x="1568" y="720"/>
                </a:lnTo>
                <a:cubicBezTo>
                  <a:pt x="1568" y="680"/>
                  <a:pt x="1568" y="638"/>
                  <a:pt x="1568" y="593"/>
                </a:cubicBezTo>
                <a:lnTo>
                  <a:pt x="1674" y="593"/>
                </a:lnTo>
                <a:cubicBezTo>
                  <a:pt x="1673" y="638"/>
                  <a:pt x="1672" y="681"/>
                  <a:pt x="1672" y="720"/>
                </a:cubicBezTo>
                <a:lnTo>
                  <a:pt x="1748" y="720"/>
                </a:lnTo>
                <a:cubicBezTo>
                  <a:pt x="1729" y="703"/>
                  <a:pt x="1706" y="682"/>
                  <a:pt x="1678" y="658"/>
                </a:cubicBezTo>
                <a:lnTo>
                  <a:pt x="1736" y="600"/>
                </a:lnTo>
                <a:cubicBezTo>
                  <a:pt x="1771" y="628"/>
                  <a:pt x="1803" y="654"/>
                  <a:pt x="1831" y="679"/>
                </a:cubicBezTo>
                <a:lnTo>
                  <a:pt x="1790" y="720"/>
                </a:lnTo>
                <a:lnTo>
                  <a:pt x="1842" y="720"/>
                </a:lnTo>
                <a:lnTo>
                  <a:pt x="1842" y="820"/>
                </a:lnTo>
                <a:lnTo>
                  <a:pt x="1673" y="820"/>
                </a:lnTo>
                <a:cubicBezTo>
                  <a:pt x="1674" y="904"/>
                  <a:pt x="1677" y="977"/>
                  <a:pt x="1683" y="1038"/>
                </a:cubicBezTo>
                <a:cubicBezTo>
                  <a:pt x="1710" y="991"/>
                  <a:pt x="1731" y="942"/>
                  <a:pt x="1748" y="889"/>
                </a:cubicBezTo>
                <a:lnTo>
                  <a:pt x="1838" y="927"/>
                </a:lnTo>
                <a:cubicBezTo>
                  <a:pt x="1800" y="1021"/>
                  <a:pt x="1756" y="1105"/>
                  <a:pt x="1706" y="1179"/>
                </a:cubicBezTo>
                <a:cubicBezTo>
                  <a:pt x="1711" y="1197"/>
                  <a:pt x="1716" y="1214"/>
                  <a:pt x="1723" y="1228"/>
                </a:cubicBezTo>
                <a:cubicBezTo>
                  <a:pt x="1730" y="1245"/>
                  <a:pt x="1740" y="1255"/>
                  <a:pt x="1752" y="1258"/>
                </a:cubicBezTo>
                <a:cubicBezTo>
                  <a:pt x="1763" y="1258"/>
                  <a:pt x="1770" y="1252"/>
                  <a:pt x="1773" y="1239"/>
                </a:cubicBezTo>
                <a:cubicBezTo>
                  <a:pt x="1779" y="1211"/>
                  <a:pt x="1782" y="1175"/>
                  <a:pt x="1785" y="1132"/>
                </a:cubicBezTo>
                <a:cubicBezTo>
                  <a:pt x="1803" y="1143"/>
                  <a:pt x="1825" y="1154"/>
                  <a:pt x="1850" y="1166"/>
                </a:cubicBezTo>
                <a:cubicBezTo>
                  <a:pt x="1844" y="1221"/>
                  <a:pt x="1836" y="1272"/>
                  <a:pt x="1826" y="1318"/>
                </a:cubicBezTo>
                <a:cubicBezTo>
                  <a:pt x="1811" y="1366"/>
                  <a:pt x="1787" y="1389"/>
                  <a:pt x="1755" y="1389"/>
                </a:cubicBezTo>
                <a:cubicBezTo>
                  <a:pt x="1705" y="1389"/>
                  <a:pt x="1664" y="1352"/>
                  <a:pt x="1631" y="1277"/>
                </a:cubicBezTo>
                <a:cubicBezTo>
                  <a:pt x="1595" y="1318"/>
                  <a:pt x="1556" y="1356"/>
                  <a:pt x="1515" y="1390"/>
                </a:cubicBezTo>
                <a:cubicBezTo>
                  <a:pt x="1494" y="1366"/>
                  <a:pt x="1471" y="1342"/>
                  <a:pt x="1443" y="1316"/>
                </a:cubicBezTo>
                <a:cubicBezTo>
                  <a:pt x="1502" y="1270"/>
                  <a:pt x="1554" y="1219"/>
                  <a:pt x="1599" y="1164"/>
                </a:cubicBezTo>
                <a:cubicBezTo>
                  <a:pt x="1584" y="1085"/>
                  <a:pt x="1575" y="971"/>
                  <a:pt x="1571" y="820"/>
                </a:cubicBezTo>
                <a:lnTo>
                  <a:pt x="1382" y="820"/>
                </a:lnTo>
                <a:lnTo>
                  <a:pt x="1382" y="905"/>
                </a:lnTo>
                <a:lnTo>
                  <a:pt x="1539" y="905"/>
                </a:lnTo>
                <a:cubicBezTo>
                  <a:pt x="1539" y="957"/>
                  <a:pt x="1537" y="1031"/>
                  <a:pt x="1534" y="1128"/>
                </a:cubicBezTo>
                <a:close/>
                <a:moveTo>
                  <a:pt x="1368" y="1155"/>
                </a:moveTo>
                <a:cubicBezTo>
                  <a:pt x="1382" y="1157"/>
                  <a:pt x="1397" y="1158"/>
                  <a:pt x="1413" y="1158"/>
                </a:cubicBezTo>
                <a:cubicBezTo>
                  <a:pt x="1434" y="1158"/>
                  <a:pt x="1444" y="1147"/>
                  <a:pt x="1444" y="1125"/>
                </a:cubicBezTo>
                <a:cubicBezTo>
                  <a:pt x="1446" y="1081"/>
                  <a:pt x="1447" y="1039"/>
                  <a:pt x="1447" y="999"/>
                </a:cubicBezTo>
                <a:lnTo>
                  <a:pt x="1382" y="999"/>
                </a:lnTo>
                <a:cubicBezTo>
                  <a:pt x="1381" y="1054"/>
                  <a:pt x="1377" y="1106"/>
                  <a:pt x="1368" y="115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109" name="形状">
            <a:extLst>
              <a:ext uri="{FF2B5EF4-FFF2-40B4-BE49-F238E27FC236}">
                <a16:creationId xmlns:a16="http://schemas.microsoft.com/office/drawing/2014/main" id="{1D4C01EC-8B13-324E-8A14-BBAD1CE1BB47}"/>
              </a:ext>
            </a:extLst>
          </p:cNvPr>
          <p:cNvSpPr/>
          <p:nvPr/>
        </p:nvSpPr>
        <p:spPr>
          <a:xfrm>
            <a:off x="820444" y="1539013"/>
            <a:ext cx="441585" cy="414705"/>
          </a:xfrm>
          <a:custGeom>
            <a:avLst/>
            <a:gdLst/>
            <a:ahLst/>
            <a:cxnLst>
              <a:cxn ang="0">
                <a:pos x="wd2" y="hd2"/>
              </a:cxn>
              <a:cxn ang="5400000">
                <a:pos x="wd2" y="hd2"/>
              </a:cxn>
              <a:cxn ang="10800000">
                <a:pos x="wd2" y="hd2"/>
              </a:cxn>
              <a:cxn ang="16200000">
                <a:pos x="wd2" y="hd2"/>
              </a:cxn>
            </a:cxnLst>
            <a:rect l="0" t="0" r="r" b="b"/>
            <a:pathLst>
              <a:path w="21600" h="21600" extrusionOk="0">
                <a:moveTo>
                  <a:pt x="10669" y="0"/>
                </a:moveTo>
                <a:cubicBezTo>
                  <a:pt x="7609" y="0"/>
                  <a:pt x="4931" y="2054"/>
                  <a:pt x="3880" y="5039"/>
                </a:cubicBezTo>
                <a:cubicBezTo>
                  <a:pt x="1618" y="5692"/>
                  <a:pt x="0" y="7874"/>
                  <a:pt x="0" y="10408"/>
                </a:cubicBezTo>
                <a:cubicBezTo>
                  <a:pt x="0" y="13491"/>
                  <a:pt x="2361" y="15994"/>
                  <a:pt x="5267" y="15994"/>
                </a:cubicBezTo>
                <a:lnTo>
                  <a:pt x="7837" y="15994"/>
                </a:lnTo>
                <a:cubicBezTo>
                  <a:pt x="8092" y="15994"/>
                  <a:pt x="8293" y="15770"/>
                  <a:pt x="8293" y="15499"/>
                </a:cubicBezTo>
                <a:cubicBezTo>
                  <a:pt x="8293" y="15228"/>
                  <a:pt x="8092" y="15005"/>
                  <a:pt x="7837" y="15005"/>
                </a:cubicBezTo>
                <a:lnTo>
                  <a:pt x="5267" y="15005"/>
                </a:lnTo>
                <a:cubicBezTo>
                  <a:pt x="2863" y="15005"/>
                  <a:pt x="931" y="12949"/>
                  <a:pt x="931" y="10408"/>
                </a:cubicBezTo>
                <a:cubicBezTo>
                  <a:pt x="931" y="8250"/>
                  <a:pt x="2342" y="6393"/>
                  <a:pt x="4297" y="5926"/>
                </a:cubicBezTo>
                <a:cubicBezTo>
                  <a:pt x="4304" y="5924"/>
                  <a:pt x="4309" y="5918"/>
                  <a:pt x="4316" y="5915"/>
                </a:cubicBezTo>
                <a:cubicBezTo>
                  <a:pt x="4414" y="5888"/>
                  <a:pt x="4486" y="5825"/>
                  <a:pt x="4549" y="5740"/>
                </a:cubicBezTo>
                <a:cubicBezTo>
                  <a:pt x="4565" y="5718"/>
                  <a:pt x="4585" y="5703"/>
                  <a:pt x="4597" y="5678"/>
                </a:cubicBezTo>
                <a:cubicBezTo>
                  <a:pt x="4610" y="5654"/>
                  <a:pt x="4638" y="5643"/>
                  <a:pt x="4646" y="5616"/>
                </a:cubicBezTo>
                <a:cubicBezTo>
                  <a:pt x="5490" y="2869"/>
                  <a:pt x="7908" y="989"/>
                  <a:pt x="10669" y="989"/>
                </a:cubicBezTo>
                <a:cubicBezTo>
                  <a:pt x="13377" y="989"/>
                  <a:pt x="15765" y="2820"/>
                  <a:pt x="16653" y="5493"/>
                </a:cubicBezTo>
                <a:cubicBezTo>
                  <a:pt x="16668" y="5536"/>
                  <a:pt x="16708" y="5550"/>
                  <a:pt x="16731" y="5585"/>
                </a:cubicBezTo>
                <a:cubicBezTo>
                  <a:pt x="16791" y="5733"/>
                  <a:pt x="16884" y="5854"/>
                  <a:pt x="17041" y="5884"/>
                </a:cubicBezTo>
                <a:cubicBezTo>
                  <a:pt x="19123" y="6240"/>
                  <a:pt x="20679" y="8164"/>
                  <a:pt x="20679" y="10439"/>
                </a:cubicBezTo>
                <a:cubicBezTo>
                  <a:pt x="20679" y="12986"/>
                  <a:pt x="18752" y="15046"/>
                  <a:pt x="16362" y="15046"/>
                </a:cubicBezTo>
                <a:lnTo>
                  <a:pt x="13424" y="15046"/>
                </a:lnTo>
                <a:cubicBezTo>
                  <a:pt x="13169" y="15046"/>
                  <a:pt x="12958" y="15269"/>
                  <a:pt x="12958" y="15540"/>
                </a:cubicBezTo>
                <a:cubicBezTo>
                  <a:pt x="12958" y="15812"/>
                  <a:pt x="13169" y="16035"/>
                  <a:pt x="13424" y="16035"/>
                </a:cubicBezTo>
                <a:lnTo>
                  <a:pt x="16362" y="16035"/>
                </a:lnTo>
                <a:cubicBezTo>
                  <a:pt x="19261" y="16035"/>
                  <a:pt x="21600" y="13529"/>
                  <a:pt x="21600" y="10439"/>
                </a:cubicBezTo>
                <a:cubicBezTo>
                  <a:pt x="21600" y="7778"/>
                  <a:pt x="19842" y="5515"/>
                  <a:pt x="17439" y="4977"/>
                </a:cubicBezTo>
                <a:cubicBezTo>
                  <a:pt x="16376" y="2014"/>
                  <a:pt x="13705" y="0"/>
                  <a:pt x="10669" y="0"/>
                </a:cubicBezTo>
                <a:close/>
                <a:moveTo>
                  <a:pt x="5538" y="9069"/>
                </a:moveTo>
                <a:cubicBezTo>
                  <a:pt x="4755" y="9069"/>
                  <a:pt x="4112" y="9747"/>
                  <a:pt x="4112" y="10573"/>
                </a:cubicBezTo>
                <a:cubicBezTo>
                  <a:pt x="4112" y="11400"/>
                  <a:pt x="4755" y="12078"/>
                  <a:pt x="5538" y="12078"/>
                </a:cubicBezTo>
                <a:lnTo>
                  <a:pt x="10242" y="12078"/>
                </a:lnTo>
                <a:lnTo>
                  <a:pt x="10242" y="16550"/>
                </a:lnTo>
                <a:cubicBezTo>
                  <a:pt x="9277" y="16762"/>
                  <a:pt x="8543" y="17555"/>
                  <a:pt x="8370" y="18591"/>
                </a:cubicBezTo>
                <a:lnTo>
                  <a:pt x="4539" y="18591"/>
                </a:lnTo>
                <a:cubicBezTo>
                  <a:pt x="4353" y="17768"/>
                  <a:pt x="3693" y="17148"/>
                  <a:pt x="2861" y="17148"/>
                </a:cubicBezTo>
                <a:cubicBezTo>
                  <a:pt x="1885" y="17148"/>
                  <a:pt x="1086" y="17986"/>
                  <a:pt x="1086" y="19024"/>
                </a:cubicBezTo>
                <a:cubicBezTo>
                  <a:pt x="1086" y="20062"/>
                  <a:pt x="1885" y="20899"/>
                  <a:pt x="2861" y="20899"/>
                </a:cubicBezTo>
                <a:cubicBezTo>
                  <a:pt x="3651" y="20899"/>
                  <a:pt x="4286" y="20341"/>
                  <a:pt x="4510" y="19580"/>
                </a:cubicBezTo>
                <a:lnTo>
                  <a:pt x="8399" y="19580"/>
                </a:lnTo>
                <a:cubicBezTo>
                  <a:pt x="8647" y="20724"/>
                  <a:pt x="9568" y="21600"/>
                  <a:pt x="10718" y="21600"/>
                </a:cubicBezTo>
                <a:cubicBezTo>
                  <a:pt x="11860" y="21600"/>
                  <a:pt x="12771" y="20724"/>
                  <a:pt x="13016" y="19580"/>
                </a:cubicBezTo>
                <a:lnTo>
                  <a:pt x="16906" y="19580"/>
                </a:lnTo>
                <a:cubicBezTo>
                  <a:pt x="17132" y="20341"/>
                  <a:pt x="17774" y="20899"/>
                  <a:pt x="18564" y="20899"/>
                </a:cubicBezTo>
                <a:cubicBezTo>
                  <a:pt x="19540" y="20899"/>
                  <a:pt x="20320" y="20062"/>
                  <a:pt x="20320" y="19024"/>
                </a:cubicBezTo>
                <a:cubicBezTo>
                  <a:pt x="20320" y="17986"/>
                  <a:pt x="19540" y="17148"/>
                  <a:pt x="18564" y="17148"/>
                </a:cubicBezTo>
                <a:cubicBezTo>
                  <a:pt x="17732" y="17148"/>
                  <a:pt x="17064" y="17768"/>
                  <a:pt x="16877" y="18591"/>
                </a:cubicBezTo>
                <a:lnTo>
                  <a:pt x="13045" y="18591"/>
                </a:lnTo>
                <a:cubicBezTo>
                  <a:pt x="12872" y="17547"/>
                  <a:pt x="12133" y="16754"/>
                  <a:pt x="11164" y="16550"/>
                </a:cubicBezTo>
                <a:lnTo>
                  <a:pt x="11164" y="12078"/>
                </a:lnTo>
                <a:lnTo>
                  <a:pt x="15907" y="12078"/>
                </a:lnTo>
                <a:cubicBezTo>
                  <a:pt x="16699" y="12078"/>
                  <a:pt x="17332" y="11400"/>
                  <a:pt x="17332" y="10573"/>
                </a:cubicBezTo>
                <a:cubicBezTo>
                  <a:pt x="17332" y="9747"/>
                  <a:pt x="16699" y="9069"/>
                  <a:pt x="15907" y="9069"/>
                </a:cubicBezTo>
                <a:lnTo>
                  <a:pt x="5538" y="9069"/>
                </a:lnTo>
                <a:close/>
                <a:moveTo>
                  <a:pt x="5538" y="10048"/>
                </a:moveTo>
                <a:lnTo>
                  <a:pt x="15907" y="10048"/>
                </a:lnTo>
                <a:cubicBezTo>
                  <a:pt x="16188" y="10048"/>
                  <a:pt x="16411" y="10285"/>
                  <a:pt x="16411" y="10573"/>
                </a:cubicBezTo>
                <a:cubicBezTo>
                  <a:pt x="16411" y="10861"/>
                  <a:pt x="16188" y="11099"/>
                  <a:pt x="15907" y="11099"/>
                </a:cubicBezTo>
                <a:lnTo>
                  <a:pt x="5538" y="11099"/>
                </a:lnTo>
                <a:cubicBezTo>
                  <a:pt x="5265" y="11099"/>
                  <a:pt x="5044" y="10861"/>
                  <a:pt x="5044" y="10573"/>
                </a:cubicBezTo>
                <a:cubicBezTo>
                  <a:pt x="5044" y="10285"/>
                  <a:pt x="5265" y="10048"/>
                  <a:pt x="5538" y="10048"/>
                </a:cubicBezTo>
                <a:close/>
                <a:moveTo>
                  <a:pt x="10718" y="17437"/>
                </a:moveTo>
                <a:cubicBezTo>
                  <a:pt x="11535" y="17437"/>
                  <a:pt x="12202" y="18145"/>
                  <a:pt x="12202" y="19024"/>
                </a:cubicBezTo>
                <a:cubicBezTo>
                  <a:pt x="12202" y="19903"/>
                  <a:pt x="11535" y="20611"/>
                  <a:pt x="10718" y="20611"/>
                </a:cubicBezTo>
                <a:cubicBezTo>
                  <a:pt x="9922" y="20611"/>
                  <a:pt x="9282" y="19949"/>
                  <a:pt x="9234" y="19116"/>
                </a:cubicBezTo>
                <a:cubicBezTo>
                  <a:pt x="9234" y="19105"/>
                  <a:pt x="9243" y="19097"/>
                  <a:pt x="9243" y="19085"/>
                </a:cubicBezTo>
                <a:cubicBezTo>
                  <a:pt x="9243" y="19060"/>
                  <a:pt x="9218" y="19048"/>
                  <a:pt x="9214" y="19024"/>
                </a:cubicBezTo>
                <a:cubicBezTo>
                  <a:pt x="9214" y="19020"/>
                  <a:pt x="9214" y="19017"/>
                  <a:pt x="9214" y="19013"/>
                </a:cubicBezTo>
                <a:cubicBezTo>
                  <a:pt x="9220" y="18139"/>
                  <a:pt x="9895" y="17437"/>
                  <a:pt x="10718" y="17437"/>
                </a:cubicBezTo>
                <a:close/>
                <a:moveTo>
                  <a:pt x="2861" y="18127"/>
                </a:moveTo>
                <a:cubicBezTo>
                  <a:pt x="3327" y="18127"/>
                  <a:pt x="3695" y="18528"/>
                  <a:pt x="3695" y="19024"/>
                </a:cubicBezTo>
                <a:cubicBezTo>
                  <a:pt x="3695" y="19519"/>
                  <a:pt x="3327" y="19920"/>
                  <a:pt x="2861" y="19920"/>
                </a:cubicBezTo>
                <a:cubicBezTo>
                  <a:pt x="2395" y="19920"/>
                  <a:pt x="2017" y="19519"/>
                  <a:pt x="2017" y="19024"/>
                </a:cubicBezTo>
                <a:cubicBezTo>
                  <a:pt x="2017" y="18528"/>
                  <a:pt x="2395" y="18127"/>
                  <a:pt x="2861" y="18127"/>
                </a:cubicBezTo>
                <a:close/>
                <a:moveTo>
                  <a:pt x="18564" y="18127"/>
                </a:moveTo>
                <a:cubicBezTo>
                  <a:pt x="19030" y="18127"/>
                  <a:pt x="19398" y="18528"/>
                  <a:pt x="19398" y="19024"/>
                </a:cubicBezTo>
                <a:cubicBezTo>
                  <a:pt x="19398" y="19519"/>
                  <a:pt x="19030" y="19920"/>
                  <a:pt x="18564" y="19920"/>
                </a:cubicBezTo>
                <a:cubicBezTo>
                  <a:pt x="18128" y="19920"/>
                  <a:pt x="17793" y="19558"/>
                  <a:pt x="17749" y="19106"/>
                </a:cubicBezTo>
                <a:cubicBezTo>
                  <a:pt x="17750" y="19098"/>
                  <a:pt x="17759" y="19094"/>
                  <a:pt x="17759" y="19085"/>
                </a:cubicBezTo>
                <a:cubicBezTo>
                  <a:pt x="17759" y="19053"/>
                  <a:pt x="17736" y="19034"/>
                  <a:pt x="17730" y="19003"/>
                </a:cubicBezTo>
                <a:cubicBezTo>
                  <a:pt x="17742" y="18519"/>
                  <a:pt x="18106" y="18127"/>
                  <a:pt x="18564" y="18127"/>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pic>
        <p:nvPicPr>
          <p:cNvPr id="72" name="图片 71">
            <a:extLst>
              <a:ext uri="{FF2B5EF4-FFF2-40B4-BE49-F238E27FC236}">
                <a16:creationId xmlns:a16="http://schemas.microsoft.com/office/drawing/2014/main" id="{1747A9AB-2EF5-1843-8DFB-30C8640CE8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112224324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Freeform 13">
            <a:extLst>
              <a:ext uri="{FF2B5EF4-FFF2-40B4-BE49-F238E27FC236}">
                <a16:creationId xmlns:a16="http://schemas.microsoft.com/office/drawing/2014/main" id="{EC3CD526-535B-6541-9033-A93ABCBD8CE2}"/>
              </a:ext>
            </a:extLst>
          </p:cNvPr>
          <p:cNvSpPr>
            <a:spLocks noChangeAspect="1" noChangeArrowheads="1"/>
          </p:cNvSpPr>
          <p:nvPr/>
        </p:nvSpPr>
        <p:spPr bwMode="auto">
          <a:xfrm>
            <a:off x="6656621" y="2444392"/>
            <a:ext cx="428147" cy="435825"/>
          </a:xfrm>
          <a:custGeom>
            <a:avLst/>
            <a:gdLst>
              <a:gd name="T0" fmla="*/ 143084 w 2560"/>
              <a:gd name="T1" fmla="*/ 134724 h 2608"/>
              <a:gd name="T2" fmla="*/ 116956 w 2560"/>
              <a:gd name="T3" fmla="*/ 204294 h 2608"/>
              <a:gd name="T4" fmla="*/ 169351 w 2560"/>
              <a:gd name="T5" fmla="*/ 161227 h 2608"/>
              <a:gd name="T6" fmla="*/ 132992 w 2560"/>
              <a:gd name="T7" fmla="*/ 188282 h 2608"/>
              <a:gd name="T8" fmla="*/ 143084 w 2560"/>
              <a:gd name="T9" fmla="*/ 150874 h 2608"/>
              <a:gd name="T10" fmla="*/ 153176 w 2560"/>
              <a:gd name="T11" fmla="*/ 188282 h 2608"/>
              <a:gd name="T12" fmla="*/ 214696 w 2560"/>
              <a:gd name="T13" fmla="*/ 134724 h 2608"/>
              <a:gd name="T14" fmla="*/ 188567 w 2560"/>
              <a:gd name="T15" fmla="*/ 204294 h 2608"/>
              <a:gd name="T16" fmla="*/ 240962 w 2560"/>
              <a:gd name="T17" fmla="*/ 161227 h 2608"/>
              <a:gd name="T18" fmla="*/ 204604 w 2560"/>
              <a:gd name="T19" fmla="*/ 188282 h 2608"/>
              <a:gd name="T20" fmla="*/ 214696 w 2560"/>
              <a:gd name="T21" fmla="*/ 150874 h 2608"/>
              <a:gd name="T22" fmla="*/ 224926 w 2560"/>
              <a:gd name="T23" fmla="*/ 188282 h 2608"/>
              <a:gd name="T24" fmla="*/ 143084 w 2560"/>
              <a:gd name="T25" fmla="*/ 220031 h 2608"/>
              <a:gd name="T26" fmla="*/ 116956 w 2560"/>
              <a:gd name="T27" fmla="*/ 329908 h 2608"/>
              <a:gd name="T28" fmla="*/ 169351 w 2560"/>
              <a:gd name="T29" fmla="*/ 246534 h 2608"/>
              <a:gd name="T30" fmla="*/ 132992 w 2560"/>
              <a:gd name="T31" fmla="*/ 313758 h 2608"/>
              <a:gd name="T32" fmla="*/ 143084 w 2560"/>
              <a:gd name="T33" fmla="*/ 236043 h 2608"/>
              <a:gd name="T34" fmla="*/ 153176 w 2560"/>
              <a:gd name="T35" fmla="*/ 313758 h 2608"/>
              <a:gd name="T36" fmla="*/ 214696 w 2560"/>
              <a:gd name="T37" fmla="*/ 220031 h 2608"/>
              <a:gd name="T38" fmla="*/ 188567 w 2560"/>
              <a:gd name="T39" fmla="*/ 329908 h 2608"/>
              <a:gd name="T40" fmla="*/ 240962 w 2560"/>
              <a:gd name="T41" fmla="*/ 246534 h 2608"/>
              <a:gd name="T42" fmla="*/ 204604 w 2560"/>
              <a:gd name="T43" fmla="*/ 313758 h 2608"/>
              <a:gd name="T44" fmla="*/ 214696 w 2560"/>
              <a:gd name="T45" fmla="*/ 236043 h 2608"/>
              <a:gd name="T46" fmla="*/ 224926 w 2560"/>
              <a:gd name="T47" fmla="*/ 313758 h 2608"/>
              <a:gd name="T48" fmla="*/ 320592 w 2560"/>
              <a:gd name="T49" fmla="*/ 343850 h 2608"/>
              <a:gd name="T50" fmla="*/ 296399 w 2560"/>
              <a:gd name="T51" fmla="*/ 177653 h 2608"/>
              <a:gd name="T52" fmla="*/ 272621 w 2560"/>
              <a:gd name="T53" fmla="*/ 130859 h 2608"/>
              <a:gd name="T54" fmla="*/ 252437 w 2560"/>
              <a:gd name="T55" fmla="*/ 87377 h 2608"/>
              <a:gd name="T56" fmla="*/ 224235 w 2560"/>
              <a:gd name="T57" fmla="*/ 63221 h 2608"/>
              <a:gd name="T58" fmla="*/ 200042 w 2560"/>
              <a:gd name="T59" fmla="*/ 28298 h 2608"/>
              <a:gd name="T60" fmla="*/ 186079 w 2560"/>
              <a:gd name="T61" fmla="*/ 8144 h 2608"/>
              <a:gd name="T62" fmla="*/ 170180 w 2560"/>
              <a:gd name="T63" fmla="*/ 8144 h 2608"/>
              <a:gd name="T64" fmla="*/ 156494 w 2560"/>
              <a:gd name="T65" fmla="*/ 28298 h 2608"/>
              <a:gd name="T66" fmla="*/ 132301 w 2560"/>
              <a:gd name="T67" fmla="*/ 63221 h 2608"/>
              <a:gd name="T68" fmla="*/ 104099 w 2560"/>
              <a:gd name="T69" fmla="*/ 87377 h 2608"/>
              <a:gd name="T70" fmla="*/ 83915 w 2560"/>
              <a:gd name="T71" fmla="*/ 130859 h 2608"/>
              <a:gd name="T72" fmla="*/ 60966 w 2560"/>
              <a:gd name="T73" fmla="*/ 177653 h 2608"/>
              <a:gd name="T74" fmla="*/ 36773 w 2560"/>
              <a:gd name="T75" fmla="*/ 343850 h 2608"/>
              <a:gd name="T76" fmla="*/ 0 w 2560"/>
              <a:gd name="T77" fmla="*/ 351856 h 2608"/>
              <a:gd name="T78" fmla="*/ 345753 w 2560"/>
              <a:gd name="T79" fmla="*/ 359862 h 2608"/>
              <a:gd name="T80" fmla="*/ 345753 w 2560"/>
              <a:gd name="T81" fmla="*/ 343850 h 2608"/>
              <a:gd name="T82" fmla="*/ 304417 w 2560"/>
              <a:gd name="T83" fmla="*/ 201672 h 2608"/>
              <a:gd name="T84" fmla="*/ 272621 w 2560"/>
              <a:gd name="T85" fmla="*/ 343850 h 2608"/>
              <a:gd name="T86" fmla="*/ 296399 w 2560"/>
              <a:gd name="T87" fmla="*/ 193666 h 2608"/>
              <a:gd name="T88" fmla="*/ 156494 w 2560"/>
              <a:gd name="T89" fmla="*/ 44448 h 2608"/>
              <a:gd name="T90" fmla="*/ 208060 w 2560"/>
              <a:gd name="T91" fmla="*/ 52454 h 2608"/>
              <a:gd name="T92" fmla="*/ 148476 w 2560"/>
              <a:gd name="T93" fmla="*/ 63221 h 2608"/>
              <a:gd name="T94" fmla="*/ 120136 w 2560"/>
              <a:gd name="T95" fmla="*/ 87377 h 2608"/>
              <a:gd name="T96" fmla="*/ 140319 w 2560"/>
              <a:gd name="T97" fmla="*/ 79371 h 2608"/>
              <a:gd name="T98" fmla="*/ 228244 w 2560"/>
              <a:gd name="T99" fmla="*/ 79371 h 2608"/>
              <a:gd name="T100" fmla="*/ 236400 w 2560"/>
              <a:gd name="T101" fmla="*/ 106702 h 2608"/>
              <a:gd name="T102" fmla="*/ 120136 w 2560"/>
              <a:gd name="T103" fmla="*/ 87377 h 2608"/>
              <a:gd name="T104" fmla="*/ 108108 w 2560"/>
              <a:gd name="T105" fmla="*/ 122853 h 2608"/>
              <a:gd name="T106" fmla="*/ 256446 w 2560"/>
              <a:gd name="T107" fmla="*/ 130859 h 2608"/>
              <a:gd name="T108" fmla="*/ 100090 w 2560"/>
              <a:gd name="T109" fmla="*/ 343850 h 2608"/>
              <a:gd name="T110" fmla="*/ 52810 w 2560"/>
              <a:gd name="T111" fmla="*/ 201672 h 2608"/>
              <a:gd name="T112" fmla="*/ 83915 w 2560"/>
              <a:gd name="T113" fmla="*/ 193666 h 2608"/>
              <a:gd name="T114" fmla="*/ 52810 w 2560"/>
              <a:gd name="T115" fmla="*/ 343850 h 26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560" h="2608">
                <a:moveTo>
                  <a:pt x="1225" y="1168"/>
                </a:moveTo>
                <a:cubicBezTo>
                  <a:pt x="1225" y="1061"/>
                  <a:pt x="1141" y="976"/>
                  <a:pt x="1035" y="976"/>
                </a:cubicBezTo>
                <a:cubicBezTo>
                  <a:pt x="928" y="976"/>
                  <a:pt x="846" y="1061"/>
                  <a:pt x="846" y="1168"/>
                </a:cubicBezTo>
                <a:lnTo>
                  <a:pt x="846" y="1480"/>
                </a:lnTo>
                <a:lnTo>
                  <a:pt x="1225" y="1480"/>
                </a:lnTo>
                <a:lnTo>
                  <a:pt x="1225" y="1168"/>
                </a:lnTo>
                <a:close/>
                <a:moveTo>
                  <a:pt x="1108" y="1364"/>
                </a:moveTo>
                <a:lnTo>
                  <a:pt x="962" y="1364"/>
                </a:lnTo>
                <a:lnTo>
                  <a:pt x="962" y="1168"/>
                </a:lnTo>
                <a:cubicBezTo>
                  <a:pt x="962" y="1126"/>
                  <a:pt x="994" y="1093"/>
                  <a:pt x="1035" y="1093"/>
                </a:cubicBezTo>
                <a:cubicBezTo>
                  <a:pt x="1075" y="1093"/>
                  <a:pt x="1108" y="1126"/>
                  <a:pt x="1108" y="1168"/>
                </a:cubicBezTo>
                <a:lnTo>
                  <a:pt x="1108" y="1364"/>
                </a:lnTo>
                <a:close/>
                <a:moveTo>
                  <a:pt x="1743" y="1168"/>
                </a:moveTo>
                <a:cubicBezTo>
                  <a:pt x="1743" y="1061"/>
                  <a:pt x="1660" y="976"/>
                  <a:pt x="1553" y="976"/>
                </a:cubicBezTo>
                <a:cubicBezTo>
                  <a:pt x="1447" y="976"/>
                  <a:pt x="1364" y="1061"/>
                  <a:pt x="1364" y="1168"/>
                </a:cubicBezTo>
                <a:lnTo>
                  <a:pt x="1364" y="1480"/>
                </a:lnTo>
                <a:lnTo>
                  <a:pt x="1743" y="1480"/>
                </a:lnTo>
                <a:lnTo>
                  <a:pt x="1743" y="1168"/>
                </a:lnTo>
                <a:close/>
                <a:moveTo>
                  <a:pt x="1627" y="1364"/>
                </a:moveTo>
                <a:lnTo>
                  <a:pt x="1480" y="1364"/>
                </a:lnTo>
                <a:lnTo>
                  <a:pt x="1480" y="1168"/>
                </a:lnTo>
                <a:cubicBezTo>
                  <a:pt x="1480" y="1126"/>
                  <a:pt x="1513" y="1093"/>
                  <a:pt x="1553" y="1093"/>
                </a:cubicBezTo>
                <a:cubicBezTo>
                  <a:pt x="1594" y="1093"/>
                  <a:pt x="1627" y="1126"/>
                  <a:pt x="1627" y="1168"/>
                </a:cubicBezTo>
                <a:lnTo>
                  <a:pt x="1627" y="1364"/>
                </a:lnTo>
                <a:close/>
                <a:moveTo>
                  <a:pt x="1225" y="1786"/>
                </a:moveTo>
                <a:cubicBezTo>
                  <a:pt x="1225" y="1678"/>
                  <a:pt x="1141" y="1594"/>
                  <a:pt x="1035" y="1594"/>
                </a:cubicBezTo>
                <a:cubicBezTo>
                  <a:pt x="928" y="1594"/>
                  <a:pt x="846" y="1678"/>
                  <a:pt x="846" y="1786"/>
                </a:cubicBezTo>
                <a:lnTo>
                  <a:pt x="846" y="2390"/>
                </a:lnTo>
                <a:lnTo>
                  <a:pt x="1225" y="2390"/>
                </a:lnTo>
                <a:lnTo>
                  <a:pt x="1225" y="1786"/>
                </a:lnTo>
                <a:close/>
                <a:moveTo>
                  <a:pt x="1108" y="2273"/>
                </a:moveTo>
                <a:lnTo>
                  <a:pt x="962" y="2273"/>
                </a:lnTo>
                <a:lnTo>
                  <a:pt x="962" y="1786"/>
                </a:lnTo>
                <a:cubicBezTo>
                  <a:pt x="962" y="1744"/>
                  <a:pt x="994" y="1710"/>
                  <a:pt x="1035" y="1710"/>
                </a:cubicBezTo>
                <a:cubicBezTo>
                  <a:pt x="1075" y="1710"/>
                  <a:pt x="1108" y="1744"/>
                  <a:pt x="1108" y="1786"/>
                </a:cubicBezTo>
                <a:lnTo>
                  <a:pt x="1108" y="2273"/>
                </a:lnTo>
                <a:close/>
                <a:moveTo>
                  <a:pt x="1743" y="1786"/>
                </a:moveTo>
                <a:cubicBezTo>
                  <a:pt x="1743" y="1678"/>
                  <a:pt x="1660" y="1594"/>
                  <a:pt x="1553" y="1594"/>
                </a:cubicBezTo>
                <a:cubicBezTo>
                  <a:pt x="1447" y="1594"/>
                  <a:pt x="1364" y="1678"/>
                  <a:pt x="1364" y="1786"/>
                </a:cubicBezTo>
                <a:lnTo>
                  <a:pt x="1364" y="2390"/>
                </a:lnTo>
                <a:lnTo>
                  <a:pt x="1743" y="2390"/>
                </a:lnTo>
                <a:lnTo>
                  <a:pt x="1743" y="1786"/>
                </a:lnTo>
                <a:close/>
                <a:moveTo>
                  <a:pt x="1627" y="2273"/>
                </a:moveTo>
                <a:lnTo>
                  <a:pt x="1480" y="2273"/>
                </a:lnTo>
                <a:lnTo>
                  <a:pt x="1480" y="1786"/>
                </a:lnTo>
                <a:cubicBezTo>
                  <a:pt x="1480" y="1744"/>
                  <a:pt x="1513" y="1710"/>
                  <a:pt x="1553" y="1710"/>
                </a:cubicBezTo>
                <a:cubicBezTo>
                  <a:pt x="1594" y="1710"/>
                  <a:pt x="1627" y="1744"/>
                  <a:pt x="1627" y="1786"/>
                </a:cubicBezTo>
                <a:lnTo>
                  <a:pt x="1627" y="2273"/>
                </a:lnTo>
                <a:close/>
                <a:moveTo>
                  <a:pt x="2501" y="2491"/>
                </a:moveTo>
                <a:lnTo>
                  <a:pt x="2319" y="2491"/>
                </a:lnTo>
                <a:lnTo>
                  <a:pt x="2319" y="1461"/>
                </a:lnTo>
                <a:cubicBezTo>
                  <a:pt x="2319" y="1365"/>
                  <a:pt x="2240" y="1287"/>
                  <a:pt x="2144" y="1287"/>
                </a:cubicBezTo>
                <a:lnTo>
                  <a:pt x="1972" y="1287"/>
                </a:lnTo>
                <a:lnTo>
                  <a:pt x="1972" y="948"/>
                </a:lnTo>
                <a:cubicBezTo>
                  <a:pt x="1972" y="862"/>
                  <a:pt x="1909" y="790"/>
                  <a:pt x="1826" y="776"/>
                </a:cubicBezTo>
                <a:lnTo>
                  <a:pt x="1826" y="633"/>
                </a:lnTo>
                <a:cubicBezTo>
                  <a:pt x="1826" y="537"/>
                  <a:pt x="1748" y="458"/>
                  <a:pt x="1651" y="458"/>
                </a:cubicBezTo>
                <a:lnTo>
                  <a:pt x="1622" y="458"/>
                </a:lnTo>
                <a:lnTo>
                  <a:pt x="1622" y="380"/>
                </a:lnTo>
                <a:cubicBezTo>
                  <a:pt x="1622" y="284"/>
                  <a:pt x="1544" y="205"/>
                  <a:pt x="1447" y="205"/>
                </a:cubicBezTo>
                <a:lnTo>
                  <a:pt x="1346" y="205"/>
                </a:lnTo>
                <a:lnTo>
                  <a:pt x="1346" y="59"/>
                </a:lnTo>
                <a:cubicBezTo>
                  <a:pt x="1346" y="26"/>
                  <a:pt x="1320" y="0"/>
                  <a:pt x="1288" y="0"/>
                </a:cubicBezTo>
                <a:cubicBezTo>
                  <a:pt x="1257" y="0"/>
                  <a:pt x="1231" y="26"/>
                  <a:pt x="1231" y="59"/>
                </a:cubicBezTo>
                <a:lnTo>
                  <a:pt x="1231" y="205"/>
                </a:lnTo>
                <a:lnTo>
                  <a:pt x="1132" y="205"/>
                </a:lnTo>
                <a:cubicBezTo>
                  <a:pt x="1035" y="205"/>
                  <a:pt x="957" y="284"/>
                  <a:pt x="957" y="380"/>
                </a:cubicBezTo>
                <a:lnTo>
                  <a:pt x="957" y="458"/>
                </a:lnTo>
                <a:lnTo>
                  <a:pt x="928" y="458"/>
                </a:lnTo>
                <a:cubicBezTo>
                  <a:pt x="831" y="458"/>
                  <a:pt x="753" y="537"/>
                  <a:pt x="753" y="633"/>
                </a:cubicBezTo>
                <a:lnTo>
                  <a:pt x="753" y="776"/>
                </a:lnTo>
                <a:cubicBezTo>
                  <a:pt x="670" y="790"/>
                  <a:pt x="607" y="862"/>
                  <a:pt x="607" y="948"/>
                </a:cubicBezTo>
                <a:lnTo>
                  <a:pt x="607" y="1287"/>
                </a:lnTo>
                <a:lnTo>
                  <a:pt x="441" y="1287"/>
                </a:lnTo>
                <a:cubicBezTo>
                  <a:pt x="344" y="1287"/>
                  <a:pt x="266" y="1365"/>
                  <a:pt x="266" y="1461"/>
                </a:cubicBezTo>
                <a:lnTo>
                  <a:pt x="266" y="2491"/>
                </a:lnTo>
                <a:lnTo>
                  <a:pt x="58" y="2491"/>
                </a:lnTo>
                <a:cubicBezTo>
                  <a:pt x="26" y="2491"/>
                  <a:pt x="0" y="2517"/>
                  <a:pt x="0" y="2549"/>
                </a:cubicBezTo>
                <a:cubicBezTo>
                  <a:pt x="0" y="2581"/>
                  <a:pt x="26" y="2607"/>
                  <a:pt x="58" y="2607"/>
                </a:cubicBezTo>
                <a:lnTo>
                  <a:pt x="2501" y="2607"/>
                </a:lnTo>
                <a:cubicBezTo>
                  <a:pt x="2533" y="2607"/>
                  <a:pt x="2559" y="2581"/>
                  <a:pt x="2559" y="2549"/>
                </a:cubicBezTo>
                <a:cubicBezTo>
                  <a:pt x="2559" y="2517"/>
                  <a:pt x="2533" y="2491"/>
                  <a:pt x="2501" y="2491"/>
                </a:cubicBezTo>
                <a:close/>
                <a:moveTo>
                  <a:pt x="2144" y="1403"/>
                </a:moveTo>
                <a:cubicBezTo>
                  <a:pt x="2176" y="1403"/>
                  <a:pt x="2202" y="1429"/>
                  <a:pt x="2202" y="1461"/>
                </a:cubicBezTo>
                <a:lnTo>
                  <a:pt x="2202" y="2491"/>
                </a:lnTo>
                <a:lnTo>
                  <a:pt x="1972" y="2491"/>
                </a:lnTo>
                <a:lnTo>
                  <a:pt x="1972" y="1403"/>
                </a:lnTo>
                <a:lnTo>
                  <a:pt x="2144" y="1403"/>
                </a:lnTo>
                <a:close/>
                <a:moveTo>
                  <a:pt x="1074" y="380"/>
                </a:moveTo>
                <a:cubicBezTo>
                  <a:pt x="1074" y="348"/>
                  <a:pt x="1100" y="322"/>
                  <a:pt x="1132" y="322"/>
                </a:cubicBezTo>
                <a:lnTo>
                  <a:pt x="1447" y="322"/>
                </a:lnTo>
                <a:cubicBezTo>
                  <a:pt x="1479" y="322"/>
                  <a:pt x="1505" y="348"/>
                  <a:pt x="1505" y="380"/>
                </a:cubicBezTo>
                <a:lnTo>
                  <a:pt x="1505" y="458"/>
                </a:lnTo>
                <a:lnTo>
                  <a:pt x="1074" y="458"/>
                </a:lnTo>
                <a:lnTo>
                  <a:pt x="1074" y="380"/>
                </a:lnTo>
                <a:close/>
                <a:moveTo>
                  <a:pt x="869" y="633"/>
                </a:moveTo>
                <a:cubicBezTo>
                  <a:pt x="869" y="601"/>
                  <a:pt x="896" y="575"/>
                  <a:pt x="928" y="575"/>
                </a:cubicBezTo>
                <a:lnTo>
                  <a:pt x="1015" y="575"/>
                </a:lnTo>
                <a:lnTo>
                  <a:pt x="1564" y="575"/>
                </a:lnTo>
                <a:lnTo>
                  <a:pt x="1651" y="575"/>
                </a:lnTo>
                <a:cubicBezTo>
                  <a:pt x="1683" y="575"/>
                  <a:pt x="1710" y="601"/>
                  <a:pt x="1710" y="633"/>
                </a:cubicBezTo>
                <a:lnTo>
                  <a:pt x="1710" y="773"/>
                </a:lnTo>
                <a:lnTo>
                  <a:pt x="869" y="773"/>
                </a:lnTo>
                <a:lnTo>
                  <a:pt x="869" y="633"/>
                </a:lnTo>
                <a:close/>
                <a:moveTo>
                  <a:pt x="724" y="948"/>
                </a:moveTo>
                <a:cubicBezTo>
                  <a:pt x="724" y="916"/>
                  <a:pt x="750" y="890"/>
                  <a:pt x="782" y="890"/>
                </a:cubicBezTo>
                <a:lnTo>
                  <a:pt x="1797" y="890"/>
                </a:lnTo>
                <a:cubicBezTo>
                  <a:pt x="1829" y="890"/>
                  <a:pt x="1855" y="916"/>
                  <a:pt x="1855" y="948"/>
                </a:cubicBezTo>
                <a:lnTo>
                  <a:pt x="1855" y="2491"/>
                </a:lnTo>
                <a:lnTo>
                  <a:pt x="724" y="2491"/>
                </a:lnTo>
                <a:lnTo>
                  <a:pt x="724" y="948"/>
                </a:lnTo>
                <a:close/>
                <a:moveTo>
                  <a:pt x="382" y="1461"/>
                </a:moveTo>
                <a:cubicBezTo>
                  <a:pt x="382" y="1429"/>
                  <a:pt x="408" y="1403"/>
                  <a:pt x="441" y="1403"/>
                </a:cubicBezTo>
                <a:lnTo>
                  <a:pt x="607" y="1403"/>
                </a:lnTo>
                <a:lnTo>
                  <a:pt x="607" y="2491"/>
                </a:lnTo>
                <a:lnTo>
                  <a:pt x="382" y="2491"/>
                </a:lnTo>
                <a:lnTo>
                  <a:pt x="382" y="1461"/>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22" name="Freeform 23">
            <a:extLst>
              <a:ext uri="{FF2B5EF4-FFF2-40B4-BE49-F238E27FC236}">
                <a16:creationId xmlns:a16="http://schemas.microsoft.com/office/drawing/2014/main" id="{0A113E84-2D52-A24C-B376-36531AB214BD}"/>
              </a:ext>
            </a:extLst>
          </p:cNvPr>
          <p:cNvSpPr>
            <a:spLocks noChangeAspect="1" noChangeArrowheads="1"/>
          </p:cNvSpPr>
          <p:nvPr/>
        </p:nvSpPr>
        <p:spPr bwMode="auto">
          <a:xfrm>
            <a:off x="1672477" y="1574662"/>
            <a:ext cx="524143" cy="349428"/>
          </a:xfrm>
          <a:custGeom>
            <a:avLst/>
            <a:gdLst>
              <a:gd name="T0" fmla="*/ 415273 w 2686"/>
              <a:gd name="T1" fmla="*/ 203992 h 1799"/>
              <a:gd name="T2" fmla="*/ 307032 w 2686"/>
              <a:gd name="T3" fmla="*/ 152833 h 1799"/>
              <a:gd name="T4" fmla="*/ 103095 w 2686"/>
              <a:gd name="T5" fmla="*/ 98939 h 1799"/>
              <a:gd name="T6" fmla="*/ 52432 w 2686"/>
              <a:gd name="T7" fmla="*/ 11583 h 1799"/>
              <a:gd name="T8" fmla="*/ 3538 w 2686"/>
              <a:gd name="T9" fmla="*/ 2735 h 1799"/>
              <a:gd name="T10" fmla="*/ 14797 w 2686"/>
              <a:gd name="T11" fmla="*/ 115992 h 1799"/>
              <a:gd name="T12" fmla="*/ 87976 w 2686"/>
              <a:gd name="T13" fmla="*/ 179861 h 1799"/>
              <a:gd name="T14" fmla="*/ 152631 w 2686"/>
              <a:gd name="T15" fmla="*/ 220241 h 1799"/>
              <a:gd name="T16" fmla="*/ 253313 w 2686"/>
              <a:gd name="T17" fmla="*/ 288774 h 1799"/>
              <a:gd name="T18" fmla="*/ 258782 w 2686"/>
              <a:gd name="T19" fmla="*/ 289257 h 1799"/>
              <a:gd name="T20" fmla="*/ 292074 w 2686"/>
              <a:gd name="T21" fmla="*/ 261104 h 1799"/>
              <a:gd name="T22" fmla="*/ 293522 w 2686"/>
              <a:gd name="T23" fmla="*/ 252577 h 1799"/>
              <a:gd name="T24" fmla="*/ 396456 w 2686"/>
              <a:gd name="T25" fmla="*/ 273330 h 1799"/>
              <a:gd name="T26" fmla="*/ 429909 w 2686"/>
              <a:gd name="T27" fmla="*/ 250968 h 1799"/>
              <a:gd name="T28" fmla="*/ 106955 w 2686"/>
              <a:gd name="T29" fmla="*/ 174552 h 1799"/>
              <a:gd name="T30" fmla="*/ 209084 w 2686"/>
              <a:gd name="T31" fmla="*/ 185652 h 1799"/>
              <a:gd name="T32" fmla="*/ 250579 w 2686"/>
              <a:gd name="T33" fmla="*/ 213484 h 1799"/>
              <a:gd name="T34" fmla="*/ 200721 w 2686"/>
              <a:gd name="T35" fmla="*/ 216380 h 1799"/>
              <a:gd name="T36" fmla="*/ 106955 w 2686"/>
              <a:gd name="T37" fmla="*/ 174552 h 1799"/>
              <a:gd name="T38" fmla="*/ 196057 w 2686"/>
              <a:gd name="T39" fmla="*/ 234559 h 1799"/>
              <a:gd name="T40" fmla="*/ 229993 w 2686"/>
              <a:gd name="T41" fmla="*/ 244533 h 1799"/>
              <a:gd name="T42" fmla="*/ 199273 w 2686"/>
              <a:gd name="T43" fmla="*/ 246786 h 1799"/>
              <a:gd name="T44" fmla="*/ 273900 w 2686"/>
              <a:gd name="T45" fmla="*/ 256277 h 1799"/>
              <a:gd name="T46" fmla="*/ 266180 w 2686"/>
              <a:gd name="T47" fmla="*/ 268021 h 1799"/>
              <a:gd name="T48" fmla="*/ 248971 w 2686"/>
              <a:gd name="T49" fmla="*/ 263356 h 1799"/>
              <a:gd name="T50" fmla="*/ 255887 w 2686"/>
              <a:gd name="T51" fmla="*/ 237776 h 1799"/>
              <a:gd name="T52" fmla="*/ 265537 w 2686"/>
              <a:gd name="T53" fmla="*/ 235685 h 1799"/>
              <a:gd name="T54" fmla="*/ 273900 w 2686"/>
              <a:gd name="T55" fmla="*/ 256277 h 1799"/>
              <a:gd name="T56" fmla="*/ 405623 w 2686"/>
              <a:gd name="T57" fmla="*/ 253382 h 1799"/>
              <a:gd name="T58" fmla="*/ 288536 w 2686"/>
              <a:gd name="T59" fmla="*/ 231663 h 1799"/>
              <a:gd name="T60" fmla="*/ 269075 w 2686"/>
              <a:gd name="T61" fmla="*/ 217184 h 1799"/>
              <a:gd name="T62" fmla="*/ 213909 w 2686"/>
              <a:gd name="T63" fmla="*/ 167473 h 1799"/>
              <a:gd name="T64" fmla="*/ 92480 w 2686"/>
              <a:gd name="T65" fmla="*/ 160877 h 1799"/>
              <a:gd name="T66" fmla="*/ 20908 w 2686"/>
              <a:gd name="T67" fmla="*/ 22523 h 1799"/>
              <a:gd name="T68" fmla="*/ 88459 w 2686"/>
              <a:gd name="T69" fmla="*/ 111488 h 1799"/>
              <a:gd name="T70" fmla="*/ 267145 w 2686"/>
              <a:gd name="T71" fmla="*/ 162164 h 1799"/>
              <a:gd name="T72" fmla="*/ 398547 w 2686"/>
              <a:gd name="T73" fmla="*/ 212519 h 1799"/>
              <a:gd name="T74" fmla="*/ 411735 w 2686"/>
              <a:gd name="T75" fmla="*/ 246464 h 179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686" h="1799">
                <a:moveTo>
                  <a:pt x="2649" y="1388"/>
                </a:moveTo>
                <a:cubicBezTo>
                  <a:pt x="2628" y="1339"/>
                  <a:pt x="2601" y="1296"/>
                  <a:pt x="2582" y="1268"/>
                </a:cubicBezTo>
                <a:lnTo>
                  <a:pt x="2576" y="1258"/>
                </a:lnTo>
                <a:cubicBezTo>
                  <a:pt x="2460" y="1077"/>
                  <a:pt x="2192" y="1014"/>
                  <a:pt x="1909" y="950"/>
                </a:cubicBezTo>
                <a:cubicBezTo>
                  <a:pt x="1837" y="933"/>
                  <a:pt x="1763" y="916"/>
                  <a:pt x="1691" y="897"/>
                </a:cubicBezTo>
                <a:lnTo>
                  <a:pt x="641" y="615"/>
                </a:lnTo>
                <a:lnTo>
                  <a:pt x="362" y="100"/>
                </a:lnTo>
                <a:cubicBezTo>
                  <a:pt x="354" y="86"/>
                  <a:pt x="341" y="76"/>
                  <a:pt x="326" y="72"/>
                </a:cubicBezTo>
                <a:lnTo>
                  <a:pt x="75" y="5"/>
                </a:lnTo>
                <a:cubicBezTo>
                  <a:pt x="56" y="0"/>
                  <a:pt x="36" y="4"/>
                  <a:pt x="22" y="17"/>
                </a:cubicBezTo>
                <a:cubicBezTo>
                  <a:pt x="7" y="30"/>
                  <a:pt x="0" y="50"/>
                  <a:pt x="2" y="69"/>
                </a:cubicBezTo>
                <a:lnTo>
                  <a:pt x="92" y="721"/>
                </a:lnTo>
                <a:cubicBezTo>
                  <a:pt x="93" y="726"/>
                  <a:pt x="94" y="731"/>
                  <a:pt x="96" y="736"/>
                </a:cubicBezTo>
                <a:cubicBezTo>
                  <a:pt x="104" y="755"/>
                  <a:pt x="185" y="925"/>
                  <a:pt x="547" y="1118"/>
                </a:cubicBezTo>
                <a:cubicBezTo>
                  <a:pt x="572" y="1170"/>
                  <a:pt x="640" y="1224"/>
                  <a:pt x="757" y="1284"/>
                </a:cubicBezTo>
                <a:cubicBezTo>
                  <a:pt x="814" y="1313"/>
                  <a:pt x="880" y="1342"/>
                  <a:pt x="949" y="1369"/>
                </a:cubicBezTo>
                <a:cubicBezTo>
                  <a:pt x="1005" y="1453"/>
                  <a:pt x="1086" y="1562"/>
                  <a:pt x="1167" y="1626"/>
                </a:cubicBezTo>
                <a:cubicBezTo>
                  <a:pt x="1309" y="1738"/>
                  <a:pt x="1565" y="1792"/>
                  <a:pt x="1575" y="1795"/>
                </a:cubicBezTo>
                <a:cubicBezTo>
                  <a:pt x="1578" y="1795"/>
                  <a:pt x="1581" y="1795"/>
                  <a:pt x="1583" y="1796"/>
                </a:cubicBezTo>
                <a:cubicBezTo>
                  <a:pt x="1592" y="1797"/>
                  <a:pt x="1601" y="1798"/>
                  <a:pt x="1609" y="1798"/>
                </a:cubicBezTo>
                <a:cubicBezTo>
                  <a:pt x="1648" y="1798"/>
                  <a:pt x="1688" y="1785"/>
                  <a:pt x="1722" y="1761"/>
                </a:cubicBezTo>
                <a:cubicBezTo>
                  <a:pt x="1767" y="1729"/>
                  <a:pt x="1801" y="1680"/>
                  <a:pt x="1816" y="1623"/>
                </a:cubicBezTo>
                <a:cubicBezTo>
                  <a:pt x="1821" y="1606"/>
                  <a:pt x="1824" y="1588"/>
                  <a:pt x="1825" y="1570"/>
                </a:cubicBezTo>
                <a:cubicBezTo>
                  <a:pt x="2014" y="1623"/>
                  <a:pt x="2168" y="1661"/>
                  <a:pt x="2285" y="1681"/>
                </a:cubicBezTo>
                <a:cubicBezTo>
                  <a:pt x="2365" y="1694"/>
                  <a:pt x="2422" y="1699"/>
                  <a:pt x="2465" y="1699"/>
                </a:cubicBezTo>
                <a:cubicBezTo>
                  <a:pt x="2528" y="1699"/>
                  <a:pt x="2559" y="1689"/>
                  <a:pt x="2579" y="1677"/>
                </a:cubicBezTo>
                <a:cubicBezTo>
                  <a:pt x="2628" y="1650"/>
                  <a:pt x="2661" y="1609"/>
                  <a:pt x="2673" y="1560"/>
                </a:cubicBezTo>
                <a:cubicBezTo>
                  <a:pt x="2685" y="1511"/>
                  <a:pt x="2677" y="1453"/>
                  <a:pt x="2649" y="1388"/>
                </a:cubicBezTo>
                <a:close/>
                <a:moveTo>
                  <a:pt x="665" y="1085"/>
                </a:moveTo>
                <a:cubicBezTo>
                  <a:pt x="694" y="1077"/>
                  <a:pt x="757" y="1069"/>
                  <a:pt x="874" y="1078"/>
                </a:cubicBezTo>
                <a:cubicBezTo>
                  <a:pt x="1003" y="1088"/>
                  <a:pt x="1159" y="1116"/>
                  <a:pt x="1300" y="1154"/>
                </a:cubicBezTo>
                <a:cubicBezTo>
                  <a:pt x="1463" y="1198"/>
                  <a:pt x="1526" y="1241"/>
                  <a:pt x="1549" y="1269"/>
                </a:cubicBezTo>
                <a:cubicBezTo>
                  <a:pt x="1565" y="1288"/>
                  <a:pt x="1565" y="1302"/>
                  <a:pt x="1558" y="1327"/>
                </a:cubicBezTo>
                <a:cubicBezTo>
                  <a:pt x="1552" y="1351"/>
                  <a:pt x="1545" y="1363"/>
                  <a:pt x="1521" y="1372"/>
                </a:cubicBezTo>
                <a:cubicBezTo>
                  <a:pt x="1487" y="1384"/>
                  <a:pt x="1411" y="1389"/>
                  <a:pt x="1248" y="1345"/>
                </a:cubicBezTo>
                <a:cubicBezTo>
                  <a:pt x="1107" y="1307"/>
                  <a:pt x="959" y="1252"/>
                  <a:pt x="842" y="1196"/>
                </a:cubicBezTo>
                <a:cubicBezTo>
                  <a:pt x="737" y="1145"/>
                  <a:pt x="686" y="1106"/>
                  <a:pt x="665" y="1085"/>
                </a:cubicBezTo>
                <a:close/>
                <a:moveTo>
                  <a:pt x="1143" y="1436"/>
                </a:moveTo>
                <a:cubicBezTo>
                  <a:pt x="1168" y="1444"/>
                  <a:pt x="1193" y="1451"/>
                  <a:pt x="1219" y="1458"/>
                </a:cubicBezTo>
                <a:cubicBezTo>
                  <a:pt x="1304" y="1481"/>
                  <a:pt x="1377" y="1494"/>
                  <a:pt x="1438" y="1496"/>
                </a:cubicBezTo>
                <a:cubicBezTo>
                  <a:pt x="1435" y="1504"/>
                  <a:pt x="1432" y="1512"/>
                  <a:pt x="1430" y="1520"/>
                </a:cubicBezTo>
                <a:cubicBezTo>
                  <a:pt x="1420" y="1557"/>
                  <a:pt x="1419" y="1594"/>
                  <a:pt x="1425" y="1630"/>
                </a:cubicBezTo>
                <a:cubicBezTo>
                  <a:pt x="1359" y="1606"/>
                  <a:pt x="1289" y="1574"/>
                  <a:pt x="1239" y="1534"/>
                </a:cubicBezTo>
                <a:cubicBezTo>
                  <a:pt x="1207" y="1509"/>
                  <a:pt x="1174" y="1474"/>
                  <a:pt x="1143" y="1436"/>
                </a:cubicBezTo>
                <a:close/>
                <a:moveTo>
                  <a:pt x="1703" y="1593"/>
                </a:moveTo>
                <a:lnTo>
                  <a:pt x="1703" y="1593"/>
                </a:lnTo>
                <a:cubicBezTo>
                  <a:pt x="1694" y="1623"/>
                  <a:pt x="1677" y="1650"/>
                  <a:pt x="1655" y="1666"/>
                </a:cubicBezTo>
                <a:cubicBezTo>
                  <a:pt x="1643" y="1674"/>
                  <a:pt x="1620" y="1686"/>
                  <a:pt x="1594" y="1679"/>
                </a:cubicBezTo>
                <a:cubicBezTo>
                  <a:pt x="1568" y="1672"/>
                  <a:pt x="1554" y="1650"/>
                  <a:pt x="1548" y="1637"/>
                </a:cubicBezTo>
                <a:cubicBezTo>
                  <a:pt x="1537" y="1612"/>
                  <a:pt x="1535" y="1581"/>
                  <a:pt x="1543" y="1550"/>
                </a:cubicBezTo>
                <a:cubicBezTo>
                  <a:pt x="1551" y="1520"/>
                  <a:pt x="1568" y="1494"/>
                  <a:pt x="1591" y="1478"/>
                </a:cubicBezTo>
                <a:cubicBezTo>
                  <a:pt x="1600" y="1472"/>
                  <a:pt x="1616" y="1463"/>
                  <a:pt x="1636" y="1463"/>
                </a:cubicBezTo>
                <a:cubicBezTo>
                  <a:pt x="1641" y="1463"/>
                  <a:pt x="1646" y="1463"/>
                  <a:pt x="1651" y="1465"/>
                </a:cubicBezTo>
                <a:cubicBezTo>
                  <a:pt x="1678" y="1472"/>
                  <a:pt x="1691" y="1494"/>
                  <a:pt x="1697" y="1507"/>
                </a:cubicBezTo>
                <a:cubicBezTo>
                  <a:pt x="1709" y="1532"/>
                  <a:pt x="1712" y="1563"/>
                  <a:pt x="1703" y="1593"/>
                </a:cubicBezTo>
                <a:close/>
                <a:moveTo>
                  <a:pt x="2560" y="1532"/>
                </a:moveTo>
                <a:cubicBezTo>
                  <a:pt x="2557" y="1543"/>
                  <a:pt x="2550" y="1560"/>
                  <a:pt x="2522" y="1575"/>
                </a:cubicBezTo>
                <a:cubicBezTo>
                  <a:pt x="2516" y="1579"/>
                  <a:pt x="2476" y="1595"/>
                  <a:pt x="2305" y="1566"/>
                </a:cubicBezTo>
                <a:cubicBezTo>
                  <a:pt x="2180" y="1544"/>
                  <a:pt x="2008" y="1502"/>
                  <a:pt x="1794" y="1440"/>
                </a:cubicBezTo>
                <a:cubicBezTo>
                  <a:pt x="1769" y="1396"/>
                  <a:pt x="1728" y="1365"/>
                  <a:pt x="1682" y="1352"/>
                </a:cubicBezTo>
                <a:cubicBezTo>
                  <a:pt x="1679" y="1351"/>
                  <a:pt x="1676" y="1351"/>
                  <a:pt x="1673" y="1350"/>
                </a:cubicBezTo>
                <a:cubicBezTo>
                  <a:pt x="1680" y="1320"/>
                  <a:pt x="1692" y="1258"/>
                  <a:pt x="1638" y="1194"/>
                </a:cubicBezTo>
                <a:cubicBezTo>
                  <a:pt x="1588" y="1134"/>
                  <a:pt x="1487" y="1084"/>
                  <a:pt x="1330" y="1041"/>
                </a:cubicBezTo>
                <a:cubicBezTo>
                  <a:pt x="1166" y="997"/>
                  <a:pt x="989" y="967"/>
                  <a:pt x="845" y="959"/>
                </a:cubicBezTo>
                <a:cubicBezTo>
                  <a:pt x="709" y="953"/>
                  <a:pt x="621" y="965"/>
                  <a:pt x="575" y="1000"/>
                </a:cubicBezTo>
                <a:cubicBezTo>
                  <a:pt x="343" y="872"/>
                  <a:pt x="235" y="750"/>
                  <a:pt x="206" y="696"/>
                </a:cubicBezTo>
                <a:lnTo>
                  <a:pt x="130" y="140"/>
                </a:lnTo>
                <a:lnTo>
                  <a:pt x="271" y="178"/>
                </a:lnTo>
                <a:lnTo>
                  <a:pt x="550" y="693"/>
                </a:lnTo>
                <a:cubicBezTo>
                  <a:pt x="558" y="707"/>
                  <a:pt x="571" y="717"/>
                  <a:pt x="587" y="721"/>
                </a:cubicBezTo>
                <a:lnTo>
                  <a:pt x="1661" y="1008"/>
                </a:lnTo>
                <a:cubicBezTo>
                  <a:pt x="1734" y="1028"/>
                  <a:pt x="1810" y="1046"/>
                  <a:pt x="1882" y="1062"/>
                </a:cubicBezTo>
                <a:cubicBezTo>
                  <a:pt x="2142" y="1123"/>
                  <a:pt x="2387" y="1179"/>
                  <a:pt x="2478" y="1321"/>
                </a:cubicBezTo>
                <a:lnTo>
                  <a:pt x="2484" y="1331"/>
                </a:lnTo>
                <a:cubicBezTo>
                  <a:pt x="2511" y="1373"/>
                  <a:pt x="2575" y="1471"/>
                  <a:pt x="2560" y="1532"/>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23" name="Freeform 26">
            <a:extLst>
              <a:ext uri="{FF2B5EF4-FFF2-40B4-BE49-F238E27FC236}">
                <a16:creationId xmlns:a16="http://schemas.microsoft.com/office/drawing/2014/main" id="{D29B14C8-599D-6E46-A63A-5B4D46BBEE41}"/>
              </a:ext>
            </a:extLst>
          </p:cNvPr>
          <p:cNvSpPr>
            <a:spLocks noChangeAspect="1" noChangeArrowheads="1"/>
          </p:cNvSpPr>
          <p:nvPr/>
        </p:nvSpPr>
        <p:spPr bwMode="auto">
          <a:xfrm>
            <a:off x="793147" y="1509385"/>
            <a:ext cx="522223" cy="253431"/>
          </a:xfrm>
          <a:custGeom>
            <a:avLst/>
            <a:gdLst>
              <a:gd name="T0" fmla="*/ 407373 w 2947"/>
              <a:gd name="T1" fmla="*/ 12317 h 1429"/>
              <a:gd name="T2" fmla="*/ 386704 w 2947"/>
              <a:gd name="T3" fmla="*/ 6598 h 1429"/>
              <a:gd name="T4" fmla="*/ 259610 w 2947"/>
              <a:gd name="T5" fmla="*/ 59971 h 1429"/>
              <a:gd name="T6" fmla="*/ 43097 w 2947"/>
              <a:gd name="T7" fmla="*/ 114077 h 1429"/>
              <a:gd name="T8" fmla="*/ 4105 w 2947"/>
              <a:gd name="T9" fmla="*/ 133579 h 1429"/>
              <a:gd name="T10" fmla="*/ 0 w 2947"/>
              <a:gd name="T11" fmla="*/ 142377 h 1429"/>
              <a:gd name="T12" fmla="*/ 78865 w 2947"/>
              <a:gd name="T13" fmla="*/ 204841 h 1429"/>
              <a:gd name="T14" fmla="*/ 105398 w 2947"/>
              <a:gd name="T15" fmla="*/ 209386 h 1429"/>
              <a:gd name="T16" fmla="*/ 174882 w 2947"/>
              <a:gd name="T17" fmla="*/ 200442 h 1429"/>
              <a:gd name="T18" fmla="*/ 232198 w 2947"/>
              <a:gd name="T19" fmla="*/ 183726 h 1429"/>
              <a:gd name="T20" fmla="*/ 280426 w 2947"/>
              <a:gd name="T21" fmla="*/ 187685 h 1429"/>
              <a:gd name="T22" fmla="*/ 340235 w 2947"/>
              <a:gd name="T23" fmla="*/ 162465 h 1429"/>
              <a:gd name="T24" fmla="*/ 346392 w 2947"/>
              <a:gd name="T25" fmla="*/ 121262 h 1429"/>
              <a:gd name="T26" fmla="*/ 341847 w 2947"/>
              <a:gd name="T27" fmla="*/ 114957 h 1429"/>
              <a:gd name="T28" fmla="*/ 429655 w 2947"/>
              <a:gd name="T29" fmla="*/ 48974 h 1429"/>
              <a:gd name="T30" fmla="*/ 203760 w 2947"/>
              <a:gd name="T31" fmla="*/ 176981 h 1429"/>
              <a:gd name="T32" fmla="*/ 194964 w 2947"/>
              <a:gd name="T33" fmla="*/ 161585 h 1429"/>
              <a:gd name="T34" fmla="*/ 283211 w 2947"/>
              <a:gd name="T35" fmla="*/ 112465 h 1429"/>
              <a:gd name="T36" fmla="*/ 289955 w 2947"/>
              <a:gd name="T37" fmla="*/ 117157 h 1429"/>
              <a:gd name="T38" fmla="*/ 260197 w 2947"/>
              <a:gd name="T39" fmla="*/ 150735 h 1429"/>
              <a:gd name="T40" fmla="*/ 278374 w 2947"/>
              <a:gd name="T41" fmla="*/ 170970 h 1429"/>
              <a:gd name="T42" fmla="*/ 268552 w 2947"/>
              <a:gd name="T43" fmla="*/ 165251 h 1429"/>
              <a:gd name="T44" fmla="*/ 296551 w 2947"/>
              <a:gd name="T45" fmla="*/ 150002 h 1429"/>
              <a:gd name="T46" fmla="*/ 278374 w 2947"/>
              <a:gd name="T47" fmla="*/ 170970 h 1429"/>
              <a:gd name="T48" fmla="*/ 331879 w 2947"/>
              <a:gd name="T49" fmla="*/ 129620 h 1429"/>
              <a:gd name="T50" fmla="*/ 329534 w 2947"/>
              <a:gd name="T51" fmla="*/ 149415 h 1429"/>
              <a:gd name="T52" fmla="*/ 311210 w 2947"/>
              <a:gd name="T53" fmla="*/ 141644 h 1429"/>
              <a:gd name="T54" fmla="*/ 313555 w 2947"/>
              <a:gd name="T55" fmla="*/ 121849 h 1429"/>
              <a:gd name="T56" fmla="*/ 331879 w 2947"/>
              <a:gd name="T57" fmla="*/ 129620 h 1429"/>
              <a:gd name="T58" fmla="*/ 390369 w 2947"/>
              <a:gd name="T59" fmla="*/ 65543 h 1429"/>
              <a:gd name="T60" fmla="*/ 305053 w 2947"/>
              <a:gd name="T61" fmla="*/ 107333 h 1429"/>
              <a:gd name="T62" fmla="*/ 284677 w 2947"/>
              <a:gd name="T63" fmla="*/ 95602 h 1429"/>
              <a:gd name="T64" fmla="*/ 179866 w 2947"/>
              <a:gd name="T65" fmla="*/ 152494 h 1429"/>
              <a:gd name="T66" fmla="*/ 87807 w 2947"/>
              <a:gd name="T67" fmla="*/ 190618 h 1429"/>
              <a:gd name="T68" fmla="*/ 41778 w 2947"/>
              <a:gd name="T69" fmla="*/ 131233 h 1429"/>
              <a:gd name="T70" fmla="*/ 129292 w 2947"/>
              <a:gd name="T71" fmla="*/ 154547 h 1429"/>
              <a:gd name="T72" fmla="*/ 296111 w 2947"/>
              <a:gd name="T73" fmla="*/ 57332 h 1429"/>
              <a:gd name="T74" fmla="*/ 384798 w 2947"/>
              <a:gd name="T75" fmla="*/ 23461 h 1429"/>
              <a:gd name="T76" fmla="*/ 413530 w 2947"/>
              <a:gd name="T77" fmla="*/ 44429 h 142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947" h="1429">
                <a:moveTo>
                  <a:pt x="2915" y="188"/>
                </a:moveTo>
                <a:cubicBezTo>
                  <a:pt x="2889" y="145"/>
                  <a:pt x="2844" y="110"/>
                  <a:pt x="2779" y="84"/>
                </a:cubicBezTo>
                <a:cubicBezTo>
                  <a:pt x="2730" y="65"/>
                  <a:pt x="2681" y="55"/>
                  <a:pt x="2649" y="48"/>
                </a:cubicBezTo>
                <a:lnTo>
                  <a:pt x="2638" y="45"/>
                </a:lnTo>
                <a:cubicBezTo>
                  <a:pt x="2431" y="0"/>
                  <a:pt x="2202" y="143"/>
                  <a:pt x="1959" y="294"/>
                </a:cubicBezTo>
                <a:cubicBezTo>
                  <a:pt x="1897" y="332"/>
                  <a:pt x="1834" y="372"/>
                  <a:pt x="1771" y="409"/>
                </a:cubicBezTo>
                <a:lnTo>
                  <a:pt x="846" y="942"/>
                </a:lnTo>
                <a:lnTo>
                  <a:pt x="294" y="778"/>
                </a:lnTo>
                <a:cubicBezTo>
                  <a:pt x="279" y="775"/>
                  <a:pt x="262" y="777"/>
                  <a:pt x="249" y="784"/>
                </a:cubicBezTo>
                <a:lnTo>
                  <a:pt x="28" y="911"/>
                </a:lnTo>
                <a:cubicBezTo>
                  <a:pt x="13" y="920"/>
                  <a:pt x="3" y="935"/>
                  <a:pt x="0" y="951"/>
                </a:cubicBezTo>
                <a:lnTo>
                  <a:pt x="0" y="971"/>
                </a:lnTo>
                <a:cubicBezTo>
                  <a:pt x="3" y="985"/>
                  <a:pt x="11" y="998"/>
                  <a:pt x="22" y="1007"/>
                </a:cubicBezTo>
                <a:lnTo>
                  <a:pt x="538" y="1397"/>
                </a:lnTo>
                <a:cubicBezTo>
                  <a:pt x="542" y="1401"/>
                  <a:pt x="546" y="1403"/>
                  <a:pt x="551" y="1405"/>
                </a:cubicBezTo>
                <a:cubicBezTo>
                  <a:pt x="561" y="1409"/>
                  <a:pt x="614" y="1428"/>
                  <a:pt x="719" y="1428"/>
                </a:cubicBezTo>
                <a:cubicBezTo>
                  <a:pt x="813" y="1428"/>
                  <a:pt x="948" y="1413"/>
                  <a:pt x="1130" y="1358"/>
                </a:cubicBezTo>
                <a:cubicBezTo>
                  <a:pt x="1148" y="1364"/>
                  <a:pt x="1168" y="1367"/>
                  <a:pt x="1193" y="1367"/>
                </a:cubicBezTo>
                <a:cubicBezTo>
                  <a:pt x="1243" y="1367"/>
                  <a:pt x="1309" y="1354"/>
                  <a:pt x="1392" y="1327"/>
                </a:cubicBezTo>
                <a:cubicBezTo>
                  <a:pt x="1452" y="1308"/>
                  <a:pt x="1517" y="1282"/>
                  <a:pt x="1584" y="1253"/>
                </a:cubicBezTo>
                <a:cubicBezTo>
                  <a:pt x="1660" y="1268"/>
                  <a:pt x="1759" y="1284"/>
                  <a:pt x="1846" y="1284"/>
                </a:cubicBezTo>
                <a:cubicBezTo>
                  <a:pt x="1869" y="1284"/>
                  <a:pt x="1892" y="1283"/>
                  <a:pt x="1913" y="1280"/>
                </a:cubicBezTo>
                <a:cubicBezTo>
                  <a:pt x="2091" y="1259"/>
                  <a:pt x="2306" y="1119"/>
                  <a:pt x="2315" y="1113"/>
                </a:cubicBezTo>
                <a:cubicBezTo>
                  <a:pt x="2317" y="1111"/>
                  <a:pt x="2319" y="1110"/>
                  <a:pt x="2321" y="1108"/>
                </a:cubicBezTo>
                <a:cubicBezTo>
                  <a:pt x="2359" y="1080"/>
                  <a:pt x="2385" y="1037"/>
                  <a:pt x="2393" y="988"/>
                </a:cubicBezTo>
                <a:cubicBezTo>
                  <a:pt x="2403" y="934"/>
                  <a:pt x="2392" y="877"/>
                  <a:pt x="2363" y="827"/>
                </a:cubicBezTo>
                <a:cubicBezTo>
                  <a:pt x="2354" y="811"/>
                  <a:pt x="2343" y="797"/>
                  <a:pt x="2332" y="784"/>
                </a:cubicBezTo>
                <a:cubicBezTo>
                  <a:pt x="2500" y="690"/>
                  <a:pt x="2634" y="608"/>
                  <a:pt x="2729" y="541"/>
                </a:cubicBezTo>
                <a:cubicBezTo>
                  <a:pt x="2888" y="429"/>
                  <a:pt x="2921" y="372"/>
                  <a:pt x="2931" y="334"/>
                </a:cubicBezTo>
                <a:cubicBezTo>
                  <a:pt x="2946" y="281"/>
                  <a:pt x="2941" y="231"/>
                  <a:pt x="2915" y="188"/>
                </a:cubicBezTo>
                <a:close/>
                <a:moveTo>
                  <a:pt x="1390" y="1207"/>
                </a:moveTo>
                <a:cubicBezTo>
                  <a:pt x="1281" y="1245"/>
                  <a:pt x="1218" y="1253"/>
                  <a:pt x="1189" y="1253"/>
                </a:cubicBezTo>
                <a:cubicBezTo>
                  <a:pt x="1204" y="1227"/>
                  <a:pt x="1242" y="1177"/>
                  <a:pt x="1330" y="1102"/>
                </a:cubicBezTo>
                <a:cubicBezTo>
                  <a:pt x="1427" y="1020"/>
                  <a:pt x="1553" y="931"/>
                  <a:pt x="1678" y="859"/>
                </a:cubicBezTo>
                <a:cubicBezTo>
                  <a:pt x="1823" y="777"/>
                  <a:pt x="1896" y="764"/>
                  <a:pt x="1932" y="767"/>
                </a:cubicBezTo>
                <a:cubicBezTo>
                  <a:pt x="1956" y="769"/>
                  <a:pt x="1966" y="777"/>
                  <a:pt x="1978" y="799"/>
                </a:cubicBezTo>
                <a:cubicBezTo>
                  <a:pt x="1991" y="821"/>
                  <a:pt x="1994" y="834"/>
                  <a:pt x="1984" y="856"/>
                </a:cubicBezTo>
                <a:cubicBezTo>
                  <a:pt x="1968" y="889"/>
                  <a:pt x="1920" y="945"/>
                  <a:pt x="1775" y="1028"/>
                </a:cubicBezTo>
                <a:cubicBezTo>
                  <a:pt x="1650" y="1100"/>
                  <a:pt x="1509" y="1165"/>
                  <a:pt x="1390" y="1207"/>
                </a:cubicBezTo>
                <a:close/>
                <a:moveTo>
                  <a:pt x="1899" y="1166"/>
                </a:moveTo>
                <a:cubicBezTo>
                  <a:pt x="1860" y="1171"/>
                  <a:pt x="1812" y="1170"/>
                  <a:pt x="1764" y="1165"/>
                </a:cubicBezTo>
                <a:cubicBezTo>
                  <a:pt x="1787" y="1153"/>
                  <a:pt x="1810" y="1140"/>
                  <a:pt x="1832" y="1127"/>
                </a:cubicBezTo>
                <a:cubicBezTo>
                  <a:pt x="1909" y="1083"/>
                  <a:pt x="1969" y="1041"/>
                  <a:pt x="2012" y="1001"/>
                </a:cubicBezTo>
                <a:cubicBezTo>
                  <a:pt x="2016" y="1008"/>
                  <a:pt x="2019" y="1016"/>
                  <a:pt x="2023" y="1023"/>
                </a:cubicBezTo>
                <a:cubicBezTo>
                  <a:pt x="2042" y="1055"/>
                  <a:pt x="2067" y="1082"/>
                  <a:pt x="2096" y="1103"/>
                </a:cubicBezTo>
                <a:cubicBezTo>
                  <a:pt x="2034" y="1132"/>
                  <a:pt x="1962" y="1159"/>
                  <a:pt x="1899" y="1166"/>
                </a:cubicBezTo>
                <a:close/>
                <a:moveTo>
                  <a:pt x="2264" y="884"/>
                </a:moveTo>
                <a:lnTo>
                  <a:pt x="2264" y="884"/>
                </a:lnTo>
                <a:cubicBezTo>
                  <a:pt x="2279" y="911"/>
                  <a:pt x="2285" y="941"/>
                  <a:pt x="2280" y="968"/>
                </a:cubicBezTo>
                <a:cubicBezTo>
                  <a:pt x="2278" y="981"/>
                  <a:pt x="2271" y="1006"/>
                  <a:pt x="2248" y="1019"/>
                </a:cubicBezTo>
                <a:cubicBezTo>
                  <a:pt x="2225" y="1033"/>
                  <a:pt x="2200" y="1027"/>
                  <a:pt x="2187" y="1022"/>
                </a:cubicBezTo>
                <a:cubicBezTo>
                  <a:pt x="2161" y="1013"/>
                  <a:pt x="2138" y="992"/>
                  <a:pt x="2123" y="966"/>
                </a:cubicBezTo>
                <a:cubicBezTo>
                  <a:pt x="2108" y="939"/>
                  <a:pt x="2101" y="909"/>
                  <a:pt x="2106" y="882"/>
                </a:cubicBezTo>
                <a:cubicBezTo>
                  <a:pt x="2108" y="869"/>
                  <a:pt x="2116" y="844"/>
                  <a:pt x="2139" y="831"/>
                </a:cubicBezTo>
                <a:cubicBezTo>
                  <a:pt x="2148" y="825"/>
                  <a:pt x="2159" y="823"/>
                  <a:pt x="2170" y="823"/>
                </a:cubicBezTo>
                <a:cubicBezTo>
                  <a:pt x="2204" y="823"/>
                  <a:pt x="2242" y="846"/>
                  <a:pt x="2264" y="884"/>
                </a:cubicBezTo>
                <a:close/>
                <a:moveTo>
                  <a:pt x="2821" y="303"/>
                </a:moveTo>
                <a:cubicBezTo>
                  <a:pt x="2819" y="310"/>
                  <a:pt x="2802" y="349"/>
                  <a:pt x="2663" y="447"/>
                </a:cubicBezTo>
                <a:cubicBezTo>
                  <a:pt x="2561" y="520"/>
                  <a:pt x="2412" y="610"/>
                  <a:pt x="2220" y="716"/>
                </a:cubicBezTo>
                <a:cubicBezTo>
                  <a:pt x="2173" y="703"/>
                  <a:pt x="2124" y="708"/>
                  <a:pt x="2081" y="732"/>
                </a:cubicBezTo>
                <a:cubicBezTo>
                  <a:pt x="2079" y="734"/>
                  <a:pt x="2076" y="735"/>
                  <a:pt x="2074" y="737"/>
                </a:cubicBezTo>
                <a:cubicBezTo>
                  <a:pt x="2059" y="711"/>
                  <a:pt x="2023" y="660"/>
                  <a:pt x="1942" y="652"/>
                </a:cubicBezTo>
                <a:cubicBezTo>
                  <a:pt x="1865" y="646"/>
                  <a:pt x="1760" y="681"/>
                  <a:pt x="1621" y="761"/>
                </a:cubicBezTo>
                <a:cubicBezTo>
                  <a:pt x="1476" y="843"/>
                  <a:pt x="1332" y="946"/>
                  <a:pt x="1227" y="1040"/>
                </a:cubicBezTo>
                <a:cubicBezTo>
                  <a:pt x="1127" y="1129"/>
                  <a:pt x="1075" y="1200"/>
                  <a:pt x="1068" y="1256"/>
                </a:cubicBezTo>
                <a:cubicBezTo>
                  <a:pt x="817" y="1328"/>
                  <a:pt x="657" y="1318"/>
                  <a:pt x="599" y="1300"/>
                </a:cubicBezTo>
                <a:lnTo>
                  <a:pt x="160" y="967"/>
                </a:lnTo>
                <a:lnTo>
                  <a:pt x="285" y="895"/>
                </a:lnTo>
                <a:lnTo>
                  <a:pt x="837" y="1059"/>
                </a:lnTo>
                <a:cubicBezTo>
                  <a:pt x="852" y="1064"/>
                  <a:pt x="868" y="1062"/>
                  <a:pt x="882" y="1054"/>
                </a:cubicBezTo>
                <a:lnTo>
                  <a:pt x="1828" y="508"/>
                </a:lnTo>
                <a:cubicBezTo>
                  <a:pt x="1893" y="470"/>
                  <a:pt x="1957" y="430"/>
                  <a:pt x="2020" y="391"/>
                </a:cubicBezTo>
                <a:cubicBezTo>
                  <a:pt x="2242" y="253"/>
                  <a:pt x="2452" y="122"/>
                  <a:pt x="2614" y="157"/>
                </a:cubicBezTo>
                <a:lnTo>
                  <a:pt x="2625" y="160"/>
                </a:lnTo>
                <a:cubicBezTo>
                  <a:pt x="2673" y="170"/>
                  <a:pt x="2785" y="194"/>
                  <a:pt x="2817" y="247"/>
                </a:cubicBezTo>
                <a:cubicBezTo>
                  <a:pt x="2823" y="257"/>
                  <a:pt x="2830" y="273"/>
                  <a:pt x="2821" y="30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24" name="Freeform 27">
            <a:extLst>
              <a:ext uri="{FF2B5EF4-FFF2-40B4-BE49-F238E27FC236}">
                <a16:creationId xmlns:a16="http://schemas.microsoft.com/office/drawing/2014/main" id="{864C5E98-E37E-B645-A7A4-419B1AF34491}"/>
              </a:ext>
            </a:extLst>
          </p:cNvPr>
          <p:cNvSpPr>
            <a:spLocks noChangeAspect="1" noChangeArrowheads="1"/>
          </p:cNvSpPr>
          <p:nvPr/>
        </p:nvSpPr>
        <p:spPr bwMode="auto">
          <a:xfrm>
            <a:off x="5969285" y="2444392"/>
            <a:ext cx="383987" cy="435825"/>
          </a:xfrm>
          <a:custGeom>
            <a:avLst/>
            <a:gdLst>
              <a:gd name="T0" fmla="*/ 286794 w 2311"/>
              <a:gd name="T1" fmla="*/ 254158 h 2619"/>
              <a:gd name="T2" fmla="*/ 242820 w 2311"/>
              <a:gd name="T3" fmla="*/ 92646 h 2619"/>
              <a:gd name="T4" fmla="*/ 215611 w 2311"/>
              <a:gd name="T5" fmla="*/ 44124 h 2619"/>
              <a:gd name="T6" fmla="*/ 153910 w 2311"/>
              <a:gd name="T7" fmla="*/ 0 h 2619"/>
              <a:gd name="T8" fmla="*/ 109798 w 2311"/>
              <a:gd name="T9" fmla="*/ 92646 h 2619"/>
              <a:gd name="T10" fmla="*/ 36416 w 2311"/>
              <a:gd name="T11" fmla="*/ 136770 h 2619"/>
              <a:gd name="T12" fmla="*/ 38752 w 2311"/>
              <a:gd name="T13" fmla="*/ 268591 h 2619"/>
              <a:gd name="T14" fmla="*/ 0 w 2311"/>
              <a:gd name="T15" fmla="*/ 311203 h 2619"/>
              <a:gd name="T16" fmla="*/ 44661 w 2311"/>
              <a:gd name="T17" fmla="*/ 359863 h 2619"/>
              <a:gd name="T18" fmla="*/ 317439 w 2311"/>
              <a:gd name="T19" fmla="*/ 315326 h 2619"/>
              <a:gd name="T20" fmla="*/ 284595 w 2311"/>
              <a:gd name="T21" fmla="*/ 268179 h 2619"/>
              <a:gd name="T22" fmla="*/ 171499 w 2311"/>
              <a:gd name="T23" fmla="*/ 16082 h 2619"/>
              <a:gd name="T24" fmla="*/ 129999 w 2311"/>
              <a:gd name="T25" fmla="*/ 29416 h 2619"/>
              <a:gd name="T26" fmla="*/ 171499 w 2311"/>
              <a:gd name="T27" fmla="*/ 128385 h 2619"/>
              <a:gd name="T28" fmla="*/ 125876 w 2311"/>
              <a:gd name="T29" fmla="*/ 92646 h 2619"/>
              <a:gd name="T30" fmla="*/ 199533 w 2311"/>
              <a:gd name="T31" fmla="*/ 45361 h 2619"/>
              <a:gd name="T32" fmla="*/ 171499 w 2311"/>
              <a:gd name="T33" fmla="*/ 128385 h 2619"/>
              <a:gd name="T34" fmla="*/ 80528 w 2311"/>
              <a:gd name="T35" fmla="*/ 108591 h 2619"/>
              <a:gd name="T36" fmla="*/ 153910 w 2311"/>
              <a:gd name="T37" fmla="*/ 144330 h 2619"/>
              <a:gd name="T38" fmla="*/ 214786 w 2311"/>
              <a:gd name="T39" fmla="*/ 108591 h 2619"/>
              <a:gd name="T40" fmla="*/ 270853 w 2311"/>
              <a:gd name="T41" fmla="*/ 136770 h 2619"/>
              <a:gd name="T42" fmla="*/ 242820 w 2311"/>
              <a:gd name="T43" fmla="*/ 282199 h 2619"/>
              <a:gd name="T44" fmla="*/ 186478 w 2311"/>
              <a:gd name="T45" fmla="*/ 269691 h 2619"/>
              <a:gd name="T46" fmla="*/ 229490 w 2311"/>
              <a:gd name="T47" fmla="*/ 260893 h 2619"/>
              <a:gd name="T48" fmla="*/ 237461 w 2311"/>
              <a:gd name="T49" fmla="*/ 207285 h 2619"/>
              <a:gd name="T50" fmla="*/ 221520 w 2311"/>
              <a:gd name="T51" fmla="*/ 207285 h 2619"/>
              <a:gd name="T52" fmla="*/ 176721 w 2311"/>
              <a:gd name="T53" fmla="*/ 244948 h 2619"/>
              <a:gd name="T54" fmla="*/ 173286 w 2311"/>
              <a:gd name="T55" fmla="*/ 278763 h 2619"/>
              <a:gd name="T56" fmla="*/ 150886 w 2311"/>
              <a:gd name="T57" fmla="*/ 282199 h 2619"/>
              <a:gd name="T58" fmla="*/ 157895 w 2311"/>
              <a:gd name="T59" fmla="*/ 250309 h 2619"/>
              <a:gd name="T60" fmla="*/ 105675 w 2311"/>
              <a:gd name="T61" fmla="*/ 244948 h 2619"/>
              <a:gd name="T62" fmla="*/ 97430 w 2311"/>
              <a:gd name="T63" fmla="*/ 199175 h 2619"/>
              <a:gd name="T64" fmla="*/ 89185 w 2311"/>
              <a:gd name="T65" fmla="*/ 252921 h 2619"/>
              <a:gd name="T66" fmla="*/ 143466 w 2311"/>
              <a:gd name="T67" fmla="*/ 260893 h 2619"/>
              <a:gd name="T68" fmla="*/ 96743 w 2311"/>
              <a:gd name="T69" fmla="*/ 282199 h 2619"/>
              <a:gd name="T70" fmla="*/ 60739 w 2311"/>
              <a:gd name="T71" fmla="*/ 274089 h 2619"/>
              <a:gd name="T72" fmla="*/ 52357 w 2311"/>
              <a:gd name="T73" fmla="*/ 254158 h 2619"/>
              <a:gd name="T74" fmla="*/ 16078 w 2311"/>
              <a:gd name="T75" fmla="*/ 315326 h 2619"/>
              <a:gd name="T76" fmla="*/ 47272 w 2311"/>
              <a:gd name="T77" fmla="*/ 283162 h 2619"/>
              <a:gd name="T78" fmla="*/ 192662 w 2311"/>
              <a:gd name="T79" fmla="*/ 298282 h 2619"/>
              <a:gd name="T80" fmla="*/ 150337 w 2311"/>
              <a:gd name="T81" fmla="*/ 314639 h 2619"/>
              <a:gd name="T82" fmla="*/ 140855 w 2311"/>
              <a:gd name="T83" fmla="*/ 322474 h 2619"/>
              <a:gd name="T84" fmla="*/ 44661 w 2311"/>
              <a:gd name="T85" fmla="*/ 343780 h 2619"/>
              <a:gd name="T86" fmla="*/ 301498 w 2311"/>
              <a:gd name="T87" fmla="*/ 315326 h 2619"/>
              <a:gd name="T88" fmla="*/ 156933 w 2311"/>
              <a:gd name="T89" fmla="*/ 343780 h 2619"/>
              <a:gd name="T90" fmla="*/ 164491 w 2311"/>
              <a:gd name="T91" fmla="*/ 331821 h 2619"/>
              <a:gd name="T92" fmla="*/ 208740 w 2311"/>
              <a:gd name="T93" fmla="*/ 298282 h 2619"/>
              <a:gd name="T94" fmla="*/ 276213 w 2311"/>
              <a:gd name="T95" fmla="*/ 282887 h 2619"/>
              <a:gd name="T96" fmla="*/ 301498 w 2311"/>
              <a:gd name="T97" fmla="*/ 315326 h 261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311" h="2619">
                <a:moveTo>
                  <a:pt x="2071" y="1951"/>
                </a:moveTo>
                <a:cubicBezTo>
                  <a:pt x="2081" y="1919"/>
                  <a:pt x="2087" y="1885"/>
                  <a:pt x="2087" y="1849"/>
                </a:cubicBezTo>
                <a:lnTo>
                  <a:pt x="2087" y="995"/>
                </a:lnTo>
                <a:cubicBezTo>
                  <a:pt x="2087" y="818"/>
                  <a:pt x="1943" y="674"/>
                  <a:pt x="1767" y="674"/>
                </a:cubicBezTo>
                <a:lnTo>
                  <a:pt x="1569" y="674"/>
                </a:lnTo>
                <a:lnTo>
                  <a:pt x="1569" y="321"/>
                </a:lnTo>
                <a:cubicBezTo>
                  <a:pt x="1569" y="144"/>
                  <a:pt x="1425" y="0"/>
                  <a:pt x="1248" y="0"/>
                </a:cubicBezTo>
                <a:lnTo>
                  <a:pt x="1120" y="0"/>
                </a:lnTo>
                <a:cubicBezTo>
                  <a:pt x="943" y="0"/>
                  <a:pt x="799" y="144"/>
                  <a:pt x="799" y="321"/>
                </a:cubicBezTo>
                <a:lnTo>
                  <a:pt x="799" y="674"/>
                </a:lnTo>
                <a:lnTo>
                  <a:pt x="586" y="674"/>
                </a:lnTo>
                <a:cubicBezTo>
                  <a:pt x="409" y="674"/>
                  <a:pt x="265" y="818"/>
                  <a:pt x="265" y="995"/>
                </a:cubicBezTo>
                <a:lnTo>
                  <a:pt x="265" y="1849"/>
                </a:lnTo>
                <a:cubicBezTo>
                  <a:pt x="265" y="1886"/>
                  <a:pt x="271" y="1921"/>
                  <a:pt x="282" y="1954"/>
                </a:cubicBezTo>
                <a:cubicBezTo>
                  <a:pt x="229" y="1969"/>
                  <a:pt x="176" y="1995"/>
                  <a:pt x="131" y="2029"/>
                </a:cubicBezTo>
                <a:cubicBezTo>
                  <a:pt x="47" y="2094"/>
                  <a:pt x="0" y="2177"/>
                  <a:pt x="0" y="2264"/>
                </a:cubicBezTo>
                <a:lnTo>
                  <a:pt x="0" y="2294"/>
                </a:lnTo>
                <a:cubicBezTo>
                  <a:pt x="0" y="2473"/>
                  <a:pt x="146" y="2618"/>
                  <a:pt x="325" y="2618"/>
                </a:cubicBezTo>
                <a:lnTo>
                  <a:pt x="1986" y="2618"/>
                </a:lnTo>
                <a:cubicBezTo>
                  <a:pt x="2165" y="2618"/>
                  <a:pt x="2310" y="2473"/>
                  <a:pt x="2310" y="2294"/>
                </a:cubicBezTo>
                <a:lnTo>
                  <a:pt x="2310" y="2264"/>
                </a:lnTo>
                <a:cubicBezTo>
                  <a:pt x="2310" y="2115"/>
                  <a:pt x="2209" y="1988"/>
                  <a:pt x="2071" y="1951"/>
                </a:cubicBezTo>
                <a:close/>
                <a:moveTo>
                  <a:pt x="1120" y="117"/>
                </a:moveTo>
                <a:lnTo>
                  <a:pt x="1248" y="117"/>
                </a:lnTo>
                <a:cubicBezTo>
                  <a:pt x="1321" y="117"/>
                  <a:pt x="1386" y="156"/>
                  <a:pt x="1422" y="214"/>
                </a:cubicBezTo>
                <a:lnTo>
                  <a:pt x="946" y="214"/>
                </a:lnTo>
                <a:cubicBezTo>
                  <a:pt x="982" y="156"/>
                  <a:pt x="1047" y="117"/>
                  <a:pt x="1120" y="117"/>
                </a:cubicBezTo>
                <a:close/>
                <a:moveTo>
                  <a:pt x="1248" y="934"/>
                </a:moveTo>
                <a:lnTo>
                  <a:pt x="1120" y="934"/>
                </a:lnTo>
                <a:cubicBezTo>
                  <a:pt x="1006" y="934"/>
                  <a:pt x="916" y="820"/>
                  <a:pt x="916" y="674"/>
                </a:cubicBezTo>
                <a:cubicBezTo>
                  <a:pt x="916" y="527"/>
                  <a:pt x="916" y="330"/>
                  <a:pt x="916" y="330"/>
                </a:cubicBezTo>
                <a:lnTo>
                  <a:pt x="1452" y="330"/>
                </a:lnTo>
                <a:cubicBezTo>
                  <a:pt x="1452" y="330"/>
                  <a:pt x="1452" y="532"/>
                  <a:pt x="1452" y="674"/>
                </a:cubicBezTo>
                <a:cubicBezTo>
                  <a:pt x="1452" y="816"/>
                  <a:pt x="1353" y="934"/>
                  <a:pt x="1248" y="934"/>
                </a:cubicBezTo>
                <a:close/>
                <a:moveTo>
                  <a:pt x="381" y="995"/>
                </a:moveTo>
                <a:cubicBezTo>
                  <a:pt x="381" y="882"/>
                  <a:pt x="473" y="790"/>
                  <a:pt x="586" y="790"/>
                </a:cubicBezTo>
                <a:lnTo>
                  <a:pt x="805" y="790"/>
                </a:lnTo>
                <a:cubicBezTo>
                  <a:pt x="834" y="938"/>
                  <a:pt x="964" y="1050"/>
                  <a:pt x="1120" y="1050"/>
                </a:cubicBezTo>
                <a:lnTo>
                  <a:pt x="1248" y="1050"/>
                </a:lnTo>
                <a:cubicBezTo>
                  <a:pt x="1404" y="1050"/>
                  <a:pt x="1535" y="938"/>
                  <a:pt x="1563" y="790"/>
                </a:cubicBezTo>
                <a:lnTo>
                  <a:pt x="1767" y="790"/>
                </a:lnTo>
                <a:cubicBezTo>
                  <a:pt x="1879" y="790"/>
                  <a:pt x="1971" y="882"/>
                  <a:pt x="1971" y="995"/>
                </a:cubicBezTo>
                <a:lnTo>
                  <a:pt x="1971" y="1849"/>
                </a:lnTo>
                <a:cubicBezTo>
                  <a:pt x="1971" y="1962"/>
                  <a:pt x="1879" y="2053"/>
                  <a:pt x="1767" y="2053"/>
                </a:cubicBezTo>
                <a:lnTo>
                  <a:pt x="1675" y="2053"/>
                </a:lnTo>
                <a:cubicBezTo>
                  <a:pt x="1550" y="2053"/>
                  <a:pt x="1410" y="2036"/>
                  <a:pt x="1357" y="1962"/>
                </a:cubicBezTo>
                <a:cubicBezTo>
                  <a:pt x="1342" y="1940"/>
                  <a:pt x="1337" y="1916"/>
                  <a:pt x="1336" y="1898"/>
                </a:cubicBezTo>
                <a:lnTo>
                  <a:pt x="1670" y="1898"/>
                </a:lnTo>
                <a:cubicBezTo>
                  <a:pt x="1703" y="1898"/>
                  <a:pt x="1728" y="1872"/>
                  <a:pt x="1728" y="1840"/>
                </a:cubicBezTo>
                <a:lnTo>
                  <a:pt x="1728" y="1508"/>
                </a:lnTo>
                <a:cubicBezTo>
                  <a:pt x="1728" y="1475"/>
                  <a:pt x="1702" y="1449"/>
                  <a:pt x="1670" y="1449"/>
                </a:cubicBezTo>
                <a:cubicBezTo>
                  <a:pt x="1638" y="1449"/>
                  <a:pt x="1612" y="1475"/>
                  <a:pt x="1612" y="1508"/>
                </a:cubicBezTo>
                <a:lnTo>
                  <a:pt x="1612" y="1782"/>
                </a:lnTo>
                <a:lnTo>
                  <a:pt x="1286" y="1782"/>
                </a:lnTo>
                <a:cubicBezTo>
                  <a:pt x="1262" y="1782"/>
                  <a:pt x="1240" y="1797"/>
                  <a:pt x="1231" y="1821"/>
                </a:cubicBezTo>
                <a:cubicBezTo>
                  <a:pt x="1217" y="1861"/>
                  <a:pt x="1207" y="1951"/>
                  <a:pt x="1261" y="2028"/>
                </a:cubicBezTo>
                <a:cubicBezTo>
                  <a:pt x="1267" y="2037"/>
                  <a:pt x="1274" y="2045"/>
                  <a:pt x="1282" y="2053"/>
                </a:cubicBezTo>
                <a:lnTo>
                  <a:pt x="1098" y="2053"/>
                </a:lnTo>
                <a:cubicBezTo>
                  <a:pt x="1106" y="2045"/>
                  <a:pt x="1113" y="2037"/>
                  <a:pt x="1119" y="2028"/>
                </a:cubicBezTo>
                <a:cubicBezTo>
                  <a:pt x="1172" y="1951"/>
                  <a:pt x="1162" y="1861"/>
                  <a:pt x="1149" y="1821"/>
                </a:cubicBezTo>
                <a:cubicBezTo>
                  <a:pt x="1140" y="1797"/>
                  <a:pt x="1118" y="1782"/>
                  <a:pt x="1094" y="1782"/>
                </a:cubicBezTo>
                <a:lnTo>
                  <a:pt x="769" y="1782"/>
                </a:lnTo>
                <a:lnTo>
                  <a:pt x="769" y="1508"/>
                </a:lnTo>
                <a:cubicBezTo>
                  <a:pt x="769" y="1475"/>
                  <a:pt x="741" y="1449"/>
                  <a:pt x="709" y="1449"/>
                </a:cubicBezTo>
                <a:cubicBezTo>
                  <a:pt x="677" y="1449"/>
                  <a:pt x="649" y="1475"/>
                  <a:pt x="649" y="1508"/>
                </a:cubicBezTo>
                <a:lnTo>
                  <a:pt x="649" y="1840"/>
                </a:lnTo>
                <a:cubicBezTo>
                  <a:pt x="649" y="1872"/>
                  <a:pt x="677" y="1898"/>
                  <a:pt x="709" y="1898"/>
                </a:cubicBezTo>
                <a:lnTo>
                  <a:pt x="1044" y="1898"/>
                </a:lnTo>
                <a:cubicBezTo>
                  <a:pt x="1043" y="1916"/>
                  <a:pt x="1038" y="1939"/>
                  <a:pt x="1023" y="1961"/>
                </a:cubicBezTo>
                <a:cubicBezTo>
                  <a:pt x="971" y="2035"/>
                  <a:pt x="793" y="2053"/>
                  <a:pt x="704" y="2053"/>
                </a:cubicBezTo>
                <a:lnTo>
                  <a:pt x="586" y="2053"/>
                </a:lnTo>
                <a:cubicBezTo>
                  <a:pt x="530" y="2053"/>
                  <a:pt x="479" y="2031"/>
                  <a:pt x="442" y="1994"/>
                </a:cubicBezTo>
                <a:cubicBezTo>
                  <a:pt x="423" y="1974"/>
                  <a:pt x="416" y="1966"/>
                  <a:pt x="405" y="1943"/>
                </a:cubicBezTo>
                <a:cubicBezTo>
                  <a:pt x="390" y="1915"/>
                  <a:pt x="381" y="1883"/>
                  <a:pt x="381" y="1849"/>
                </a:cubicBezTo>
                <a:lnTo>
                  <a:pt x="381" y="995"/>
                </a:lnTo>
                <a:close/>
                <a:moveTo>
                  <a:pt x="117" y="2294"/>
                </a:moveTo>
                <a:lnTo>
                  <a:pt x="117" y="2264"/>
                </a:lnTo>
                <a:cubicBezTo>
                  <a:pt x="117" y="2166"/>
                  <a:pt x="235" y="2078"/>
                  <a:pt x="344" y="2060"/>
                </a:cubicBezTo>
                <a:cubicBezTo>
                  <a:pt x="403" y="2127"/>
                  <a:pt x="489" y="2170"/>
                  <a:pt x="586" y="2170"/>
                </a:cubicBezTo>
                <a:lnTo>
                  <a:pt x="1402" y="2170"/>
                </a:lnTo>
                <a:cubicBezTo>
                  <a:pt x="1396" y="2205"/>
                  <a:pt x="1381" y="2233"/>
                  <a:pt x="1357" y="2253"/>
                </a:cubicBezTo>
                <a:cubicBezTo>
                  <a:pt x="1285" y="2312"/>
                  <a:pt x="1143" y="2299"/>
                  <a:pt x="1094" y="2289"/>
                </a:cubicBezTo>
                <a:cubicBezTo>
                  <a:pt x="1077" y="2285"/>
                  <a:pt x="1060" y="2290"/>
                  <a:pt x="1046" y="2301"/>
                </a:cubicBezTo>
                <a:cubicBezTo>
                  <a:pt x="1033" y="2312"/>
                  <a:pt x="1025" y="2329"/>
                  <a:pt x="1025" y="2346"/>
                </a:cubicBezTo>
                <a:lnTo>
                  <a:pt x="1025" y="2501"/>
                </a:lnTo>
                <a:lnTo>
                  <a:pt x="325" y="2501"/>
                </a:lnTo>
                <a:cubicBezTo>
                  <a:pt x="210" y="2501"/>
                  <a:pt x="117" y="2408"/>
                  <a:pt x="117" y="2294"/>
                </a:cubicBezTo>
                <a:close/>
                <a:moveTo>
                  <a:pt x="2194" y="2294"/>
                </a:moveTo>
                <a:cubicBezTo>
                  <a:pt x="2194" y="2408"/>
                  <a:pt x="2100" y="2501"/>
                  <a:pt x="1986" y="2501"/>
                </a:cubicBezTo>
                <a:lnTo>
                  <a:pt x="1142" y="2501"/>
                </a:lnTo>
                <a:lnTo>
                  <a:pt x="1142" y="2412"/>
                </a:lnTo>
                <a:cubicBezTo>
                  <a:pt x="1156" y="2413"/>
                  <a:pt x="1177" y="2414"/>
                  <a:pt x="1197" y="2414"/>
                </a:cubicBezTo>
                <a:cubicBezTo>
                  <a:pt x="1296" y="2413"/>
                  <a:pt x="1374" y="2389"/>
                  <a:pt x="1430" y="2343"/>
                </a:cubicBezTo>
                <a:cubicBezTo>
                  <a:pt x="1482" y="2301"/>
                  <a:pt x="1512" y="2243"/>
                  <a:pt x="1519" y="2170"/>
                </a:cubicBezTo>
                <a:lnTo>
                  <a:pt x="1766" y="2170"/>
                </a:lnTo>
                <a:cubicBezTo>
                  <a:pt x="1864" y="2170"/>
                  <a:pt x="1951" y="2126"/>
                  <a:pt x="2010" y="2058"/>
                </a:cubicBezTo>
                <a:cubicBezTo>
                  <a:pt x="2113" y="2070"/>
                  <a:pt x="2194" y="2158"/>
                  <a:pt x="2194" y="2264"/>
                </a:cubicBezTo>
                <a:lnTo>
                  <a:pt x="2194" y="2294"/>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25" name="Freeform 28">
            <a:extLst>
              <a:ext uri="{FF2B5EF4-FFF2-40B4-BE49-F238E27FC236}">
                <a16:creationId xmlns:a16="http://schemas.microsoft.com/office/drawing/2014/main" id="{463BB88B-A449-3D4F-8B19-06CE0926D877}"/>
              </a:ext>
            </a:extLst>
          </p:cNvPr>
          <p:cNvSpPr>
            <a:spLocks noChangeAspect="1" noChangeArrowheads="1"/>
          </p:cNvSpPr>
          <p:nvPr/>
        </p:nvSpPr>
        <p:spPr bwMode="auto">
          <a:xfrm>
            <a:off x="793149" y="2444392"/>
            <a:ext cx="435825" cy="435825"/>
          </a:xfrm>
          <a:custGeom>
            <a:avLst/>
            <a:gdLst>
              <a:gd name="T0" fmla="*/ 247621 w 2598"/>
              <a:gd name="T1" fmla="*/ 38675 h 2597"/>
              <a:gd name="T2" fmla="*/ 170439 w 2598"/>
              <a:gd name="T3" fmla="*/ 38675 h 2597"/>
              <a:gd name="T4" fmla="*/ 208961 w 2598"/>
              <a:gd name="T5" fmla="*/ 16773 h 2597"/>
              <a:gd name="T6" fmla="*/ 208961 w 2598"/>
              <a:gd name="T7" fmla="*/ 60716 h 2597"/>
              <a:gd name="T8" fmla="*/ 208961 w 2598"/>
              <a:gd name="T9" fmla="*/ 16773 h 2597"/>
              <a:gd name="T10" fmla="*/ 224758 w 2598"/>
              <a:gd name="T11" fmla="*/ 343227 h 2597"/>
              <a:gd name="T12" fmla="*/ 242633 w 2598"/>
              <a:gd name="T13" fmla="*/ 260886 h 2597"/>
              <a:gd name="T14" fmla="*/ 187760 w 2598"/>
              <a:gd name="T15" fmla="*/ 214170 h 2597"/>
              <a:gd name="T16" fmla="*/ 205358 w 2598"/>
              <a:gd name="T17" fmla="*/ 149157 h 2597"/>
              <a:gd name="T18" fmla="*/ 223788 w 2598"/>
              <a:gd name="T19" fmla="*/ 177020 h 2597"/>
              <a:gd name="T20" fmla="*/ 292517 w 2598"/>
              <a:gd name="T21" fmla="*/ 158583 h 2597"/>
              <a:gd name="T22" fmla="*/ 288083 w 2598"/>
              <a:gd name="T23" fmla="*/ 142503 h 2597"/>
              <a:gd name="T24" fmla="*/ 211455 w 2598"/>
              <a:gd name="T25" fmla="*/ 123235 h 2597"/>
              <a:gd name="T26" fmla="*/ 211455 w 2598"/>
              <a:gd name="T27" fmla="*/ 90936 h 2597"/>
              <a:gd name="T28" fmla="*/ 176674 w 2598"/>
              <a:gd name="T29" fmla="*/ 82618 h 2597"/>
              <a:gd name="T30" fmla="*/ 143002 w 2598"/>
              <a:gd name="T31" fmla="*/ 68756 h 2597"/>
              <a:gd name="T32" fmla="*/ 88268 w 2598"/>
              <a:gd name="T33" fmla="*/ 69588 h 2597"/>
              <a:gd name="T34" fmla="*/ 58060 w 2598"/>
              <a:gd name="T35" fmla="*/ 138621 h 2597"/>
              <a:gd name="T36" fmla="*/ 112240 w 2598"/>
              <a:gd name="T37" fmla="*/ 198367 h 2597"/>
              <a:gd name="T38" fmla="*/ 122771 w 2598"/>
              <a:gd name="T39" fmla="*/ 199615 h 2597"/>
              <a:gd name="T40" fmla="*/ 145912 w 2598"/>
              <a:gd name="T41" fmla="*/ 212507 h 2597"/>
              <a:gd name="T42" fmla="*/ 143834 w 2598"/>
              <a:gd name="T43" fmla="*/ 276550 h 2597"/>
              <a:gd name="T44" fmla="*/ 66513 w 2598"/>
              <a:gd name="T45" fmla="*/ 343227 h 2597"/>
              <a:gd name="T46" fmla="*/ 0 w 2598"/>
              <a:gd name="T47" fmla="*/ 351544 h 2597"/>
              <a:gd name="T48" fmla="*/ 351547 w 2598"/>
              <a:gd name="T49" fmla="*/ 359861 h 2597"/>
              <a:gd name="T50" fmla="*/ 351547 w 2598"/>
              <a:gd name="T51" fmla="*/ 343227 h 2597"/>
              <a:gd name="T52" fmla="*/ 189838 w 2598"/>
              <a:gd name="T53" fmla="*/ 95510 h 2597"/>
              <a:gd name="T54" fmla="*/ 197321 w 2598"/>
              <a:gd name="T55" fmla="*/ 99669 h 2597"/>
              <a:gd name="T56" fmla="*/ 175982 w 2598"/>
              <a:gd name="T57" fmla="*/ 201140 h 2597"/>
              <a:gd name="T58" fmla="*/ 165589 w 2598"/>
              <a:gd name="T59" fmla="*/ 207655 h 2597"/>
              <a:gd name="T60" fmla="*/ 160185 w 2598"/>
              <a:gd name="T61" fmla="*/ 203774 h 2597"/>
              <a:gd name="T62" fmla="*/ 165312 w 2598"/>
              <a:gd name="T63" fmla="*/ 171059 h 2597"/>
              <a:gd name="T64" fmla="*/ 176952 w 2598"/>
              <a:gd name="T65" fmla="*/ 123928 h 2597"/>
              <a:gd name="T66" fmla="*/ 181524 w 2598"/>
              <a:gd name="T67" fmla="*/ 102164 h 2597"/>
              <a:gd name="T68" fmla="*/ 135797 w 2598"/>
              <a:gd name="T69" fmla="*/ 180069 h 2597"/>
              <a:gd name="T70" fmla="*/ 159630 w 2598"/>
              <a:gd name="T71" fmla="*/ 122680 h 2597"/>
              <a:gd name="T72" fmla="*/ 135797 w 2598"/>
              <a:gd name="T73" fmla="*/ 180069 h 2597"/>
              <a:gd name="T74" fmla="*/ 74273 w 2598"/>
              <a:gd name="T75" fmla="*/ 142364 h 2597"/>
              <a:gd name="T76" fmla="*/ 96998 w 2598"/>
              <a:gd name="T77" fmla="*/ 83866 h 2597"/>
              <a:gd name="T78" fmla="*/ 139122 w 2598"/>
              <a:gd name="T79" fmla="*/ 84975 h 2597"/>
              <a:gd name="T80" fmla="*/ 124988 w 2598"/>
              <a:gd name="T81" fmla="*/ 117412 h 2597"/>
              <a:gd name="T82" fmla="*/ 119030 w 2598"/>
              <a:gd name="T83" fmla="*/ 182703 h 2597"/>
              <a:gd name="T84" fmla="*/ 116120 w 2598"/>
              <a:gd name="T85" fmla="*/ 182149 h 2597"/>
              <a:gd name="T86" fmla="*/ 156859 w 2598"/>
              <a:gd name="T87" fmla="*/ 287501 h 2597"/>
              <a:gd name="T88" fmla="*/ 170439 w 2598"/>
              <a:gd name="T89" fmla="*/ 224428 h 2597"/>
              <a:gd name="T90" fmla="*/ 173764 w 2598"/>
              <a:gd name="T91" fmla="*/ 224428 h 2597"/>
              <a:gd name="T92" fmla="*/ 209376 w 2598"/>
              <a:gd name="T93" fmla="*/ 337543 h 2597"/>
              <a:gd name="T94" fmla="*/ 89376 w 2598"/>
              <a:gd name="T95" fmla="*/ 343227 h 259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98" h="2597">
                <a:moveTo>
                  <a:pt x="1508" y="559"/>
                </a:moveTo>
                <a:cubicBezTo>
                  <a:pt x="1662" y="559"/>
                  <a:pt x="1787" y="433"/>
                  <a:pt x="1787" y="279"/>
                </a:cubicBezTo>
                <a:cubicBezTo>
                  <a:pt x="1787" y="126"/>
                  <a:pt x="1662" y="0"/>
                  <a:pt x="1508" y="0"/>
                </a:cubicBezTo>
                <a:cubicBezTo>
                  <a:pt x="1354" y="0"/>
                  <a:pt x="1230" y="126"/>
                  <a:pt x="1230" y="279"/>
                </a:cubicBezTo>
                <a:cubicBezTo>
                  <a:pt x="1230" y="433"/>
                  <a:pt x="1354" y="559"/>
                  <a:pt x="1508" y="559"/>
                </a:cubicBezTo>
                <a:close/>
                <a:moveTo>
                  <a:pt x="1508" y="121"/>
                </a:moveTo>
                <a:cubicBezTo>
                  <a:pt x="1596" y="121"/>
                  <a:pt x="1667" y="192"/>
                  <a:pt x="1667" y="279"/>
                </a:cubicBezTo>
                <a:cubicBezTo>
                  <a:pt x="1667" y="367"/>
                  <a:pt x="1596" y="438"/>
                  <a:pt x="1508" y="438"/>
                </a:cubicBezTo>
                <a:cubicBezTo>
                  <a:pt x="1421" y="438"/>
                  <a:pt x="1349" y="367"/>
                  <a:pt x="1349" y="279"/>
                </a:cubicBezTo>
                <a:cubicBezTo>
                  <a:pt x="1349" y="192"/>
                  <a:pt x="1421" y="121"/>
                  <a:pt x="1508" y="121"/>
                </a:cubicBezTo>
                <a:close/>
                <a:moveTo>
                  <a:pt x="2537" y="2476"/>
                </a:moveTo>
                <a:lnTo>
                  <a:pt x="1622" y="2476"/>
                </a:lnTo>
                <a:cubicBezTo>
                  <a:pt x="1625" y="2471"/>
                  <a:pt x="1627" y="2466"/>
                  <a:pt x="1628" y="2460"/>
                </a:cubicBezTo>
                <a:lnTo>
                  <a:pt x="1751" y="1882"/>
                </a:lnTo>
                <a:cubicBezTo>
                  <a:pt x="1756" y="1859"/>
                  <a:pt x="1747" y="1835"/>
                  <a:pt x="1728" y="1821"/>
                </a:cubicBezTo>
                <a:lnTo>
                  <a:pt x="1355" y="1545"/>
                </a:lnTo>
                <a:cubicBezTo>
                  <a:pt x="1370" y="1526"/>
                  <a:pt x="1380" y="1503"/>
                  <a:pt x="1386" y="1479"/>
                </a:cubicBezTo>
                <a:lnTo>
                  <a:pt x="1482" y="1076"/>
                </a:lnTo>
                <a:lnTo>
                  <a:pt x="1561" y="1242"/>
                </a:lnTo>
                <a:cubicBezTo>
                  <a:pt x="1571" y="1264"/>
                  <a:pt x="1593" y="1277"/>
                  <a:pt x="1615" y="1277"/>
                </a:cubicBezTo>
                <a:cubicBezTo>
                  <a:pt x="1621" y="1277"/>
                  <a:pt x="1626" y="1276"/>
                  <a:pt x="1631" y="1275"/>
                </a:cubicBezTo>
                <a:lnTo>
                  <a:pt x="2111" y="1144"/>
                </a:lnTo>
                <a:cubicBezTo>
                  <a:pt x="2143" y="1135"/>
                  <a:pt x="2162" y="1102"/>
                  <a:pt x="2153" y="1070"/>
                </a:cubicBezTo>
                <a:cubicBezTo>
                  <a:pt x="2144" y="1038"/>
                  <a:pt x="2111" y="1019"/>
                  <a:pt x="2079" y="1028"/>
                </a:cubicBezTo>
                <a:lnTo>
                  <a:pt x="1648" y="1145"/>
                </a:lnTo>
                <a:lnTo>
                  <a:pt x="1526" y="889"/>
                </a:lnTo>
                <a:lnTo>
                  <a:pt x="1548" y="794"/>
                </a:lnTo>
                <a:cubicBezTo>
                  <a:pt x="1559" y="746"/>
                  <a:pt x="1552" y="697"/>
                  <a:pt x="1526" y="656"/>
                </a:cubicBezTo>
                <a:cubicBezTo>
                  <a:pt x="1500" y="614"/>
                  <a:pt x="1460" y="585"/>
                  <a:pt x="1412" y="574"/>
                </a:cubicBezTo>
                <a:cubicBezTo>
                  <a:pt x="1365" y="563"/>
                  <a:pt x="1316" y="571"/>
                  <a:pt x="1275" y="596"/>
                </a:cubicBezTo>
                <a:cubicBezTo>
                  <a:pt x="1258" y="607"/>
                  <a:pt x="1243" y="620"/>
                  <a:pt x="1231" y="635"/>
                </a:cubicBezTo>
                <a:cubicBezTo>
                  <a:pt x="1186" y="568"/>
                  <a:pt x="1116" y="516"/>
                  <a:pt x="1032" y="496"/>
                </a:cubicBezTo>
                <a:lnTo>
                  <a:pt x="887" y="462"/>
                </a:lnTo>
                <a:cubicBezTo>
                  <a:pt x="801" y="441"/>
                  <a:pt x="712" y="456"/>
                  <a:pt x="637" y="502"/>
                </a:cubicBezTo>
                <a:cubicBezTo>
                  <a:pt x="561" y="549"/>
                  <a:pt x="509" y="622"/>
                  <a:pt x="488" y="708"/>
                </a:cubicBezTo>
                <a:lnTo>
                  <a:pt x="419" y="1000"/>
                </a:lnTo>
                <a:cubicBezTo>
                  <a:pt x="377" y="1177"/>
                  <a:pt x="487" y="1355"/>
                  <a:pt x="665" y="1397"/>
                </a:cubicBezTo>
                <a:lnTo>
                  <a:pt x="810" y="1431"/>
                </a:lnTo>
                <a:cubicBezTo>
                  <a:pt x="836" y="1437"/>
                  <a:pt x="861" y="1440"/>
                  <a:pt x="886" y="1440"/>
                </a:cubicBezTo>
                <a:cubicBezTo>
                  <a:pt x="936" y="1440"/>
                  <a:pt x="985" y="1429"/>
                  <a:pt x="1029" y="1408"/>
                </a:cubicBezTo>
                <a:cubicBezTo>
                  <a:pt x="1022" y="1451"/>
                  <a:pt x="1030" y="1495"/>
                  <a:pt x="1053" y="1533"/>
                </a:cubicBezTo>
                <a:cubicBezTo>
                  <a:pt x="1069" y="1558"/>
                  <a:pt x="1089" y="1578"/>
                  <a:pt x="1113" y="1592"/>
                </a:cubicBezTo>
                <a:lnTo>
                  <a:pt x="1038" y="1995"/>
                </a:lnTo>
                <a:lnTo>
                  <a:pt x="502" y="2438"/>
                </a:lnTo>
                <a:cubicBezTo>
                  <a:pt x="490" y="2448"/>
                  <a:pt x="483" y="2462"/>
                  <a:pt x="480" y="2476"/>
                </a:cubicBezTo>
                <a:lnTo>
                  <a:pt x="60" y="2476"/>
                </a:lnTo>
                <a:cubicBezTo>
                  <a:pt x="26" y="2476"/>
                  <a:pt x="0" y="2503"/>
                  <a:pt x="0" y="2536"/>
                </a:cubicBezTo>
                <a:cubicBezTo>
                  <a:pt x="0" y="2570"/>
                  <a:pt x="26" y="2596"/>
                  <a:pt x="60" y="2596"/>
                </a:cubicBezTo>
                <a:lnTo>
                  <a:pt x="2537" y="2596"/>
                </a:lnTo>
                <a:cubicBezTo>
                  <a:pt x="2570" y="2596"/>
                  <a:pt x="2597" y="2570"/>
                  <a:pt x="2597" y="2536"/>
                </a:cubicBezTo>
                <a:cubicBezTo>
                  <a:pt x="2597" y="2503"/>
                  <a:pt x="2570" y="2476"/>
                  <a:pt x="2537" y="2476"/>
                </a:cubicBezTo>
                <a:close/>
                <a:moveTo>
                  <a:pt x="1338" y="699"/>
                </a:moveTo>
                <a:cubicBezTo>
                  <a:pt x="1348" y="692"/>
                  <a:pt x="1359" y="689"/>
                  <a:pt x="1370" y="689"/>
                </a:cubicBezTo>
                <a:cubicBezTo>
                  <a:pt x="1375" y="689"/>
                  <a:pt x="1380" y="690"/>
                  <a:pt x="1385" y="691"/>
                </a:cubicBezTo>
                <a:cubicBezTo>
                  <a:pt x="1401" y="695"/>
                  <a:pt x="1415" y="705"/>
                  <a:pt x="1424" y="719"/>
                </a:cubicBezTo>
                <a:cubicBezTo>
                  <a:pt x="1432" y="733"/>
                  <a:pt x="1435" y="750"/>
                  <a:pt x="1431" y="766"/>
                </a:cubicBezTo>
                <a:lnTo>
                  <a:pt x="1270" y="1451"/>
                </a:lnTo>
                <a:cubicBezTo>
                  <a:pt x="1266" y="1468"/>
                  <a:pt x="1256" y="1481"/>
                  <a:pt x="1242" y="1490"/>
                </a:cubicBezTo>
                <a:cubicBezTo>
                  <a:pt x="1228" y="1499"/>
                  <a:pt x="1211" y="1502"/>
                  <a:pt x="1195" y="1498"/>
                </a:cubicBezTo>
                <a:cubicBezTo>
                  <a:pt x="1178" y="1494"/>
                  <a:pt x="1165" y="1484"/>
                  <a:pt x="1156" y="1470"/>
                </a:cubicBezTo>
                <a:cubicBezTo>
                  <a:pt x="1147" y="1456"/>
                  <a:pt x="1144" y="1439"/>
                  <a:pt x="1148" y="1423"/>
                </a:cubicBezTo>
                <a:lnTo>
                  <a:pt x="1193" y="1234"/>
                </a:lnTo>
                <a:cubicBezTo>
                  <a:pt x="1199" y="1219"/>
                  <a:pt x="1204" y="1203"/>
                  <a:pt x="1208" y="1186"/>
                </a:cubicBezTo>
                <a:lnTo>
                  <a:pt x="1277" y="894"/>
                </a:lnTo>
                <a:cubicBezTo>
                  <a:pt x="1281" y="878"/>
                  <a:pt x="1284" y="861"/>
                  <a:pt x="1285" y="845"/>
                </a:cubicBezTo>
                <a:lnTo>
                  <a:pt x="1310" y="737"/>
                </a:lnTo>
                <a:cubicBezTo>
                  <a:pt x="1314" y="721"/>
                  <a:pt x="1323" y="707"/>
                  <a:pt x="1338" y="699"/>
                </a:cubicBezTo>
                <a:close/>
                <a:moveTo>
                  <a:pt x="980" y="1299"/>
                </a:moveTo>
                <a:lnTo>
                  <a:pt x="983" y="946"/>
                </a:lnTo>
                <a:lnTo>
                  <a:pt x="1152" y="885"/>
                </a:lnTo>
                <a:lnTo>
                  <a:pt x="1078" y="1196"/>
                </a:lnTo>
                <a:cubicBezTo>
                  <a:pt x="1058" y="1242"/>
                  <a:pt x="1023" y="1278"/>
                  <a:pt x="980" y="1299"/>
                </a:cubicBezTo>
                <a:close/>
                <a:moveTo>
                  <a:pt x="693" y="1281"/>
                </a:moveTo>
                <a:cubicBezTo>
                  <a:pt x="580" y="1254"/>
                  <a:pt x="510" y="1140"/>
                  <a:pt x="536" y="1027"/>
                </a:cubicBezTo>
                <a:lnTo>
                  <a:pt x="605" y="735"/>
                </a:lnTo>
                <a:cubicBezTo>
                  <a:pt x="618" y="681"/>
                  <a:pt x="652" y="634"/>
                  <a:pt x="700" y="605"/>
                </a:cubicBezTo>
                <a:cubicBezTo>
                  <a:pt x="748" y="575"/>
                  <a:pt x="804" y="566"/>
                  <a:pt x="859" y="579"/>
                </a:cubicBezTo>
                <a:lnTo>
                  <a:pt x="1004" y="613"/>
                </a:lnTo>
                <a:cubicBezTo>
                  <a:pt x="1079" y="631"/>
                  <a:pt x="1135" y="687"/>
                  <a:pt x="1156" y="756"/>
                </a:cubicBezTo>
                <a:lnTo>
                  <a:pt x="902" y="847"/>
                </a:lnTo>
                <a:cubicBezTo>
                  <a:pt x="879" y="856"/>
                  <a:pt x="863" y="878"/>
                  <a:pt x="863" y="903"/>
                </a:cubicBezTo>
                <a:lnTo>
                  <a:pt x="859" y="1318"/>
                </a:lnTo>
                <a:cubicBezTo>
                  <a:pt x="852" y="1317"/>
                  <a:pt x="845" y="1316"/>
                  <a:pt x="838" y="1314"/>
                </a:cubicBezTo>
                <a:lnTo>
                  <a:pt x="693" y="1281"/>
                </a:lnTo>
                <a:close/>
                <a:moveTo>
                  <a:pt x="1132" y="2074"/>
                </a:moveTo>
                <a:cubicBezTo>
                  <a:pt x="1143" y="2065"/>
                  <a:pt x="1150" y="2052"/>
                  <a:pt x="1152" y="2038"/>
                </a:cubicBezTo>
                <a:lnTo>
                  <a:pt x="1230" y="1619"/>
                </a:lnTo>
                <a:cubicBezTo>
                  <a:pt x="1237" y="1618"/>
                  <a:pt x="1243" y="1617"/>
                  <a:pt x="1249" y="1615"/>
                </a:cubicBezTo>
                <a:cubicBezTo>
                  <a:pt x="1251" y="1617"/>
                  <a:pt x="1252" y="1618"/>
                  <a:pt x="1254" y="1619"/>
                </a:cubicBezTo>
                <a:lnTo>
                  <a:pt x="1626" y="1895"/>
                </a:lnTo>
                <a:lnTo>
                  <a:pt x="1511" y="2435"/>
                </a:lnTo>
                <a:cubicBezTo>
                  <a:pt x="1507" y="2450"/>
                  <a:pt x="1510" y="2464"/>
                  <a:pt x="1517" y="2476"/>
                </a:cubicBezTo>
                <a:lnTo>
                  <a:pt x="645" y="2476"/>
                </a:lnTo>
                <a:lnTo>
                  <a:pt x="1132" y="2074"/>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26" name="Freeform 30">
            <a:extLst>
              <a:ext uri="{FF2B5EF4-FFF2-40B4-BE49-F238E27FC236}">
                <a16:creationId xmlns:a16="http://schemas.microsoft.com/office/drawing/2014/main" id="{5AC0FCAF-5406-A743-B4AB-2B64512C95F9}"/>
              </a:ext>
            </a:extLst>
          </p:cNvPr>
          <p:cNvSpPr>
            <a:spLocks noChangeAspect="1" noChangeArrowheads="1"/>
          </p:cNvSpPr>
          <p:nvPr/>
        </p:nvSpPr>
        <p:spPr bwMode="auto">
          <a:xfrm>
            <a:off x="5226274" y="2444392"/>
            <a:ext cx="437745" cy="435825"/>
          </a:xfrm>
          <a:custGeom>
            <a:avLst/>
            <a:gdLst>
              <a:gd name="T0" fmla="*/ 96132 w 2621"/>
              <a:gd name="T1" fmla="*/ 43632 h 2599"/>
              <a:gd name="T2" fmla="*/ 103612 w 2621"/>
              <a:gd name="T3" fmla="*/ 32551 h 2599"/>
              <a:gd name="T4" fmla="*/ 82418 w 2621"/>
              <a:gd name="T5" fmla="*/ 1662 h 2599"/>
              <a:gd name="T6" fmla="*/ 88652 w 2621"/>
              <a:gd name="T7" fmla="*/ 38646 h 2599"/>
              <a:gd name="T8" fmla="*/ 32967 w 2621"/>
              <a:gd name="T9" fmla="*/ 101808 h 2599"/>
              <a:gd name="T10" fmla="*/ 43495 w 2621"/>
              <a:gd name="T11" fmla="*/ 97514 h 2599"/>
              <a:gd name="T12" fmla="*/ 13021 w 2621"/>
              <a:gd name="T13" fmla="*/ 75906 h 2599"/>
              <a:gd name="T14" fmla="*/ 6649 w 2621"/>
              <a:gd name="T15" fmla="*/ 90727 h 2599"/>
              <a:gd name="T16" fmla="*/ 42941 w 2621"/>
              <a:gd name="T17" fmla="*/ 174667 h 2599"/>
              <a:gd name="T18" fmla="*/ 6095 w 2621"/>
              <a:gd name="T19" fmla="*/ 180762 h 2599"/>
              <a:gd name="T20" fmla="*/ 9142 w 2621"/>
              <a:gd name="T21" fmla="*/ 196414 h 2599"/>
              <a:gd name="T22" fmla="*/ 38508 w 2621"/>
              <a:gd name="T23" fmla="*/ 185056 h 2599"/>
              <a:gd name="T24" fmla="*/ 240883 w 2621"/>
              <a:gd name="T25" fmla="*/ 102917 h 2599"/>
              <a:gd name="T26" fmla="*/ 270941 w 2621"/>
              <a:gd name="T27" fmla="*/ 82001 h 2599"/>
              <a:gd name="T28" fmla="*/ 234788 w 2621"/>
              <a:gd name="T29" fmla="*/ 87957 h 2599"/>
              <a:gd name="T30" fmla="*/ 237836 w 2621"/>
              <a:gd name="T31" fmla="*/ 103609 h 2599"/>
              <a:gd name="T32" fmla="*/ 178688 w 2621"/>
              <a:gd name="T33" fmla="*/ 44602 h 2599"/>
              <a:gd name="T34" fmla="*/ 197111 w 2621"/>
              <a:gd name="T35" fmla="*/ 13436 h 2599"/>
              <a:gd name="T36" fmla="*/ 182151 w 2621"/>
              <a:gd name="T37" fmla="*/ 7064 h 2599"/>
              <a:gd name="T38" fmla="*/ 175641 w 2621"/>
              <a:gd name="T39" fmla="*/ 43909 h 2599"/>
              <a:gd name="T40" fmla="*/ 309449 w 2621"/>
              <a:gd name="T41" fmla="*/ 235475 h 2599"/>
              <a:gd name="T42" fmla="*/ 216919 w 2621"/>
              <a:gd name="T43" fmla="*/ 137545 h 2599"/>
              <a:gd name="T44" fmla="*/ 55684 w 2621"/>
              <a:gd name="T45" fmla="*/ 137545 h 2599"/>
              <a:gd name="T46" fmla="*/ 58039 w 2621"/>
              <a:gd name="T47" fmla="*/ 234644 h 2599"/>
              <a:gd name="T48" fmla="*/ 11913 w 2621"/>
              <a:gd name="T49" fmla="*/ 297253 h 2599"/>
              <a:gd name="T50" fmla="*/ 300307 w 2621"/>
              <a:gd name="T51" fmla="*/ 359861 h 2599"/>
              <a:gd name="T52" fmla="*/ 362917 w 2621"/>
              <a:gd name="T53" fmla="*/ 297391 h 2599"/>
              <a:gd name="T54" fmla="*/ 71891 w 2621"/>
              <a:gd name="T55" fmla="*/ 137545 h 2599"/>
              <a:gd name="T56" fmla="*/ 200851 w 2621"/>
              <a:gd name="T57" fmla="*/ 137545 h 2599"/>
              <a:gd name="T58" fmla="*/ 126051 w 2621"/>
              <a:gd name="T59" fmla="*/ 198630 h 2599"/>
              <a:gd name="T60" fmla="*/ 100564 w 2621"/>
              <a:gd name="T61" fmla="*/ 191012 h 2599"/>
              <a:gd name="T62" fmla="*/ 332998 w 2621"/>
              <a:gd name="T63" fmla="*/ 330219 h 2599"/>
              <a:gd name="T64" fmla="*/ 74661 w 2621"/>
              <a:gd name="T65" fmla="*/ 343794 h 2599"/>
              <a:gd name="T66" fmla="*/ 68289 w 2621"/>
              <a:gd name="T67" fmla="*/ 251127 h 2599"/>
              <a:gd name="T68" fmla="*/ 74938 w 2621"/>
              <a:gd name="T69" fmla="*/ 241154 h 2599"/>
              <a:gd name="T70" fmla="*/ 97655 w 2621"/>
              <a:gd name="T71" fmla="*/ 207495 h 2599"/>
              <a:gd name="T72" fmla="*/ 101257 w 2621"/>
              <a:gd name="T73" fmla="*/ 207218 h 2599"/>
              <a:gd name="T74" fmla="*/ 122866 w 2621"/>
              <a:gd name="T75" fmla="*/ 217330 h 2599"/>
              <a:gd name="T76" fmla="*/ 136856 w 2621"/>
              <a:gd name="T77" fmla="*/ 214836 h 2599"/>
              <a:gd name="T78" fmla="*/ 293520 w 2621"/>
              <a:gd name="T79" fmla="*/ 241016 h 2599"/>
              <a:gd name="T80" fmla="*/ 293520 w 2621"/>
              <a:gd name="T81" fmla="*/ 242678 h 2599"/>
              <a:gd name="T82" fmla="*/ 333413 w 2621"/>
              <a:gd name="T83" fmla="*/ 264840 h 2599"/>
              <a:gd name="T84" fmla="*/ 332998 w 2621"/>
              <a:gd name="T85" fmla="*/ 330219 h 25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621" h="2599">
                <a:moveTo>
                  <a:pt x="640" y="279"/>
                </a:moveTo>
                <a:cubicBezTo>
                  <a:pt x="650" y="302"/>
                  <a:pt x="671" y="315"/>
                  <a:pt x="694" y="315"/>
                </a:cubicBezTo>
                <a:cubicBezTo>
                  <a:pt x="702" y="315"/>
                  <a:pt x="709" y="314"/>
                  <a:pt x="716" y="311"/>
                </a:cubicBezTo>
                <a:cubicBezTo>
                  <a:pt x="746" y="299"/>
                  <a:pt x="761" y="265"/>
                  <a:pt x="748" y="235"/>
                </a:cubicBezTo>
                <a:lnTo>
                  <a:pt x="671" y="45"/>
                </a:lnTo>
                <a:cubicBezTo>
                  <a:pt x="659" y="15"/>
                  <a:pt x="625" y="0"/>
                  <a:pt x="595" y="12"/>
                </a:cubicBezTo>
                <a:cubicBezTo>
                  <a:pt x="565" y="25"/>
                  <a:pt x="551" y="59"/>
                  <a:pt x="563" y="88"/>
                </a:cubicBezTo>
                <a:lnTo>
                  <a:pt x="640" y="279"/>
                </a:lnTo>
                <a:close/>
                <a:moveTo>
                  <a:pt x="48" y="655"/>
                </a:moveTo>
                <a:lnTo>
                  <a:pt x="238" y="735"/>
                </a:lnTo>
                <a:cubicBezTo>
                  <a:pt x="245" y="738"/>
                  <a:pt x="253" y="740"/>
                  <a:pt x="260" y="740"/>
                </a:cubicBezTo>
                <a:cubicBezTo>
                  <a:pt x="283" y="740"/>
                  <a:pt x="305" y="727"/>
                  <a:pt x="314" y="704"/>
                </a:cubicBezTo>
                <a:cubicBezTo>
                  <a:pt x="327" y="675"/>
                  <a:pt x="313" y="640"/>
                  <a:pt x="283" y="628"/>
                </a:cubicBezTo>
                <a:lnTo>
                  <a:pt x="94" y="548"/>
                </a:lnTo>
                <a:cubicBezTo>
                  <a:pt x="64" y="535"/>
                  <a:pt x="30" y="549"/>
                  <a:pt x="17" y="579"/>
                </a:cubicBezTo>
                <a:cubicBezTo>
                  <a:pt x="5" y="609"/>
                  <a:pt x="19" y="643"/>
                  <a:pt x="48" y="655"/>
                </a:cubicBezTo>
                <a:close/>
                <a:moveTo>
                  <a:pt x="278" y="1336"/>
                </a:moveTo>
                <a:cubicBezTo>
                  <a:pt x="308" y="1324"/>
                  <a:pt x="322" y="1291"/>
                  <a:pt x="310" y="1261"/>
                </a:cubicBezTo>
                <a:cubicBezTo>
                  <a:pt x="298" y="1231"/>
                  <a:pt x="264" y="1217"/>
                  <a:pt x="234" y="1229"/>
                </a:cubicBezTo>
                <a:lnTo>
                  <a:pt x="44" y="1305"/>
                </a:lnTo>
                <a:cubicBezTo>
                  <a:pt x="14" y="1317"/>
                  <a:pt x="0" y="1352"/>
                  <a:pt x="12" y="1381"/>
                </a:cubicBezTo>
                <a:cubicBezTo>
                  <a:pt x="21" y="1404"/>
                  <a:pt x="43" y="1418"/>
                  <a:pt x="66" y="1418"/>
                </a:cubicBezTo>
                <a:cubicBezTo>
                  <a:pt x="73" y="1418"/>
                  <a:pt x="81" y="1416"/>
                  <a:pt x="88" y="1413"/>
                </a:cubicBezTo>
                <a:lnTo>
                  <a:pt x="278" y="1336"/>
                </a:lnTo>
                <a:close/>
                <a:moveTo>
                  <a:pt x="1717" y="748"/>
                </a:moveTo>
                <a:cubicBezTo>
                  <a:pt x="1725" y="748"/>
                  <a:pt x="1732" y="746"/>
                  <a:pt x="1739" y="743"/>
                </a:cubicBezTo>
                <a:lnTo>
                  <a:pt x="1924" y="668"/>
                </a:lnTo>
                <a:cubicBezTo>
                  <a:pt x="1954" y="656"/>
                  <a:pt x="1968" y="622"/>
                  <a:pt x="1956" y="592"/>
                </a:cubicBezTo>
                <a:cubicBezTo>
                  <a:pt x="1944" y="562"/>
                  <a:pt x="1910" y="548"/>
                  <a:pt x="1880" y="560"/>
                </a:cubicBezTo>
                <a:lnTo>
                  <a:pt x="1695" y="635"/>
                </a:lnTo>
                <a:cubicBezTo>
                  <a:pt x="1665" y="647"/>
                  <a:pt x="1651" y="681"/>
                  <a:pt x="1663" y="711"/>
                </a:cubicBezTo>
                <a:cubicBezTo>
                  <a:pt x="1672" y="734"/>
                  <a:pt x="1694" y="748"/>
                  <a:pt x="1717" y="748"/>
                </a:cubicBezTo>
                <a:close/>
                <a:moveTo>
                  <a:pt x="1268" y="317"/>
                </a:moveTo>
                <a:cubicBezTo>
                  <a:pt x="1275" y="320"/>
                  <a:pt x="1283" y="322"/>
                  <a:pt x="1290" y="322"/>
                </a:cubicBezTo>
                <a:cubicBezTo>
                  <a:pt x="1312" y="322"/>
                  <a:pt x="1334" y="308"/>
                  <a:pt x="1343" y="286"/>
                </a:cubicBezTo>
                <a:lnTo>
                  <a:pt x="1423" y="97"/>
                </a:lnTo>
                <a:cubicBezTo>
                  <a:pt x="1435" y="67"/>
                  <a:pt x="1422" y="33"/>
                  <a:pt x="1392" y="20"/>
                </a:cubicBezTo>
                <a:cubicBezTo>
                  <a:pt x="1362" y="8"/>
                  <a:pt x="1328" y="22"/>
                  <a:pt x="1315" y="51"/>
                </a:cubicBezTo>
                <a:lnTo>
                  <a:pt x="1237" y="241"/>
                </a:lnTo>
                <a:cubicBezTo>
                  <a:pt x="1224" y="270"/>
                  <a:pt x="1238" y="305"/>
                  <a:pt x="1268" y="317"/>
                </a:cubicBezTo>
                <a:close/>
                <a:moveTo>
                  <a:pt x="2491" y="1831"/>
                </a:moveTo>
                <a:cubicBezTo>
                  <a:pt x="2421" y="1760"/>
                  <a:pt x="2331" y="1714"/>
                  <a:pt x="2234" y="1700"/>
                </a:cubicBezTo>
                <a:cubicBezTo>
                  <a:pt x="2214" y="1342"/>
                  <a:pt x="1923" y="1057"/>
                  <a:pt x="1564" y="1043"/>
                </a:cubicBezTo>
                <a:cubicBezTo>
                  <a:pt x="1566" y="1027"/>
                  <a:pt x="1566" y="1010"/>
                  <a:pt x="1566" y="993"/>
                </a:cubicBezTo>
                <a:cubicBezTo>
                  <a:pt x="1566" y="672"/>
                  <a:pt x="1306" y="410"/>
                  <a:pt x="985" y="410"/>
                </a:cubicBezTo>
                <a:cubicBezTo>
                  <a:pt x="664" y="410"/>
                  <a:pt x="402" y="672"/>
                  <a:pt x="402" y="993"/>
                </a:cubicBezTo>
                <a:cubicBezTo>
                  <a:pt x="402" y="1157"/>
                  <a:pt x="469" y="1308"/>
                  <a:pt x="586" y="1416"/>
                </a:cubicBezTo>
                <a:cubicBezTo>
                  <a:pt x="487" y="1469"/>
                  <a:pt x="419" y="1574"/>
                  <a:pt x="419" y="1694"/>
                </a:cubicBezTo>
                <a:cubicBezTo>
                  <a:pt x="419" y="1699"/>
                  <a:pt x="419" y="1704"/>
                  <a:pt x="419" y="1709"/>
                </a:cubicBezTo>
                <a:cubicBezTo>
                  <a:pt x="226" y="1762"/>
                  <a:pt x="86" y="1940"/>
                  <a:pt x="86" y="2146"/>
                </a:cubicBezTo>
                <a:cubicBezTo>
                  <a:pt x="86" y="2395"/>
                  <a:pt x="289" y="2598"/>
                  <a:pt x="539" y="2598"/>
                </a:cubicBezTo>
                <a:lnTo>
                  <a:pt x="2168" y="2598"/>
                </a:lnTo>
                <a:cubicBezTo>
                  <a:pt x="2287" y="2598"/>
                  <a:pt x="2400" y="2551"/>
                  <a:pt x="2486" y="2466"/>
                </a:cubicBezTo>
                <a:cubicBezTo>
                  <a:pt x="2572" y="2381"/>
                  <a:pt x="2620" y="2267"/>
                  <a:pt x="2620" y="2147"/>
                </a:cubicBezTo>
                <a:cubicBezTo>
                  <a:pt x="2620" y="2028"/>
                  <a:pt x="2574" y="1916"/>
                  <a:pt x="2491" y="1831"/>
                </a:cubicBezTo>
                <a:close/>
                <a:moveTo>
                  <a:pt x="519" y="993"/>
                </a:moveTo>
                <a:cubicBezTo>
                  <a:pt x="519" y="736"/>
                  <a:pt x="728" y="527"/>
                  <a:pt x="985" y="527"/>
                </a:cubicBezTo>
                <a:cubicBezTo>
                  <a:pt x="1242" y="527"/>
                  <a:pt x="1450" y="736"/>
                  <a:pt x="1450" y="993"/>
                </a:cubicBezTo>
                <a:cubicBezTo>
                  <a:pt x="1450" y="1012"/>
                  <a:pt x="1448" y="1030"/>
                  <a:pt x="1446" y="1049"/>
                </a:cubicBezTo>
                <a:cubicBezTo>
                  <a:pt x="1215" y="1079"/>
                  <a:pt x="1013" y="1224"/>
                  <a:pt x="910" y="1434"/>
                </a:cubicBezTo>
                <a:cubicBezTo>
                  <a:pt x="859" y="1398"/>
                  <a:pt x="798" y="1379"/>
                  <a:pt x="734" y="1379"/>
                </a:cubicBezTo>
                <a:cubicBezTo>
                  <a:pt x="731" y="1379"/>
                  <a:pt x="729" y="1379"/>
                  <a:pt x="726" y="1379"/>
                </a:cubicBezTo>
                <a:cubicBezTo>
                  <a:pt x="596" y="1294"/>
                  <a:pt x="519" y="1150"/>
                  <a:pt x="519" y="993"/>
                </a:cubicBezTo>
                <a:close/>
                <a:moveTo>
                  <a:pt x="2404" y="2384"/>
                </a:moveTo>
                <a:cubicBezTo>
                  <a:pt x="2340" y="2447"/>
                  <a:pt x="2256" y="2482"/>
                  <a:pt x="2168" y="2482"/>
                </a:cubicBezTo>
                <a:lnTo>
                  <a:pt x="539" y="2482"/>
                </a:lnTo>
                <a:cubicBezTo>
                  <a:pt x="354" y="2482"/>
                  <a:pt x="203" y="2331"/>
                  <a:pt x="203" y="2146"/>
                </a:cubicBezTo>
                <a:cubicBezTo>
                  <a:pt x="203" y="1978"/>
                  <a:pt x="327" y="1835"/>
                  <a:pt x="493" y="1813"/>
                </a:cubicBezTo>
                <a:cubicBezTo>
                  <a:pt x="509" y="1810"/>
                  <a:pt x="524" y="1801"/>
                  <a:pt x="533" y="1788"/>
                </a:cubicBezTo>
                <a:cubicBezTo>
                  <a:pt x="542" y="1774"/>
                  <a:pt x="545" y="1757"/>
                  <a:pt x="541" y="1741"/>
                </a:cubicBezTo>
                <a:cubicBezTo>
                  <a:pt x="538" y="1726"/>
                  <a:pt x="536" y="1710"/>
                  <a:pt x="536" y="1694"/>
                </a:cubicBezTo>
                <a:cubicBezTo>
                  <a:pt x="536" y="1595"/>
                  <a:pt x="609" y="1512"/>
                  <a:pt x="705" y="1498"/>
                </a:cubicBezTo>
                <a:cubicBezTo>
                  <a:pt x="708" y="1499"/>
                  <a:pt x="711" y="1499"/>
                  <a:pt x="714" y="1499"/>
                </a:cubicBezTo>
                <a:cubicBezTo>
                  <a:pt x="720" y="1499"/>
                  <a:pt x="726" y="1498"/>
                  <a:pt x="731" y="1496"/>
                </a:cubicBezTo>
                <a:cubicBezTo>
                  <a:pt x="732" y="1496"/>
                  <a:pt x="733" y="1496"/>
                  <a:pt x="734" y="1496"/>
                </a:cubicBezTo>
                <a:cubicBezTo>
                  <a:pt x="794" y="1496"/>
                  <a:pt x="850" y="1523"/>
                  <a:pt x="887" y="1569"/>
                </a:cubicBezTo>
                <a:cubicBezTo>
                  <a:pt x="901" y="1585"/>
                  <a:pt x="922" y="1593"/>
                  <a:pt x="943" y="1590"/>
                </a:cubicBezTo>
                <a:cubicBezTo>
                  <a:pt x="964" y="1586"/>
                  <a:pt x="981" y="1571"/>
                  <a:pt x="988" y="1551"/>
                </a:cubicBezTo>
                <a:cubicBezTo>
                  <a:pt x="1068" y="1316"/>
                  <a:pt x="1290" y="1159"/>
                  <a:pt x="1537" y="1159"/>
                </a:cubicBezTo>
                <a:cubicBezTo>
                  <a:pt x="1858" y="1159"/>
                  <a:pt x="2119" y="1419"/>
                  <a:pt x="2119" y="1740"/>
                </a:cubicBezTo>
                <a:cubicBezTo>
                  <a:pt x="2119" y="1742"/>
                  <a:pt x="2119" y="1745"/>
                  <a:pt x="2119" y="1747"/>
                </a:cubicBezTo>
                <a:cubicBezTo>
                  <a:pt x="2119" y="1749"/>
                  <a:pt x="2119" y="1750"/>
                  <a:pt x="2119" y="1752"/>
                </a:cubicBezTo>
                <a:cubicBezTo>
                  <a:pt x="2118" y="1784"/>
                  <a:pt x="2143" y="1810"/>
                  <a:pt x="2175" y="1811"/>
                </a:cubicBezTo>
                <a:cubicBezTo>
                  <a:pt x="2263" y="1814"/>
                  <a:pt x="2346" y="1850"/>
                  <a:pt x="2407" y="1912"/>
                </a:cubicBezTo>
                <a:cubicBezTo>
                  <a:pt x="2469" y="1975"/>
                  <a:pt x="2503" y="2059"/>
                  <a:pt x="2503" y="2147"/>
                </a:cubicBezTo>
                <a:cubicBezTo>
                  <a:pt x="2503" y="2236"/>
                  <a:pt x="2468" y="2320"/>
                  <a:pt x="2404" y="238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27" name="Freeform 31">
            <a:extLst>
              <a:ext uri="{FF2B5EF4-FFF2-40B4-BE49-F238E27FC236}">
                <a16:creationId xmlns:a16="http://schemas.microsoft.com/office/drawing/2014/main" id="{9152115D-F542-9C4E-AEAC-0A3F9D693799}"/>
              </a:ext>
            </a:extLst>
          </p:cNvPr>
          <p:cNvSpPr>
            <a:spLocks noChangeAspect="1" noChangeArrowheads="1"/>
          </p:cNvSpPr>
          <p:nvPr/>
        </p:nvSpPr>
        <p:spPr bwMode="auto">
          <a:xfrm>
            <a:off x="1532320" y="2444392"/>
            <a:ext cx="435824" cy="435825"/>
          </a:xfrm>
          <a:custGeom>
            <a:avLst/>
            <a:gdLst>
              <a:gd name="T0" fmla="*/ 272025 w 2518"/>
              <a:gd name="T1" fmla="*/ 295771 h 2511"/>
              <a:gd name="T2" fmla="*/ 166716 w 2518"/>
              <a:gd name="T3" fmla="*/ 336774 h 2511"/>
              <a:gd name="T4" fmla="*/ 2869 w 2518"/>
              <a:gd name="T5" fmla="*/ 216774 h 2511"/>
              <a:gd name="T6" fmla="*/ 64993 w 2518"/>
              <a:gd name="T7" fmla="*/ 276989 h 2511"/>
              <a:gd name="T8" fmla="*/ 3300 w 2518"/>
              <a:gd name="T9" fmla="*/ 346523 h 2511"/>
              <a:gd name="T10" fmla="*/ 15065 w 2518"/>
              <a:gd name="T11" fmla="*/ 346953 h 2511"/>
              <a:gd name="T12" fmla="*/ 160116 w 2518"/>
              <a:gd name="T13" fmla="*/ 352975 h 2511"/>
              <a:gd name="T14" fmla="*/ 267147 w 2518"/>
              <a:gd name="T15" fmla="*/ 312258 h 2511"/>
              <a:gd name="T16" fmla="*/ 348639 w 2518"/>
              <a:gd name="T17" fmla="*/ 359857 h 2511"/>
              <a:gd name="T18" fmla="*/ 352944 w 2518"/>
              <a:gd name="T19" fmla="*/ 344373 h 2511"/>
              <a:gd name="T20" fmla="*/ 46629 w 2518"/>
              <a:gd name="T21" fmla="*/ 227527 h 2511"/>
              <a:gd name="T22" fmla="*/ 84793 w 2518"/>
              <a:gd name="T23" fmla="*/ 186523 h 2511"/>
              <a:gd name="T24" fmla="*/ 17647 w 2518"/>
              <a:gd name="T25" fmla="*/ 164731 h 2511"/>
              <a:gd name="T26" fmla="*/ 21808 w 2518"/>
              <a:gd name="T27" fmla="*/ 218351 h 2511"/>
              <a:gd name="T28" fmla="*/ 45051 w 2518"/>
              <a:gd name="T29" fmla="*/ 168172 h 2511"/>
              <a:gd name="T30" fmla="*/ 68150 w 2518"/>
              <a:gd name="T31" fmla="*/ 187814 h 2511"/>
              <a:gd name="T32" fmla="*/ 48350 w 2518"/>
              <a:gd name="T33" fmla="*/ 210896 h 2511"/>
              <a:gd name="T34" fmla="*/ 25251 w 2518"/>
              <a:gd name="T35" fmla="*/ 191111 h 2511"/>
              <a:gd name="T36" fmla="*/ 91105 w 2518"/>
              <a:gd name="T37" fmla="*/ 137491 h 2511"/>
              <a:gd name="T38" fmla="*/ 132139 w 2518"/>
              <a:gd name="T39" fmla="*/ 116272 h 2511"/>
              <a:gd name="T40" fmla="*/ 155094 w 2518"/>
              <a:gd name="T41" fmla="*/ 155842 h 2511"/>
              <a:gd name="T42" fmla="*/ 172885 w 2518"/>
              <a:gd name="T43" fmla="*/ 140358 h 2511"/>
              <a:gd name="T44" fmla="*/ 212340 w 2518"/>
              <a:gd name="T45" fmla="*/ 150538 h 2511"/>
              <a:gd name="T46" fmla="*/ 172598 w 2518"/>
              <a:gd name="T47" fmla="*/ 266380 h 2511"/>
              <a:gd name="T48" fmla="*/ 94549 w 2518"/>
              <a:gd name="T49" fmla="*/ 209176 h 2511"/>
              <a:gd name="T50" fmla="*/ 79914 w 2518"/>
              <a:gd name="T51" fmla="*/ 253620 h 2511"/>
              <a:gd name="T52" fmla="*/ 170589 w 2518"/>
              <a:gd name="T53" fmla="*/ 323297 h 2511"/>
              <a:gd name="T54" fmla="*/ 182211 w 2518"/>
              <a:gd name="T55" fmla="*/ 320860 h 2511"/>
              <a:gd name="T56" fmla="*/ 339027 w 2518"/>
              <a:gd name="T57" fmla="*/ 321147 h 2511"/>
              <a:gd name="T58" fmla="*/ 350361 w 2518"/>
              <a:gd name="T59" fmla="*/ 317849 h 2511"/>
              <a:gd name="T60" fmla="*/ 272599 w 2518"/>
              <a:gd name="T61" fmla="*/ 265663 h 2511"/>
              <a:gd name="T62" fmla="*/ 195697 w 2518"/>
              <a:gd name="T63" fmla="*/ 296487 h 2511"/>
              <a:gd name="T64" fmla="*/ 185941 w 2518"/>
              <a:gd name="T65" fmla="*/ 277993 h 2511"/>
              <a:gd name="T66" fmla="*/ 227835 w 2518"/>
              <a:gd name="T67" fmla="*/ 169032 h 2511"/>
              <a:gd name="T68" fmla="*/ 258395 w 2518"/>
              <a:gd name="T69" fmla="*/ 152545 h 2511"/>
              <a:gd name="T70" fmla="*/ 274607 w 2518"/>
              <a:gd name="T71" fmla="*/ 182079 h 2511"/>
              <a:gd name="T72" fmla="*/ 290389 w 2518"/>
              <a:gd name="T73" fmla="*/ 187097 h 2511"/>
              <a:gd name="T74" fmla="*/ 336875 w 2518"/>
              <a:gd name="T75" fmla="*/ 200573 h 2511"/>
              <a:gd name="T76" fmla="*/ 345196 w 2518"/>
              <a:gd name="T77" fmla="*/ 209892 h 2511"/>
              <a:gd name="T78" fmla="*/ 358252 w 2518"/>
              <a:gd name="T79" fmla="*/ 147670 h 2511"/>
              <a:gd name="T80" fmla="*/ 287376 w 2518"/>
              <a:gd name="T81" fmla="*/ 47168 h 2511"/>
              <a:gd name="T82" fmla="*/ 341609 w 2518"/>
              <a:gd name="T83" fmla="*/ 148530 h 2511"/>
              <a:gd name="T84" fmla="*/ 324679 w 2518"/>
              <a:gd name="T85" fmla="*/ 154265 h 2511"/>
              <a:gd name="T86" fmla="*/ 262986 w 2518"/>
              <a:gd name="T87" fmla="*/ 136487 h 2511"/>
              <a:gd name="T88" fmla="*/ 201436 w 2518"/>
              <a:gd name="T89" fmla="*/ 118853 h 2511"/>
              <a:gd name="T90" fmla="*/ 136730 w 2518"/>
              <a:gd name="T91" fmla="*/ 100358 h 2511"/>
              <a:gd name="T92" fmla="*/ 188810 w 2518"/>
              <a:gd name="T93" fmla="*/ 44014 h 2511"/>
              <a:gd name="T94" fmla="*/ 263416 w 2518"/>
              <a:gd name="T95" fmla="*/ 34265 h 2511"/>
              <a:gd name="T96" fmla="*/ 264134 w 2518"/>
              <a:gd name="T97" fmla="*/ 1290 h 2511"/>
              <a:gd name="T98" fmla="*/ 249356 w 2518"/>
              <a:gd name="T99" fmla="*/ 22796 h 2511"/>
              <a:gd name="T100" fmla="*/ 85510 w 2518"/>
              <a:gd name="T101" fmla="*/ 127168 h 2511"/>
              <a:gd name="T102" fmla="*/ 164994 w 2518"/>
              <a:gd name="T103" fmla="*/ 304516 h 2511"/>
              <a:gd name="T104" fmla="*/ 89814 w 2518"/>
              <a:gd name="T105" fmla="*/ 228817 h 2511"/>
              <a:gd name="T106" fmla="*/ 96414 w 2518"/>
              <a:gd name="T107" fmla="*/ 225806 h 2511"/>
              <a:gd name="T108" fmla="*/ 176328 w 2518"/>
              <a:gd name="T109" fmla="*/ 291470 h 2511"/>
              <a:gd name="T110" fmla="*/ 171307 w 2518"/>
              <a:gd name="T111" fmla="*/ 306667 h 251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518" h="2511">
                <a:moveTo>
                  <a:pt x="2460" y="2402"/>
                </a:moveTo>
                <a:lnTo>
                  <a:pt x="1896" y="2063"/>
                </a:lnTo>
                <a:cubicBezTo>
                  <a:pt x="1880" y="2053"/>
                  <a:pt x="1861" y="2052"/>
                  <a:pt x="1844" y="2059"/>
                </a:cubicBezTo>
                <a:lnTo>
                  <a:pt x="1162" y="2349"/>
                </a:lnTo>
                <a:lnTo>
                  <a:pt x="102" y="1503"/>
                </a:lnTo>
                <a:cubicBezTo>
                  <a:pt x="77" y="1483"/>
                  <a:pt x="40" y="1487"/>
                  <a:pt x="20" y="1512"/>
                </a:cubicBezTo>
                <a:cubicBezTo>
                  <a:pt x="0" y="1537"/>
                  <a:pt x="4" y="1574"/>
                  <a:pt x="29" y="1594"/>
                </a:cubicBezTo>
                <a:lnTo>
                  <a:pt x="453" y="1932"/>
                </a:lnTo>
                <a:lnTo>
                  <a:pt x="26" y="2335"/>
                </a:lnTo>
                <a:cubicBezTo>
                  <a:pt x="2" y="2357"/>
                  <a:pt x="1" y="2394"/>
                  <a:pt x="23" y="2417"/>
                </a:cubicBezTo>
                <a:cubicBezTo>
                  <a:pt x="35" y="2430"/>
                  <a:pt x="50" y="2436"/>
                  <a:pt x="66" y="2436"/>
                </a:cubicBezTo>
                <a:cubicBezTo>
                  <a:pt x="80" y="2436"/>
                  <a:pt x="94" y="2430"/>
                  <a:pt x="105" y="2420"/>
                </a:cubicBezTo>
                <a:lnTo>
                  <a:pt x="545" y="2006"/>
                </a:lnTo>
                <a:lnTo>
                  <a:pt x="1116" y="2462"/>
                </a:lnTo>
                <a:cubicBezTo>
                  <a:pt x="1133" y="2475"/>
                  <a:pt x="1155" y="2478"/>
                  <a:pt x="1175" y="2470"/>
                </a:cubicBezTo>
                <a:lnTo>
                  <a:pt x="1862" y="2178"/>
                </a:lnTo>
                <a:lnTo>
                  <a:pt x="2400" y="2501"/>
                </a:lnTo>
                <a:cubicBezTo>
                  <a:pt x="2409" y="2507"/>
                  <a:pt x="2420" y="2510"/>
                  <a:pt x="2430" y="2510"/>
                </a:cubicBezTo>
                <a:cubicBezTo>
                  <a:pt x="2450" y="2510"/>
                  <a:pt x="2469" y="2500"/>
                  <a:pt x="2480" y="2482"/>
                </a:cubicBezTo>
                <a:cubicBezTo>
                  <a:pt x="2496" y="2454"/>
                  <a:pt x="2487" y="2418"/>
                  <a:pt x="2460" y="2402"/>
                </a:cubicBezTo>
                <a:close/>
                <a:moveTo>
                  <a:pt x="152" y="1523"/>
                </a:moveTo>
                <a:cubicBezTo>
                  <a:pt x="200" y="1565"/>
                  <a:pt x="261" y="1587"/>
                  <a:pt x="325" y="1587"/>
                </a:cubicBezTo>
                <a:cubicBezTo>
                  <a:pt x="332" y="1587"/>
                  <a:pt x="338" y="1587"/>
                  <a:pt x="345" y="1587"/>
                </a:cubicBezTo>
                <a:cubicBezTo>
                  <a:pt x="492" y="1575"/>
                  <a:pt x="602" y="1447"/>
                  <a:pt x="591" y="1301"/>
                </a:cubicBezTo>
                <a:cubicBezTo>
                  <a:pt x="579" y="1155"/>
                  <a:pt x="451" y="1045"/>
                  <a:pt x="305" y="1057"/>
                </a:cubicBezTo>
                <a:cubicBezTo>
                  <a:pt x="234" y="1062"/>
                  <a:pt x="169" y="1095"/>
                  <a:pt x="123" y="1149"/>
                </a:cubicBezTo>
                <a:cubicBezTo>
                  <a:pt x="77" y="1203"/>
                  <a:pt x="54" y="1271"/>
                  <a:pt x="60" y="1341"/>
                </a:cubicBezTo>
                <a:cubicBezTo>
                  <a:pt x="65" y="1412"/>
                  <a:pt x="98" y="1477"/>
                  <a:pt x="152" y="1523"/>
                </a:cubicBezTo>
                <a:close/>
                <a:moveTo>
                  <a:pt x="211" y="1224"/>
                </a:moveTo>
                <a:cubicBezTo>
                  <a:pt x="237" y="1194"/>
                  <a:pt x="274" y="1176"/>
                  <a:pt x="314" y="1173"/>
                </a:cubicBezTo>
                <a:cubicBezTo>
                  <a:pt x="318" y="1172"/>
                  <a:pt x="321" y="1172"/>
                  <a:pt x="325" y="1172"/>
                </a:cubicBezTo>
                <a:cubicBezTo>
                  <a:pt x="403" y="1172"/>
                  <a:pt x="469" y="1232"/>
                  <a:pt x="475" y="1310"/>
                </a:cubicBezTo>
                <a:cubicBezTo>
                  <a:pt x="481" y="1392"/>
                  <a:pt x="419" y="1464"/>
                  <a:pt x="337" y="1471"/>
                </a:cubicBezTo>
                <a:cubicBezTo>
                  <a:pt x="297" y="1474"/>
                  <a:pt x="258" y="1461"/>
                  <a:pt x="227" y="1435"/>
                </a:cubicBezTo>
                <a:cubicBezTo>
                  <a:pt x="197" y="1409"/>
                  <a:pt x="179" y="1372"/>
                  <a:pt x="176" y="1333"/>
                </a:cubicBezTo>
                <a:cubicBezTo>
                  <a:pt x="173" y="1293"/>
                  <a:pt x="185" y="1255"/>
                  <a:pt x="211" y="1224"/>
                </a:cubicBezTo>
                <a:close/>
                <a:moveTo>
                  <a:pt x="635" y="959"/>
                </a:moveTo>
                <a:cubicBezTo>
                  <a:pt x="666" y="968"/>
                  <a:pt x="698" y="950"/>
                  <a:pt x="707" y="919"/>
                </a:cubicBezTo>
                <a:cubicBezTo>
                  <a:pt x="713" y="898"/>
                  <a:pt x="784" y="772"/>
                  <a:pt x="921" y="811"/>
                </a:cubicBezTo>
                <a:cubicBezTo>
                  <a:pt x="1044" y="847"/>
                  <a:pt x="1037" y="1020"/>
                  <a:pt x="1037" y="1027"/>
                </a:cubicBezTo>
                <a:cubicBezTo>
                  <a:pt x="1035" y="1055"/>
                  <a:pt x="1054" y="1080"/>
                  <a:pt x="1081" y="1087"/>
                </a:cubicBezTo>
                <a:cubicBezTo>
                  <a:pt x="1108" y="1093"/>
                  <a:pt x="1136" y="1079"/>
                  <a:pt x="1148" y="1054"/>
                </a:cubicBezTo>
                <a:cubicBezTo>
                  <a:pt x="1148" y="1053"/>
                  <a:pt x="1167" y="1013"/>
                  <a:pt x="1205" y="979"/>
                </a:cubicBezTo>
                <a:cubicBezTo>
                  <a:pt x="1253" y="935"/>
                  <a:pt x="1307" y="922"/>
                  <a:pt x="1372" y="941"/>
                </a:cubicBezTo>
                <a:cubicBezTo>
                  <a:pt x="1434" y="959"/>
                  <a:pt x="1469" y="994"/>
                  <a:pt x="1480" y="1050"/>
                </a:cubicBezTo>
                <a:cubicBezTo>
                  <a:pt x="1486" y="1081"/>
                  <a:pt x="1483" y="1111"/>
                  <a:pt x="1481" y="1127"/>
                </a:cubicBezTo>
                <a:lnTo>
                  <a:pt x="1203" y="1858"/>
                </a:lnTo>
                <a:lnTo>
                  <a:pt x="787" y="1501"/>
                </a:lnTo>
                <a:cubicBezTo>
                  <a:pt x="751" y="1470"/>
                  <a:pt x="706" y="1455"/>
                  <a:pt x="659" y="1459"/>
                </a:cubicBezTo>
                <a:cubicBezTo>
                  <a:pt x="612" y="1462"/>
                  <a:pt x="569" y="1484"/>
                  <a:pt x="538" y="1520"/>
                </a:cubicBezTo>
                <a:cubicBezTo>
                  <a:pt x="475" y="1594"/>
                  <a:pt x="483" y="1705"/>
                  <a:pt x="557" y="1769"/>
                </a:cubicBezTo>
                <a:lnTo>
                  <a:pt x="1074" y="2213"/>
                </a:lnTo>
                <a:cubicBezTo>
                  <a:pt x="1108" y="2241"/>
                  <a:pt x="1148" y="2255"/>
                  <a:pt x="1189" y="2255"/>
                </a:cubicBezTo>
                <a:cubicBezTo>
                  <a:pt x="1211" y="2255"/>
                  <a:pt x="1234" y="2251"/>
                  <a:pt x="1255" y="2243"/>
                </a:cubicBezTo>
                <a:cubicBezTo>
                  <a:pt x="1260" y="2242"/>
                  <a:pt x="1264" y="2241"/>
                  <a:pt x="1270" y="2238"/>
                </a:cubicBezTo>
                <a:lnTo>
                  <a:pt x="1869" y="1969"/>
                </a:lnTo>
                <a:lnTo>
                  <a:pt x="2363" y="2240"/>
                </a:lnTo>
                <a:cubicBezTo>
                  <a:pt x="2372" y="2245"/>
                  <a:pt x="2381" y="2247"/>
                  <a:pt x="2391" y="2247"/>
                </a:cubicBezTo>
                <a:cubicBezTo>
                  <a:pt x="2411" y="2247"/>
                  <a:pt x="2431" y="2237"/>
                  <a:pt x="2442" y="2217"/>
                </a:cubicBezTo>
                <a:cubicBezTo>
                  <a:pt x="2457" y="2189"/>
                  <a:pt x="2447" y="2154"/>
                  <a:pt x="2419" y="2138"/>
                </a:cubicBezTo>
                <a:lnTo>
                  <a:pt x="1900" y="1853"/>
                </a:lnTo>
                <a:cubicBezTo>
                  <a:pt x="1884" y="1844"/>
                  <a:pt x="1864" y="1843"/>
                  <a:pt x="1848" y="1851"/>
                </a:cubicBezTo>
                <a:lnTo>
                  <a:pt x="1364" y="2068"/>
                </a:lnTo>
                <a:cubicBezTo>
                  <a:pt x="1362" y="2022"/>
                  <a:pt x="1341" y="1977"/>
                  <a:pt x="1303" y="1945"/>
                </a:cubicBezTo>
                <a:lnTo>
                  <a:pt x="1296" y="1939"/>
                </a:lnTo>
                <a:lnTo>
                  <a:pt x="1581" y="1191"/>
                </a:lnTo>
                <a:cubicBezTo>
                  <a:pt x="1584" y="1187"/>
                  <a:pt x="1586" y="1183"/>
                  <a:pt x="1588" y="1179"/>
                </a:cubicBezTo>
                <a:cubicBezTo>
                  <a:pt x="1588" y="1179"/>
                  <a:pt x="1607" y="1136"/>
                  <a:pt x="1645" y="1101"/>
                </a:cubicBezTo>
                <a:cubicBezTo>
                  <a:pt x="1690" y="1059"/>
                  <a:pt x="1741" y="1047"/>
                  <a:pt x="1801" y="1064"/>
                </a:cubicBezTo>
                <a:cubicBezTo>
                  <a:pt x="1860" y="1081"/>
                  <a:pt x="1895" y="1117"/>
                  <a:pt x="1910" y="1176"/>
                </a:cubicBezTo>
                <a:cubicBezTo>
                  <a:pt x="1922" y="1225"/>
                  <a:pt x="1914" y="1270"/>
                  <a:pt x="1914" y="1270"/>
                </a:cubicBezTo>
                <a:cubicBezTo>
                  <a:pt x="1908" y="1299"/>
                  <a:pt x="1925" y="1327"/>
                  <a:pt x="1953" y="1336"/>
                </a:cubicBezTo>
                <a:cubicBezTo>
                  <a:pt x="1981" y="1345"/>
                  <a:pt x="2011" y="1332"/>
                  <a:pt x="2024" y="1305"/>
                </a:cubicBezTo>
                <a:cubicBezTo>
                  <a:pt x="2027" y="1299"/>
                  <a:pt x="2098" y="1149"/>
                  <a:pt x="2231" y="1187"/>
                </a:cubicBezTo>
                <a:cubicBezTo>
                  <a:pt x="2365" y="1226"/>
                  <a:pt x="2349" y="1392"/>
                  <a:pt x="2348" y="1399"/>
                </a:cubicBezTo>
                <a:cubicBezTo>
                  <a:pt x="2345" y="1429"/>
                  <a:pt x="2365" y="1456"/>
                  <a:pt x="2394" y="1462"/>
                </a:cubicBezTo>
                <a:cubicBezTo>
                  <a:pt x="2398" y="1463"/>
                  <a:pt x="2402" y="1464"/>
                  <a:pt x="2406" y="1464"/>
                </a:cubicBezTo>
                <a:cubicBezTo>
                  <a:pt x="2431" y="1464"/>
                  <a:pt x="2454" y="1448"/>
                  <a:pt x="2461" y="1423"/>
                </a:cubicBezTo>
                <a:cubicBezTo>
                  <a:pt x="2464" y="1416"/>
                  <a:pt x="2517" y="1250"/>
                  <a:pt x="2497" y="1030"/>
                </a:cubicBezTo>
                <a:cubicBezTo>
                  <a:pt x="2479" y="825"/>
                  <a:pt x="2393" y="535"/>
                  <a:pt x="2084" y="315"/>
                </a:cubicBezTo>
                <a:cubicBezTo>
                  <a:pt x="2058" y="296"/>
                  <a:pt x="2022" y="303"/>
                  <a:pt x="2003" y="329"/>
                </a:cubicBezTo>
                <a:cubicBezTo>
                  <a:pt x="1984" y="355"/>
                  <a:pt x="1990" y="391"/>
                  <a:pt x="2017" y="410"/>
                </a:cubicBezTo>
                <a:cubicBezTo>
                  <a:pt x="2235" y="565"/>
                  <a:pt x="2357" y="775"/>
                  <a:pt x="2381" y="1036"/>
                </a:cubicBezTo>
                <a:cubicBezTo>
                  <a:pt x="2385" y="1075"/>
                  <a:pt x="2386" y="1113"/>
                  <a:pt x="2385" y="1149"/>
                </a:cubicBezTo>
                <a:cubicBezTo>
                  <a:pt x="2353" y="1114"/>
                  <a:pt x="2312" y="1090"/>
                  <a:pt x="2263" y="1076"/>
                </a:cubicBezTo>
                <a:cubicBezTo>
                  <a:pt x="2174" y="1050"/>
                  <a:pt x="2090" y="1069"/>
                  <a:pt x="2018" y="1129"/>
                </a:cubicBezTo>
                <a:cubicBezTo>
                  <a:pt x="1994" y="1055"/>
                  <a:pt x="1940" y="983"/>
                  <a:pt x="1833" y="952"/>
                </a:cubicBezTo>
                <a:cubicBezTo>
                  <a:pt x="1729" y="923"/>
                  <a:pt x="1647" y="951"/>
                  <a:pt x="1586" y="998"/>
                </a:cubicBezTo>
                <a:cubicBezTo>
                  <a:pt x="1560" y="915"/>
                  <a:pt x="1497" y="856"/>
                  <a:pt x="1404" y="829"/>
                </a:cubicBezTo>
                <a:cubicBezTo>
                  <a:pt x="1287" y="796"/>
                  <a:pt x="1197" y="833"/>
                  <a:pt x="1133" y="886"/>
                </a:cubicBezTo>
                <a:cubicBezTo>
                  <a:pt x="1103" y="789"/>
                  <a:pt x="1041" y="725"/>
                  <a:pt x="953" y="700"/>
                </a:cubicBezTo>
                <a:cubicBezTo>
                  <a:pt x="896" y="683"/>
                  <a:pt x="844" y="685"/>
                  <a:pt x="799" y="697"/>
                </a:cubicBezTo>
                <a:cubicBezTo>
                  <a:pt x="910" y="500"/>
                  <a:pt x="1084" y="369"/>
                  <a:pt x="1316" y="307"/>
                </a:cubicBezTo>
                <a:cubicBezTo>
                  <a:pt x="1554" y="245"/>
                  <a:pt x="1768" y="280"/>
                  <a:pt x="1770" y="281"/>
                </a:cubicBezTo>
                <a:cubicBezTo>
                  <a:pt x="1799" y="286"/>
                  <a:pt x="1828" y="268"/>
                  <a:pt x="1836" y="239"/>
                </a:cubicBezTo>
                <a:lnTo>
                  <a:pt x="1881" y="81"/>
                </a:lnTo>
                <a:cubicBezTo>
                  <a:pt x="1890" y="50"/>
                  <a:pt x="1872" y="18"/>
                  <a:pt x="1841" y="9"/>
                </a:cubicBezTo>
                <a:cubicBezTo>
                  <a:pt x="1811" y="0"/>
                  <a:pt x="1778" y="18"/>
                  <a:pt x="1770" y="49"/>
                </a:cubicBezTo>
                <a:lnTo>
                  <a:pt x="1738" y="159"/>
                </a:lnTo>
                <a:cubicBezTo>
                  <a:pt x="1654" y="151"/>
                  <a:pt x="1481" y="144"/>
                  <a:pt x="1290" y="194"/>
                </a:cubicBezTo>
                <a:cubicBezTo>
                  <a:pt x="1046" y="258"/>
                  <a:pt x="727" y="430"/>
                  <a:pt x="596" y="887"/>
                </a:cubicBezTo>
                <a:cubicBezTo>
                  <a:pt x="587" y="918"/>
                  <a:pt x="605" y="950"/>
                  <a:pt x="635" y="959"/>
                </a:cubicBezTo>
                <a:close/>
                <a:moveTo>
                  <a:pt x="1150" y="2124"/>
                </a:moveTo>
                <a:lnTo>
                  <a:pt x="633" y="1681"/>
                </a:lnTo>
                <a:cubicBezTo>
                  <a:pt x="607" y="1659"/>
                  <a:pt x="605" y="1621"/>
                  <a:pt x="626" y="1596"/>
                </a:cubicBezTo>
                <a:cubicBezTo>
                  <a:pt x="637" y="1583"/>
                  <a:pt x="651" y="1576"/>
                  <a:pt x="667" y="1575"/>
                </a:cubicBezTo>
                <a:cubicBezTo>
                  <a:pt x="669" y="1575"/>
                  <a:pt x="671" y="1575"/>
                  <a:pt x="672" y="1575"/>
                </a:cubicBezTo>
                <a:cubicBezTo>
                  <a:pt x="686" y="1575"/>
                  <a:pt x="700" y="1580"/>
                  <a:pt x="711" y="1589"/>
                </a:cubicBezTo>
                <a:lnTo>
                  <a:pt x="1229" y="2033"/>
                </a:lnTo>
                <a:cubicBezTo>
                  <a:pt x="1254" y="2055"/>
                  <a:pt x="1257" y="2093"/>
                  <a:pt x="1235" y="2118"/>
                </a:cubicBezTo>
                <a:cubicBezTo>
                  <a:pt x="1225" y="2130"/>
                  <a:pt x="1210" y="2138"/>
                  <a:pt x="1194" y="2139"/>
                </a:cubicBezTo>
                <a:cubicBezTo>
                  <a:pt x="1178" y="2140"/>
                  <a:pt x="1162" y="2135"/>
                  <a:pt x="1150" y="212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28" name="Freeform 32">
            <a:extLst>
              <a:ext uri="{FF2B5EF4-FFF2-40B4-BE49-F238E27FC236}">
                <a16:creationId xmlns:a16="http://schemas.microsoft.com/office/drawing/2014/main" id="{94E87029-336C-004D-8F1B-1E9B9E4FBE23}"/>
              </a:ext>
            </a:extLst>
          </p:cNvPr>
          <p:cNvSpPr>
            <a:spLocks noChangeAspect="1" noChangeArrowheads="1"/>
          </p:cNvSpPr>
          <p:nvPr/>
        </p:nvSpPr>
        <p:spPr bwMode="auto">
          <a:xfrm>
            <a:off x="2273415" y="2444392"/>
            <a:ext cx="435824" cy="435825"/>
          </a:xfrm>
          <a:custGeom>
            <a:avLst/>
            <a:gdLst>
              <a:gd name="T0" fmla="*/ 40573 w 2613"/>
              <a:gd name="T1" fmla="*/ 293262 h 2600"/>
              <a:gd name="T2" fmla="*/ 86130 w 2613"/>
              <a:gd name="T3" fmla="*/ 292015 h 2600"/>
              <a:gd name="T4" fmla="*/ 156751 w 2613"/>
              <a:gd name="T5" fmla="*/ 292708 h 2600"/>
              <a:gd name="T6" fmla="*/ 204525 w 2613"/>
              <a:gd name="T7" fmla="*/ 292569 h 2600"/>
              <a:gd name="T8" fmla="*/ 276392 w 2613"/>
              <a:gd name="T9" fmla="*/ 292846 h 2600"/>
              <a:gd name="T10" fmla="*/ 325273 w 2613"/>
              <a:gd name="T11" fmla="*/ 293400 h 2600"/>
              <a:gd name="T12" fmla="*/ 361553 w 2613"/>
              <a:gd name="T13" fmla="*/ 300046 h 2600"/>
              <a:gd name="T14" fmla="*/ 337182 w 2613"/>
              <a:gd name="T15" fmla="*/ 282462 h 2600"/>
              <a:gd name="T16" fmla="*/ 266284 w 2613"/>
              <a:gd name="T17" fmla="*/ 280385 h 2600"/>
              <a:gd name="T18" fmla="*/ 215741 w 2613"/>
              <a:gd name="T19" fmla="*/ 280938 h 2600"/>
              <a:gd name="T20" fmla="*/ 145951 w 2613"/>
              <a:gd name="T21" fmla="*/ 280662 h 2600"/>
              <a:gd name="T22" fmla="*/ 97762 w 2613"/>
              <a:gd name="T23" fmla="*/ 280800 h 2600"/>
              <a:gd name="T24" fmla="*/ 29772 w 2613"/>
              <a:gd name="T25" fmla="*/ 281215 h 2600"/>
              <a:gd name="T26" fmla="*/ 0 w 2613"/>
              <a:gd name="T27" fmla="*/ 300046 h 2600"/>
              <a:gd name="T28" fmla="*/ 353522 w 2613"/>
              <a:gd name="T29" fmla="*/ 343800 h 2600"/>
              <a:gd name="T30" fmla="*/ 302148 w 2613"/>
              <a:gd name="T31" fmla="*/ 317215 h 2600"/>
              <a:gd name="T32" fmla="*/ 239281 w 2613"/>
              <a:gd name="T33" fmla="*/ 343800 h 2600"/>
              <a:gd name="T34" fmla="*/ 181123 w 2613"/>
              <a:gd name="T35" fmla="*/ 317215 h 2600"/>
              <a:gd name="T36" fmla="*/ 120887 w 2613"/>
              <a:gd name="T37" fmla="*/ 343800 h 2600"/>
              <a:gd name="T38" fmla="*/ 65221 w 2613"/>
              <a:gd name="T39" fmla="*/ 317215 h 2600"/>
              <a:gd name="T40" fmla="*/ 8031 w 2613"/>
              <a:gd name="T41" fmla="*/ 343800 h 2600"/>
              <a:gd name="T42" fmla="*/ 8031 w 2613"/>
              <a:gd name="T43" fmla="*/ 359862 h 2600"/>
              <a:gd name="T44" fmla="*/ 65221 w 2613"/>
              <a:gd name="T45" fmla="*/ 333415 h 2600"/>
              <a:gd name="T46" fmla="*/ 120887 w 2613"/>
              <a:gd name="T47" fmla="*/ 359862 h 2600"/>
              <a:gd name="T48" fmla="*/ 181123 w 2613"/>
              <a:gd name="T49" fmla="*/ 333415 h 2600"/>
              <a:gd name="T50" fmla="*/ 239281 w 2613"/>
              <a:gd name="T51" fmla="*/ 359862 h 2600"/>
              <a:gd name="T52" fmla="*/ 302148 w 2613"/>
              <a:gd name="T53" fmla="*/ 333415 h 2600"/>
              <a:gd name="T54" fmla="*/ 353522 w 2613"/>
              <a:gd name="T55" fmla="*/ 359862 h 2600"/>
              <a:gd name="T56" fmla="*/ 353522 w 2613"/>
              <a:gd name="T57" fmla="*/ 343800 h 2600"/>
              <a:gd name="T58" fmla="*/ 118256 w 2613"/>
              <a:gd name="T59" fmla="*/ 255600 h 2600"/>
              <a:gd name="T60" fmla="*/ 258529 w 2613"/>
              <a:gd name="T61" fmla="*/ 216554 h 2600"/>
              <a:gd name="T62" fmla="*/ 266699 w 2613"/>
              <a:gd name="T63" fmla="*/ 263631 h 2600"/>
              <a:gd name="T64" fmla="*/ 274730 w 2613"/>
              <a:gd name="T65" fmla="*/ 102600 h 2600"/>
              <a:gd name="T66" fmla="*/ 352552 w 2613"/>
              <a:gd name="T67" fmla="*/ 16200 h 2600"/>
              <a:gd name="T68" fmla="*/ 352552 w 2613"/>
              <a:gd name="T69" fmla="*/ 0 h 2600"/>
              <a:gd name="T70" fmla="*/ 258529 w 2613"/>
              <a:gd name="T71" fmla="*/ 102600 h 2600"/>
              <a:gd name="T72" fmla="*/ 118256 w 2613"/>
              <a:gd name="T73" fmla="*/ 103154 h 2600"/>
              <a:gd name="T74" fmla="*/ 139442 w 2613"/>
              <a:gd name="T75" fmla="*/ 40292 h 2600"/>
              <a:gd name="T76" fmla="*/ 203971 w 2613"/>
              <a:gd name="T77" fmla="*/ 8031 h 2600"/>
              <a:gd name="T78" fmla="*/ 127257 w 2613"/>
              <a:gd name="T79" fmla="*/ 29492 h 2600"/>
              <a:gd name="T80" fmla="*/ 102193 w 2613"/>
              <a:gd name="T81" fmla="*/ 255600 h 2600"/>
              <a:gd name="T82" fmla="*/ 258529 w 2613"/>
              <a:gd name="T83" fmla="*/ 119215 h 2600"/>
              <a:gd name="T84" fmla="*/ 118256 w 2613"/>
              <a:gd name="T85" fmla="*/ 200492 h 2600"/>
              <a:gd name="T86" fmla="*/ 258529 w 2613"/>
              <a:gd name="T87" fmla="*/ 119215 h 26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613" h="2600">
                <a:moveTo>
                  <a:pt x="58" y="2225"/>
                </a:moveTo>
                <a:cubicBezTo>
                  <a:pt x="173" y="2225"/>
                  <a:pt x="236" y="2168"/>
                  <a:pt x="293" y="2118"/>
                </a:cubicBezTo>
                <a:cubicBezTo>
                  <a:pt x="345" y="2071"/>
                  <a:pt x="387" y="2034"/>
                  <a:pt x="471" y="2034"/>
                </a:cubicBezTo>
                <a:cubicBezTo>
                  <a:pt x="549" y="2034"/>
                  <a:pt x="580" y="2065"/>
                  <a:pt x="622" y="2109"/>
                </a:cubicBezTo>
                <a:cubicBezTo>
                  <a:pt x="672" y="2161"/>
                  <a:pt x="734" y="2225"/>
                  <a:pt x="873" y="2225"/>
                </a:cubicBezTo>
                <a:cubicBezTo>
                  <a:pt x="1008" y="2225"/>
                  <a:pt x="1077" y="2164"/>
                  <a:pt x="1132" y="2114"/>
                </a:cubicBezTo>
                <a:cubicBezTo>
                  <a:pt x="1182" y="2069"/>
                  <a:pt x="1222" y="2034"/>
                  <a:pt x="1308" y="2034"/>
                </a:cubicBezTo>
                <a:cubicBezTo>
                  <a:pt x="1395" y="2034"/>
                  <a:pt x="1429" y="2067"/>
                  <a:pt x="1477" y="2113"/>
                </a:cubicBezTo>
                <a:cubicBezTo>
                  <a:pt x="1528" y="2163"/>
                  <a:pt x="1593" y="2225"/>
                  <a:pt x="1728" y="2225"/>
                </a:cubicBezTo>
                <a:cubicBezTo>
                  <a:pt x="1861" y="2225"/>
                  <a:pt x="1933" y="2167"/>
                  <a:pt x="1996" y="2115"/>
                </a:cubicBezTo>
                <a:cubicBezTo>
                  <a:pt x="2052" y="2070"/>
                  <a:pt x="2096" y="2034"/>
                  <a:pt x="2182" y="2034"/>
                </a:cubicBezTo>
                <a:cubicBezTo>
                  <a:pt x="2270" y="2034"/>
                  <a:pt x="2305" y="2071"/>
                  <a:pt x="2349" y="2119"/>
                </a:cubicBezTo>
                <a:cubicBezTo>
                  <a:pt x="2393" y="2166"/>
                  <a:pt x="2448" y="2225"/>
                  <a:pt x="2553" y="2225"/>
                </a:cubicBezTo>
                <a:cubicBezTo>
                  <a:pt x="2585" y="2225"/>
                  <a:pt x="2611" y="2199"/>
                  <a:pt x="2611" y="2167"/>
                </a:cubicBezTo>
                <a:cubicBezTo>
                  <a:pt x="2611" y="2135"/>
                  <a:pt x="2585" y="2109"/>
                  <a:pt x="2553" y="2109"/>
                </a:cubicBezTo>
                <a:cubicBezTo>
                  <a:pt x="2501" y="2109"/>
                  <a:pt x="2477" y="2085"/>
                  <a:pt x="2435" y="2040"/>
                </a:cubicBezTo>
                <a:cubicBezTo>
                  <a:pt x="2387" y="1988"/>
                  <a:pt x="2321" y="1917"/>
                  <a:pt x="2182" y="1917"/>
                </a:cubicBezTo>
                <a:cubicBezTo>
                  <a:pt x="2055" y="1917"/>
                  <a:pt x="1985" y="1974"/>
                  <a:pt x="1923" y="2025"/>
                </a:cubicBezTo>
                <a:cubicBezTo>
                  <a:pt x="1865" y="2072"/>
                  <a:pt x="1820" y="2109"/>
                  <a:pt x="1728" y="2109"/>
                </a:cubicBezTo>
                <a:cubicBezTo>
                  <a:pt x="1640" y="2109"/>
                  <a:pt x="1604" y="2073"/>
                  <a:pt x="1558" y="2029"/>
                </a:cubicBezTo>
                <a:cubicBezTo>
                  <a:pt x="1506" y="1979"/>
                  <a:pt x="1442" y="1917"/>
                  <a:pt x="1308" y="1917"/>
                </a:cubicBezTo>
                <a:cubicBezTo>
                  <a:pt x="1177" y="1917"/>
                  <a:pt x="1109" y="1978"/>
                  <a:pt x="1054" y="2027"/>
                </a:cubicBezTo>
                <a:cubicBezTo>
                  <a:pt x="1003" y="2073"/>
                  <a:pt x="963" y="2109"/>
                  <a:pt x="873" y="2109"/>
                </a:cubicBezTo>
                <a:cubicBezTo>
                  <a:pt x="784" y="2109"/>
                  <a:pt x="751" y="2075"/>
                  <a:pt x="706" y="2028"/>
                </a:cubicBezTo>
                <a:cubicBezTo>
                  <a:pt x="658" y="1979"/>
                  <a:pt x="598" y="1917"/>
                  <a:pt x="471" y="1917"/>
                </a:cubicBezTo>
                <a:cubicBezTo>
                  <a:pt x="342" y="1917"/>
                  <a:pt x="271" y="1980"/>
                  <a:pt x="215" y="2031"/>
                </a:cubicBezTo>
                <a:cubicBezTo>
                  <a:pt x="166" y="2074"/>
                  <a:pt x="128" y="2109"/>
                  <a:pt x="58" y="2109"/>
                </a:cubicBezTo>
                <a:cubicBezTo>
                  <a:pt x="26" y="2109"/>
                  <a:pt x="0" y="2135"/>
                  <a:pt x="0" y="2167"/>
                </a:cubicBezTo>
                <a:cubicBezTo>
                  <a:pt x="0" y="2199"/>
                  <a:pt x="26" y="2225"/>
                  <a:pt x="58" y="2225"/>
                </a:cubicBezTo>
                <a:close/>
                <a:moveTo>
                  <a:pt x="2553" y="2483"/>
                </a:moveTo>
                <a:cubicBezTo>
                  <a:pt x="2501" y="2483"/>
                  <a:pt x="2477" y="2459"/>
                  <a:pt x="2435" y="2414"/>
                </a:cubicBezTo>
                <a:cubicBezTo>
                  <a:pt x="2387" y="2362"/>
                  <a:pt x="2321" y="2291"/>
                  <a:pt x="2182" y="2291"/>
                </a:cubicBezTo>
                <a:cubicBezTo>
                  <a:pt x="2055" y="2291"/>
                  <a:pt x="1985" y="2348"/>
                  <a:pt x="1923" y="2399"/>
                </a:cubicBezTo>
                <a:cubicBezTo>
                  <a:pt x="1865" y="2446"/>
                  <a:pt x="1820" y="2483"/>
                  <a:pt x="1728" y="2483"/>
                </a:cubicBezTo>
                <a:cubicBezTo>
                  <a:pt x="1640" y="2483"/>
                  <a:pt x="1604" y="2448"/>
                  <a:pt x="1558" y="2403"/>
                </a:cubicBezTo>
                <a:cubicBezTo>
                  <a:pt x="1506" y="2353"/>
                  <a:pt x="1442" y="2291"/>
                  <a:pt x="1308" y="2291"/>
                </a:cubicBezTo>
                <a:cubicBezTo>
                  <a:pt x="1177" y="2291"/>
                  <a:pt x="1109" y="2352"/>
                  <a:pt x="1054" y="2401"/>
                </a:cubicBezTo>
                <a:cubicBezTo>
                  <a:pt x="1003" y="2447"/>
                  <a:pt x="963" y="2483"/>
                  <a:pt x="873" y="2483"/>
                </a:cubicBezTo>
                <a:cubicBezTo>
                  <a:pt x="784" y="2483"/>
                  <a:pt x="751" y="2449"/>
                  <a:pt x="706" y="2402"/>
                </a:cubicBezTo>
                <a:cubicBezTo>
                  <a:pt x="658" y="2353"/>
                  <a:pt x="598" y="2291"/>
                  <a:pt x="471" y="2291"/>
                </a:cubicBezTo>
                <a:cubicBezTo>
                  <a:pt x="342" y="2291"/>
                  <a:pt x="271" y="2354"/>
                  <a:pt x="215" y="2405"/>
                </a:cubicBezTo>
                <a:cubicBezTo>
                  <a:pt x="166" y="2449"/>
                  <a:pt x="128" y="2483"/>
                  <a:pt x="58" y="2483"/>
                </a:cubicBezTo>
                <a:cubicBezTo>
                  <a:pt x="26" y="2483"/>
                  <a:pt x="0" y="2509"/>
                  <a:pt x="0" y="2541"/>
                </a:cubicBezTo>
                <a:cubicBezTo>
                  <a:pt x="0" y="2573"/>
                  <a:pt x="26" y="2599"/>
                  <a:pt x="58" y="2599"/>
                </a:cubicBezTo>
                <a:cubicBezTo>
                  <a:pt x="173" y="2599"/>
                  <a:pt x="236" y="2542"/>
                  <a:pt x="293" y="2492"/>
                </a:cubicBezTo>
                <a:cubicBezTo>
                  <a:pt x="345" y="2445"/>
                  <a:pt x="387" y="2408"/>
                  <a:pt x="471" y="2408"/>
                </a:cubicBezTo>
                <a:cubicBezTo>
                  <a:pt x="549" y="2408"/>
                  <a:pt x="580" y="2440"/>
                  <a:pt x="622" y="2483"/>
                </a:cubicBezTo>
                <a:cubicBezTo>
                  <a:pt x="672" y="2535"/>
                  <a:pt x="734" y="2599"/>
                  <a:pt x="873" y="2599"/>
                </a:cubicBezTo>
                <a:cubicBezTo>
                  <a:pt x="1008" y="2599"/>
                  <a:pt x="1077" y="2538"/>
                  <a:pt x="1132" y="2488"/>
                </a:cubicBezTo>
                <a:cubicBezTo>
                  <a:pt x="1182" y="2443"/>
                  <a:pt x="1222" y="2408"/>
                  <a:pt x="1308" y="2408"/>
                </a:cubicBezTo>
                <a:cubicBezTo>
                  <a:pt x="1395" y="2408"/>
                  <a:pt x="1429" y="2441"/>
                  <a:pt x="1477" y="2487"/>
                </a:cubicBezTo>
                <a:cubicBezTo>
                  <a:pt x="1529" y="2537"/>
                  <a:pt x="1593" y="2599"/>
                  <a:pt x="1728" y="2599"/>
                </a:cubicBezTo>
                <a:cubicBezTo>
                  <a:pt x="1861" y="2599"/>
                  <a:pt x="1933" y="2541"/>
                  <a:pt x="1996" y="2489"/>
                </a:cubicBezTo>
                <a:cubicBezTo>
                  <a:pt x="2052" y="2444"/>
                  <a:pt x="2096" y="2408"/>
                  <a:pt x="2182" y="2408"/>
                </a:cubicBezTo>
                <a:cubicBezTo>
                  <a:pt x="2270" y="2408"/>
                  <a:pt x="2305" y="2446"/>
                  <a:pt x="2349" y="2493"/>
                </a:cubicBezTo>
                <a:cubicBezTo>
                  <a:pt x="2393" y="2541"/>
                  <a:pt x="2448" y="2599"/>
                  <a:pt x="2553" y="2599"/>
                </a:cubicBezTo>
                <a:cubicBezTo>
                  <a:pt x="2585" y="2599"/>
                  <a:pt x="2612" y="2573"/>
                  <a:pt x="2612" y="2541"/>
                </a:cubicBezTo>
                <a:cubicBezTo>
                  <a:pt x="2612" y="2509"/>
                  <a:pt x="2585" y="2483"/>
                  <a:pt x="2553" y="2483"/>
                </a:cubicBezTo>
                <a:close/>
                <a:moveTo>
                  <a:pt x="796" y="1904"/>
                </a:moveTo>
                <a:cubicBezTo>
                  <a:pt x="828" y="1904"/>
                  <a:pt x="854" y="1878"/>
                  <a:pt x="854" y="1846"/>
                </a:cubicBezTo>
                <a:lnTo>
                  <a:pt x="854" y="1564"/>
                </a:lnTo>
                <a:lnTo>
                  <a:pt x="1867" y="1564"/>
                </a:lnTo>
                <a:lnTo>
                  <a:pt x="1867" y="1846"/>
                </a:lnTo>
                <a:cubicBezTo>
                  <a:pt x="1867" y="1878"/>
                  <a:pt x="1894" y="1904"/>
                  <a:pt x="1926" y="1904"/>
                </a:cubicBezTo>
                <a:cubicBezTo>
                  <a:pt x="1959" y="1904"/>
                  <a:pt x="1984" y="1878"/>
                  <a:pt x="1984" y="1846"/>
                </a:cubicBezTo>
                <a:lnTo>
                  <a:pt x="1984" y="741"/>
                </a:lnTo>
                <a:cubicBezTo>
                  <a:pt x="1984" y="562"/>
                  <a:pt x="2038" y="402"/>
                  <a:pt x="2137" y="291"/>
                </a:cubicBezTo>
                <a:cubicBezTo>
                  <a:pt x="2237" y="177"/>
                  <a:pt x="2379" y="117"/>
                  <a:pt x="2546" y="117"/>
                </a:cubicBezTo>
                <a:cubicBezTo>
                  <a:pt x="2578" y="117"/>
                  <a:pt x="2604" y="91"/>
                  <a:pt x="2604" y="58"/>
                </a:cubicBezTo>
                <a:cubicBezTo>
                  <a:pt x="2604" y="26"/>
                  <a:pt x="2578" y="0"/>
                  <a:pt x="2546" y="0"/>
                </a:cubicBezTo>
                <a:cubicBezTo>
                  <a:pt x="2344" y="0"/>
                  <a:pt x="2173" y="74"/>
                  <a:pt x="2049" y="213"/>
                </a:cubicBezTo>
                <a:cubicBezTo>
                  <a:pt x="1932" y="346"/>
                  <a:pt x="1867" y="534"/>
                  <a:pt x="1867" y="741"/>
                </a:cubicBezTo>
                <a:lnTo>
                  <a:pt x="1867" y="745"/>
                </a:lnTo>
                <a:lnTo>
                  <a:pt x="854" y="745"/>
                </a:lnTo>
                <a:lnTo>
                  <a:pt x="854" y="741"/>
                </a:lnTo>
                <a:cubicBezTo>
                  <a:pt x="854" y="562"/>
                  <a:pt x="908" y="402"/>
                  <a:pt x="1007" y="291"/>
                </a:cubicBezTo>
                <a:cubicBezTo>
                  <a:pt x="1107" y="177"/>
                  <a:pt x="1248" y="117"/>
                  <a:pt x="1414" y="117"/>
                </a:cubicBezTo>
                <a:cubicBezTo>
                  <a:pt x="1447" y="117"/>
                  <a:pt x="1473" y="91"/>
                  <a:pt x="1473" y="58"/>
                </a:cubicBezTo>
                <a:cubicBezTo>
                  <a:pt x="1473" y="26"/>
                  <a:pt x="1447" y="0"/>
                  <a:pt x="1414" y="0"/>
                </a:cubicBezTo>
                <a:cubicBezTo>
                  <a:pt x="1214" y="0"/>
                  <a:pt x="1043" y="74"/>
                  <a:pt x="919" y="213"/>
                </a:cubicBezTo>
                <a:cubicBezTo>
                  <a:pt x="802" y="346"/>
                  <a:pt x="738" y="534"/>
                  <a:pt x="738" y="741"/>
                </a:cubicBezTo>
                <a:lnTo>
                  <a:pt x="738" y="1846"/>
                </a:lnTo>
                <a:cubicBezTo>
                  <a:pt x="738" y="1878"/>
                  <a:pt x="764" y="1904"/>
                  <a:pt x="796" y="1904"/>
                </a:cubicBezTo>
                <a:close/>
                <a:moveTo>
                  <a:pt x="1867" y="861"/>
                </a:moveTo>
                <a:lnTo>
                  <a:pt x="1867" y="1448"/>
                </a:lnTo>
                <a:lnTo>
                  <a:pt x="854" y="1448"/>
                </a:lnTo>
                <a:lnTo>
                  <a:pt x="854" y="861"/>
                </a:lnTo>
                <a:lnTo>
                  <a:pt x="1867" y="861"/>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29" name="Freeform 33">
            <a:extLst>
              <a:ext uri="{FF2B5EF4-FFF2-40B4-BE49-F238E27FC236}">
                <a16:creationId xmlns:a16="http://schemas.microsoft.com/office/drawing/2014/main" id="{6457A525-8432-2541-9C30-9B358A52792D}"/>
              </a:ext>
            </a:extLst>
          </p:cNvPr>
          <p:cNvSpPr>
            <a:spLocks noChangeAspect="1" noChangeArrowheads="1"/>
          </p:cNvSpPr>
          <p:nvPr/>
        </p:nvSpPr>
        <p:spPr bwMode="auto">
          <a:xfrm>
            <a:off x="3014509" y="2444392"/>
            <a:ext cx="407027" cy="435825"/>
          </a:xfrm>
          <a:custGeom>
            <a:avLst/>
            <a:gdLst>
              <a:gd name="T0" fmla="*/ 238517 w 2442"/>
              <a:gd name="T1" fmla="*/ 343002 h 2605"/>
              <a:gd name="T2" fmla="*/ 266985 w 2442"/>
              <a:gd name="T3" fmla="*/ 278326 h 2605"/>
              <a:gd name="T4" fmla="*/ 262977 w 2442"/>
              <a:gd name="T5" fmla="*/ 301681 h 2605"/>
              <a:gd name="T6" fmla="*/ 299460 w 2442"/>
              <a:gd name="T7" fmla="*/ 257182 h 2605"/>
              <a:gd name="T8" fmla="*/ 269748 w 2442"/>
              <a:gd name="T9" fmla="*/ 258288 h 2605"/>
              <a:gd name="T10" fmla="*/ 316457 w 2442"/>
              <a:gd name="T11" fmla="*/ 187117 h 2605"/>
              <a:gd name="T12" fmla="*/ 332487 w 2442"/>
              <a:gd name="T13" fmla="*/ 143862 h 2605"/>
              <a:gd name="T14" fmla="*/ 316457 w 2442"/>
              <a:gd name="T15" fmla="*/ 157543 h 2605"/>
              <a:gd name="T16" fmla="*/ 278455 w 2442"/>
              <a:gd name="T17" fmla="*/ 65643 h 2605"/>
              <a:gd name="T18" fmla="*/ 299460 w 2442"/>
              <a:gd name="T19" fmla="*/ 75317 h 2605"/>
              <a:gd name="T20" fmla="*/ 257311 w 2442"/>
              <a:gd name="T21" fmla="*/ 33167 h 2605"/>
              <a:gd name="T22" fmla="*/ 258693 w 2442"/>
              <a:gd name="T23" fmla="*/ 62603 h 2605"/>
              <a:gd name="T24" fmla="*/ 187801 w 2442"/>
              <a:gd name="T25" fmla="*/ 16169 h 2605"/>
              <a:gd name="T26" fmla="*/ 144548 w 2442"/>
              <a:gd name="T27" fmla="*/ 0 h 2605"/>
              <a:gd name="T28" fmla="*/ 158228 w 2442"/>
              <a:gd name="T29" fmla="*/ 16169 h 2605"/>
              <a:gd name="T30" fmla="*/ 65779 w 2442"/>
              <a:gd name="T31" fmla="*/ 54311 h 2605"/>
              <a:gd name="T32" fmla="*/ 64121 w 2442"/>
              <a:gd name="T33" fmla="*/ 33167 h 2605"/>
              <a:gd name="T34" fmla="*/ 38970 w 2442"/>
              <a:gd name="T35" fmla="*/ 77804 h 2605"/>
              <a:gd name="T36" fmla="*/ 62877 w 2442"/>
              <a:gd name="T37" fmla="*/ 74211 h 2605"/>
              <a:gd name="T38" fmla="*/ 16030 w 2442"/>
              <a:gd name="T39" fmla="*/ 143862 h 2605"/>
              <a:gd name="T40" fmla="*/ 0 w 2442"/>
              <a:gd name="T41" fmla="*/ 187117 h 2605"/>
              <a:gd name="T42" fmla="*/ 16030 w 2442"/>
              <a:gd name="T43" fmla="*/ 173574 h 2605"/>
              <a:gd name="T44" fmla="*/ 54447 w 2442"/>
              <a:gd name="T45" fmla="*/ 266856 h 2605"/>
              <a:gd name="T46" fmla="*/ 33304 w 2442"/>
              <a:gd name="T47" fmla="*/ 268514 h 2605"/>
              <a:gd name="T48" fmla="*/ 75452 w 2442"/>
              <a:gd name="T49" fmla="*/ 299332 h 2605"/>
              <a:gd name="T50" fmla="*/ 74623 w 2442"/>
              <a:gd name="T51" fmla="*/ 269482 h 2605"/>
              <a:gd name="T52" fmla="*/ 97839 w 2442"/>
              <a:gd name="T53" fmla="*/ 343831 h 2605"/>
              <a:gd name="T54" fmla="*/ 8015 w 2442"/>
              <a:gd name="T55" fmla="*/ 359862 h 2605"/>
              <a:gd name="T56" fmla="*/ 329309 w 2442"/>
              <a:gd name="T57" fmla="*/ 343831 h 2605"/>
              <a:gd name="T58" fmla="*/ 185452 w 2442"/>
              <a:gd name="T59" fmla="*/ 196791 h 2605"/>
              <a:gd name="T60" fmla="*/ 146482 w 2442"/>
              <a:gd name="T61" fmla="*/ 166111 h 2605"/>
              <a:gd name="T62" fmla="*/ 186281 w 2442"/>
              <a:gd name="T63" fmla="*/ 165559 h 2605"/>
              <a:gd name="T64" fmla="*/ 146482 w 2442"/>
              <a:gd name="T65" fmla="*/ 166111 h 2605"/>
              <a:gd name="T66" fmla="*/ 158228 w 2442"/>
              <a:gd name="T67" fmla="*/ 237006 h 2605"/>
              <a:gd name="T68" fmla="*/ 196369 w 2442"/>
              <a:gd name="T69" fmla="*/ 284821 h 2605"/>
              <a:gd name="T70" fmla="*/ 258417 w 2442"/>
              <a:gd name="T71" fmla="*/ 246956 h 2605"/>
              <a:gd name="T72" fmla="*/ 288819 w 2442"/>
              <a:gd name="T73" fmla="*/ 173574 h 2605"/>
              <a:gd name="T74" fmla="*/ 201620 w 2442"/>
              <a:gd name="T75" fmla="*/ 157543 h 2605"/>
              <a:gd name="T76" fmla="*/ 288681 w 2442"/>
              <a:gd name="T77" fmla="*/ 157543 h 2605"/>
              <a:gd name="T78" fmla="*/ 174120 w 2442"/>
              <a:gd name="T79" fmla="*/ 130733 h 2605"/>
              <a:gd name="T80" fmla="*/ 158228 w 2442"/>
              <a:gd name="T81" fmla="*/ 43808 h 2605"/>
              <a:gd name="T82" fmla="*/ 85678 w 2442"/>
              <a:gd name="T83" fmla="*/ 74073 h 2605"/>
              <a:gd name="T84" fmla="*/ 135842 w 2442"/>
              <a:gd name="T85" fmla="*/ 147040 h 2605"/>
              <a:gd name="T86" fmla="*/ 74208 w 2442"/>
              <a:gd name="T87" fmla="*/ 85543 h 2605"/>
              <a:gd name="T88" fmla="*/ 135980 w 2442"/>
              <a:gd name="T89" fmla="*/ 185321 h 2605"/>
              <a:gd name="T90" fmla="*/ 85955 w 2442"/>
              <a:gd name="T91" fmla="*/ 258150 h 2605"/>
              <a:gd name="T92" fmla="*/ 123404 w 2442"/>
              <a:gd name="T93" fmla="*/ 280676 h 2605"/>
              <a:gd name="T94" fmla="*/ 158228 w 2442"/>
              <a:gd name="T95" fmla="*/ 304307 h 2605"/>
              <a:gd name="T96" fmla="*/ 136533 w 2442"/>
              <a:gd name="T97" fmla="*/ 324622 h 2605"/>
              <a:gd name="T98" fmla="*/ 195816 w 2442"/>
              <a:gd name="T99" fmla="*/ 324622 h 2605"/>
              <a:gd name="T100" fmla="*/ 174120 w 2442"/>
              <a:gd name="T101" fmla="*/ 304307 h 2605"/>
              <a:gd name="T102" fmla="*/ 115113 w 2442"/>
              <a:gd name="T103" fmla="*/ 343831 h 260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442" h="2605">
                <a:moveTo>
                  <a:pt x="2383" y="2488"/>
                </a:moveTo>
                <a:lnTo>
                  <a:pt x="1728" y="2488"/>
                </a:lnTo>
                <a:cubicBezTo>
                  <a:pt x="1727" y="2486"/>
                  <a:pt x="1727" y="2484"/>
                  <a:pt x="1726" y="2482"/>
                </a:cubicBezTo>
                <a:lnTo>
                  <a:pt x="1577" y="2132"/>
                </a:lnTo>
                <a:cubicBezTo>
                  <a:pt x="1685" y="2089"/>
                  <a:pt x="1784" y="2027"/>
                  <a:pt x="1870" y="1951"/>
                </a:cubicBezTo>
                <a:lnTo>
                  <a:pt x="1932" y="2014"/>
                </a:lnTo>
                <a:lnTo>
                  <a:pt x="1862" y="2084"/>
                </a:lnTo>
                <a:cubicBezTo>
                  <a:pt x="1839" y="2107"/>
                  <a:pt x="1839" y="2144"/>
                  <a:pt x="1862" y="2166"/>
                </a:cubicBezTo>
                <a:cubicBezTo>
                  <a:pt x="1873" y="2178"/>
                  <a:pt x="1888" y="2183"/>
                  <a:pt x="1903" y="2183"/>
                </a:cubicBezTo>
                <a:cubicBezTo>
                  <a:pt x="1918" y="2183"/>
                  <a:pt x="1933" y="2178"/>
                  <a:pt x="1944" y="2166"/>
                </a:cubicBezTo>
                <a:lnTo>
                  <a:pt x="2167" y="1943"/>
                </a:lnTo>
                <a:cubicBezTo>
                  <a:pt x="2190" y="1921"/>
                  <a:pt x="2190" y="1884"/>
                  <a:pt x="2167" y="1861"/>
                </a:cubicBezTo>
                <a:cubicBezTo>
                  <a:pt x="2144" y="1839"/>
                  <a:pt x="2108" y="1839"/>
                  <a:pt x="2085" y="1861"/>
                </a:cubicBezTo>
                <a:lnTo>
                  <a:pt x="2015" y="1931"/>
                </a:lnTo>
                <a:lnTo>
                  <a:pt x="1952" y="1869"/>
                </a:lnTo>
                <a:cubicBezTo>
                  <a:pt x="2100" y="1704"/>
                  <a:pt x="2194" y="1490"/>
                  <a:pt x="2206" y="1256"/>
                </a:cubicBezTo>
                <a:lnTo>
                  <a:pt x="2290" y="1256"/>
                </a:lnTo>
                <a:lnTo>
                  <a:pt x="2290" y="1354"/>
                </a:lnTo>
                <a:cubicBezTo>
                  <a:pt x="2290" y="1386"/>
                  <a:pt x="2316" y="1412"/>
                  <a:pt x="2348" y="1412"/>
                </a:cubicBezTo>
                <a:cubicBezTo>
                  <a:pt x="2380" y="1412"/>
                  <a:pt x="2406" y="1386"/>
                  <a:pt x="2406" y="1354"/>
                </a:cubicBezTo>
                <a:lnTo>
                  <a:pt x="2406" y="1041"/>
                </a:lnTo>
                <a:cubicBezTo>
                  <a:pt x="2406" y="1009"/>
                  <a:pt x="2380" y="983"/>
                  <a:pt x="2348" y="983"/>
                </a:cubicBezTo>
                <a:cubicBezTo>
                  <a:pt x="2316" y="983"/>
                  <a:pt x="2290" y="1009"/>
                  <a:pt x="2290" y="1041"/>
                </a:cubicBezTo>
                <a:lnTo>
                  <a:pt x="2290" y="1140"/>
                </a:lnTo>
                <a:lnTo>
                  <a:pt x="2206" y="1140"/>
                </a:lnTo>
                <a:cubicBezTo>
                  <a:pt x="2192" y="909"/>
                  <a:pt x="2099" y="699"/>
                  <a:pt x="1954" y="536"/>
                </a:cubicBezTo>
                <a:lnTo>
                  <a:pt x="2015" y="475"/>
                </a:lnTo>
                <a:lnTo>
                  <a:pt x="2085" y="545"/>
                </a:lnTo>
                <a:cubicBezTo>
                  <a:pt x="2096" y="557"/>
                  <a:pt x="2111" y="563"/>
                  <a:pt x="2126" y="563"/>
                </a:cubicBezTo>
                <a:cubicBezTo>
                  <a:pt x="2141" y="563"/>
                  <a:pt x="2156" y="557"/>
                  <a:pt x="2167" y="545"/>
                </a:cubicBezTo>
                <a:cubicBezTo>
                  <a:pt x="2190" y="523"/>
                  <a:pt x="2190" y="486"/>
                  <a:pt x="2167" y="463"/>
                </a:cubicBezTo>
                <a:lnTo>
                  <a:pt x="1944" y="240"/>
                </a:lnTo>
                <a:cubicBezTo>
                  <a:pt x="1922" y="218"/>
                  <a:pt x="1885" y="218"/>
                  <a:pt x="1862" y="240"/>
                </a:cubicBezTo>
                <a:cubicBezTo>
                  <a:pt x="1839" y="263"/>
                  <a:pt x="1839" y="300"/>
                  <a:pt x="1862" y="323"/>
                </a:cubicBezTo>
                <a:lnTo>
                  <a:pt x="1932" y="393"/>
                </a:lnTo>
                <a:lnTo>
                  <a:pt x="1872" y="453"/>
                </a:lnTo>
                <a:cubicBezTo>
                  <a:pt x="1708" y="307"/>
                  <a:pt x="1495" y="213"/>
                  <a:pt x="1260" y="200"/>
                </a:cubicBezTo>
                <a:lnTo>
                  <a:pt x="1260" y="117"/>
                </a:lnTo>
                <a:lnTo>
                  <a:pt x="1359" y="117"/>
                </a:lnTo>
                <a:cubicBezTo>
                  <a:pt x="1391" y="117"/>
                  <a:pt x="1417" y="91"/>
                  <a:pt x="1417" y="59"/>
                </a:cubicBezTo>
                <a:cubicBezTo>
                  <a:pt x="1417" y="26"/>
                  <a:pt x="1391" y="0"/>
                  <a:pt x="1359" y="0"/>
                </a:cubicBezTo>
                <a:lnTo>
                  <a:pt x="1046" y="0"/>
                </a:lnTo>
                <a:cubicBezTo>
                  <a:pt x="1014" y="0"/>
                  <a:pt x="988" y="26"/>
                  <a:pt x="988" y="59"/>
                </a:cubicBezTo>
                <a:cubicBezTo>
                  <a:pt x="988" y="91"/>
                  <a:pt x="1014" y="117"/>
                  <a:pt x="1046" y="117"/>
                </a:cubicBezTo>
                <a:lnTo>
                  <a:pt x="1145" y="117"/>
                </a:lnTo>
                <a:lnTo>
                  <a:pt x="1145" y="200"/>
                </a:lnTo>
                <a:cubicBezTo>
                  <a:pt x="912" y="214"/>
                  <a:pt x="701" y="308"/>
                  <a:pt x="537" y="454"/>
                </a:cubicBezTo>
                <a:lnTo>
                  <a:pt x="476" y="393"/>
                </a:lnTo>
                <a:lnTo>
                  <a:pt x="546" y="323"/>
                </a:lnTo>
                <a:cubicBezTo>
                  <a:pt x="569" y="300"/>
                  <a:pt x="569" y="263"/>
                  <a:pt x="546" y="240"/>
                </a:cubicBezTo>
                <a:cubicBezTo>
                  <a:pt x="524" y="218"/>
                  <a:pt x="487" y="218"/>
                  <a:pt x="464" y="240"/>
                </a:cubicBezTo>
                <a:lnTo>
                  <a:pt x="241" y="463"/>
                </a:lnTo>
                <a:cubicBezTo>
                  <a:pt x="219" y="486"/>
                  <a:pt x="219" y="523"/>
                  <a:pt x="241" y="545"/>
                </a:cubicBezTo>
                <a:cubicBezTo>
                  <a:pt x="253" y="557"/>
                  <a:pt x="267" y="563"/>
                  <a:pt x="282" y="563"/>
                </a:cubicBezTo>
                <a:cubicBezTo>
                  <a:pt x="296" y="563"/>
                  <a:pt x="312" y="557"/>
                  <a:pt x="324" y="545"/>
                </a:cubicBezTo>
                <a:lnTo>
                  <a:pt x="394" y="475"/>
                </a:lnTo>
                <a:lnTo>
                  <a:pt x="455" y="537"/>
                </a:lnTo>
                <a:cubicBezTo>
                  <a:pt x="311" y="699"/>
                  <a:pt x="218" y="909"/>
                  <a:pt x="204" y="1140"/>
                </a:cubicBezTo>
                <a:lnTo>
                  <a:pt x="116" y="1140"/>
                </a:lnTo>
                <a:lnTo>
                  <a:pt x="116" y="1041"/>
                </a:lnTo>
                <a:cubicBezTo>
                  <a:pt x="116" y="1009"/>
                  <a:pt x="90" y="983"/>
                  <a:pt x="58" y="983"/>
                </a:cubicBezTo>
                <a:cubicBezTo>
                  <a:pt x="26" y="983"/>
                  <a:pt x="0" y="1009"/>
                  <a:pt x="0" y="1041"/>
                </a:cubicBezTo>
                <a:lnTo>
                  <a:pt x="0" y="1354"/>
                </a:lnTo>
                <a:cubicBezTo>
                  <a:pt x="0" y="1386"/>
                  <a:pt x="26" y="1412"/>
                  <a:pt x="58" y="1412"/>
                </a:cubicBezTo>
                <a:cubicBezTo>
                  <a:pt x="90" y="1412"/>
                  <a:pt x="116" y="1386"/>
                  <a:pt x="116" y="1354"/>
                </a:cubicBezTo>
                <a:lnTo>
                  <a:pt x="116" y="1256"/>
                </a:lnTo>
                <a:lnTo>
                  <a:pt x="204" y="1256"/>
                </a:lnTo>
                <a:cubicBezTo>
                  <a:pt x="216" y="1490"/>
                  <a:pt x="310" y="1703"/>
                  <a:pt x="457" y="1868"/>
                </a:cubicBezTo>
                <a:lnTo>
                  <a:pt x="394" y="1931"/>
                </a:lnTo>
                <a:lnTo>
                  <a:pt x="324" y="1861"/>
                </a:lnTo>
                <a:cubicBezTo>
                  <a:pt x="301" y="1839"/>
                  <a:pt x="264" y="1839"/>
                  <a:pt x="241" y="1861"/>
                </a:cubicBezTo>
                <a:cubicBezTo>
                  <a:pt x="219" y="1884"/>
                  <a:pt x="219" y="1921"/>
                  <a:pt x="241" y="1943"/>
                </a:cubicBezTo>
                <a:lnTo>
                  <a:pt x="464" y="2166"/>
                </a:lnTo>
                <a:cubicBezTo>
                  <a:pt x="475" y="2178"/>
                  <a:pt x="490" y="2183"/>
                  <a:pt x="505" y="2183"/>
                </a:cubicBezTo>
                <a:cubicBezTo>
                  <a:pt x="520" y="2183"/>
                  <a:pt x="535" y="2178"/>
                  <a:pt x="546" y="2166"/>
                </a:cubicBezTo>
                <a:cubicBezTo>
                  <a:pt x="569" y="2144"/>
                  <a:pt x="569" y="2107"/>
                  <a:pt x="546" y="2084"/>
                </a:cubicBezTo>
                <a:lnTo>
                  <a:pt x="476" y="2014"/>
                </a:lnTo>
                <a:lnTo>
                  <a:pt x="540" y="1950"/>
                </a:lnTo>
                <a:cubicBezTo>
                  <a:pt x="630" y="2031"/>
                  <a:pt x="734" y="2095"/>
                  <a:pt x="849" y="2138"/>
                </a:cubicBezTo>
                <a:lnTo>
                  <a:pt x="710" y="2483"/>
                </a:lnTo>
                <a:cubicBezTo>
                  <a:pt x="709" y="2485"/>
                  <a:pt x="709" y="2486"/>
                  <a:pt x="708" y="2488"/>
                </a:cubicBezTo>
                <a:lnTo>
                  <a:pt x="58" y="2488"/>
                </a:lnTo>
                <a:cubicBezTo>
                  <a:pt x="26" y="2488"/>
                  <a:pt x="0" y="2514"/>
                  <a:pt x="0" y="2546"/>
                </a:cubicBezTo>
                <a:cubicBezTo>
                  <a:pt x="0" y="2578"/>
                  <a:pt x="26" y="2604"/>
                  <a:pt x="58" y="2604"/>
                </a:cubicBezTo>
                <a:lnTo>
                  <a:pt x="2383" y="2604"/>
                </a:lnTo>
                <a:cubicBezTo>
                  <a:pt x="2415" y="2604"/>
                  <a:pt x="2441" y="2578"/>
                  <a:pt x="2441" y="2546"/>
                </a:cubicBezTo>
                <a:cubicBezTo>
                  <a:pt x="2441" y="2514"/>
                  <a:pt x="2415" y="2488"/>
                  <a:pt x="2383" y="2488"/>
                </a:cubicBezTo>
                <a:close/>
                <a:moveTo>
                  <a:pt x="1532" y="2025"/>
                </a:moveTo>
                <a:lnTo>
                  <a:pt x="1288" y="1449"/>
                </a:lnTo>
                <a:cubicBezTo>
                  <a:pt x="1307" y="1443"/>
                  <a:pt x="1325" y="1434"/>
                  <a:pt x="1342" y="1424"/>
                </a:cubicBezTo>
                <a:lnTo>
                  <a:pt x="1787" y="1869"/>
                </a:lnTo>
                <a:cubicBezTo>
                  <a:pt x="1712" y="1934"/>
                  <a:pt x="1626" y="1987"/>
                  <a:pt x="1532" y="2025"/>
                </a:cubicBezTo>
                <a:close/>
                <a:moveTo>
                  <a:pt x="1060" y="1202"/>
                </a:moveTo>
                <a:cubicBezTo>
                  <a:pt x="1060" y="1121"/>
                  <a:pt x="1125" y="1056"/>
                  <a:pt x="1206" y="1056"/>
                </a:cubicBezTo>
                <a:cubicBezTo>
                  <a:pt x="1279" y="1056"/>
                  <a:pt x="1341" y="1112"/>
                  <a:pt x="1349" y="1184"/>
                </a:cubicBezTo>
                <a:cubicBezTo>
                  <a:pt x="1348" y="1189"/>
                  <a:pt x="1348" y="1193"/>
                  <a:pt x="1348" y="1198"/>
                </a:cubicBezTo>
                <a:cubicBezTo>
                  <a:pt x="1348" y="1204"/>
                  <a:pt x="1348" y="1209"/>
                  <a:pt x="1350" y="1214"/>
                </a:cubicBezTo>
                <a:cubicBezTo>
                  <a:pt x="1344" y="1289"/>
                  <a:pt x="1281" y="1347"/>
                  <a:pt x="1206" y="1347"/>
                </a:cubicBezTo>
                <a:cubicBezTo>
                  <a:pt x="1125" y="1347"/>
                  <a:pt x="1060" y="1282"/>
                  <a:pt x="1060" y="1202"/>
                </a:cubicBezTo>
                <a:close/>
                <a:moveTo>
                  <a:pt x="1145" y="2086"/>
                </a:moveTo>
                <a:cubicBezTo>
                  <a:pt x="1097" y="2082"/>
                  <a:pt x="1050" y="2075"/>
                  <a:pt x="1004" y="2065"/>
                </a:cubicBezTo>
                <a:lnTo>
                  <a:pt x="1145" y="1715"/>
                </a:lnTo>
                <a:lnTo>
                  <a:pt x="1145" y="2086"/>
                </a:lnTo>
                <a:close/>
                <a:moveTo>
                  <a:pt x="1260" y="1682"/>
                </a:moveTo>
                <a:lnTo>
                  <a:pt x="1421" y="2061"/>
                </a:lnTo>
                <a:cubicBezTo>
                  <a:pt x="1369" y="2074"/>
                  <a:pt x="1315" y="2082"/>
                  <a:pt x="1260" y="2086"/>
                </a:cubicBezTo>
                <a:lnTo>
                  <a:pt x="1260" y="1682"/>
                </a:lnTo>
                <a:close/>
                <a:moveTo>
                  <a:pt x="1870" y="1787"/>
                </a:moveTo>
                <a:lnTo>
                  <a:pt x="1425" y="1342"/>
                </a:lnTo>
                <a:cubicBezTo>
                  <a:pt x="1442" y="1316"/>
                  <a:pt x="1454" y="1288"/>
                  <a:pt x="1461" y="1256"/>
                </a:cubicBezTo>
                <a:lnTo>
                  <a:pt x="2090" y="1256"/>
                </a:lnTo>
                <a:cubicBezTo>
                  <a:pt x="2077" y="1458"/>
                  <a:pt x="1996" y="1643"/>
                  <a:pt x="1870" y="1787"/>
                </a:cubicBezTo>
                <a:close/>
                <a:moveTo>
                  <a:pt x="2089" y="1140"/>
                </a:moveTo>
                <a:lnTo>
                  <a:pt x="1459" y="1140"/>
                </a:lnTo>
                <a:cubicBezTo>
                  <a:pt x="1453" y="1112"/>
                  <a:pt x="1442" y="1086"/>
                  <a:pt x="1427" y="1063"/>
                </a:cubicBezTo>
                <a:lnTo>
                  <a:pt x="1872" y="618"/>
                </a:lnTo>
                <a:cubicBezTo>
                  <a:pt x="1996" y="760"/>
                  <a:pt x="2076" y="941"/>
                  <a:pt x="2089" y="1140"/>
                </a:cubicBezTo>
                <a:close/>
                <a:moveTo>
                  <a:pt x="1790" y="536"/>
                </a:moveTo>
                <a:lnTo>
                  <a:pt x="1345" y="980"/>
                </a:lnTo>
                <a:cubicBezTo>
                  <a:pt x="1319" y="964"/>
                  <a:pt x="1291" y="952"/>
                  <a:pt x="1260" y="946"/>
                </a:cubicBezTo>
                <a:lnTo>
                  <a:pt x="1260" y="317"/>
                </a:lnTo>
                <a:cubicBezTo>
                  <a:pt x="1463" y="329"/>
                  <a:pt x="1646" y="410"/>
                  <a:pt x="1790" y="536"/>
                </a:cubicBezTo>
                <a:close/>
                <a:moveTo>
                  <a:pt x="1145" y="317"/>
                </a:moveTo>
                <a:lnTo>
                  <a:pt x="1145" y="947"/>
                </a:lnTo>
                <a:cubicBezTo>
                  <a:pt x="1116" y="953"/>
                  <a:pt x="1089" y="965"/>
                  <a:pt x="1064" y="981"/>
                </a:cubicBezTo>
                <a:lnTo>
                  <a:pt x="620" y="536"/>
                </a:lnTo>
                <a:cubicBezTo>
                  <a:pt x="762" y="411"/>
                  <a:pt x="944" y="330"/>
                  <a:pt x="1145" y="317"/>
                </a:cubicBezTo>
                <a:close/>
                <a:moveTo>
                  <a:pt x="537" y="619"/>
                </a:moveTo>
                <a:lnTo>
                  <a:pt x="983" y="1064"/>
                </a:lnTo>
                <a:cubicBezTo>
                  <a:pt x="968" y="1087"/>
                  <a:pt x="957" y="1113"/>
                  <a:pt x="951" y="1140"/>
                </a:cubicBezTo>
                <a:lnTo>
                  <a:pt x="321" y="1140"/>
                </a:lnTo>
                <a:cubicBezTo>
                  <a:pt x="334" y="941"/>
                  <a:pt x="414" y="760"/>
                  <a:pt x="537" y="619"/>
                </a:cubicBezTo>
                <a:close/>
                <a:moveTo>
                  <a:pt x="320" y="1256"/>
                </a:moveTo>
                <a:lnTo>
                  <a:pt x="949" y="1256"/>
                </a:lnTo>
                <a:cubicBezTo>
                  <a:pt x="956" y="1287"/>
                  <a:pt x="968" y="1315"/>
                  <a:pt x="984" y="1341"/>
                </a:cubicBezTo>
                <a:lnTo>
                  <a:pt x="540" y="1786"/>
                </a:lnTo>
                <a:cubicBezTo>
                  <a:pt x="413" y="1642"/>
                  <a:pt x="333" y="1458"/>
                  <a:pt x="320" y="1256"/>
                </a:cubicBezTo>
                <a:close/>
                <a:moveTo>
                  <a:pt x="622" y="1868"/>
                </a:moveTo>
                <a:lnTo>
                  <a:pt x="1067" y="1423"/>
                </a:lnTo>
                <a:cubicBezTo>
                  <a:pt x="1085" y="1435"/>
                  <a:pt x="1105" y="1444"/>
                  <a:pt x="1126" y="1451"/>
                </a:cubicBezTo>
                <a:lnTo>
                  <a:pt x="893" y="2031"/>
                </a:lnTo>
                <a:cubicBezTo>
                  <a:pt x="792" y="1993"/>
                  <a:pt x="701" y="1937"/>
                  <a:pt x="622" y="1868"/>
                </a:cubicBezTo>
                <a:close/>
                <a:moveTo>
                  <a:pt x="960" y="2174"/>
                </a:moveTo>
                <a:cubicBezTo>
                  <a:pt x="1020" y="2189"/>
                  <a:pt x="1082" y="2198"/>
                  <a:pt x="1145" y="2202"/>
                </a:cubicBezTo>
                <a:lnTo>
                  <a:pt x="1145" y="2290"/>
                </a:lnTo>
                <a:lnTo>
                  <a:pt x="1046" y="2290"/>
                </a:lnTo>
                <a:cubicBezTo>
                  <a:pt x="1014" y="2290"/>
                  <a:pt x="988" y="2317"/>
                  <a:pt x="988" y="2349"/>
                </a:cubicBezTo>
                <a:cubicBezTo>
                  <a:pt x="988" y="2382"/>
                  <a:pt x="1014" y="2407"/>
                  <a:pt x="1046" y="2407"/>
                </a:cubicBezTo>
                <a:lnTo>
                  <a:pt x="1359" y="2407"/>
                </a:lnTo>
                <a:cubicBezTo>
                  <a:pt x="1391" y="2407"/>
                  <a:pt x="1417" y="2382"/>
                  <a:pt x="1417" y="2349"/>
                </a:cubicBezTo>
                <a:cubicBezTo>
                  <a:pt x="1417" y="2317"/>
                  <a:pt x="1391" y="2290"/>
                  <a:pt x="1359" y="2290"/>
                </a:cubicBezTo>
                <a:lnTo>
                  <a:pt x="1260" y="2290"/>
                </a:lnTo>
                <a:lnTo>
                  <a:pt x="1260" y="2202"/>
                </a:lnTo>
                <a:cubicBezTo>
                  <a:pt x="1331" y="2198"/>
                  <a:pt x="1400" y="2187"/>
                  <a:pt x="1467" y="2169"/>
                </a:cubicBezTo>
                <a:lnTo>
                  <a:pt x="1602" y="2488"/>
                </a:lnTo>
                <a:lnTo>
                  <a:pt x="833" y="2488"/>
                </a:lnTo>
                <a:lnTo>
                  <a:pt x="960" y="2174"/>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30" name="Freeform 36">
            <a:extLst>
              <a:ext uri="{FF2B5EF4-FFF2-40B4-BE49-F238E27FC236}">
                <a16:creationId xmlns:a16="http://schemas.microsoft.com/office/drawing/2014/main" id="{0DF76A9F-32CD-CE4B-B191-EC1D002EA768}"/>
              </a:ext>
            </a:extLst>
          </p:cNvPr>
          <p:cNvSpPr>
            <a:spLocks noChangeAspect="1" noChangeArrowheads="1"/>
          </p:cNvSpPr>
          <p:nvPr/>
        </p:nvSpPr>
        <p:spPr bwMode="auto">
          <a:xfrm>
            <a:off x="3724884" y="2444392"/>
            <a:ext cx="435824" cy="435825"/>
          </a:xfrm>
          <a:custGeom>
            <a:avLst/>
            <a:gdLst>
              <a:gd name="T0" fmla="*/ 358697 w 2598"/>
              <a:gd name="T1" fmla="*/ 347691 h 2603"/>
              <a:gd name="T2" fmla="*/ 277634 w 2598"/>
              <a:gd name="T3" fmla="*/ 133600 h 2603"/>
              <a:gd name="T4" fmla="*/ 244434 w 2598"/>
              <a:gd name="T5" fmla="*/ 229996 h 2603"/>
              <a:gd name="T6" fmla="*/ 140961 w 2598"/>
              <a:gd name="T7" fmla="*/ 0 h 2603"/>
              <a:gd name="T8" fmla="*/ 968 w 2598"/>
              <a:gd name="T9" fmla="*/ 346585 h 2603"/>
              <a:gd name="T10" fmla="*/ 0 w 2598"/>
              <a:gd name="T11" fmla="*/ 351840 h 2603"/>
              <a:gd name="T12" fmla="*/ 351227 w 2598"/>
              <a:gd name="T13" fmla="*/ 359862 h 2603"/>
              <a:gd name="T14" fmla="*/ 359112 w 2598"/>
              <a:gd name="T15" fmla="*/ 351010 h 2603"/>
              <a:gd name="T16" fmla="*/ 297416 w 2598"/>
              <a:gd name="T17" fmla="*/ 221698 h 2603"/>
              <a:gd name="T18" fmla="*/ 263663 w 2598"/>
              <a:gd name="T19" fmla="*/ 221283 h 2603"/>
              <a:gd name="T20" fmla="*/ 254671 w 2598"/>
              <a:gd name="T21" fmla="*/ 253093 h 2603"/>
              <a:gd name="T22" fmla="*/ 276666 w 2598"/>
              <a:gd name="T23" fmla="*/ 249497 h 2603"/>
              <a:gd name="T24" fmla="*/ 285796 w 2598"/>
              <a:gd name="T25" fmla="*/ 249497 h 2603"/>
              <a:gd name="T26" fmla="*/ 340299 w 2598"/>
              <a:gd name="T27" fmla="*/ 343819 h 2603"/>
              <a:gd name="T28" fmla="*/ 254533 w 2598"/>
              <a:gd name="T29" fmla="*/ 253507 h 2603"/>
              <a:gd name="T30" fmla="*/ 81340 w 2598"/>
              <a:gd name="T31" fmla="*/ 184080 h 2603"/>
              <a:gd name="T32" fmla="*/ 110251 w 2598"/>
              <a:gd name="T33" fmla="*/ 207315 h 2603"/>
              <a:gd name="T34" fmla="*/ 144835 w 2598"/>
              <a:gd name="T35" fmla="*/ 182559 h 2603"/>
              <a:gd name="T36" fmla="*/ 183291 w 2598"/>
              <a:gd name="T37" fmla="*/ 204687 h 2603"/>
              <a:gd name="T38" fmla="*/ 275559 w 2598"/>
              <a:gd name="T39" fmla="*/ 343819 h 2603"/>
              <a:gd name="T40" fmla="*/ 81340 w 2598"/>
              <a:gd name="T41" fmla="*/ 184080 h 2603"/>
              <a:gd name="T42" fmla="*/ 115370 w 2598"/>
              <a:gd name="T43" fmla="*/ 153515 h 2603"/>
              <a:gd name="T44" fmla="*/ 145665 w 2598"/>
              <a:gd name="T45" fmla="*/ 138579 h 2603"/>
              <a:gd name="T46" fmla="*/ 169735 w 2598"/>
              <a:gd name="T47" fmla="*/ 155728 h 2603"/>
              <a:gd name="T48" fmla="*/ 189793 w 2598"/>
              <a:gd name="T49" fmla="*/ 142866 h 2603"/>
              <a:gd name="T50" fmla="*/ 178865 w 2598"/>
              <a:gd name="T51" fmla="*/ 188229 h 2603"/>
              <a:gd name="T52" fmla="*/ 139716 w 2598"/>
              <a:gd name="T53" fmla="*/ 166239 h 2603"/>
              <a:gd name="T54" fmla="*/ 87565 w 2598"/>
              <a:gd name="T55" fmla="*/ 168175 h 2603"/>
              <a:gd name="T56" fmla="*/ 141515 w 2598"/>
              <a:gd name="T57" fmla="*/ 29458 h 2603"/>
              <a:gd name="T58" fmla="*/ 170011 w 2598"/>
              <a:gd name="T59" fmla="*/ 137472 h 2603"/>
              <a:gd name="T60" fmla="*/ 140961 w 2598"/>
              <a:gd name="T61" fmla="*/ 121982 h 2603"/>
              <a:gd name="T62" fmla="*/ 105133 w 2598"/>
              <a:gd name="T63" fmla="*/ 122812 h 26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598" h="2603">
                <a:moveTo>
                  <a:pt x="2596" y="2538"/>
                </a:moveTo>
                <a:cubicBezTo>
                  <a:pt x="2597" y="2530"/>
                  <a:pt x="2596" y="2522"/>
                  <a:pt x="2593" y="2514"/>
                </a:cubicBezTo>
                <a:lnTo>
                  <a:pt x="2063" y="1005"/>
                </a:lnTo>
                <a:cubicBezTo>
                  <a:pt x="2055" y="981"/>
                  <a:pt x="2032" y="966"/>
                  <a:pt x="2007" y="966"/>
                </a:cubicBezTo>
                <a:cubicBezTo>
                  <a:pt x="1981" y="967"/>
                  <a:pt x="1959" y="984"/>
                  <a:pt x="1953" y="1009"/>
                </a:cubicBezTo>
                <a:lnTo>
                  <a:pt x="1767" y="1663"/>
                </a:lnTo>
                <a:lnTo>
                  <a:pt x="1074" y="36"/>
                </a:lnTo>
                <a:cubicBezTo>
                  <a:pt x="1064" y="14"/>
                  <a:pt x="1043" y="0"/>
                  <a:pt x="1019" y="0"/>
                </a:cubicBezTo>
                <a:cubicBezTo>
                  <a:pt x="996" y="1"/>
                  <a:pt x="974" y="15"/>
                  <a:pt x="966" y="37"/>
                </a:cubicBezTo>
                <a:lnTo>
                  <a:pt x="7" y="2506"/>
                </a:lnTo>
                <a:cubicBezTo>
                  <a:pt x="4" y="2512"/>
                  <a:pt x="3" y="2519"/>
                  <a:pt x="3" y="2526"/>
                </a:cubicBezTo>
                <a:cubicBezTo>
                  <a:pt x="1" y="2532"/>
                  <a:pt x="0" y="2538"/>
                  <a:pt x="0" y="2544"/>
                </a:cubicBezTo>
                <a:cubicBezTo>
                  <a:pt x="0" y="2576"/>
                  <a:pt x="26" y="2602"/>
                  <a:pt x="58" y="2602"/>
                </a:cubicBezTo>
                <a:lnTo>
                  <a:pt x="2539" y="2602"/>
                </a:lnTo>
                <a:cubicBezTo>
                  <a:pt x="2571" y="2602"/>
                  <a:pt x="2597" y="2576"/>
                  <a:pt x="2597" y="2544"/>
                </a:cubicBezTo>
                <a:cubicBezTo>
                  <a:pt x="2597" y="2542"/>
                  <a:pt x="2597" y="2540"/>
                  <a:pt x="2596" y="2538"/>
                </a:cubicBezTo>
                <a:close/>
                <a:moveTo>
                  <a:pt x="2014" y="1217"/>
                </a:moveTo>
                <a:lnTo>
                  <a:pt x="2150" y="1603"/>
                </a:lnTo>
                <a:lnTo>
                  <a:pt x="2032" y="1686"/>
                </a:lnTo>
                <a:lnTo>
                  <a:pt x="1906" y="1600"/>
                </a:lnTo>
                <a:lnTo>
                  <a:pt x="2014" y="1217"/>
                </a:lnTo>
                <a:close/>
                <a:moveTo>
                  <a:pt x="1841" y="1830"/>
                </a:moveTo>
                <a:lnTo>
                  <a:pt x="1873" y="1718"/>
                </a:lnTo>
                <a:lnTo>
                  <a:pt x="2000" y="1804"/>
                </a:lnTo>
                <a:cubicBezTo>
                  <a:pt x="2010" y="1811"/>
                  <a:pt x="2021" y="1814"/>
                  <a:pt x="2032" y="1814"/>
                </a:cubicBezTo>
                <a:cubicBezTo>
                  <a:pt x="2044" y="1814"/>
                  <a:pt x="2056" y="1811"/>
                  <a:pt x="2066" y="1804"/>
                </a:cubicBezTo>
                <a:lnTo>
                  <a:pt x="2190" y="1717"/>
                </a:lnTo>
                <a:lnTo>
                  <a:pt x="2460" y="2486"/>
                </a:lnTo>
                <a:lnTo>
                  <a:pt x="2119" y="2486"/>
                </a:lnTo>
                <a:lnTo>
                  <a:pt x="1840" y="1833"/>
                </a:lnTo>
                <a:cubicBezTo>
                  <a:pt x="1840" y="1832"/>
                  <a:pt x="1841" y="1831"/>
                  <a:pt x="1841" y="1830"/>
                </a:cubicBezTo>
                <a:close/>
                <a:moveTo>
                  <a:pt x="588" y="1331"/>
                </a:moveTo>
                <a:lnTo>
                  <a:pt x="758" y="1484"/>
                </a:lnTo>
                <a:cubicBezTo>
                  <a:pt x="769" y="1494"/>
                  <a:pt x="783" y="1499"/>
                  <a:pt x="797" y="1499"/>
                </a:cubicBezTo>
                <a:cubicBezTo>
                  <a:pt x="810" y="1499"/>
                  <a:pt x="822" y="1494"/>
                  <a:pt x="833" y="1486"/>
                </a:cubicBezTo>
                <a:lnTo>
                  <a:pt x="1047" y="1320"/>
                </a:lnTo>
                <a:lnTo>
                  <a:pt x="1258" y="1479"/>
                </a:lnTo>
                <a:cubicBezTo>
                  <a:pt x="1278" y="1494"/>
                  <a:pt x="1304" y="1494"/>
                  <a:pt x="1325" y="1480"/>
                </a:cubicBezTo>
                <a:lnTo>
                  <a:pt x="1508" y="1352"/>
                </a:lnTo>
                <a:lnTo>
                  <a:pt x="1992" y="2486"/>
                </a:lnTo>
                <a:lnTo>
                  <a:pt x="139" y="2486"/>
                </a:lnTo>
                <a:lnTo>
                  <a:pt x="588" y="1331"/>
                </a:lnTo>
                <a:close/>
                <a:moveTo>
                  <a:pt x="715" y="1003"/>
                </a:moveTo>
                <a:lnTo>
                  <a:pt x="834" y="1110"/>
                </a:lnTo>
                <a:cubicBezTo>
                  <a:pt x="855" y="1128"/>
                  <a:pt x="886" y="1130"/>
                  <a:pt x="908" y="1113"/>
                </a:cubicBezTo>
                <a:lnTo>
                  <a:pt x="1053" y="1002"/>
                </a:lnTo>
                <a:lnTo>
                  <a:pt x="1191" y="1113"/>
                </a:lnTo>
                <a:cubicBezTo>
                  <a:pt x="1201" y="1121"/>
                  <a:pt x="1214" y="1126"/>
                  <a:pt x="1227" y="1126"/>
                </a:cubicBezTo>
                <a:cubicBezTo>
                  <a:pt x="1239" y="1126"/>
                  <a:pt x="1251" y="1122"/>
                  <a:pt x="1262" y="1114"/>
                </a:cubicBezTo>
                <a:lnTo>
                  <a:pt x="1372" y="1033"/>
                </a:lnTo>
                <a:lnTo>
                  <a:pt x="1462" y="1244"/>
                </a:lnTo>
                <a:lnTo>
                  <a:pt x="1293" y="1361"/>
                </a:lnTo>
                <a:lnTo>
                  <a:pt x="1081" y="1202"/>
                </a:lnTo>
                <a:cubicBezTo>
                  <a:pt x="1060" y="1186"/>
                  <a:pt x="1031" y="1186"/>
                  <a:pt x="1010" y="1202"/>
                </a:cubicBezTo>
                <a:lnTo>
                  <a:pt x="800" y="1365"/>
                </a:lnTo>
                <a:lnTo>
                  <a:pt x="633" y="1216"/>
                </a:lnTo>
                <a:lnTo>
                  <a:pt x="715" y="1003"/>
                </a:lnTo>
                <a:close/>
                <a:moveTo>
                  <a:pt x="1023" y="213"/>
                </a:moveTo>
                <a:lnTo>
                  <a:pt x="1325" y="923"/>
                </a:lnTo>
                <a:lnTo>
                  <a:pt x="1229" y="994"/>
                </a:lnTo>
                <a:lnTo>
                  <a:pt x="1091" y="883"/>
                </a:lnTo>
                <a:cubicBezTo>
                  <a:pt x="1070" y="866"/>
                  <a:pt x="1040" y="866"/>
                  <a:pt x="1019" y="882"/>
                </a:cubicBezTo>
                <a:lnTo>
                  <a:pt x="876" y="991"/>
                </a:lnTo>
                <a:lnTo>
                  <a:pt x="760" y="888"/>
                </a:lnTo>
                <a:lnTo>
                  <a:pt x="1023" y="213"/>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31" name="Freeform 37">
            <a:extLst>
              <a:ext uri="{FF2B5EF4-FFF2-40B4-BE49-F238E27FC236}">
                <a16:creationId xmlns:a16="http://schemas.microsoft.com/office/drawing/2014/main" id="{0A9D8AA6-38FA-8E4E-A073-701D0DC4D15C}"/>
              </a:ext>
            </a:extLst>
          </p:cNvPr>
          <p:cNvSpPr>
            <a:spLocks noChangeAspect="1" noChangeArrowheads="1"/>
          </p:cNvSpPr>
          <p:nvPr/>
        </p:nvSpPr>
        <p:spPr bwMode="auto">
          <a:xfrm>
            <a:off x="4464059" y="2444392"/>
            <a:ext cx="456944" cy="435825"/>
          </a:xfrm>
          <a:custGeom>
            <a:avLst/>
            <a:gdLst>
              <a:gd name="T0" fmla="*/ 274214 w 2613"/>
              <a:gd name="T1" fmla="*/ 163728 h 2489"/>
              <a:gd name="T2" fmla="*/ 305213 w 2613"/>
              <a:gd name="T3" fmla="*/ 16778 h 2489"/>
              <a:gd name="T4" fmla="*/ 328680 w 2613"/>
              <a:gd name="T5" fmla="*/ 53371 h 2489"/>
              <a:gd name="T6" fmla="*/ 296812 w 2613"/>
              <a:gd name="T7" fmla="*/ 69136 h 2489"/>
              <a:gd name="T8" fmla="*/ 339834 w 2613"/>
              <a:gd name="T9" fmla="*/ 65954 h 2489"/>
              <a:gd name="T10" fmla="*/ 339834 w 2613"/>
              <a:gd name="T11" fmla="*/ 11571 h 2489"/>
              <a:gd name="T12" fmla="*/ 220762 w 2613"/>
              <a:gd name="T13" fmla="*/ 0 h 2489"/>
              <a:gd name="T14" fmla="*/ 220762 w 2613"/>
              <a:gd name="T15" fmla="*/ 16778 h 2489"/>
              <a:gd name="T16" fmla="*/ 251761 w 2613"/>
              <a:gd name="T17" fmla="*/ 127714 h 2489"/>
              <a:gd name="T18" fmla="*/ 127329 w 2613"/>
              <a:gd name="T19" fmla="*/ 195115 h 2489"/>
              <a:gd name="T20" fmla="*/ 99227 w 2613"/>
              <a:gd name="T21" fmla="*/ 79405 h 2489"/>
              <a:gd name="T22" fmla="*/ 99227 w 2613"/>
              <a:gd name="T23" fmla="*/ 62483 h 2489"/>
              <a:gd name="T24" fmla="*/ 22308 w 2613"/>
              <a:gd name="T25" fmla="*/ 71016 h 2489"/>
              <a:gd name="T26" fmla="*/ 53597 w 2613"/>
              <a:gd name="T27" fmla="*/ 79405 h 2489"/>
              <a:gd name="T28" fmla="*/ 114871 w 2613"/>
              <a:gd name="T29" fmla="*/ 207987 h 2489"/>
              <a:gd name="T30" fmla="*/ 76340 w 2613"/>
              <a:gd name="T31" fmla="*/ 207409 h 2489"/>
              <a:gd name="T32" fmla="*/ 76340 w 2613"/>
              <a:gd name="T33" fmla="*/ 359855 h 2489"/>
              <a:gd name="T34" fmla="*/ 123418 w 2613"/>
              <a:gd name="T35" fmla="*/ 223753 h 2489"/>
              <a:gd name="T36" fmla="*/ 254224 w 2613"/>
              <a:gd name="T37" fmla="*/ 144492 h 2489"/>
              <a:gd name="T38" fmla="*/ 181651 w 2613"/>
              <a:gd name="T39" fmla="*/ 261647 h 2489"/>
              <a:gd name="T40" fmla="*/ 378366 w 2613"/>
              <a:gd name="T41" fmla="*/ 261647 h 2489"/>
              <a:gd name="T42" fmla="*/ 135731 w 2613"/>
              <a:gd name="T43" fmla="*/ 283632 h 2489"/>
              <a:gd name="T44" fmla="*/ 16803 w 2613"/>
              <a:gd name="T45" fmla="*/ 283632 h 2489"/>
              <a:gd name="T46" fmla="*/ 98213 w 2613"/>
              <a:gd name="T47" fmla="*/ 228526 h 2489"/>
              <a:gd name="T48" fmla="*/ 73298 w 2613"/>
              <a:gd name="T49" fmla="*/ 291587 h 2489"/>
              <a:gd name="T50" fmla="*/ 84162 w 2613"/>
              <a:gd name="T51" fmla="*/ 286669 h 2489"/>
              <a:gd name="T52" fmla="*/ 135731 w 2613"/>
              <a:gd name="T53" fmla="*/ 283632 h 2489"/>
              <a:gd name="T54" fmla="*/ 198454 w 2613"/>
              <a:gd name="T55" fmla="*/ 261647 h 2489"/>
              <a:gd name="T56" fmla="*/ 271607 w 2613"/>
              <a:gd name="T57" fmla="*/ 262949 h 2489"/>
              <a:gd name="T58" fmla="*/ 281167 w 2613"/>
              <a:gd name="T59" fmla="*/ 270036 h 2489"/>
              <a:gd name="T60" fmla="*/ 276532 w 2613"/>
              <a:gd name="T61" fmla="*/ 180362 h 2489"/>
              <a:gd name="T62" fmla="*/ 361418 w 2613"/>
              <a:gd name="T63" fmla="*/ 261647 h 248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613" h="2489">
                <a:moveTo>
                  <a:pt x="1932" y="1131"/>
                </a:moveTo>
                <a:cubicBezTo>
                  <a:pt x="1919" y="1131"/>
                  <a:pt x="1906" y="1131"/>
                  <a:pt x="1893" y="1132"/>
                </a:cubicBezTo>
                <a:lnTo>
                  <a:pt x="1744" y="116"/>
                </a:lnTo>
                <a:lnTo>
                  <a:pt x="2107" y="116"/>
                </a:lnTo>
                <a:cubicBezTo>
                  <a:pt x="2208" y="116"/>
                  <a:pt x="2316" y="164"/>
                  <a:pt x="2316" y="268"/>
                </a:cubicBezTo>
                <a:cubicBezTo>
                  <a:pt x="2316" y="306"/>
                  <a:pt x="2299" y="342"/>
                  <a:pt x="2269" y="369"/>
                </a:cubicBezTo>
                <a:cubicBezTo>
                  <a:pt x="2231" y="402"/>
                  <a:pt x="2175" y="420"/>
                  <a:pt x="2107" y="420"/>
                </a:cubicBezTo>
                <a:cubicBezTo>
                  <a:pt x="2075" y="420"/>
                  <a:pt x="2049" y="445"/>
                  <a:pt x="2049" y="478"/>
                </a:cubicBezTo>
                <a:cubicBezTo>
                  <a:pt x="2049" y="510"/>
                  <a:pt x="2075" y="537"/>
                  <a:pt x="2107" y="537"/>
                </a:cubicBezTo>
                <a:cubicBezTo>
                  <a:pt x="2204" y="537"/>
                  <a:pt x="2287" y="509"/>
                  <a:pt x="2346" y="456"/>
                </a:cubicBezTo>
                <a:cubicBezTo>
                  <a:pt x="2401" y="408"/>
                  <a:pt x="2432" y="339"/>
                  <a:pt x="2432" y="268"/>
                </a:cubicBezTo>
                <a:cubicBezTo>
                  <a:pt x="2432" y="197"/>
                  <a:pt x="2401" y="129"/>
                  <a:pt x="2346" y="80"/>
                </a:cubicBezTo>
                <a:cubicBezTo>
                  <a:pt x="2287" y="28"/>
                  <a:pt x="2204" y="0"/>
                  <a:pt x="2107" y="0"/>
                </a:cubicBezTo>
                <a:lnTo>
                  <a:pt x="1524" y="0"/>
                </a:lnTo>
                <a:cubicBezTo>
                  <a:pt x="1492" y="0"/>
                  <a:pt x="1466" y="26"/>
                  <a:pt x="1466" y="58"/>
                </a:cubicBezTo>
                <a:cubicBezTo>
                  <a:pt x="1466" y="90"/>
                  <a:pt x="1492" y="116"/>
                  <a:pt x="1524" y="116"/>
                </a:cubicBezTo>
                <a:lnTo>
                  <a:pt x="1627" y="116"/>
                </a:lnTo>
                <a:lnTo>
                  <a:pt x="1738" y="883"/>
                </a:lnTo>
                <a:cubicBezTo>
                  <a:pt x="1656" y="899"/>
                  <a:pt x="1380" y="968"/>
                  <a:pt x="1042" y="1213"/>
                </a:cubicBezTo>
                <a:cubicBezTo>
                  <a:pt x="983" y="1255"/>
                  <a:pt x="929" y="1301"/>
                  <a:pt x="879" y="1349"/>
                </a:cubicBezTo>
                <a:lnTo>
                  <a:pt x="499" y="549"/>
                </a:lnTo>
                <a:lnTo>
                  <a:pt x="685" y="549"/>
                </a:lnTo>
                <a:cubicBezTo>
                  <a:pt x="717" y="549"/>
                  <a:pt x="743" y="523"/>
                  <a:pt x="743" y="491"/>
                </a:cubicBezTo>
                <a:cubicBezTo>
                  <a:pt x="743" y="458"/>
                  <a:pt x="717" y="432"/>
                  <a:pt x="685" y="432"/>
                </a:cubicBezTo>
                <a:lnTo>
                  <a:pt x="213" y="432"/>
                </a:lnTo>
                <a:cubicBezTo>
                  <a:pt x="180" y="432"/>
                  <a:pt x="154" y="458"/>
                  <a:pt x="154" y="491"/>
                </a:cubicBezTo>
                <a:cubicBezTo>
                  <a:pt x="154" y="523"/>
                  <a:pt x="180" y="549"/>
                  <a:pt x="213" y="549"/>
                </a:cubicBezTo>
                <a:lnTo>
                  <a:pt x="370" y="549"/>
                </a:lnTo>
                <a:cubicBezTo>
                  <a:pt x="370" y="550"/>
                  <a:pt x="370" y="551"/>
                  <a:pt x="371" y="552"/>
                </a:cubicBezTo>
                <a:lnTo>
                  <a:pt x="793" y="1438"/>
                </a:lnTo>
                <a:cubicBezTo>
                  <a:pt x="779" y="1454"/>
                  <a:pt x="765" y="1469"/>
                  <a:pt x="752" y="1485"/>
                </a:cubicBezTo>
                <a:cubicBezTo>
                  <a:pt x="684" y="1452"/>
                  <a:pt x="607" y="1434"/>
                  <a:pt x="527" y="1434"/>
                </a:cubicBezTo>
                <a:cubicBezTo>
                  <a:pt x="236" y="1434"/>
                  <a:pt x="0" y="1671"/>
                  <a:pt x="0" y="1961"/>
                </a:cubicBezTo>
                <a:cubicBezTo>
                  <a:pt x="0" y="2252"/>
                  <a:pt x="236" y="2488"/>
                  <a:pt x="527" y="2488"/>
                </a:cubicBezTo>
                <a:cubicBezTo>
                  <a:pt x="817" y="2488"/>
                  <a:pt x="1054" y="2252"/>
                  <a:pt x="1054" y="1961"/>
                </a:cubicBezTo>
                <a:cubicBezTo>
                  <a:pt x="1054" y="1794"/>
                  <a:pt x="975" y="1644"/>
                  <a:pt x="852" y="1547"/>
                </a:cubicBezTo>
                <a:cubicBezTo>
                  <a:pt x="923" y="1464"/>
                  <a:pt x="1009" y="1381"/>
                  <a:pt x="1111" y="1307"/>
                </a:cubicBezTo>
                <a:cubicBezTo>
                  <a:pt x="1421" y="1082"/>
                  <a:pt x="1678" y="1015"/>
                  <a:pt x="1755" y="999"/>
                </a:cubicBezTo>
                <a:lnTo>
                  <a:pt x="1777" y="1149"/>
                </a:lnTo>
                <a:cubicBezTo>
                  <a:pt x="1477" y="1219"/>
                  <a:pt x="1254" y="1488"/>
                  <a:pt x="1254" y="1809"/>
                </a:cubicBezTo>
                <a:cubicBezTo>
                  <a:pt x="1254" y="2184"/>
                  <a:pt x="1558" y="2488"/>
                  <a:pt x="1932" y="2488"/>
                </a:cubicBezTo>
                <a:cubicBezTo>
                  <a:pt x="2307" y="2488"/>
                  <a:pt x="2612" y="2184"/>
                  <a:pt x="2612" y="1809"/>
                </a:cubicBezTo>
                <a:cubicBezTo>
                  <a:pt x="2612" y="1435"/>
                  <a:pt x="2307" y="1131"/>
                  <a:pt x="1932" y="1131"/>
                </a:cubicBezTo>
                <a:close/>
                <a:moveTo>
                  <a:pt x="937" y="1961"/>
                </a:moveTo>
                <a:cubicBezTo>
                  <a:pt x="937" y="2188"/>
                  <a:pt x="753" y="2372"/>
                  <a:pt x="527" y="2372"/>
                </a:cubicBezTo>
                <a:cubicBezTo>
                  <a:pt x="300" y="2372"/>
                  <a:pt x="116" y="2188"/>
                  <a:pt x="116" y="1961"/>
                </a:cubicBezTo>
                <a:cubicBezTo>
                  <a:pt x="116" y="1735"/>
                  <a:pt x="300" y="1551"/>
                  <a:pt x="527" y="1551"/>
                </a:cubicBezTo>
                <a:cubicBezTo>
                  <a:pt x="580" y="1551"/>
                  <a:pt x="631" y="1561"/>
                  <a:pt x="678" y="1580"/>
                </a:cubicBezTo>
                <a:cubicBezTo>
                  <a:pt x="539" y="1769"/>
                  <a:pt x="476" y="1930"/>
                  <a:pt x="472" y="1941"/>
                </a:cubicBezTo>
                <a:cubicBezTo>
                  <a:pt x="461" y="1971"/>
                  <a:pt x="476" y="2004"/>
                  <a:pt x="506" y="2016"/>
                </a:cubicBezTo>
                <a:cubicBezTo>
                  <a:pt x="513" y="2018"/>
                  <a:pt x="520" y="2020"/>
                  <a:pt x="527" y="2020"/>
                </a:cubicBezTo>
                <a:cubicBezTo>
                  <a:pt x="550" y="2020"/>
                  <a:pt x="572" y="2005"/>
                  <a:pt x="581" y="1982"/>
                </a:cubicBezTo>
                <a:cubicBezTo>
                  <a:pt x="582" y="1980"/>
                  <a:pt x="643" y="1822"/>
                  <a:pt x="780" y="1638"/>
                </a:cubicBezTo>
                <a:cubicBezTo>
                  <a:pt x="876" y="1714"/>
                  <a:pt x="937" y="1830"/>
                  <a:pt x="937" y="1961"/>
                </a:cubicBezTo>
                <a:close/>
                <a:moveTo>
                  <a:pt x="1932" y="2372"/>
                </a:moveTo>
                <a:cubicBezTo>
                  <a:pt x="1622" y="2372"/>
                  <a:pt x="1370" y="2119"/>
                  <a:pt x="1370" y="1809"/>
                </a:cubicBezTo>
                <a:cubicBezTo>
                  <a:pt x="1370" y="1547"/>
                  <a:pt x="1550" y="1326"/>
                  <a:pt x="1794" y="1264"/>
                </a:cubicBezTo>
                <a:lnTo>
                  <a:pt x="1875" y="1818"/>
                </a:lnTo>
                <a:cubicBezTo>
                  <a:pt x="1879" y="1847"/>
                  <a:pt x="1904" y="1868"/>
                  <a:pt x="1932" y="1868"/>
                </a:cubicBezTo>
                <a:cubicBezTo>
                  <a:pt x="1935" y="1868"/>
                  <a:pt x="1938" y="1867"/>
                  <a:pt x="1941" y="1867"/>
                </a:cubicBezTo>
                <a:cubicBezTo>
                  <a:pt x="1973" y="1862"/>
                  <a:pt x="1995" y="1833"/>
                  <a:pt x="1990" y="1801"/>
                </a:cubicBezTo>
                <a:lnTo>
                  <a:pt x="1909" y="1247"/>
                </a:lnTo>
                <a:cubicBezTo>
                  <a:pt x="1917" y="1247"/>
                  <a:pt x="1925" y="1247"/>
                  <a:pt x="1932" y="1247"/>
                </a:cubicBezTo>
                <a:cubicBezTo>
                  <a:pt x="2243" y="1247"/>
                  <a:pt x="2495" y="1499"/>
                  <a:pt x="2495" y="1809"/>
                </a:cubicBezTo>
                <a:cubicBezTo>
                  <a:pt x="2495" y="2119"/>
                  <a:pt x="2243" y="2372"/>
                  <a:pt x="1932" y="2372"/>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32" name="Freeform 10">
            <a:extLst>
              <a:ext uri="{FF2B5EF4-FFF2-40B4-BE49-F238E27FC236}">
                <a16:creationId xmlns:a16="http://schemas.microsoft.com/office/drawing/2014/main" id="{818E64EA-2288-1741-A0BC-F960ACFC14AE}"/>
              </a:ext>
            </a:extLst>
          </p:cNvPr>
          <p:cNvSpPr>
            <a:spLocks noChangeAspect="1" noChangeArrowheads="1"/>
          </p:cNvSpPr>
          <p:nvPr/>
        </p:nvSpPr>
        <p:spPr bwMode="auto">
          <a:xfrm>
            <a:off x="7388116" y="2444392"/>
            <a:ext cx="439664" cy="435825"/>
          </a:xfrm>
          <a:custGeom>
            <a:avLst/>
            <a:gdLst>
              <a:gd name="T0" fmla="*/ 340004 w 2560"/>
              <a:gd name="T1" fmla="*/ 343430 h 2542"/>
              <a:gd name="T2" fmla="*/ 336174 w 2560"/>
              <a:gd name="T3" fmla="*/ 99135 h 2542"/>
              <a:gd name="T4" fmla="*/ 176031 w 2560"/>
              <a:gd name="T5" fmla="*/ 1699 h 2542"/>
              <a:gd name="T6" fmla="*/ 19149 w 2560"/>
              <a:gd name="T7" fmla="*/ 106074 h 2542"/>
              <a:gd name="T8" fmla="*/ 8227 w 2560"/>
              <a:gd name="T9" fmla="*/ 343430 h 2542"/>
              <a:gd name="T10" fmla="*/ 8227 w 2560"/>
              <a:gd name="T11" fmla="*/ 359858 h 2542"/>
              <a:gd name="T12" fmla="*/ 362983 w 2560"/>
              <a:gd name="T13" fmla="*/ 351644 h 2542"/>
              <a:gd name="T14" fmla="*/ 35603 w 2560"/>
              <a:gd name="T15" fmla="*/ 110606 h 2542"/>
              <a:gd name="T16" fmla="*/ 323408 w 2560"/>
              <a:gd name="T17" fmla="*/ 110606 h 2542"/>
              <a:gd name="T18" fmla="*/ 210783 w 2560"/>
              <a:gd name="T19" fmla="*/ 343430 h 2542"/>
              <a:gd name="T20" fmla="*/ 182697 w 2560"/>
              <a:gd name="T21" fmla="*/ 135531 h 2542"/>
              <a:gd name="T22" fmla="*/ 154754 w 2560"/>
              <a:gd name="T23" fmla="*/ 343430 h 2542"/>
              <a:gd name="T24" fmla="*/ 35603 w 2560"/>
              <a:gd name="T25" fmla="*/ 110606 h 2542"/>
              <a:gd name="T26" fmla="*/ 171208 w 2560"/>
              <a:gd name="T27" fmla="*/ 343430 h 2542"/>
              <a:gd name="T28" fmla="*/ 182697 w 2560"/>
              <a:gd name="T29" fmla="*/ 152101 h 2542"/>
              <a:gd name="T30" fmla="*/ 194329 w 2560"/>
              <a:gd name="T31" fmla="*/ 343430 h 2542"/>
              <a:gd name="T32" fmla="*/ 70072 w 2560"/>
              <a:gd name="T33" fmla="*/ 163147 h 2542"/>
              <a:gd name="T34" fmla="*/ 126385 w 2560"/>
              <a:gd name="T35" fmla="*/ 193029 h 2542"/>
              <a:gd name="T36" fmla="*/ 98157 w 2560"/>
              <a:gd name="T37" fmla="*/ 134681 h 2542"/>
              <a:gd name="T38" fmla="*/ 86951 w 2560"/>
              <a:gd name="T39" fmla="*/ 176601 h 2542"/>
              <a:gd name="T40" fmla="*/ 98441 w 2560"/>
              <a:gd name="T41" fmla="*/ 151251 h 2542"/>
              <a:gd name="T42" fmla="*/ 109789 w 2560"/>
              <a:gd name="T43" fmla="*/ 176601 h 2542"/>
              <a:gd name="T44" fmla="*/ 270216 w 2560"/>
              <a:gd name="T45" fmla="*/ 134681 h 2542"/>
              <a:gd name="T46" fmla="*/ 242131 w 2560"/>
              <a:gd name="T47" fmla="*/ 193029 h 2542"/>
              <a:gd name="T48" fmla="*/ 298443 w 2560"/>
              <a:gd name="T49" fmla="*/ 163147 h 2542"/>
              <a:gd name="T50" fmla="*/ 258585 w 2560"/>
              <a:gd name="T51" fmla="*/ 176601 h 2542"/>
              <a:gd name="T52" fmla="*/ 270216 w 2560"/>
              <a:gd name="T53" fmla="*/ 151251 h 2542"/>
              <a:gd name="T54" fmla="*/ 281847 w 2560"/>
              <a:gd name="T55" fmla="*/ 176601 h 2542"/>
              <a:gd name="T56" fmla="*/ 70072 w 2560"/>
              <a:gd name="T57" fmla="*/ 239764 h 2542"/>
              <a:gd name="T58" fmla="*/ 126385 w 2560"/>
              <a:gd name="T59" fmla="*/ 319780 h 2542"/>
              <a:gd name="T60" fmla="*/ 98157 w 2560"/>
              <a:gd name="T61" fmla="*/ 211440 h 2542"/>
              <a:gd name="T62" fmla="*/ 86951 w 2560"/>
              <a:gd name="T63" fmla="*/ 303352 h 2542"/>
              <a:gd name="T64" fmla="*/ 98441 w 2560"/>
              <a:gd name="T65" fmla="*/ 227868 h 2542"/>
              <a:gd name="T66" fmla="*/ 109789 w 2560"/>
              <a:gd name="T67" fmla="*/ 303352 h 2542"/>
              <a:gd name="T68" fmla="*/ 270216 w 2560"/>
              <a:gd name="T69" fmla="*/ 211440 h 2542"/>
              <a:gd name="T70" fmla="*/ 242131 w 2560"/>
              <a:gd name="T71" fmla="*/ 319780 h 2542"/>
              <a:gd name="T72" fmla="*/ 298443 w 2560"/>
              <a:gd name="T73" fmla="*/ 239764 h 2542"/>
              <a:gd name="T74" fmla="*/ 258585 w 2560"/>
              <a:gd name="T75" fmla="*/ 303352 h 2542"/>
              <a:gd name="T76" fmla="*/ 270216 w 2560"/>
              <a:gd name="T77" fmla="*/ 227868 h 2542"/>
              <a:gd name="T78" fmla="*/ 281847 w 2560"/>
              <a:gd name="T79" fmla="*/ 303352 h 2542"/>
              <a:gd name="T80" fmla="*/ 215889 w 2560"/>
              <a:gd name="T81" fmla="*/ 82990 h 2542"/>
              <a:gd name="T82" fmla="*/ 149789 w 2560"/>
              <a:gd name="T83" fmla="*/ 82990 h 2542"/>
              <a:gd name="T84" fmla="*/ 182839 w 2560"/>
              <a:gd name="T85" fmla="*/ 66420 h 2542"/>
              <a:gd name="T86" fmla="*/ 182839 w 2560"/>
              <a:gd name="T87" fmla="*/ 99559 h 2542"/>
              <a:gd name="T88" fmla="*/ 182839 w 2560"/>
              <a:gd name="T89" fmla="*/ 66420 h 254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560" h="2542">
                <a:moveTo>
                  <a:pt x="2501" y="2425"/>
                </a:moveTo>
                <a:lnTo>
                  <a:pt x="2397" y="2425"/>
                </a:lnTo>
                <a:lnTo>
                  <a:pt x="2397" y="749"/>
                </a:lnTo>
                <a:cubicBezTo>
                  <a:pt x="2397" y="730"/>
                  <a:pt x="2387" y="711"/>
                  <a:pt x="2370" y="700"/>
                </a:cubicBezTo>
                <a:lnTo>
                  <a:pt x="1303" y="12"/>
                </a:lnTo>
                <a:cubicBezTo>
                  <a:pt x="1283" y="0"/>
                  <a:pt x="1260" y="0"/>
                  <a:pt x="1241" y="12"/>
                </a:cubicBezTo>
                <a:lnTo>
                  <a:pt x="162" y="700"/>
                </a:lnTo>
                <a:cubicBezTo>
                  <a:pt x="145" y="711"/>
                  <a:pt x="135" y="730"/>
                  <a:pt x="135" y="749"/>
                </a:cubicBezTo>
                <a:lnTo>
                  <a:pt x="135" y="2425"/>
                </a:lnTo>
                <a:lnTo>
                  <a:pt x="58" y="2425"/>
                </a:lnTo>
                <a:cubicBezTo>
                  <a:pt x="26" y="2425"/>
                  <a:pt x="0" y="2451"/>
                  <a:pt x="0" y="2483"/>
                </a:cubicBezTo>
                <a:cubicBezTo>
                  <a:pt x="0" y="2515"/>
                  <a:pt x="26" y="2541"/>
                  <a:pt x="58" y="2541"/>
                </a:cubicBezTo>
                <a:lnTo>
                  <a:pt x="2501" y="2541"/>
                </a:lnTo>
                <a:cubicBezTo>
                  <a:pt x="2533" y="2541"/>
                  <a:pt x="2559" y="2515"/>
                  <a:pt x="2559" y="2483"/>
                </a:cubicBezTo>
                <a:cubicBezTo>
                  <a:pt x="2559" y="2451"/>
                  <a:pt x="2533" y="2425"/>
                  <a:pt x="2501" y="2425"/>
                </a:cubicBezTo>
                <a:close/>
                <a:moveTo>
                  <a:pt x="251" y="781"/>
                </a:moveTo>
                <a:lnTo>
                  <a:pt x="1271" y="130"/>
                </a:lnTo>
                <a:lnTo>
                  <a:pt x="2280" y="781"/>
                </a:lnTo>
                <a:lnTo>
                  <a:pt x="2280" y="2425"/>
                </a:lnTo>
                <a:lnTo>
                  <a:pt x="1486" y="2425"/>
                </a:lnTo>
                <a:lnTo>
                  <a:pt x="1486" y="1158"/>
                </a:lnTo>
                <a:cubicBezTo>
                  <a:pt x="1486" y="1047"/>
                  <a:pt x="1397" y="957"/>
                  <a:pt x="1288" y="957"/>
                </a:cubicBezTo>
                <a:cubicBezTo>
                  <a:pt x="1180" y="957"/>
                  <a:pt x="1091" y="1047"/>
                  <a:pt x="1091" y="1158"/>
                </a:cubicBezTo>
                <a:lnTo>
                  <a:pt x="1091" y="2425"/>
                </a:lnTo>
                <a:lnTo>
                  <a:pt x="251" y="2425"/>
                </a:lnTo>
                <a:lnTo>
                  <a:pt x="251" y="781"/>
                </a:lnTo>
                <a:close/>
                <a:moveTo>
                  <a:pt x="1370" y="2425"/>
                </a:moveTo>
                <a:lnTo>
                  <a:pt x="1207" y="2425"/>
                </a:lnTo>
                <a:lnTo>
                  <a:pt x="1207" y="1158"/>
                </a:lnTo>
                <a:cubicBezTo>
                  <a:pt x="1207" y="1111"/>
                  <a:pt x="1243" y="1074"/>
                  <a:pt x="1288" y="1074"/>
                </a:cubicBezTo>
                <a:cubicBezTo>
                  <a:pt x="1334" y="1074"/>
                  <a:pt x="1370" y="1111"/>
                  <a:pt x="1370" y="1158"/>
                </a:cubicBezTo>
                <a:lnTo>
                  <a:pt x="1370" y="2425"/>
                </a:lnTo>
                <a:close/>
                <a:moveTo>
                  <a:pt x="692" y="951"/>
                </a:moveTo>
                <a:cubicBezTo>
                  <a:pt x="583" y="951"/>
                  <a:pt x="494" y="1041"/>
                  <a:pt x="494" y="1152"/>
                </a:cubicBezTo>
                <a:lnTo>
                  <a:pt x="494" y="1363"/>
                </a:lnTo>
                <a:lnTo>
                  <a:pt x="891" y="1363"/>
                </a:lnTo>
                <a:lnTo>
                  <a:pt x="891" y="1152"/>
                </a:lnTo>
                <a:cubicBezTo>
                  <a:pt x="891" y="1041"/>
                  <a:pt x="802" y="951"/>
                  <a:pt x="692" y="951"/>
                </a:cubicBezTo>
                <a:close/>
                <a:moveTo>
                  <a:pt x="774" y="1247"/>
                </a:moveTo>
                <a:lnTo>
                  <a:pt x="613" y="1247"/>
                </a:lnTo>
                <a:lnTo>
                  <a:pt x="613" y="1152"/>
                </a:lnTo>
                <a:cubicBezTo>
                  <a:pt x="613" y="1105"/>
                  <a:pt x="648" y="1068"/>
                  <a:pt x="694" y="1068"/>
                </a:cubicBezTo>
                <a:cubicBezTo>
                  <a:pt x="740" y="1068"/>
                  <a:pt x="774" y="1105"/>
                  <a:pt x="774" y="1152"/>
                </a:cubicBezTo>
                <a:lnTo>
                  <a:pt x="774" y="1247"/>
                </a:lnTo>
                <a:close/>
                <a:moveTo>
                  <a:pt x="2104" y="1152"/>
                </a:moveTo>
                <a:cubicBezTo>
                  <a:pt x="2104" y="1041"/>
                  <a:pt x="2015" y="951"/>
                  <a:pt x="1905" y="951"/>
                </a:cubicBezTo>
                <a:cubicBezTo>
                  <a:pt x="1796" y="951"/>
                  <a:pt x="1707" y="1041"/>
                  <a:pt x="1707" y="1152"/>
                </a:cubicBezTo>
                <a:lnTo>
                  <a:pt x="1707" y="1363"/>
                </a:lnTo>
                <a:lnTo>
                  <a:pt x="2104" y="1363"/>
                </a:lnTo>
                <a:lnTo>
                  <a:pt x="2104" y="1152"/>
                </a:lnTo>
                <a:close/>
                <a:moveTo>
                  <a:pt x="1987" y="1247"/>
                </a:moveTo>
                <a:lnTo>
                  <a:pt x="1823" y="1247"/>
                </a:lnTo>
                <a:lnTo>
                  <a:pt x="1823" y="1152"/>
                </a:lnTo>
                <a:cubicBezTo>
                  <a:pt x="1823" y="1105"/>
                  <a:pt x="1860" y="1068"/>
                  <a:pt x="1905" y="1068"/>
                </a:cubicBezTo>
                <a:cubicBezTo>
                  <a:pt x="1951" y="1068"/>
                  <a:pt x="1987" y="1105"/>
                  <a:pt x="1987" y="1152"/>
                </a:cubicBezTo>
                <a:lnTo>
                  <a:pt x="1987" y="1247"/>
                </a:lnTo>
                <a:close/>
                <a:moveTo>
                  <a:pt x="692" y="1493"/>
                </a:moveTo>
                <a:cubicBezTo>
                  <a:pt x="583" y="1493"/>
                  <a:pt x="494" y="1583"/>
                  <a:pt x="494" y="1693"/>
                </a:cubicBezTo>
                <a:lnTo>
                  <a:pt x="494" y="2258"/>
                </a:lnTo>
                <a:lnTo>
                  <a:pt x="891" y="2258"/>
                </a:lnTo>
                <a:lnTo>
                  <a:pt x="891" y="1693"/>
                </a:lnTo>
                <a:cubicBezTo>
                  <a:pt x="891" y="1583"/>
                  <a:pt x="802" y="1493"/>
                  <a:pt x="692" y="1493"/>
                </a:cubicBezTo>
                <a:close/>
                <a:moveTo>
                  <a:pt x="774" y="2142"/>
                </a:moveTo>
                <a:lnTo>
                  <a:pt x="613" y="2142"/>
                </a:lnTo>
                <a:lnTo>
                  <a:pt x="613" y="1693"/>
                </a:lnTo>
                <a:cubicBezTo>
                  <a:pt x="613" y="1646"/>
                  <a:pt x="648" y="1609"/>
                  <a:pt x="694" y="1609"/>
                </a:cubicBezTo>
                <a:cubicBezTo>
                  <a:pt x="740" y="1609"/>
                  <a:pt x="774" y="1646"/>
                  <a:pt x="774" y="1693"/>
                </a:cubicBezTo>
                <a:lnTo>
                  <a:pt x="774" y="2142"/>
                </a:lnTo>
                <a:close/>
                <a:moveTo>
                  <a:pt x="2104" y="1693"/>
                </a:moveTo>
                <a:cubicBezTo>
                  <a:pt x="2104" y="1583"/>
                  <a:pt x="2015" y="1493"/>
                  <a:pt x="1905" y="1493"/>
                </a:cubicBezTo>
                <a:cubicBezTo>
                  <a:pt x="1796" y="1493"/>
                  <a:pt x="1707" y="1583"/>
                  <a:pt x="1707" y="1693"/>
                </a:cubicBezTo>
                <a:lnTo>
                  <a:pt x="1707" y="2258"/>
                </a:lnTo>
                <a:lnTo>
                  <a:pt x="2104" y="2258"/>
                </a:lnTo>
                <a:lnTo>
                  <a:pt x="2104" y="1693"/>
                </a:lnTo>
                <a:close/>
                <a:moveTo>
                  <a:pt x="1987" y="2142"/>
                </a:moveTo>
                <a:lnTo>
                  <a:pt x="1823" y="2142"/>
                </a:lnTo>
                <a:lnTo>
                  <a:pt x="1823" y="1693"/>
                </a:lnTo>
                <a:cubicBezTo>
                  <a:pt x="1823" y="1646"/>
                  <a:pt x="1860" y="1609"/>
                  <a:pt x="1905" y="1609"/>
                </a:cubicBezTo>
                <a:cubicBezTo>
                  <a:pt x="1951" y="1609"/>
                  <a:pt x="1987" y="1646"/>
                  <a:pt x="1987" y="1693"/>
                </a:cubicBezTo>
                <a:lnTo>
                  <a:pt x="1987" y="2142"/>
                </a:lnTo>
                <a:close/>
                <a:moveTo>
                  <a:pt x="1289" y="820"/>
                </a:moveTo>
                <a:cubicBezTo>
                  <a:pt x="1417" y="820"/>
                  <a:pt x="1522" y="715"/>
                  <a:pt x="1522" y="586"/>
                </a:cubicBezTo>
                <a:cubicBezTo>
                  <a:pt x="1522" y="457"/>
                  <a:pt x="1418" y="352"/>
                  <a:pt x="1289" y="352"/>
                </a:cubicBezTo>
                <a:cubicBezTo>
                  <a:pt x="1161" y="352"/>
                  <a:pt x="1056" y="457"/>
                  <a:pt x="1056" y="586"/>
                </a:cubicBezTo>
                <a:cubicBezTo>
                  <a:pt x="1056" y="715"/>
                  <a:pt x="1161" y="820"/>
                  <a:pt x="1289" y="820"/>
                </a:cubicBezTo>
                <a:close/>
                <a:moveTo>
                  <a:pt x="1289" y="469"/>
                </a:moveTo>
                <a:cubicBezTo>
                  <a:pt x="1353" y="469"/>
                  <a:pt x="1406" y="521"/>
                  <a:pt x="1406" y="586"/>
                </a:cubicBezTo>
                <a:cubicBezTo>
                  <a:pt x="1406" y="651"/>
                  <a:pt x="1354" y="703"/>
                  <a:pt x="1289" y="703"/>
                </a:cubicBezTo>
                <a:cubicBezTo>
                  <a:pt x="1225" y="703"/>
                  <a:pt x="1172" y="651"/>
                  <a:pt x="1172" y="586"/>
                </a:cubicBezTo>
                <a:cubicBezTo>
                  <a:pt x="1172" y="521"/>
                  <a:pt x="1225" y="469"/>
                  <a:pt x="1289" y="46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33" name="Freeform 14">
            <a:extLst>
              <a:ext uri="{FF2B5EF4-FFF2-40B4-BE49-F238E27FC236}">
                <a16:creationId xmlns:a16="http://schemas.microsoft.com/office/drawing/2014/main" id="{3F795494-39A2-E744-A332-16C345084CE2}"/>
              </a:ext>
            </a:extLst>
          </p:cNvPr>
          <p:cNvSpPr>
            <a:spLocks noChangeAspect="1" noChangeArrowheads="1"/>
          </p:cNvSpPr>
          <p:nvPr/>
        </p:nvSpPr>
        <p:spPr bwMode="auto">
          <a:xfrm>
            <a:off x="8131132" y="2444392"/>
            <a:ext cx="433905" cy="435825"/>
          </a:xfrm>
          <a:custGeom>
            <a:avLst/>
            <a:gdLst>
              <a:gd name="T0" fmla="*/ 8323 w 2500"/>
              <a:gd name="T1" fmla="*/ 0 h 2507"/>
              <a:gd name="T2" fmla="*/ 0 w 2500"/>
              <a:gd name="T3" fmla="*/ 45951 h 2507"/>
              <a:gd name="T4" fmla="*/ 26977 w 2500"/>
              <a:gd name="T5" fmla="*/ 54280 h 2507"/>
              <a:gd name="T6" fmla="*/ 12484 w 2500"/>
              <a:gd name="T7" fmla="*/ 343199 h 2507"/>
              <a:gd name="T8" fmla="*/ 12484 w 2500"/>
              <a:gd name="T9" fmla="*/ 359856 h 2507"/>
              <a:gd name="T10" fmla="*/ 353569 w 2500"/>
              <a:gd name="T11" fmla="*/ 351528 h 2507"/>
              <a:gd name="T12" fmla="*/ 331471 w 2500"/>
              <a:gd name="T13" fmla="*/ 343199 h 2507"/>
              <a:gd name="T14" fmla="*/ 350125 w 2500"/>
              <a:gd name="T15" fmla="*/ 54280 h 2507"/>
              <a:gd name="T16" fmla="*/ 358592 w 2500"/>
              <a:gd name="T17" fmla="*/ 8329 h 2507"/>
              <a:gd name="T18" fmla="*/ 314826 w 2500"/>
              <a:gd name="T19" fmla="*/ 342050 h 2507"/>
              <a:gd name="T20" fmla="*/ 214237 w 2500"/>
              <a:gd name="T21" fmla="*/ 123781 h 2507"/>
              <a:gd name="T22" fmla="*/ 144211 w 2500"/>
              <a:gd name="T23" fmla="*/ 123781 h 2507"/>
              <a:gd name="T24" fmla="*/ 43766 w 2500"/>
              <a:gd name="T25" fmla="*/ 342050 h 2507"/>
              <a:gd name="T26" fmla="*/ 314826 w 2500"/>
              <a:gd name="T27" fmla="*/ 54280 h 2507"/>
              <a:gd name="T28" fmla="*/ 161000 w 2500"/>
              <a:gd name="T29" fmla="*/ 341189 h 2507"/>
              <a:gd name="T30" fmla="*/ 179224 w 2500"/>
              <a:gd name="T31" fmla="*/ 105401 h 2507"/>
              <a:gd name="T32" fmla="*/ 197591 w 2500"/>
              <a:gd name="T33" fmla="*/ 341189 h 2507"/>
              <a:gd name="T34" fmla="*/ 341803 w 2500"/>
              <a:gd name="T35" fmla="*/ 37479 h 2507"/>
              <a:gd name="T36" fmla="*/ 16645 w 2500"/>
              <a:gd name="T37" fmla="*/ 16657 h 2507"/>
              <a:gd name="T38" fmla="*/ 341803 w 2500"/>
              <a:gd name="T39" fmla="*/ 37479 h 2507"/>
              <a:gd name="T40" fmla="*/ 91836 w 2500"/>
              <a:gd name="T41" fmla="*/ 90754 h 2507"/>
              <a:gd name="T42" fmla="*/ 63424 w 2500"/>
              <a:gd name="T43" fmla="*/ 166861 h 2507"/>
              <a:gd name="T44" fmla="*/ 120391 w 2500"/>
              <a:gd name="T45" fmla="*/ 119617 h 2507"/>
              <a:gd name="T46" fmla="*/ 80070 w 2500"/>
              <a:gd name="T47" fmla="*/ 150203 h 2507"/>
              <a:gd name="T48" fmla="*/ 91836 w 2500"/>
              <a:gd name="T49" fmla="*/ 107555 h 2507"/>
              <a:gd name="T50" fmla="*/ 103603 w 2500"/>
              <a:gd name="T51" fmla="*/ 150203 h 2507"/>
              <a:gd name="T52" fmla="*/ 91836 w 2500"/>
              <a:gd name="T53" fmla="*/ 190267 h 2507"/>
              <a:gd name="T54" fmla="*/ 63424 w 2500"/>
              <a:gd name="T55" fmla="*/ 291360 h 2507"/>
              <a:gd name="T56" fmla="*/ 120391 w 2500"/>
              <a:gd name="T57" fmla="*/ 218987 h 2507"/>
              <a:gd name="T58" fmla="*/ 80070 w 2500"/>
              <a:gd name="T59" fmla="*/ 274703 h 2507"/>
              <a:gd name="T60" fmla="*/ 91836 w 2500"/>
              <a:gd name="T61" fmla="*/ 206925 h 2507"/>
              <a:gd name="T62" fmla="*/ 103603 w 2500"/>
              <a:gd name="T63" fmla="*/ 274703 h 2507"/>
              <a:gd name="T64" fmla="*/ 264029 w 2500"/>
              <a:gd name="T65" fmla="*/ 90754 h 2507"/>
              <a:gd name="T66" fmla="*/ 235761 w 2500"/>
              <a:gd name="T67" fmla="*/ 166861 h 2507"/>
              <a:gd name="T68" fmla="*/ 292297 w 2500"/>
              <a:gd name="T69" fmla="*/ 119617 h 2507"/>
              <a:gd name="T70" fmla="*/ 252406 w 2500"/>
              <a:gd name="T71" fmla="*/ 150203 h 2507"/>
              <a:gd name="T72" fmla="*/ 264029 w 2500"/>
              <a:gd name="T73" fmla="*/ 107555 h 2507"/>
              <a:gd name="T74" fmla="*/ 275652 w 2500"/>
              <a:gd name="T75" fmla="*/ 150203 h 2507"/>
              <a:gd name="T76" fmla="*/ 264029 w 2500"/>
              <a:gd name="T77" fmla="*/ 190267 h 2507"/>
              <a:gd name="T78" fmla="*/ 235761 w 2500"/>
              <a:gd name="T79" fmla="*/ 291360 h 2507"/>
              <a:gd name="T80" fmla="*/ 292297 w 2500"/>
              <a:gd name="T81" fmla="*/ 218987 h 2507"/>
              <a:gd name="T82" fmla="*/ 252406 w 2500"/>
              <a:gd name="T83" fmla="*/ 274703 h 2507"/>
              <a:gd name="T84" fmla="*/ 264029 w 2500"/>
              <a:gd name="T85" fmla="*/ 206925 h 2507"/>
              <a:gd name="T86" fmla="*/ 275652 w 2500"/>
              <a:gd name="T87" fmla="*/ 274703 h 250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500" h="2507">
                <a:moveTo>
                  <a:pt x="2440" y="0"/>
                </a:moveTo>
                <a:lnTo>
                  <a:pt x="58" y="0"/>
                </a:lnTo>
                <a:cubicBezTo>
                  <a:pt x="26" y="0"/>
                  <a:pt x="0" y="26"/>
                  <a:pt x="0" y="58"/>
                </a:cubicBezTo>
                <a:lnTo>
                  <a:pt x="0" y="320"/>
                </a:lnTo>
                <a:cubicBezTo>
                  <a:pt x="0" y="352"/>
                  <a:pt x="26" y="378"/>
                  <a:pt x="58" y="378"/>
                </a:cubicBezTo>
                <a:lnTo>
                  <a:pt x="188" y="378"/>
                </a:lnTo>
                <a:lnTo>
                  <a:pt x="188" y="2390"/>
                </a:lnTo>
                <a:lnTo>
                  <a:pt x="87" y="2390"/>
                </a:lnTo>
                <a:cubicBezTo>
                  <a:pt x="55" y="2390"/>
                  <a:pt x="29" y="2416"/>
                  <a:pt x="29" y="2448"/>
                </a:cubicBezTo>
                <a:cubicBezTo>
                  <a:pt x="29" y="2480"/>
                  <a:pt x="55" y="2506"/>
                  <a:pt x="87" y="2506"/>
                </a:cubicBezTo>
                <a:lnTo>
                  <a:pt x="2405" y="2506"/>
                </a:lnTo>
                <a:cubicBezTo>
                  <a:pt x="2438" y="2506"/>
                  <a:pt x="2464" y="2480"/>
                  <a:pt x="2464" y="2448"/>
                </a:cubicBezTo>
                <a:cubicBezTo>
                  <a:pt x="2464" y="2416"/>
                  <a:pt x="2438" y="2390"/>
                  <a:pt x="2405" y="2390"/>
                </a:cubicBezTo>
                <a:lnTo>
                  <a:pt x="2310" y="2390"/>
                </a:lnTo>
                <a:lnTo>
                  <a:pt x="2310" y="378"/>
                </a:lnTo>
                <a:lnTo>
                  <a:pt x="2440" y="378"/>
                </a:lnTo>
                <a:cubicBezTo>
                  <a:pt x="2473" y="378"/>
                  <a:pt x="2499" y="352"/>
                  <a:pt x="2499" y="320"/>
                </a:cubicBezTo>
                <a:lnTo>
                  <a:pt x="2499" y="58"/>
                </a:lnTo>
                <a:cubicBezTo>
                  <a:pt x="2499" y="26"/>
                  <a:pt x="2473" y="0"/>
                  <a:pt x="2440" y="0"/>
                </a:cubicBezTo>
                <a:close/>
                <a:moveTo>
                  <a:pt x="2194" y="2382"/>
                </a:moveTo>
                <a:lnTo>
                  <a:pt x="1493" y="2382"/>
                </a:lnTo>
                <a:lnTo>
                  <a:pt x="1493" y="862"/>
                </a:lnTo>
                <a:cubicBezTo>
                  <a:pt x="1493" y="727"/>
                  <a:pt x="1384" y="617"/>
                  <a:pt x="1249" y="617"/>
                </a:cubicBezTo>
                <a:cubicBezTo>
                  <a:pt x="1115" y="617"/>
                  <a:pt x="1005" y="727"/>
                  <a:pt x="1005" y="862"/>
                </a:cubicBezTo>
                <a:lnTo>
                  <a:pt x="1005" y="2382"/>
                </a:lnTo>
                <a:lnTo>
                  <a:pt x="305" y="2382"/>
                </a:lnTo>
                <a:lnTo>
                  <a:pt x="305" y="378"/>
                </a:lnTo>
                <a:lnTo>
                  <a:pt x="2194" y="378"/>
                </a:lnTo>
                <a:lnTo>
                  <a:pt x="2194" y="2382"/>
                </a:lnTo>
                <a:close/>
                <a:moveTo>
                  <a:pt x="1122" y="2376"/>
                </a:moveTo>
                <a:lnTo>
                  <a:pt x="1122" y="862"/>
                </a:lnTo>
                <a:cubicBezTo>
                  <a:pt x="1122" y="791"/>
                  <a:pt x="1179" y="734"/>
                  <a:pt x="1249" y="734"/>
                </a:cubicBezTo>
                <a:cubicBezTo>
                  <a:pt x="1319" y="734"/>
                  <a:pt x="1377" y="791"/>
                  <a:pt x="1377" y="862"/>
                </a:cubicBezTo>
                <a:lnTo>
                  <a:pt x="1377" y="2376"/>
                </a:lnTo>
                <a:lnTo>
                  <a:pt x="1122" y="2376"/>
                </a:lnTo>
                <a:close/>
                <a:moveTo>
                  <a:pt x="2382" y="261"/>
                </a:moveTo>
                <a:lnTo>
                  <a:pt x="116" y="261"/>
                </a:lnTo>
                <a:lnTo>
                  <a:pt x="116" y="116"/>
                </a:lnTo>
                <a:lnTo>
                  <a:pt x="2382" y="116"/>
                </a:lnTo>
                <a:lnTo>
                  <a:pt x="2382" y="261"/>
                </a:lnTo>
                <a:close/>
                <a:moveTo>
                  <a:pt x="839" y="833"/>
                </a:moveTo>
                <a:cubicBezTo>
                  <a:pt x="839" y="722"/>
                  <a:pt x="749" y="632"/>
                  <a:pt x="640" y="632"/>
                </a:cubicBezTo>
                <a:cubicBezTo>
                  <a:pt x="530" y="632"/>
                  <a:pt x="442" y="722"/>
                  <a:pt x="442" y="833"/>
                </a:cubicBezTo>
                <a:lnTo>
                  <a:pt x="442" y="1162"/>
                </a:lnTo>
                <a:lnTo>
                  <a:pt x="839" y="1162"/>
                </a:lnTo>
                <a:lnTo>
                  <a:pt x="839" y="833"/>
                </a:lnTo>
                <a:close/>
                <a:moveTo>
                  <a:pt x="722" y="1046"/>
                </a:moveTo>
                <a:lnTo>
                  <a:pt x="558" y="1046"/>
                </a:lnTo>
                <a:lnTo>
                  <a:pt x="558" y="833"/>
                </a:lnTo>
                <a:cubicBezTo>
                  <a:pt x="558" y="786"/>
                  <a:pt x="594" y="749"/>
                  <a:pt x="640" y="749"/>
                </a:cubicBezTo>
                <a:cubicBezTo>
                  <a:pt x="685" y="749"/>
                  <a:pt x="722" y="786"/>
                  <a:pt x="722" y="833"/>
                </a:cubicBezTo>
                <a:lnTo>
                  <a:pt x="722" y="1046"/>
                </a:lnTo>
                <a:close/>
                <a:moveTo>
                  <a:pt x="839" y="1525"/>
                </a:moveTo>
                <a:cubicBezTo>
                  <a:pt x="839" y="1415"/>
                  <a:pt x="749" y="1325"/>
                  <a:pt x="640" y="1325"/>
                </a:cubicBezTo>
                <a:cubicBezTo>
                  <a:pt x="530" y="1325"/>
                  <a:pt x="442" y="1415"/>
                  <a:pt x="442" y="1525"/>
                </a:cubicBezTo>
                <a:lnTo>
                  <a:pt x="442" y="2029"/>
                </a:lnTo>
                <a:lnTo>
                  <a:pt x="839" y="2029"/>
                </a:lnTo>
                <a:lnTo>
                  <a:pt x="839" y="1525"/>
                </a:lnTo>
                <a:close/>
                <a:moveTo>
                  <a:pt x="722" y="1913"/>
                </a:moveTo>
                <a:lnTo>
                  <a:pt x="558" y="1913"/>
                </a:lnTo>
                <a:lnTo>
                  <a:pt x="558" y="1525"/>
                </a:lnTo>
                <a:cubicBezTo>
                  <a:pt x="558" y="1478"/>
                  <a:pt x="594" y="1441"/>
                  <a:pt x="640" y="1441"/>
                </a:cubicBezTo>
                <a:cubicBezTo>
                  <a:pt x="685" y="1441"/>
                  <a:pt x="722" y="1478"/>
                  <a:pt x="722" y="1525"/>
                </a:cubicBezTo>
                <a:lnTo>
                  <a:pt x="722" y="1913"/>
                </a:lnTo>
                <a:close/>
                <a:moveTo>
                  <a:pt x="2037" y="833"/>
                </a:moveTo>
                <a:cubicBezTo>
                  <a:pt x="2037" y="722"/>
                  <a:pt x="1949" y="632"/>
                  <a:pt x="1840" y="632"/>
                </a:cubicBezTo>
                <a:cubicBezTo>
                  <a:pt x="1731" y="632"/>
                  <a:pt x="1643" y="722"/>
                  <a:pt x="1643" y="833"/>
                </a:cubicBezTo>
                <a:lnTo>
                  <a:pt x="1643" y="1162"/>
                </a:lnTo>
                <a:lnTo>
                  <a:pt x="2037" y="1162"/>
                </a:lnTo>
                <a:lnTo>
                  <a:pt x="2037" y="833"/>
                </a:lnTo>
                <a:close/>
                <a:moveTo>
                  <a:pt x="1921" y="1046"/>
                </a:moveTo>
                <a:lnTo>
                  <a:pt x="1759" y="1046"/>
                </a:lnTo>
                <a:lnTo>
                  <a:pt x="1759" y="833"/>
                </a:lnTo>
                <a:cubicBezTo>
                  <a:pt x="1759" y="786"/>
                  <a:pt x="1794" y="749"/>
                  <a:pt x="1840" y="749"/>
                </a:cubicBezTo>
                <a:cubicBezTo>
                  <a:pt x="1886" y="749"/>
                  <a:pt x="1921" y="786"/>
                  <a:pt x="1921" y="833"/>
                </a:cubicBezTo>
                <a:lnTo>
                  <a:pt x="1921" y="1046"/>
                </a:lnTo>
                <a:close/>
                <a:moveTo>
                  <a:pt x="2037" y="1525"/>
                </a:moveTo>
                <a:cubicBezTo>
                  <a:pt x="2037" y="1415"/>
                  <a:pt x="1949" y="1325"/>
                  <a:pt x="1840" y="1325"/>
                </a:cubicBezTo>
                <a:cubicBezTo>
                  <a:pt x="1731" y="1325"/>
                  <a:pt x="1643" y="1415"/>
                  <a:pt x="1643" y="1525"/>
                </a:cubicBezTo>
                <a:lnTo>
                  <a:pt x="1643" y="2029"/>
                </a:lnTo>
                <a:lnTo>
                  <a:pt x="2037" y="2029"/>
                </a:lnTo>
                <a:lnTo>
                  <a:pt x="2037" y="1525"/>
                </a:lnTo>
                <a:close/>
                <a:moveTo>
                  <a:pt x="1921" y="1913"/>
                </a:moveTo>
                <a:lnTo>
                  <a:pt x="1759" y="1913"/>
                </a:lnTo>
                <a:lnTo>
                  <a:pt x="1759" y="1525"/>
                </a:lnTo>
                <a:cubicBezTo>
                  <a:pt x="1759" y="1478"/>
                  <a:pt x="1794" y="1441"/>
                  <a:pt x="1840" y="1441"/>
                </a:cubicBezTo>
                <a:cubicBezTo>
                  <a:pt x="1886" y="1441"/>
                  <a:pt x="1921" y="1478"/>
                  <a:pt x="1921" y="1525"/>
                </a:cubicBezTo>
                <a:lnTo>
                  <a:pt x="1921" y="1913"/>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34" name="Freeform 24">
            <a:extLst>
              <a:ext uri="{FF2B5EF4-FFF2-40B4-BE49-F238E27FC236}">
                <a16:creationId xmlns:a16="http://schemas.microsoft.com/office/drawing/2014/main" id="{23602738-3419-1844-9BF1-810BC4D8F2FB}"/>
              </a:ext>
            </a:extLst>
          </p:cNvPr>
          <p:cNvSpPr>
            <a:spLocks noChangeAspect="1" noChangeArrowheads="1"/>
          </p:cNvSpPr>
          <p:nvPr/>
        </p:nvSpPr>
        <p:spPr bwMode="auto">
          <a:xfrm>
            <a:off x="8868383" y="2444392"/>
            <a:ext cx="445424" cy="435825"/>
          </a:xfrm>
          <a:custGeom>
            <a:avLst/>
            <a:gdLst>
              <a:gd name="T0" fmla="*/ 203213 w 2719"/>
              <a:gd name="T1" fmla="*/ 8391 h 2660"/>
              <a:gd name="T2" fmla="*/ 166770 w 2719"/>
              <a:gd name="T3" fmla="*/ 9068 h 2660"/>
              <a:gd name="T4" fmla="*/ 10974 w 2719"/>
              <a:gd name="T5" fmla="*/ 134526 h 2660"/>
              <a:gd name="T6" fmla="*/ 11380 w 2719"/>
              <a:gd name="T7" fmla="*/ 173233 h 2660"/>
              <a:gd name="T8" fmla="*/ 47552 w 2719"/>
              <a:gd name="T9" fmla="*/ 174857 h 2660"/>
              <a:gd name="T10" fmla="*/ 25063 w 2719"/>
              <a:gd name="T11" fmla="*/ 344030 h 2660"/>
              <a:gd name="T12" fmla="*/ 25063 w 2719"/>
              <a:gd name="T13" fmla="*/ 359865 h 2660"/>
              <a:gd name="T14" fmla="*/ 350882 w 2719"/>
              <a:gd name="T15" fmla="*/ 351880 h 2660"/>
              <a:gd name="T16" fmla="*/ 323380 w 2719"/>
              <a:gd name="T17" fmla="*/ 344030 h 2660"/>
              <a:gd name="T18" fmla="*/ 339502 w 2719"/>
              <a:gd name="T19" fmla="*/ 181353 h 2660"/>
              <a:gd name="T20" fmla="*/ 358875 w 2719"/>
              <a:gd name="T21" fmla="*/ 174180 h 2660"/>
              <a:gd name="T22" fmla="*/ 367952 w 2719"/>
              <a:gd name="T23" fmla="*/ 154962 h 2660"/>
              <a:gd name="T24" fmla="*/ 307529 w 2719"/>
              <a:gd name="T25" fmla="*/ 302887 h 2660"/>
              <a:gd name="T26" fmla="*/ 262010 w 2719"/>
              <a:gd name="T27" fmla="*/ 206256 h 2660"/>
              <a:gd name="T28" fmla="*/ 204704 w 2719"/>
              <a:gd name="T29" fmla="*/ 206256 h 2660"/>
              <a:gd name="T30" fmla="*/ 63403 w 2719"/>
              <a:gd name="T31" fmla="*/ 302887 h 2660"/>
              <a:gd name="T32" fmla="*/ 185331 w 2719"/>
              <a:gd name="T33" fmla="*/ 68617 h 2660"/>
              <a:gd name="T34" fmla="*/ 307529 w 2719"/>
              <a:gd name="T35" fmla="*/ 302887 h 2660"/>
              <a:gd name="T36" fmla="*/ 220419 w 2719"/>
              <a:gd name="T37" fmla="*/ 206256 h 2660"/>
              <a:gd name="T38" fmla="*/ 246295 w 2719"/>
              <a:gd name="T39" fmla="*/ 206256 h 2660"/>
              <a:gd name="T40" fmla="*/ 220419 w 2719"/>
              <a:gd name="T41" fmla="*/ 343624 h 2660"/>
              <a:gd name="T42" fmla="*/ 204704 w 2719"/>
              <a:gd name="T43" fmla="*/ 318586 h 2660"/>
              <a:gd name="T44" fmla="*/ 63403 w 2719"/>
              <a:gd name="T45" fmla="*/ 344030 h 2660"/>
              <a:gd name="T46" fmla="*/ 262010 w 2719"/>
              <a:gd name="T47" fmla="*/ 344030 h 2660"/>
              <a:gd name="T48" fmla="*/ 307529 w 2719"/>
              <a:gd name="T49" fmla="*/ 318586 h 2660"/>
              <a:gd name="T50" fmla="*/ 262010 w 2719"/>
              <a:gd name="T51" fmla="*/ 344030 h 2660"/>
              <a:gd name="T52" fmla="*/ 348579 w 2719"/>
              <a:gd name="T53" fmla="*/ 162135 h 2660"/>
              <a:gd name="T54" fmla="*/ 340044 w 2719"/>
              <a:gd name="T55" fmla="*/ 165654 h 2660"/>
              <a:gd name="T56" fmla="*/ 331373 w 2719"/>
              <a:gd name="T57" fmla="*/ 161323 h 2660"/>
              <a:gd name="T58" fmla="*/ 185331 w 2719"/>
              <a:gd name="T59" fmla="*/ 50752 h 2660"/>
              <a:gd name="T60" fmla="*/ 39423 w 2719"/>
              <a:gd name="T61" fmla="*/ 160917 h 2660"/>
              <a:gd name="T62" fmla="*/ 22760 w 2719"/>
              <a:gd name="T63" fmla="*/ 162271 h 2660"/>
              <a:gd name="T64" fmla="*/ 21405 w 2719"/>
              <a:gd name="T65" fmla="*/ 146436 h 2660"/>
              <a:gd name="T66" fmla="*/ 193595 w 2719"/>
              <a:gd name="T67" fmla="*/ 20842 h 2660"/>
              <a:gd name="T68" fmla="*/ 352101 w 2719"/>
              <a:gd name="T69" fmla="*/ 154421 h 2660"/>
              <a:gd name="T70" fmla="*/ 100116 w 2719"/>
              <a:gd name="T71" fmla="*/ 207203 h 2660"/>
              <a:gd name="T72" fmla="*/ 157964 w 2719"/>
              <a:gd name="T73" fmla="*/ 263233 h 2660"/>
              <a:gd name="T74" fmla="*/ 128973 w 2719"/>
              <a:gd name="T75" fmla="*/ 178376 h 2660"/>
              <a:gd name="T76" fmla="*/ 116373 w 2719"/>
              <a:gd name="T77" fmla="*/ 247534 h 2660"/>
              <a:gd name="T78" fmla="*/ 129244 w 2719"/>
              <a:gd name="T79" fmla="*/ 194075 h 2660"/>
              <a:gd name="T80" fmla="*/ 142114 w 2719"/>
              <a:gd name="T81" fmla="*/ 247534 h 26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719" h="2660">
                <a:moveTo>
                  <a:pt x="2662" y="1002"/>
                </a:moveTo>
                <a:cubicBezTo>
                  <a:pt x="2660" y="1001"/>
                  <a:pt x="1500" y="62"/>
                  <a:pt x="1500" y="62"/>
                </a:cubicBezTo>
                <a:cubicBezTo>
                  <a:pt x="1499" y="61"/>
                  <a:pt x="1498" y="60"/>
                  <a:pt x="1496" y="59"/>
                </a:cubicBezTo>
                <a:cubicBezTo>
                  <a:pt x="1408" y="0"/>
                  <a:pt x="1314" y="3"/>
                  <a:pt x="1231" y="67"/>
                </a:cubicBezTo>
                <a:cubicBezTo>
                  <a:pt x="1230" y="68"/>
                  <a:pt x="1230" y="68"/>
                  <a:pt x="1230" y="68"/>
                </a:cubicBezTo>
                <a:lnTo>
                  <a:pt x="81" y="994"/>
                </a:lnTo>
                <a:cubicBezTo>
                  <a:pt x="79" y="996"/>
                  <a:pt x="77" y="997"/>
                  <a:pt x="75" y="999"/>
                </a:cubicBezTo>
                <a:cubicBezTo>
                  <a:pt x="0" y="1079"/>
                  <a:pt x="5" y="1205"/>
                  <a:pt x="84" y="1280"/>
                </a:cubicBezTo>
                <a:lnTo>
                  <a:pt x="89" y="1284"/>
                </a:lnTo>
                <a:cubicBezTo>
                  <a:pt x="163" y="1352"/>
                  <a:pt x="276" y="1354"/>
                  <a:pt x="351" y="1292"/>
                </a:cubicBezTo>
                <a:lnTo>
                  <a:pt x="351" y="2542"/>
                </a:lnTo>
                <a:lnTo>
                  <a:pt x="185" y="2542"/>
                </a:lnTo>
                <a:cubicBezTo>
                  <a:pt x="153" y="2542"/>
                  <a:pt x="127" y="2568"/>
                  <a:pt x="127" y="2600"/>
                </a:cubicBezTo>
                <a:cubicBezTo>
                  <a:pt x="127" y="2633"/>
                  <a:pt x="153" y="2659"/>
                  <a:pt x="185" y="2659"/>
                </a:cubicBezTo>
                <a:lnTo>
                  <a:pt x="2531" y="2659"/>
                </a:lnTo>
                <a:cubicBezTo>
                  <a:pt x="2564" y="2659"/>
                  <a:pt x="2590" y="2633"/>
                  <a:pt x="2590" y="2600"/>
                </a:cubicBezTo>
                <a:cubicBezTo>
                  <a:pt x="2590" y="2568"/>
                  <a:pt x="2564" y="2542"/>
                  <a:pt x="2531" y="2542"/>
                </a:cubicBezTo>
                <a:lnTo>
                  <a:pt x="2387" y="2542"/>
                </a:lnTo>
                <a:lnTo>
                  <a:pt x="2387" y="1296"/>
                </a:lnTo>
                <a:cubicBezTo>
                  <a:pt x="2420" y="1324"/>
                  <a:pt x="2462" y="1338"/>
                  <a:pt x="2506" y="1340"/>
                </a:cubicBezTo>
                <a:cubicBezTo>
                  <a:pt x="2509" y="1340"/>
                  <a:pt x="2511" y="1340"/>
                  <a:pt x="2513" y="1340"/>
                </a:cubicBezTo>
                <a:cubicBezTo>
                  <a:pt x="2564" y="1340"/>
                  <a:pt x="2612" y="1322"/>
                  <a:pt x="2649" y="1287"/>
                </a:cubicBezTo>
                <a:lnTo>
                  <a:pt x="2653" y="1283"/>
                </a:lnTo>
                <a:cubicBezTo>
                  <a:pt x="2692" y="1247"/>
                  <a:pt x="2714" y="1198"/>
                  <a:pt x="2716" y="1145"/>
                </a:cubicBezTo>
                <a:cubicBezTo>
                  <a:pt x="2718" y="1092"/>
                  <a:pt x="2699" y="1041"/>
                  <a:pt x="2662" y="1002"/>
                </a:cubicBezTo>
                <a:close/>
                <a:moveTo>
                  <a:pt x="2270" y="2238"/>
                </a:moveTo>
                <a:lnTo>
                  <a:pt x="1934" y="2238"/>
                </a:lnTo>
                <a:lnTo>
                  <a:pt x="1934" y="1524"/>
                </a:lnTo>
                <a:cubicBezTo>
                  <a:pt x="1934" y="1407"/>
                  <a:pt x="1841" y="1312"/>
                  <a:pt x="1723" y="1312"/>
                </a:cubicBezTo>
                <a:cubicBezTo>
                  <a:pt x="1606" y="1312"/>
                  <a:pt x="1511" y="1407"/>
                  <a:pt x="1511" y="1524"/>
                </a:cubicBezTo>
                <a:lnTo>
                  <a:pt x="1511" y="2238"/>
                </a:lnTo>
                <a:lnTo>
                  <a:pt x="468" y="2238"/>
                </a:lnTo>
                <a:lnTo>
                  <a:pt x="468" y="1200"/>
                </a:lnTo>
                <a:lnTo>
                  <a:pt x="1368" y="507"/>
                </a:lnTo>
                <a:lnTo>
                  <a:pt x="2270" y="1204"/>
                </a:lnTo>
                <a:lnTo>
                  <a:pt x="2270" y="2238"/>
                </a:lnTo>
                <a:close/>
                <a:moveTo>
                  <a:pt x="1627" y="2539"/>
                </a:moveTo>
                <a:lnTo>
                  <a:pt x="1627" y="1524"/>
                </a:lnTo>
                <a:cubicBezTo>
                  <a:pt x="1627" y="1471"/>
                  <a:pt x="1670" y="1427"/>
                  <a:pt x="1723" y="1427"/>
                </a:cubicBezTo>
                <a:cubicBezTo>
                  <a:pt x="1776" y="1427"/>
                  <a:pt x="1818" y="1471"/>
                  <a:pt x="1818" y="1524"/>
                </a:cubicBezTo>
                <a:lnTo>
                  <a:pt x="1818" y="2539"/>
                </a:lnTo>
                <a:lnTo>
                  <a:pt x="1627" y="2539"/>
                </a:lnTo>
                <a:close/>
                <a:moveTo>
                  <a:pt x="468" y="2354"/>
                </a:moveTo>
                <a:lnTo>
                  <a:pt x="1511" y="2354"/>
                </a:lnTo>
                <a:lnTo>
                  <a:pt x="1511" y="2542"/>
                </a:lnTo>
                <a:lnTo>
                  <a:pt x="468" y="2542"/>
                </a:lnTo>
                <a:lnTo>
                  <a:pt x="468" y="2354"/>
                </a:lnTo>
                <a:close/>
                <a:moveTo>
                  <a:pt x="1934" y="2542"/>
                </a:moveTo>
                <a:lnTo>
                  <a:pt x="1934" y="2354"/>
                </a:lnTo>
                <a:lnTo>
                  <a:pt x="2270" y="2354"/>
                </a:lnTo>
                <a:lnTo>
                  <a:pt x="2270" y="2542"/>
                </a:lnTo>
                <a:lnTo>
                  <a:pt x="1934" y="2542"/>
                </a:lnTo>
                <a:close/>
                <a:moveTo>
                  <a:pt x="2599" y="1141"/>
                </a:moveTo>
                <a:cubicBezTo>
                  <a:pt x="2598" y="1163"/>
                  <a:pt x="2589" y="1183"/>
                  <a:pt x="2573" y="1198"/>
                </a:cubicBezTo>
                <a:lnTo>
                  <a:pt x="2569" y="1202"/>
                </a:lnTo>
                <a:cubicBezTo>
                  <a:pt x="2553" y="1217"/>
                  <a:pt x="2532" y="1225"/>
                  <a:pt x="2510" y="1224"/>
                </a:cubicBezTo>
                <a:cubicBezTo>
                  <a:pt x="2488" y="1223"/>
                  <a:pt x="2468" y="1214"/>
                  <a:pt x="2453" y="1198"/>
                </a:cubicBezTo>
                <a:cubicBezTo>
                  <a:pt x="2451" y="1196"/>
                  <a:pt x="2449" y="1194"/>
                  <a:pt x="2446" y="1192"/>
                </a:cubicBezTo>
                <a:lnTo>
                  <a:pt x="1403" y="387"/>
                </a:lnTo>
                <a:cubicBezTo>
                  <a:pt x="1392" y="379"/>
                  <a:pt x="1379" y="375"/>
                  <a:pt x="1368" y="375"/>
                </a:cubicBezTo>
                <a:cubicBezTo>
                  <a:pt x="1355" y="375"/>
                  <a:pt x="1343" y="379"/>
                  <a:pt x="1332" y="387"/>
                </a:cubicBezTo>
                <a:lnTo>
                  <a:pt x="291" y="1189"/>
                </a:lnTo>
                <a:cubicBezTo>
                  <a:pt x="289" y="1191"/>
                  <a:pt x="287" y="1193"/>
                  <a:pt x="284" y="1195"/>
                </a:cubicBezTo>
                <a:cubicBezTo>
                  <a:pt x="253" y="1228"/>
                  <a:pt x="202" y="1230"/>
                  <a:pt x="168" y="1199"/>
                </a:cubicBezTo>
                <a:lnTo>
                  <a:pt x="164" y="1195"/>
                </a:lnTo>
                <a:cubicBezTo>
                  <a:pt x="132" y="1165"/>
                  <a:pt x="130" y="1115"/>
                  <a:pt x="158" y="1082"/>
                </a:cubicBezTo>
                <a:lnTo>
                  <a:pt x="1303" y="159"/>
                </a:lnTo>
                <a:cubicBezTo>
                  <a:pt x="1345" y="127"/>
                  <a:pt x="1385" y="125"/>
                  <a:pt x="1429" y="154"/>
                </a:cubicBezTo>
                <a:lnTo>
                  <a:pt x="2579" y="1085"/>
                </a:lnTo>
                <a:cubicBezTo>
                  <a:pt x="2593" y="1100"/>
                  <a:pt x="2600" y="1120"/>
                  <a:pt x="2599" y="1141"/>
                </a:cubicBezTo>
                <a:close/>
                <a:moveTo>
                  <a:pt x="952" y="1318"/>
                </a:moveTo>
                <a:cubicBezTo>
                  <a:pt x="835" y="1318"/>
                  <a:pt x="739" y="1413"/>
                  <a:pt x="739" y="1531"/>
                </a:cubicBezTo>
                <a:lnTo>
                  <a:pt x="739" y="1945"/>
                </a:lnTo>
                <a:lnTo>
                  <a:pt x="1166" y="1945"/>
                </a:lnTo>
                <a:lnTo>
                  <a:pt x="1166" y="1531"/>
                </a:lnTo>
                <a:cubicBezTo>
                  <a:pt x="1166" y="1413"/>
                  <a:pt x="1070" y="1318"/>
                  <a:pt x="952" y="1318"/>
                </a:cubicBezTo>
                <a:close/>
                <a:moveTo>
                  <a:pt x="1049" y="1829"/>
                </a:moveTo>
                <a:lnTo>
                  <a:pt x="859" y="1829"/>
                </a:lnTo>
                <a:lnTo>
                  <a:pt x="859" y="1531"/>
                </a:lnTo>
                <a:cubicBezTo>
                  <a:pt x="859" y="1477"/>
                  <a:pt x="901" y="1434"/>
                  <a:pt x="954" y="1434"/>
                </a:cubicBezTo>
                <a:cubicBezTo>
                  <a:pt x="1007" y="1434"/>
                  <a:pt x="1049" y="1477"/>
                  <a:pt x="1049" y="1531"/>
                </a:cubicBezTo>
                <a:lnTo>
                  <a:pt x="1049" y="1829"/>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35" name="Freeform 25">
            <a:extLst>
              <a:ext uri="{FF2B5EF4-FFF2-40B4-BE49-F238E27FC236}">
                <a16:creationId xmlns:a16="http://schemas.microsoft.com/office/drawing/2014/main" id="{D46D3DDC-1EE9-2D44-902B-A2049E969EAC}"/>
              </a:ext>
            </a:extLst>
          </p:cNvPr>
          <p:cNvSpPr>
            <a:spLocks noChangeAspect="1" noChangeArrowheads="1"/>
          </p:cNvSpPr>
          <p:nvPr/>
        </p:nvSpPr>
        <p:spPr bwMode="auto">
          <a:xfrm>
            <a:off x="9617160" y="2444392"/>
            <a:ext cx="426225" cy="435825"/>
          </a:xfrm>
          <a:custGeom>
            <a:avLst/>
            <a:gdLst>
              <a:gd name="T0" fmla="*/ 94848 w 2554"/>
              <a:gd name="T1" fmla="*/ 208828 h 2610"/>
              <a:gd name="T2" fmla="*/ 62313 w 2554"/>
              <a:gd name="T3" fmla="*/ 238897 h 2610"/>
              <a:gd name="T4" fmla="*/ 62313 w 2554"/>
              <a:gd name="T5" fmla="*/ 299310 h 2610"/>
              <a:gd name="T6" fmla="*/ 127383 w 2554"/>
              <a:gd name="T7" fmla="*/ 299310 h 2610"/>
              <a:gd name="T8" fmla="*/ 127383 w 2554"/>
              <a:gd name="T9" fmla="*/ 238897 h 2610"/>
              <a:gd name="T10" fmla="*/ 94848 w 2554"/>
              <a:gd name="T11" fmla="*/ 208828 h 2610"/>
              <a:gd name="T12" fmla="*/ 111253 w 2554"/>
              <a:gd name="T13" fmla="*/ 283172 h 2610"/>
              <a:gd name="T14" fmla="*/ 78442 w 2554"/>
              <a:gd name="T15" fmla="*/ 283172 h 2610"/>
              <a:gd name="T16" fmla="*/ 78442 w 2554"/>
              <a:gd name="T17" fmla="*/ 238897 h 2610"/>
              <a:gd name="T18" fmla="*/ 94848 w 2554"/>
              <a:gd name="T19" fmla="*/ 224966 h 2610"/>
              <a:gd name="T20" fmla="*/ 111253 w 2554"/>
              <a:gd name="T21" fmla="*/ 238897 h 2610"/>
              <a:gd name="T22" fmla="*/ 111253 w 2554"/>
              <a:gd name="T23" fmla="*/ 283172 h 2610"/>
              <a:gd name="T24" fmla="*/ 343961 w 2554"/>
              <a:gd name="T25" fmla="*/ 343724 h 2610"/>
              <a:gd name="T26" fmla="*/ 333208 w 2554"/>
              <a:gd name="T27" fmla="*/ 343724 h 2610"/>
              <a:gd name="T28" fmla="*/ 333208 w 2554"/>
              <a:gd name="T29" fmla="*/ 92276 h 2610"/>
              <a:gd name="T30" fmla="*/ 328934 w 2554"/>
              <a:gd name="T31" fmla="*/ 83034 h 2610"/>
              <a:gd name="T32" fmla="*/ 160056 w 2554"/>
              <a:gd name="T33" fmla="*/ 1103 h 2610"/>
              <a:gd name="T34" fmla="*/ 158264 w 2554"/>
              <a:gd name="T35" fmla="*/ 552 h 2610"/>
              <a:gd name="T36" fmla="*/ 155506 w 2554"/>
              <a:gd name="T37" fmla="*/ 0 h 2610"/>
              <a:gd name="T38" fmla="*/ 147510 w 2554"/>
              <a:gd name="T39" fmla="*/ 8138 h 2610"/>
              <a:gd name="T40" fmla="*/ 147510 w 2554"/>
              <a:gd name="T41" fmla="*/ 117793 h 2610"/>
              <a:gd name="T42" fmla="*/ 26056 w 2554"/>
              <a:gd name="T43" fmla="*/ 182345 h 2610"/>
              <a:gd name="T44" fmla="*/ 25366 w 2554"/>
              <a:gd name="T45" fmla="*/ 182759 h 2610"/>
              <a:gd name="T46" fmla="*/ 21230 w 2554"/>
              <a:gd name="T47" fmla="*/ 189793 h 2610"/>
              <a:gd name="T48" fmla="*/ 21230 w 2554"/>
              <a:gd name="T49" fmla="*/ 343724 h 2610"/>
              <a:gd name="T50" fmla="*/ 7996 w 2554"/>
              <a:gd name="T51" fmla="*/ 343724 h 2610"/>
              <a:gd name="T52" fmla="*/ 0 w 2554"/>
              <a:gd name="T53" fmla="*/ 351724 h 2610"/>
              <a:gd name="T54" fmla="*/ 7996 w 2554"/>
              <a:gd name="T55" fmla="*/ 359862 h 2610"/>
              <a:gd name="T56" fmla="*/ 343961 w 2554"/>
              <a:gd name="T57" fmla="*/ 359862 h 2610"/>
              <a:gd name="T58" fmla="*/ 351957 w 2554"/>
              <a:gd name="T59" fmla="*/ 351724 h 2610"/>
              <a:gd name="T60" fmla="*/ 343961 w 2554"/>
              <a:gd name="T61" fmla="*/ 343724 h 2610"/>
              <a:gd name="T62" fmla="*/ 163502 w 2554"/>
              <a:gd name="T63" fmla="*/ 341793 h 2610"/>
              <a:gd name="T64" fmla="*/ 163502 w 2554"/>
              <a:gd name="T65" fmla="*/ 20690 h 2610"/>
              <a:gd name="T66" fmla="*/ 317216 w 2554"/>
              <a:gd name="T67" fmla="*/ 95310 h 2610"/>
              <a:gd name="T68" fmla="*/ 317216 w 2554"/>
              <a:gd name="T69" fmla="*/ 343310 h 2610"/>
              <a:gd name="T70" fmla="*/ 274480 w 2554"/>
              <a:gd name="T71" fmla="*/ 343310 h 2610"/>
              <a:gd name="T72" fmla="*/ 274480 w 2554"/>
              <a:gd name="T73" fmla="*/ 163172 h 2610"/>
              <a:gd name="T74" fmla="*/ 240704 w 2554"/>
              <a:gd name="T75" fmla="*/ 133103 h 2610"/>
              <a:gd name="T76" fmla="*/ 206928 w 2554"/>
              <a:gd name="T77" fmla="*/ 163172 h 2610"/>
              <a:gd name="T78" fmla="*/ 206928 w 2554"/>
              <a:gd name="T79" fmla="*/ 343310 h 2610"/>
              <a:gd name="T80" fmla="*/ 163364 w 2554"/>
              <a:gd name="T81" fmla="*/ 343310 h 2610"/>
              <a:gd name="T82" fmla="*/ 163502 w 2554"/>
              <a:gd name="T83" fmla="*/ 341793 h 2610"/>
              <a:gd name="T84" fmla="*/ 223058 w 2554"/>
              <a:gd name="T85" fmla="*/ 340828 h 2610"/>
              <a:gd name="T86" fmla="*/ 223058 w 2554"/>
              <a:gd name="T87" fmla="*/ 163172 h 2610"/>
              <a:gd name="T88" fmla="*/ 240704 w 2554"/>
              <a:gd name="T89" fmla="*/ 149103 h 2610"/>
              <a:gd name="T90" fmla="*/ 258350 w 2554"/>
              <a:gd name="T91" fmla="*/ 163172 h 2610"/>
              <a:gd name="T92" fmla="*/ 258350 w 2554"/>
              <a:gd name="T93" fmla="*/ 340828 h 2610"/>
              <a:gd name="T94" fmla="*/ 223058 w 2554"/>
              <a:gd name="T95" fmla="*/ 340828 h 2610"/>
              <a:gd name="T96" fmla="*/ 147648 w 2554"/>
              <a:gd name="T97" fmla="*/ 343310 h 2610"/>
              <a:gd name="T98" fmla="*/ 37222 w 2554"/>
              <a:gd name="T99" fmla="*/ 343310 h 2610"/>
              <a:gd name="T100" fmla="*/ 37222 w 2554"/>
              <a:gd name="T101" fmla="*/ 194621 h 2610"/>
              <a:gd name="T102" fmla="*/ 147510 w 2554"/>
              <a:gd name="T103" fmla="*/ 136000 h 2610"/>
              <a:gd name="T104" fmla="*/ 147510 w 2554"/>
              <a:gd name="T105" fmla="*/ 341793 h 2610"/>
              <a:gd name="T106" fmla="*/ 147648 w 2554"/>
              <a:gd name="T107" fmla="*/ 343310 h 261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554" h="2610">
                <a:moveTo>
                  <a:pt x="688" y="1514"/>
                </a:moveTo>
                <a:cubicBezTo>
                  <a:pt x="555" y="1514"/>
                  <a:pt x="452" y="1610"/>
                  <a:pt x="452" y="1732"/>
                </a:cubicBezTo>
                <a:lnTo>
                  <a:pt x="452" y="2170"/>
                </a:lnTo>
                <a:lnTo>
                  <a:pt x="924" y="2170"/>
                </a:lnTo>
                <a:lnTo>
                  <a:pt x="924" y="1732"/>
                </a:lnTo>
                <a:cubicBezTo>
                  <a:pt x="924" y="1610"/>
                  <a:pt x="820" y="1514"/>
                  <a:pt x="688" y="1514"/>
                </a:cubicBezTo>
                <a:close/>
                <a:moveTo>
                  <a:pt x="807" y="2053"/>
                </a:moveTo>
                <a:lnTo>
                  <a:pt x="569" y="2053"/>
                </a:lnTo>
                <a:lnTo>
                  <a:pt x="569" y="1732"/>
                </a:lnTo>
                <a:cubicBezTo>
                  <a:pt x="569" y="1675"/>
                  <a:pt x="621" y="1631"/>
                  <a:pt x="688" y="1631"/>
                </a:cubicBezTo>
                <a:cubicBezTo>
                  <a:pt x="755" y="1631"/>
                  <a:pt x="807" y="1675"/>
                  <a:pt x="807" y="1732"/>
                </a:cubicBezTo>
                <a:lnTo>
                  <a:pt x="807" y="2053"/>
                </a:lnTo>
                <a:close/>
                <a:moveTo>
                  <a:pt x="2495" y="2492"/>
                </a:moveTo>
                <a:lnTo>
                  <a:pt x="2417" y="2492"/>
                </a:lnTo>
                <a:lnTo>
                  <a:pt x="2417" y="669"/>
                </a:lnTo>
                <a:cubicBezTo>
                  <a:pt x="2424" y="643"/>
                  <a:pt x="2411" y="615"/>
                  <a:pt x="2386" y="602"/>
                </a:cubicBezTo>
                <a:lnTo>
                  <a:pt x="1161" y="8"/>
                </a:lnTo>
                <a:cubicBezTo>
                  <a:pt x="1157" y="6"/>
                  <a:pt x="1152" y="5"/>
                  <a:pt x="1148" y="4"/>
                </a:cubicBezTo>
                <a:cubicBezTo>
                  <a:pt x="1141" y="2"/>
                  <a:pt x="1135" y="0"/>
                  <a:pt x="1128" y="0"/>
                </a:cubicBezTo>
                <a:cubicBezTo>
                  <a:pt x="1096" y="0"/>
                  <a:pt x="1070" y="26"/>
                  <a:pt x="1070" y="59"/>
                </a:cubicBezTo>
                <a:lnTo>
                  <a:pt x="1070" y="854"/>
                </a:lnTo>
                <a:lnTo>
                  <a:pt x="189" y="1322"/>
                </a:lnTo>
                <a:cubicBezTo>
                  <a:pt x="187" y="1323"/>
                  <a:pt x="185" y="1324"/>
                  <a:pt x="184" y="1325"/>
                </a:cubicBezTo>
                <a:cubicBezTo>
                  <a:pt x="166" y="1335"/>
                  <a:pt x="154" y="1354"/>
                  <a:pt x="154" y="1376"/>
                </a:cubicBezTo>
                <a:lnTo>
                  <a:pt x="154" y="2492"/>
                </a:lnTo>
                <a:lnTo>
                  <a:pt x="58" y="2492"/>
                </a:lnTo>
                <a:cubicBezTo>
                  <a:pt x="26" y="2492"/>
                  <a:pt x="0" y="2518"/>
                  <a:pt x="0" y="2550"/>
                </a:cubicBezTo>
                <a:cubicBezTo>
                  <a:pt x="0" y="2583"/>
                  <a:pt x="26" y="2609"/>
                  <a:pt x="58" y="2609"/>
                </a:cubicBezTo>
                <a:lnTo>
                  <a:pt x="2495" y="2609"/>
                </a:lnTo>
                <a:cubicBezTo>
                  <a:pt x="2527" y="2609"/>
                  <a:pt x="2553" y="2583"/>
                  <a:pt x="2553" y="2550"/>
                </a:cubicBezTo>
                <a:cubicBezTo>
                  <a:pt x="2553" y="2518"/>
                  <a:pt x="2527" y="2492"/>
                  <a:pt x="2495" y="2492"/>
                </a:cubicBezTo>
                <a:close/>
                <a:moveTo>
                  <a:pt x="1186" y="2478"/>
                </a:moveTo>
                <a:lnTo>
                  <a:pt x="1186" y="150"/>
                </a:lnTo>
                <a:lnTo>
                  <a:pt x="2301" y="691"/>
                </a:lnTo>
                <a:lnTo>
                  <a:pt x="2301" y="2489"/>
                </a:lnTo>
                <a:lnTo>
                  <a:pt x="1991" y="2489"/>
                </a:lnTo>
                <a:lnTo>
                  <a:pt x="1991" y="1183"/>
                </a:lnTo>
                <a:cubicBezTo>
                  <a:pt x="1991" y="1063"/>
                  <a:pt x="1881" y="965"/>
                  <a:pt x="1746" y="965"/>
                </a:cubicBezTo>
                <a:cubicBezTo>
                  <a:pt x="1611" y="965"/>
                  <a:pt x="1501" y="1063"/>
                  <a:pt x="1501" y="1183"/>
                </a:cubicBezTo>
                <a:lnTo>
                  <a:pt x="1501" y="2489"/>
                </a:lnTo>
                <a:lnTo>
                  <a:pt x="1185" y="2489"/>
                </a:lnTo>
                <a:cubicBezTo>
                  <a:pt x="1186" y="2486"/>
                  <a:pt x="1186" y="2482"/>
                  <a:pt x="1186" y="2478"/>
                </a:cubicBezTo>
                <a:close/>
                <a:moveTo>
                  <a:pt x="1618" y="2471"/>
                </a:moveTo>
                <a:lnTo>
                  <a:pt x="1618" y="1183"/>
                </a:lnTo>
                <a:cubicBezTo>
                  <a:pt x="1618" y="1128"/>
                  <a:pt x="1677" y="1081"/>
                  <a:pt x="1746" y="1081"/>
                </a:cubicBezTo>
                <a:cubicBezTo>
                  <a:pt x="1816" y="1081"/>
                  <a:pt x="1874" y="1128"/>
                  <a:pt x="1874" y="1183"/>
                </a:cubicBezTo>
                <a:lnTo>
                  <a:pt x="1874" y="2471"/>
                </a:lnTo>
                <a:lnTo>
                  <a:pt x="1618" y="2471"/>
                </a:lnTo>
                <a:close/>
                <a:moveTo>
                  <a:pt x="1071" y="2489"/>
                </a:moveTo>
                <a:lnTo>
                  <a:pt x="270" y="2489"/>
                </a:lnTo>
                <a:lnTo>
                  <a:pt x="270" y="1411"/>
                </a:lnTo>
                <a:lnTo>
                  <a:pt x="1070" y="986"/>
                </a:lnTo>
                <a:lnTo>
                  <a:pt x="1070" y="2478"/>
                </a:lnTo>
                <a:cubicBezTo>
                  <a:pt x="1070" y="2482"/>
                  <a:pt x="1070" y="2486"/>
                  <a:pt x="1071" y="248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36" name="Freeform 12">
            <a:extLst>
              <a:ext uri="{FF2B5EF4-FFF2-40B4-BE49-F238E27FC236}">
                <a16:creationId xmlns:a16="http://schemas.microsoft.com/office/drawing/2014/main" id="{6AC87221-E7F8-6445-8DE1-AC93BE1C9B4C}"/>
              </a:ext>
            </a:extLst>
          </p:cNvPr>
          <p:cNvSpPr>
            <a:spLocks noChangeAspect="1" noChangeArrowheads="1"/>
          </p:cNvSpPr>
          <p:nvPr/>
        </p:nvSpPr>
        <p:spPr bwMode="auto">
          <a:xfrm>
            <a:off x="10346734" y="2444392"/>
            <a:ext cx="439665" cy="435825"/>
          </a:xfrm>
          <a:custGeom>
            <a:avLst/>
            <a:gdLst>
              <a:gd name="T0" fmla="*/ 359732 w 2629"/>
              <a:gd name="T1" fmla="*/ 222601 h 2607"/>
              <a:gd name="T2" fmla="*/ 326451 w 2629"/>
              <a:gd name="T3" fmla="*/ 189321 h 2607"/>
              <a:gd name="T4" fmla="*/ 314990 w 2629"/>
              <a:gd name="T5" fmla="*/ 189321 h 2607"/>
              <a:gd name="T6" fmla="*/ 281709 w 2629"/>
              <a:gd name="T7" fmla="*/ 222601 h 2607"/>
              <a:gd name="T8" fmla="*/ 281709 w 2629"/>
              <a:gd name="T9" fmla="*/ 233924 h 2607"/>
              <a:gd name="T10" fmla="*/ 293033 w 2629"/>
              <a:gd name="T11" fmla="*/ 233924 h 2607"/>
              <a:gd name="T12" fmla="*/ 313333 w 2629"/>
              <a:gd name="T13" fmla="*/ 213763 h 2607"/>
              <a:gd name="T14" fmla="*/ 274943 w 2629"/>
              <a:gd name="T15" fmla="*/ 309735 h 2607"/>
              <a:gd name="T16" fmla="*/ 189325 w 2629"/>
              <a:gd name="T17" fmla="*/ 343567 h 2607"/>
              <a:gd name="T18" fmla="*/ 189325 w 2629"/>
              <a:gd name="T19" fmla="*/ 143199 h 2607"/>
              <a:gd name="T20" fmla="*/ 232963 w 2629"/>
              <a:gd name="T21" fmla="*/ 143199 h 2607"/>
              <a:gd name="T22" fmla="*/ 240972 w 2629"/>
              <a:gd name="T23" fmla="*/ 135052 h 2607"/>
              <a:gd name="T24" fmla="*/ 232963 w 2629"/>
              <a:gd name="T25" fmla="*/ 126766 h 2607"/>
              <a:gd name="T26" fmla="*/ 189325 w 2629"/>
              <a:gd name="T27" fmla="*/ 126766 h 2607"/>
              <a:gd name="T28" fmla="*/ 189325 w 2629"/>
              <a:gd name="T29" fmla="*/ 108953 h 2607"/>
              <a:gd name="T30" fmla="*/ 236553 w 2629"/>
              <a:gd name="T31" fmla="*/ 54822 h 2607"/>
              <a:gd name="T32" fmla="*/ 181730 w 2629"/>
              <a:gd name="T33" fmla="*/ 0 h 2607"/>
              <a:gd name="T34" fmla="*/ 127045 w 2629"/>
              <a:gd name="T35" fmla="*/ 54822 h 2607"/>
              <a:gd name="T36" fmla="*/ 173445 w 2629"/>
              <a:gd name="T37" fmla="*/ 108953 h 2607"/>
              <a:gd name="T38" fmla="*/ 173445 w 2629"/>
              <a:gd name="T39" fmla="*/ 126766 h 2607"/>
              <a:gd name="T40" fmla="*/ 127460 w 2629"/>
              <a:gd name="T41" fmla="*/ 126766 h 2607"/>
              <a:gd name="T42" fmla="*/ 119450 w 2629"/>
              <a:gd name="T43" fmla="*/ 135052 h 2607"/>
              <a:gd name="T44" fmla="*/ 127460 w 2629"/>
              <a:gd name="T45" fmla="*/ 143199 h 2607"/>
              <a:gd name="T46" fmla="*/ 173445 w 2629"/>
              <a:gd name="T47" fmla="*/ 143199 h 2607"/>
              <a:gd name="T48" fmla="*/ 173445 w 2629"/>
              <a:gd name="T49" fmla="*/ 343567 h 2607"/>
              <a:gd name="T50" fmla="*/ 88656 w 2629"/>
              <a:gd name="T51" fmla="*/ 309735 h 2607"/>
              <a:gd name="T52" fmla="*/ 50404 w 2629"/>
              <a:gd name="T53" fmla="*/ 214591 h 2607"/>
              <a:gd name="T54" fmla="*/ 69737 w 2629"/>
              <a:gd name="T55" fmla="*/ 233924 h 2607"/>
              <a:gd name="T56" fmla="*/ 75399 w 2629"/>
              <a:gd name="T57" fmla="*/ 236410 h 2607"/>
              <a:gd name="T58" fmla="*/ 81199 w 2629"/>
              <a:gd name="T59" fmla="*/ 233924 h 2607"/>
              <a:gd name="T60" fmla="*/ 81199 w 2629"/>
              <a:gd name="T61" fmla="*/ 222601 h 2607"/>
              <a:gd name="T62" fmla="*/ 47780 w 2629"/>
              <a:gd name="T63" fmla="*/ 189321 h 2607"/>
              <a:gd name="T64" fmla="*/ 36457 w 2629"/>
              <a:gd name="T65" fmla="*/ 189321 h 2607"/>
              <a:gd name="T66" fmla="*/ 3176 w 2629"/>
              <a:gd name="T67" fmla="*/ 222601 h 2607"/>
              <a:gd name="T68" fmla="*/ 3176 w 2629"/>
              <a:gd name="T69" fmla="*/ 233924 h 2607"/>
              <a:gd name="T70" fmla="*/ 14500 w 2629"/>
              <a:gd name="T71" fmla="*/ 233924 h 2607"/>
              <a:gd name="T72" fmla="*/ 34247 w 2629"/>
              <a:gd name="T73" fmla="*/ 214315 h 2607"/>
              <a:gd name="T74" fmla="*/ 77608 w 2629"/>
              <a:gd name="T75" fmla="*/ 321473 h 2607"/>
              <a:gd name="T76" fmla="*/ 181730 w 2629"/>
              <a:gd name="T77" fmla="*/ 359862 h 2607"/>
              <a:gd name="T78" fmla="*/ 285990 w 2629"/>
              <a:gd name="T79" fmla="*/ 321473 h 2607"/>
              <a:gd name="T80" fmla="*/ 329351 w 2629"/>
              <a:gd name="T81" fmla="*/ 215006 h 2607"/>
              <a:gd name="T82" fmla="*/ 348270 w 2629"/>
              <a:gd name="T83" fmla="*/ 233924 h 2607"/>
              <a:gd name="T84" fmla="*/ 354070 w 2629"/>
              <a:gd name="T85" fmla="*/ 236410 h 2607"/>
              <a:gd name="T86" fmla="*/ 359732 w 2629"/>
              <a:gd name="T87" fmla="*/ 233924 h 2607"/>
              <a:gd name="T88" fmla="*/ 359732 w 2629"/>
              <a:gd name="T89" fmla="*/ 222601 h 2607"/>
              <a:gd name="T90" fmla="*/ 143202 w 2629"/>
              <a:gd name="T91" fmla="*/ 54822 h 2607"/>
              <a:gd name="T92" fmla="*/ 181730 w 2629"/>
              <a:gd name="T93" fmla="*/ 16157 h 2607"/>
              <a:gd name="T94" fmla="*/ 220396 w 2629"/>
              <a:gd name="T95" fmla="*/ 54822 h 2607"/>
              <a:gd name="T96" fmla="*/ 183387 w 2629"/>
              <a:gd name="T97" fmla="*/ 93349 h 2607"/>
              <a:gd name="T98" fmla="*/ 181454 w 2629"/>
              <a:gd name="T99" fmla="*/ 93072 h 2607"/>
              <a:gd name="T100" fmla="*/ 179521 w 2629"/>
              <a:gd name="T101" fmla="*/ 93349 h 2607"/>
              <a:gd name="T102" fmla="*/ 143202 w 2629"/>
              <a:gd name="T103" fmla="*/ 54822 h 26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629" h="2607">
                <a:moveTo>
                  <a:pt x="2605" y="1612"/>
                </a:moveTo>
                <a:lnTo>
                  <a:pt x="2364" y="1371"/>
                </a:lnTo>
                <a:cubicBezTo>
                  <a:pt x="2341" y="1348"/>
                  <a:pt x="2304" y="1348"/>
                  <a:pt x="2281" y="1371"/>
                </a:cubicBezTo>
                <a:lnTo>
                  <a:pt x="2040" y="1612"/>
                </a:lnTo>
                <a:cubicBezTo>
                  <a:pt x="2017" y="1635"/>
                  <a:pt x="2017" y="1672"/>
                  <a:pt x="2040" y="1694"/>
                </a:cubicBezTo>
                <a:cubicBezTo>
                  <a:pt x="2063" y="1717"/>
                  <a:pt x="2100" y="1717"/>
                  <a:pt x="2122" y="1694"/>
                </a:cubicBezTo>
                <a:lnTo>
                  <a:pt x="2269" y="1548"/>
                </a:lnTo>
                <a:cubicBezTo>
                  <a:pt x="2265" y="1836"/>
                  <a:pt x="2169" y="2076"/>
                  <a:pt x="1991" y="2243"/>
                </a:cubicBezTo>
                <a:cubicBezTo>
                  <a:pt x="1834" y="2391"/>
                  <a:pt x="1616" y="2477"/>
                  <a:pt x="1371" y="2488"/>
                </a:cubicBezTo>
                <a:lnTo>
                  <a:pt x="1371" y="1037"/>
                </a:lnTo>
                <a:lnTo>
                  <a:pt x="1687" y="1037"/>
                </a:lnTo>
                <a:cubicBezTo>
                  <a:pt x="1719" y="1037"/>
                  <a:pt x="1745" y="1010"/>
                  <a:pt x="1745" y="978"/>
                </a:cubicBezTo>
                <a:cubicBezTo>
                  <a:pt x="1745" y="945"/>
                  <a:pt x="1719" y="918"/>
                  <a:pt x="1687" y="918"/>
                </a:cubicBezTo>
                <a:lnTo>
                  <a:pt x="1371" y="918"/>
                </a:lnTo>
                <a:lnTo>
                  <a:pt x="1371" y="789"/>
                </a:lnTo>
                <a:cubicBezTo>
                  <a:pt x="1564" y="763"/>
                  <a:pt x="1713" y="597"/>
                  <a:pt x="1713" y="397"/>
                </a:cubicBezTo>
                <a:cubicBezTo>
                  <a:pt x="1713" y="178"/>
                  <a:pt x="1535" y="0"/>
                  <a:pt x="1316" y="0"/>
                </a:cubicBezTo>
                <a:cubicBezTo>
                  <a:pt x="1098" y="0"/>
                  <a:pt x="920" y="178"/>
                  <a:pt x="920" y="397"/>
                </a:cubicBezTo>
                <a:cubicBezTo>
                  <a:pt x="920" y="595"/>
                  <a:pt x="1066" y="759"/>
                  <a:pt x="1256" y="789"/>
                </a:cubicBezTo>
                <a:lnTo>
                  <a:pt x="1256" y="918"/>
                </a:lnTo>
                <a:lnTo>
                  <a:pt x="923" y="918"/>
                </a:lnTo>
                <a:cubicBezTo>
                  <a:pt x="891" y="918"/>
                  <a:pt x="865" y="945"/>
                  <a:pt x="865" y="978"/>
                </a:cubicBezTo>
                <a:cubicBezTo>
                  <a:pt x="865" y="1010"/>
                  <a:pt x="891" y="1037"/>
                  <a:pt x="923" y="1037"/>
                </a:cubicBezTo>
                <a:lnTo>
                  <a:pt x="1256" y="1037"/>
                </a:lnTo>
                <a:lnTo>
                  <a:pt x="1256" y="2488"/>
                </a:lnTo>
                <a:cubicBezTo>
                  <a:pt x="1014" y="2476"/>
                  <a:pt x="798" y="2390"/>
                  <a:pt x="642" y="2243"/>
                </a:cubicBezTo>
                <a:cubicBezTo>
                  <a:pt x="465" y="2077"/>
                  <a:pt x="370" y="1839"/>
                  <a:pt x="365" y="1554"/>
                </a:cubicBezTo>
                <a:lnTo>
                  <a:pt x="505" y="1694"/>
                </a:lnTo>
                <a:cubicBezTo>
                  <a:pt x="517" y="1706"/>
                  <a:pt x="531" y="1712"/>
                  <a:pt x="546" y="1712"/>
                </a:cubicBezTo>
                <a:cubicBezTo>
                  <a:pt x="561" y="1712"/>
                  <a:pt x="576" y="1706"/>
                  <a:pt x="588" y="1694"/>
                </a:cubicBezTo>
                <a:cubicBezTo>
                  <a:pt x="610" y="1672"/>
                  <a:pt x="610" y="1635"/>
                  <a:pt x="588" y="1612"/>
                </a:cubicBezTo>
                <a:lnTo>
                  <a:pt x="346" y="1371"/>
                </a:lnTo>
                <a:cubicBezTo>
                  <a:pt x="324" y="1348"/>
                  <a:pt x="287" y="1348"/>
                  <a:pt x="264" y="1371"/>
                </a:cubicBezTo>
                <a:lnTo>
                  <a:pt x="23" y="1612"/>
                </a:lnTo>
                <a:cubicBezTo>
                  <a:pt x="0" y="1635"/>
                  <a:pt x="0" y="1672"/>
                  <a:pt x="23" y="1694"/>
                </a:cubicBezTo>
                <a:cubicBezTo>
                  <a:pt x="46" y="1717"/>
                  <a:pt x="83" y="1717"/>
                  <a:pt x="105" y="1694"/>
                </a:cubicBezTo>
                <a:lnTo>
                  <a:pt x="248" y="1552"/>
                </a:lnTo>
                <a:cubicBezTo>
                  <a:pt x="253" y="1871"/>
                  <a:pt x="361" y="2139"/>
                  <a:pt x="562" y="2328"/>
                </a:cubicBezTo>
                <a:cubicBezTo>
                  <a:pt x="753" y="2508"/>
                  <a:pt x="1021" y="2606"/>
                  <a:pt x="1316" y="2606"/>
                </a:cubicBezTo>
                <a:cubicBezTo>
                  <a:pt x="1613" y="2606"/>
                  <a:pt x="1881" y="2508"/>
                  <a:pt x="2071" y="2328"/>
                </a:cubicBezTo>
                <a:cubicBezTo>
                  <a:pt x="2271" y="2140"/>
                  <a:pt x="2379" y="1874"/>
                  <a:pt x="2385" y="1557"/>
                </a:cubicBezTo>
                <a:lnTo>
                  <a:pt x="2522" y="1694"/>
                </a:lnTo>
                <a:cubicBezTo>
                  <a:pt x="2534" y="1706"/>
                  <a:pt x="2550" y="1712"/>
                  <a:pt x="2564" y="1712"/>
                </a:cubicBezTo>
                <a:cubicBezTo>
                  <a:pt x="2579" y="1712"/>
                  <a:pt x="2593" y="1706"/>
                  <a:pt x="2605" y="1694"/>
                </a:cubicBezTo>
                <a:cubicBezTo>
                  <a:pt x="2628" y="1672"/>
                  <a:pt x="2628" y="1635"/>
                  <a:pt x="2605" y="1612"/>
                </a:cubicBezTo>
                <a:close/>
                <a:moveTo>
                  <a:pt x="1037" y="397"/>
                </a:moveTo>
                <a:cubicBezTo>
                  <a:pt x="1037" y="242"/>
                  <a:pt x="1162" y="117"/>
                  <a:pt x="1316" y="117"/>
                </a:cubicBezTo>
                <a:cubicBezTo>
                  <a:pt x="1471" y="117"/>
                  <a:pt x="1596" y="242"/>
                  <a:pt x="1596" y="397"/>
                </a:cubicBezTo>
                <a:cubicBezTo>
                  <a:pt x="1596" y="547"/>
                  <a:pt x="1477" y="670"/>
                  <a:pt x="1328" y="676"/>
                </a:cubicBezTo>
                <a:cubicBezTo>
                  <a:pt x="1323" y="675"/>
                  <a:pt x="1318" y="674"/>
                  <a:pt x="1314" y="674"/>
                </a:cubicBezTo>
                <a:cubicBezTo>
                  <a:pt x="1309" y="674"/>
                  <a:pt x="1305" y="675"/>
                  <a:pt x="1300" y="676"/>
                </a:cubicBezTo>
                <a:cubicBezTo>
                  <a:pt x="1154" y="667"/>
                  <a:pt x="1037" y="545"/>
                  <a:pt x="1037" y="397"/>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37" name="Freeform 16">
            <a:extLst>
              <a:ext uri="{FF2B5EF4-FFF2-40B4-BE49-F238E27FC236}">
                <a16:creationId xmlns:a16="http://schemas.microsoft.com/office/drawing/2014/main" id="{DDD8A2D0-EDAE-1D46-9F45-DD07D8A39889}"/>
              </a:ext>
            </a:extLst>
          </p:cNvPr>
          <p:cNvSpPr>
            <a:spLocks noChangeAspect="1" noChangeArrowheads="1"/>
          </p:cNvSpPr>
          <p:nvPr/>
        </p:nvSpPr>
        <p:spPr bwMode="auto">
          <a:xfrm>
            <a:off x="793149" y="3394757"/>
            <a:ext cx="435825" cy="360947"/>
          </a:xfrm>
          <a:custGeom>
            <a:avLst/>
            <a:gdLst>
              <a:gd name="T0" fmla="*/ 339885 w 2613"/>
              <a:gd name="T1" fmla="*/ 236607 h 2170"/>
              <a:gd name="T2" fmla="*/ 340712 w 2613"/>
              <a:gd name="T3" fmla="*/ 220503 h 2170"/>
              <a:gd name="T4" fmla="*/ 208037 w 2613"/>
              <a:gd name="T5" fmla="*/ 62214 h 2170"/>
              <a:gd name="T6" fmla="*/ 217130 w 2613"/>
              <a:gd name="T7" fmla="*/ 37714 h 2170"/>
              <a:gd name="T8" fmla="*/ 179518 w 2613"/>
              <a:gd name="T9" fmla="*/ 0 h 2170"/>
              <a:gd name="T10" fmla="*/ 142044 w 2613"/>
              <a:gd name="T11" fmla="*/ 37714 h 2170"/>
              <a:gd name="T12" fmla="*/ 151137 w 2613"/>
              <a:gd name="T13" fmla="*/ 62214 h 2170"/>
              <a:gd name="T14" fmla="*/ 18599 w 2613"/>
              <a:gd name="T15" fmla="*/ 220503 h 2170"/>
              <a:gd name="T16" fmla="*/ 19426 w 2613"/>
              <a:gd name="T17" fmla="*/ 236883 h 2170"/>
              <a:gd name="T18" fmla="*/ 0 w 2613"/>
              <a:gd name="T19" fmla="*/ 266338 h 2170"/>
              <a:gd name="T20" fmla="*/ 32239 w 2613"/>
              <a:gd name="T21" fmla="*/ 298546 h 2170"/>
              <a:gd name="T22" fmla="*/ 327761 w 2613"/>
              <a:gd name="T23" fmla="*/ 298546 h 2170"/>
              <a:gd name="T24" fmla="*/ 359862 w 2613"/>
              <a:gd name="T25" fmla="*/ 266338 h 2170"/>
              <a:gd name="T26" fmla="*/ 339885 w 2613"/>
              <a:gd name="T27" fmla="*/ 236607 h 2170"/>
              <a:gd name="T28" fmla="*/ 179518 w 2613"/>
              <a:gd name="T29" fmla="*/ 16104 h 2170"/>
              <a:gd name="T30" fmla="*/ 201148 w 2613"/>
              <a:gd name="T31" fmla="*/ 37714 h 2170"/>
              <a:gd name="T32" fmla="*/ 179518 w 2613"/>
              <a:gd name="T33" fmla="*/ 59186 h 2170"/>
              <a:gd name="T34" fmla="*/ 158025 w 2613"/>
              <a:gd name="T35" fmla="*/ 37714 h 2170"/>
              <a:gd name="T36" fmla="*/ 179518 w 2613"/>
              <a:gd name="T37" fmla="*/ 16104 h 2170"/>
              <a:gd name="T38" fmla="*/ 179518 w 2613"/>
              <a:gd name="T39" fmla="*/ 75703 h 2170"/>
              <a:gd name="T40" fmla="*/ 324592 w 2613"/>
              <a:gd name="T41" fmla="*/ 220503 h 2170"/>
              <a:gd name="T42" fmla="*/ 323904 w 2613"/>
              <a:gd name="T43" fmla="*/ 234267 h 2170"/>
              <a:gd name="T44" fmla="*/ 35270 w 2613"/>
              <a:gd name="T45" fmla="*/ 234267 h 2170"/>
              <a:gd name="T46" fmla="*/ 34581 w 2613"/>
              <a:gd name="T47" fmla="*/ 220503 h 2170"/>
              <a:gd name="T48" fmla="*/ 179518 w 2613"/>
              <a:gd name="T49" fmla="*/ 75703 h 2170"/>
              <a:gd name="T50" fmla="*/ 327761 w 2613"/>
              <a:gd name="T51" fmla="*/ 282442 h 2170"/>
              <a:gd name="T52" fmla="*/ 32239 w 2613"/>
              <a:gd name="T53" fmla="*/ 282442 h 2170"/>
              <a:gd name="T54" fmla="*/ 16119 w 2613"/>
              <a:gd name="T55" fmla="*/ 266338 h 2170"/>
              <a:gd name="T56" fmla="*/ 30172 w 2613"/>
              <a:gd name="T57" fmla="*/ 250509 h 2170"/>
              <a:gd name="T58" fmla="*/ 329828 w 2613"/>
              <a:gd name="T59" fmla="*/ 250509 h 2170"/>
              <a:gd name="T60" fmla="*/ 343881 w 2613"/>
              <a:gd name="T61" fmla="*/ 266338 h 2170"/>
              <a:gd name="T62" fmla="*/ 327761 w 2613"/>
              <a:gd name="T63" fmla="*/ 282442 h 2170"/>
              <a:gd name="T64" fmla="*/ 84868 w 2613"/>
              <a:gd name="T65" fmla="*/ 157601 h 2170"/>
              <a:gd name="T66" fmla="*/ 92859 w 2613"/>
              <a:gd name="T67" fmla="*/ 149617 h 2170"/>
              <a:gd name="T68" fmla="*/ 111734 w 2613"/>
              <a:gd name="T69" fmla="*/ 125805 h 2170"/>
              <a:gd name="T70" fmla="*/ 142732 w 2613"/>
              <a:gd name="T71" fmla="*/ 111215 h 2170"/>
              <a:gd name="T72" fmla="*/ 150723 w 2613"/>
              <a:gd name="T73" fmla="*/ 103094 h 2170"/>
              <a:gd name="T74" fmla="*/ 142732 w 2613"/>
              <a:gd name="T75" fmla="*/ 95111 h 2170"/>
              <a:gd name="T76" fmla="*/ 101952 w 2613"/>
              <a:gd name="T77" fmla="*/ 113142 h 2170"/>
              <a:gd name="T78" fmla="*/ 76739 w 2613"/>
              <a:gd name="T79" fmla="*/ 149617 h 2170"/>
              <a:gd name="T80" fmla="*/ 84868 w 2613"/>
              <a:gd name="T81" fmla="*/ 157601 h 217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613" h="2170">
                <a:moveTo>
                  <a:pt x="2467" y="1719"/>
                </a:moveTo>
                <a:cubicBezTo>
                  <a:pt x="2471" y="1680"/>
                  <a:pt x="2473" y="1641"/>
                  <a:pt x="2473" y="1602"/>
                </a:cubicBezTo>
                <a:cubicBezTo>
                  <a:pt x="2473" y="1029"/>
                  <a:pt x="2057" y="550"/>
                  <a:pt x="1510" y="452"/>
                </a:cubicBezTo>
                <a:cubicBezTo>
                  <a:pt x="1551" y="404"/>
                  <a:pt x="1576" y="342"/>
                  <a:pt x="1576" y="274"/>
                </a:cubicBezTo>
                <a:cubicBezTo>
                  <a:pt x="1576" y="123"/>
                  <a:pt x="1454" y="0"/>
                  <a:pt x="1303" y="0"/>
                </a:cubicBezTo>
                <a:cubicBezTo>
                  <a:pt x="1153" y="0"/>
                  <a:pt x="1031" y="123"/>
                  <a:pt x="1031" y="274"/>
                </a:cubicBezTo>
                <a:cubicBezTo>
                  <a:pt x="1031" y="342"/>
                  <a:pt x="1056" y="404"/>
                  <a:pt x="1097" y="452"/>
                </a:cubicBezTo>
                <a:cubicBezTo>
                  <a:pt x="550" y="550"/>
                  <a:pt x="135" y="1029"/>
                  <a:pt x="135" y="1602"/>
                </a:cubicBezTo>
                <a:cubicBezTo>
                  <a:pt x="135" y="1642"/>
                  <a:pt x="137" y="1681"/>
                  <a:pt x="141" y="1721"/>
                </a:cubicBezTo>
                <a:cubicBezTo>
                  <a:pt x="58" y="1757"/>
                  <a:pt x="0" y="1840"/>
                  <a:pt x="0" y="1935"/>
                </a:cubicBezTo>
                <a:cubicBezTo>
                  <a:pt x="0" y="2064"/>
                  <a:pt x="105" y="2169"/>
                  <a:pt x="234" y="2169"/>
                </a:cubicBezTo>
                <a:lnTo>
                  <a:pt x="2379" y="2169"/>
                </a:lnTo>
                <a:cubicBezTo>
                  <a:pt x="2508" y="2169"/>
                  <a:pt x="2612" y="2064"/>
                  <a:pt x="2612" y="1935"/>
                </a:cubicBezTo>
                <a:cubicBezTo>
                  <a:pt x="2612" y="1838"/>
                  <a:pt x="2552" y="1754"/>
                  <a:pt x="2467" y="1719"/>
                </a:cubicBezTo>
                <a:close/>
                <a:moveTo>
                  <a:pt x="1303" y="117"/>
                </a:moveTo>
                <a:cubicBezTo>
                  <a:pt x="1389" y="117"/>
                  <a:pt x="1460" y="187"/>
                  <a:pt x="1460" y="274"/>
                </a:cubicBezTo>
                <a:cubicBezTo>
                  <a:pt x="1460" y="360"/>
                  <a:pt x="1389" y="430"/>
                  <a:pt x="1303" y="430"/>
                </a:cubicBezTo>
                <a:cubicBezTo>
                  <a:pt x="1218" y="430"/>
                  <a:pt x="1147" y="360"/>
                  <a:pt x="1147" y="274"/>
                </a:cubicBezTo>
                <a:cubicBezTo>
                  <a:pt x="1147" y="187"/>
                  <a:pt x="1218" y="117"/>
                  <a:pt x="1303" y="117"/>
                </a:cubicBezTo>
                <a:close/>
                <a:moveTo>
                  <a:pt x="1303" y="550"/>
                </a:moveTo>
                <a:cubicBezTo>
                  <a:pt x="1884" y="550"/>
                  <a:pt x="2356" y="1023"/>
                  <a:pt x="2356" y="1602"/>
                </a:cubicBezTo>
                <a:cubicBezTo>
                  <a:pt x="2356" y="1636"/>
                  <a:pt x="2354" y="1667"/>
                  <a:pt x="2351" y="1702"/>
                </a:cubicBezTo>
                <a:lnTo>
                  <a:pt x="256" y="1702"/>
                </a:lnTo>
                <a:cubicBezTo>
                  <a:pt x="253" y="1667"/>
                  <a:pt x="251" y="1636"/>
                  <a:pt x="251" y="1602"/>
                </a:cubicBezTo>
                <a:cubicBezTo>
                  <a:pt x="251" y="1023"/>
                  <a:pt x="723" y="550"/>
                  <a:pt x="1303" y="550"/>
                </a:cubicBezTo>
                <a:close/>
                <a:moveTo>
                  <a:pt x="2379" y="2052"/>
                </a:moveTo>
                <a:lnTo>
                  <a:pt x="234" y="2052"/>
                </a:lnTo>
                <a:cubicBezTo>
                  <a:pt x="169" y="2052"/>
                  <a:pt x="117" y="2000"/>
                  <a:pt x="117" y="1935"/>
                </a:cubicBezTo>
                <a:cubicBezTo>
                  <a:pt x="117" y="1876"/>
                  <a:pt x="161" y="1827"/>
                  <a:pt x="219" y="1820"/>
                </a:cubicBezTo>
                <a:lnTo>
                  <a:pt x="2394" y="1820"/>
                </a:lnTo>
                <a:cubicBezTo>
                  <a:pt x="2451" y="1827"/>
                  <a:pt x="2496" y="1876"/>
                  <a:pt x="2496" y="1935"/>
                </a:cubicBezTo>
                <a:cubicBezTo>
                  <a:pt x="2496" y="2000"/>
                  <a:pt x="2443" y="2052"/>
                  <a:pt x="2379" y="2052"/>
                </a:cubicBezTo>
                <a:close/>
                <a:moveTo>
                  <a:pt x="616" y="1145"/>
                </a:moveTo>
                <a:cubicBezTo>
                  <a:pt x="648" y="1145"/>
                  <a:pt x="674" y="1119"/>
                  <a:pt x="674" y="1087"/>
                </a:cubicBezTo>
                <a:cubicBezTo>
                  <a:pt x="674" y="1055"/>
                  <a:pt x="717" y="987"/>
                  <a:pt x="811" y="914"/>
                </a:cubicBezTo>
                <a:cubicBezTo>
                  <a:pt x="902" y="844"/>
                  <a:pt x="993" y="808"/>
                  <a:pt x="1036" y="808"/>
                </a:cubicBezTo>
                <a:cubicBezTo>
                  <a:pt x="1068" y="808"/>
                  <a:pt x="1094" y="781"/>
                  <a:pt x="1094" y="749"/>
                </a:cubicBezTo>
                <a:cubicBezTo>
                  <a:pt x="1094" y="716"/>
                  <a:pt x="1068" y="691"/>
                  <a:pt x="1036" y="691"/>
                </a:cubicBezTo>
                <a:cubicBezTo>
                  <a:pt x="943" y="691"/>
                  <a:pt x="822" y="759"/>
                  <a:pt x="740" y="822"/>
                </a:cubicBezTo>
                <a:cubicBezTo>
                  <a:pt x="685" y="864"/>
                  <a:pt x="557" y="974"/>
                  <a:pt x="557" y="1087"/>
                </a:cubicBezTo>
                <a:cubicBezTo>
                  <a:pt x="557" y="1119"/>
                  <a:pt x="584" y="1145"/>
                  <a:pt x="616" y="114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38" name="Freeform 17">
            <a:extLst>
              <a:ext uri="{FF2B5EF4-FFF2-40B4-BE49-F238E27FC236}">
                <a16:creationId xmlns:a16="http://schemas.microsoft.com/office/drawing/2014/main" id="{CB2A3210-16AA-F549-869B-91AD586F2D3D}"/>
              </a:ext>
            </a:extLst>
          </p:cNvPr>
          <p:cNvSpPr>
            <a:spLocks noChangeAspect="1" noChangeArrowheads="1"/>
          </p:cNvSpPr>
          <p:nvPr/>
        </p:nvSpPr>
        <p:spPr bwMode="auto">
          <a:xfrm>
            <a:off x="11089747" y="2444392"/>
            <a:ext cx="443504" cy="435825"/>
          </a:xfrm>
          <a:custGeom>
            <a:avLst/>
            <a:gdLst>
              <a:gd name="T0" fmla="*/ 357409 w 2619"/>
              <a:gd name="T1" fmla="*/ 156704 h 2573"/>
              <a:gd name="T2" fmla="*/ 250270 w 2619"/>
              <a:gd name="T3" fmla="*/ 156704 h 2573"/>
              <a:gd name="T4" fmla="*/ 250270 w 2619"/>
              <a:gd name="T5" fmla="*/ 51489 h 2573"/>
              <a:gd name="T6" fmla="*/ 360070 w 2619"/>
              <a:gd name="T7" fmla="*/ 16930 h 2573"/>
              <a:gd name="T8" fmla="*/ 365391 w 2619"/>
              <a:gd name="T9" fmla="*/ 6716 h 2573"/>
              <a:gd name="T10" fmla="*/ 355168 w 2619"/>
              <a:gd name="T11" fmla="*/ 1399 h 2573"/>
              <a:gd name="T12" fmla="*/ 30111 w 2619"/>
              <a:gd name="T13" fmla="*/ 103817 h 2573"/>
              <a:gd name="T14" fmla="*/ 24789 w 2619"/>
              <a:gd name="T15" fmla="*/ 114030 h 2573"/>
              <a:gd name="T16" fmla="*/ 32632 w 2619"/>
              <a:gd name="T17" fmla="*/ 119767 h 2573"/>
              <a:gd name="T18" fmla="*/ 35153 w 2619"/>
              <a:gd name="T19" fmla="*/ 119347 h 2573"/>
              <a:gd name="T20" fmla="*/ 65684 w 2619"/>
              <a:gd name="T21" fmla="*/ 109693 h 2573"/>
              <a:gd name="T22" fmla="*/ 65684 w 2619"/>
              <a:gd name="T23" fmla="*/ 156704 h 2573"/>
              <a:gd name="T24" fmla="*/ 8123 w 2619"/>
              <a:gd name="T25" fmla="*/ 156704 h 2573"/>
              <a:gd name="T26" fmla="*/ 0 w 2619"/>
              <a:gd name="T27" fmla="*/ 164819 h 2573"/>
              <a:gd name="T28" fmla="*/ 45796 w 2619"/>
              <a:gd name="T29" fmla="*/ 299837 h 2573"/>
              <a:gd name="T30" fmla="*/ 182626 w 2619"/>
              <a:gd name="T31" fmla="*/ 359860 h 2573"/>
              <a:gd name="T32" fmla="*/ 319735 w 2619"/>
              <a:gd name="T33" fmla="*/ 299837 h 2573"/>
              <a:gd name="T34" fmla="*/ 365532 w 2619"/>
              <a:gd name="T35" fmla="*/ 164819 h 2573"/>
              <a:gd name="T36" fmla="*/ 357409 w 2619"/>
              <a:gd name="T37" fmla="*/ 156704 h 2573"/>
              <a:gd name="T38" fmla="*/ 233884 w 2619"/>
              <a:gd name="T39" fmla="*/ 156704 h 2573"/>
              <a:gd name="T40" fmla="*/ 208535 w 2619"/>
              <a:gd name="T41" fmla="*/ 156704 h 2573"/>
              <a:gd name="T42" fmla="*/ 208535 w 2619"/>
              <a:gd name="T43" fmla="*/ 64640 h 2573"/>
              <a:gd name="T44" fmla="*/ 233884 w 2619"/>
              <a:gd name="T45" fmla="*/ 56665 h 2573"/>
              <a:gd name="T46" fmla="*/ 233884 w 2619"/>
              <a:gd name="T47" fmla="*/ 156704 h 2573"/>
              <a:gd name="T48" fmla="*/ 124645 w 2619"/>
              <a:gd name="T49" fmla="*/ 91224 h 2573"/>
              <a:gd name="T50" fmla="*/ 149714 w 2619"/>
              <a:gd name="T51" fmla="*/ 83249 h 2573"/>
              <a:gd name="T52" fmla="*/ 149714 w 2619"/>
              <a:gd name="T53" fmla="*/ 156704 h 2573"/>
              <a:gd name="T54" fmla="*/ 124645 w 2619"/>
              <a:gd name="T55" fmla="*/ 156704 h 2573"/>
              <a:gd name="T56" fmla="*/ 124645 w 2619"/>
              <a:gd name="T57" fmla="*/ 91224 h 2573"/>
              <a:gd name="T58" fmla="*/ 165960 w 2619"/>
              <a:gd name="T59" fmla="*/ 78072 h 2573"/>
              <a:gd name="T60" fmla="*/ 192149 w 2619"/>
              <a:gd name="T61" fmla="*/ 69817 h 2573"/>
              <a:gd name="T62" fmla="*/ 192149 w 2619"/>
              <a:gd name="T63" fmla="*/ 156704 h 2573"/>
              <a:gd name="T64" fmla="*/ 165960 w 2619"/>
              <a:gd name="T65" fmla="*/ 156704 h 2573"/>
              <a:gd name="T66" fmla="*/ 165960 w 2619"/>
              <a:gd name="T67" fmla="*/ 78072 h 2573"/>
              <a:gd name="T68" fmla="*/ 82070 w 2619"/>
              <a:gd name="T69" fmla="*/ 104656 h 2573"/>
              <a:gd name="T70" fmla="*/ 108399 w 2619"/>
              <a:gd name="T71" fmla="*/ 96261 h 2573"/>
              <a:gd name="T72" fmla="*/ 108399 w 2619"/>
              <a:gd name="T73" fmla="*/ 156704 h 2573"/>
              <a:gd name="T74" fmla="*/ 82070 w 2619"/>
              <a:gd name="T75" fmla="*/ 156704 h 2573"/>
              <a:gd name="T76" fmla="*/ 82070 w 2619"/>
              <a:gd name="T77" fmla="*/ 104656 h 2573"/>
              <a:gd name="T78" fmla="*/ 307271 w 2619"/>
              <a:gd name="T79" fmla="*/ 289343 h 2573"/>
              <a:gd name="T80" fmla="*/ 182626 w 2619"/>
              <a:gd name="T81" fmla="*/ 343630 h 2573"/>
              <a:gd name="T82" fmla="*/ 58261 w 2619"/>
              <a:gd name="T83" fmla="*/ 289343 h 2573"/>
              <a:gd name="T84" fmla="*/ 16386 w 2619"/>
              <a:gd name="T85" fmla="*/ 172934 h 2573"/>
              <a:gd name="T86" fmla="*/ 349146 w 2619"/>
              <a:gd name="T87" fmla="*/ 172934 h 2573"/>
              <a:gd name="T88" fmla="*/ 307271 w 2619"/>
              <a:gd name="T89" fmla="*/ 289343 h 257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619" h="2573">
                <a:moveTo>
                  <a:pt x="2552" y="1120"/>
                </a:moveTo>
                <a:lnTo>
                  <a:pt x="1787" y="1120"/>
                </a:lnTo>
                <a:lnTo>
                  <a:pt x="1787" y="368"/>
                </a:lnTo>
                <a:lnTo>
                  <a:pt x="2571" y="121"/>
                </a:lnTo>
                <a:cubicBezTo>
                  <a:pt x="2601" y="111"/>
                  <a:pt x="2618" y="78"/>
                  <a:pt x="2609" y="48"/>
                </a:cubicBezTo>
                <a:cubicBezTo>
                  <a:pt x="2599" y="17"/>
                  <a:pt x="2566" y="0"/>
                  <a:pt x="2536" y="10"/>
                </a:cubicBezTo>
                <a:lnTo>
                  <a:pt x="215" y="742"/>
                </a:lnTo>
                <a:cubicBezTo>
                  <a:pt x="185" y="752"/>
                  <a:pt x="168" y="784"/>
                  <a:pt x="177" y="815"/>
                </a:cubicBezTo>
                <a:cubicBezTo>
                  <a:pt x="185" y="840"/>
                  <a:pt x="208" y="856"/>
                  <a:pt x="233" y="856"/>
                </a:cubicBezTo>
                <a:cubicBezTo>
                  <a:pt x="239" y="856"/>
                  <a:pt x="245" y="855"/>
                  <a:pt x="251" y="853"/>
                </a:cubicBezTo>
                <a:lnTo>
                  <a:pt x="469" y="784"/>
                </a:lnTo>
                <a:lnTo>
                  <a:pt x="469" y="1120"/>
                </a:lnTo>
                <a:lnTo>
                  <a:pt x="58" y="1120"/>
                </a:lnTo>
                <a:cubicBezTo>
                  <a:pt x="26" y="1120"/>
                  <a:pt x="0" y="1146"/>
                  <a:pt x="0" y="1178"/>
                </a:cubicBezTo>
                <a:cubicBezTo>
                  <a:pt x="0" y="1549"/>
                  <a:pt x="116" y="1892"/>
                  <a:pt x="327" y="2143"/>
                </a:cubicBezTo>
                <a:cubicBezTo>
                  <a:pt x="564" y="2424"/>
                  <a:pt x="901" y="2572"/>
                  <a:pt x="1304" y="2572"/>
                </a:cubicBezTo>
                <a:cubicBezTo>
                  <a:pt x="1708" y="2572"/>
                  <a:pt x="2046" y="2424"/>
                  <a:pt x="2283" y="2143"/>
                </a:cubicBezTo>
                <a:cubicBezTo>
                  <a:pt x="2494" y="1893"/>
                  <a:pt x="2610" y="1549"/>
                  <a:pt x="2610" y="1178"/>
                </a:cubicBezTo>
                <a:cubicBezTo>
                  <a:pt x="2610" y="1146"/>
                  <a:pt x="2584" y="1120"/>
                  <a:pt x="2552" y="1120"/>
                </a:cubicBezTo>
                <a:close/>
                <a:moveTo>
                  <a:pt x="1670" y="1120"/>
                </a:moveTo>
                <a:lnTo>
                  <a:pt x="1489" y="1120"/>
                </a:lnTo>
                <a:lnTo>
                  <a:pt x="1489" y="462"/>
                </a:lnTo>
                <a:lnTo>
                  <a:pt x="1670" y="405"/>
                </a:lnTo>
                <a:lnTo>
                  <a:pt x="1670" y="1120"/>
                </a:lnTo>
                <a:close/>
                <a:moveTo>
                  <a:pt x="890" y="652"/>
                </a:moveTo>
                <a:lnTo>
                  <a:pt x="1069" y="595"/>
                </a:lnTo>
                <a:lnTo>
                  <a:pt x="1069" y="1120"/>
                </a:lnTo>
                <a:lnTo>
                  <a:pt x="890" y="1120"/>
                </a:lnTo>
                <a:lnTo>
                  <a:pt x="890" y="652"/>
                </a:lnTo>
                <a:close/>
                <a:moveTo>
                  <a:pt x="1185" y="558"/>
                </a:moveTo>
                <a:lnTo>
                  <a:pt x="1372" y="499"/>
                </a:lnTo>
                <a:lnTo>
                  <a:pt x="1372" y="1120"/>
                </a:lnTo>
                <a:lnTo>
                  <a:pt x="1185" y="1120"/>
                </a:lnTo>
                <a:lnTo>
                  <a:pt x="1185" y="558"/>
                </a:lnTo>
                <a:close/>
                <a:moveTo>
                  <a:pt x="586" y="748"/>
                </a:moveTo>
                <a:lnTo>
                  <a:pt x="774" y="688"/>
                </a:lnTo>
                <a:lnTo>
                  <a:pt x="774" y="1120"/>
                </a:lnTo>
                <a:lnTo>
                  <a:pt x="586" y="1120"/>
                </a:lnTo>
                <a:lnTo>
                  <a:pt x="586" y="748"/>
                </a:lnTo>
                <a:close/>
                <a:moveTo>
                  <a:pt x="2194" y="2068"/>
                </a:moveTo>
                <a:cubicBezTo>
                  <a:pt x="1980" y="2322"/>
                  <a:pt x="1672" y="2456"/>
                  <a:pt x="1304" y="2456"/>
                </a:cubicBezTo>
                <a:cubicBezTo>
                  <a:pt x="937" y="2456"/>
                  <a:pt x="630" y="2322"/>
                  <a:pt x="416" y="2068"/>
                </a:cubicBezTo>
                <a:cubicBezTo>
                  <a:pt x="234" y="1851"/>
                  <a:pt x="129" y="1557"/>
                  <a:pt x="117" y="1236"/>
                </a:cubicBezTo>
                <a:lnTo>
                  <a:pt x="2493" y="1236"/>
                </a:lnTo>
                <a:cubicBezTo>
                  <a:pt x="2481" y="1557"/>
                  <a:pt x="2376" y="1851"/>
                  <a:pt x="2194" y="206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39" name="Freeform 2">
            <a:extLst>
              <a:ext uri="{FF2B5EF4-FFF2-40B4-BE49-F238E27FC236}">
                <a16:creationId xmlns:a16="http://schemas.microsoft.com/office/drawing/2014/main" id="{B1E8D3BA-467D-9446-9FAB-91C093FD655D}"/>
              </a:ext>
            </a:extLst>
          </p:cNvPr>
          <p:cNvSpPr>
            <a:spLocks noChangeAspect="1" noChangeArrowheads="1"/>
          </p:cNvSpPr>
          <p:nvPr/>
        </p:nvSpPr>
        <p:spPr bwMode="auto">
          <a:xfrm>
            <a:off x="2236938" y="3319882"/>
            <a:ext cx="491503" cy="435825"/>
          </a:xfrm>
          <a:custGeom>
            <a:avLst/>
            <a:gdLst>
              <a:gd name="T0" fmla="*/ 379368 w 2604"/>
              <a:gd name="T1" fmla="*/ 165422 h 2309"/>
              <a:gd name="T2" fmla="*/ 335708 w 2604"/>
              <a:gd name="T3" fmla="*/ 42876 h 2309"/>
              <a:gd name="T4" fmla="*/ 70167 w 2604"/>
              <a:gd name="T5" fmla="*/ 42876 h 2309"/>
              <a:gd name="T6" fmla="*/ 27131 w 2604"/>
              <a:gd name="T7" fmla="*/ 165266 h 2309"/>
              <a:gd name="T8" fmla="*/ 20582 w 2604"/>
              <a:gd name="T9" fmla="*/ 256786 h 2309"/>
              <a:gd name="T10" fmla="*/ 24636 w 2604"/>
              <a:gd name="T11" fmla="*/ 270663 h 2309"/>
              <a:gd name="T12" fmla="*/ 76248 w 2604"/>
              <a:gd name="T13" fmla="*/ 359844 h 2309"/>
              <a:gd name="T14" fmla="*/ 380303 w 2604"/>
              <a:gd name="T15" fmla="*/ 308861 h 2309"/>
              <a:gd name="T16" fmla="*/ 380303 w 2604"/>
              <a:gd name="T17" fmla="*/ 268948 h 2309"/>
              <a:gd name="T18" fmla="*/ 405875 w 2604"/>
              <a:gd name="T19" fmla="*/ 206895 h 2309"/>
              <a:gd name="T20" fmla="*/ 202860 w 2604"/>
              <a:gd name="T21" fmla="*/ 18553 h 2309"/>
              <a:gd name="T22" fmla="*/ 371260 w 2604"/>
              <a:gd name="T23" fmla="*/ 133772 h 2309"/>
              <a:gd name="T24" fmla="*/ 65489 w 2604"/>
              <a:gd name="T25" fmla="*/ 164175 h 2309"/>
              <a:gd name="T26" fmla="*/ 81549 w 2604"/>
              <a:gd name="T27" fmla="*/ 57687 h 2309"/>
              <a:gd name="T28" fmla="*/ 65489 w 2604"/>
              <a:gd name="T29" fmla="*/ 182728 h 2309"/>
              <a:gd name="T30" fmla="*/ 373287 w 2604"/>
              <a:gd name="T31" fmla="*/ 182728 h 2309"/>
              <a:gd name="T32" fmla="*/ 375937 w 2604"/>
              <a:gd name="T33" fmla="*/ 239792 h 2309"/>
              <a:gd name="T34" fmla="*/ 353328 w 2604"/>
              <a:gd name="T35" fmla="*/ 222954 h 2309"/>
              <a:gd name="T36" fmla="*/ 319804 w 2604"/>
              <a:gd name="T37" fmla="*/ 199099 h 2309"/>
              <a:gd name="T38" fmla="*/ 284409 w 2604"/>
              <a:gd name="T39" fmla="*/ 221706 h 2309"/>
              <a:gd name="T40" fmla="*/ 260240 w 2604"/>
              <a:gd name="T41" fmla="*/ 239948 h 2309"/>
              <a:gd name="T42" fmla="*/ 237787 w 2604"/>
              <a:gd name="T43" fmla="*/ 222174 h 2309"/>
              <a:gd name="T44" fmla="*/ 203795 w 2604"/>
              <a:gd name="T45" fmla="*/ 198943 h 2309"/>
              <a:gd name="T46" fmla="*/ 203327 w 2604"/>
              <a:gd name="T47" fmla="*/ 198943 h 2309"/>
              <a:gd name="T48" fmla="*/ 143608 w 2604"/>
              <a:gd name="T49" fmla="*/ 239948 h 2309"/>
              <a:gd name="T50" fmla="*/ 101196 w 2604"/>
              <a:gd name="T51" fmla="*/ 205336 h 2309"/>
              <a:gd name="T52" fmla="*/ 82953 w 2604"/>
              <a:gd name="T53" fmla="*/ 198943 h 2309"/>
              <a:gd name="T54" fmla="*/ 29626 w 2604"/>
              <a:gd name="T55" fmla="*/ 239948 h 2309"/>
              <a:gd name="T56" fmla="*/ 32589 w 2604"/>
              <a:gd name="T57" fmla="*/ 182728 h 2309"/>
              <a:gd name="T58" fmla="*/ 50676 w 2604"/>
              <a:gd name="T59" fmla="*/ 260840 h 2309"/>
              <a:gd name="T60" fmla="*/ 62838 w 2604"/>
              <a:gd name="T61" fmla="*/ 235583 h 2309"/>
              <a:gd name="T62" fmla="*/ 63774 w 2604"/>
              <a:gd name="T63" fmla="*/ 234491 h 2309"/>
              <a:gd name="T64" fmla="*/ 91217 w 2604"/>
              <a:gd name="T65" fmla="*/ 221083 h 2309"/>
              <a:gd name="T66" fmla="*/ 142828 w 2604"/>
              <a:gd name="T67" fmla="*/ 258657 h 2309"/>
              <a:gd name="T68" fmla="*/ 144076 w 2604"/>
              <a:gd name="T69" fmla="*/ 258657 h 2309"/>
              <a:gd name="T70" fmla="*/ 203483 w 2604"/>
              <a:gd name="T71" fmla="*/ 217653 h 2309"/>
              <a:gd name="T72" fmla="*/ 223130 w 2604"/>
              <a:gd name="T73" fmla="*/ 233867 h 2309"/>
              <a:gd name="T74" fmla="*/ 260084 w 2604"/>
              <a:gd name="T75" fmla="*/ 258657 h 2309"/>
              <a:gd name="T76" fmla="*/ 260240 w 2604"/>
              <a:gd name="T77" fmla="*/ 258657 h 2309"/>
              <a:gd name="T78" fmla="*/ 298442 w 2604"/>
              <a:gd name="T79" fmla="*/ 233867 h 2309"/>
              <a:gd name="T80" fmla="*/ 319180 w 2604"/>
              <a:gd name="T81" fmla="*/ 217653 h 2309"/>
              <a:gd name="T82" fmla="*/ 336800 w 2604"/>
              <a:gd name="T83" fmla="*/ 232776 h 2309"/>
              <a:gd name="T84" fmla="*/ 366114 w 2604"/>
              <a:gd name="T85" fmla="*/ 257254 h 2309"/>
              <a:gd name="T86" fmla="*/ 361748 w 2604"/>
              <a:gd name="T87" fmla="*/ 308861 h 2309"/>
              <a:gd name="T88" fmla="*/ 76248 w 2604"/>
              <a:gd name="T89" fmla="*/ 341291 h 2309"/>
              <a:gd name="T90" fmla="*/ 43191 w 2604"/>
              <a:gd name="T91" fmla="*/ 279861 h 2309"/>
              <a:gd name="T92" fmla="*/ 354108 w 2604"/>
              <a:gd name="T93" fmla="*/ 279861 h 2309"/>
              <a:gd name="T94" fmla="*/ 361748 w 2604"/>
              <a:gd name="T95" fmla="*/ 308861 h 2309"/>
              <a:gd name="T96" fmla="*/ 167776 w 2604"/>
              <a:gd name="T97" fmla="*/ 57531 h 2309"/>
              <a:gd name="T98" fmla="*/ 148130 w 2604"/>
              <a:gd name="T99" fmla="*/ 57531 h 2309"/>
              <a:gd name="T100" fmla="*/ 108680 w 2604"/>
              <a:gd name="T101" fmla="*/ 119584 h 2309"/>
              <a:gd name="T102" fmla="*/ 108680 w 2604"/>
              <a:gd name="T103" fmla="*/ 99939 h 2309"/>
              <a:gd name="T104" fmla="*/ 108680 w 2604"/>
              <a:gd name="T105" fmla="*/ 119584 h 2309"/>
              <a:gd name="T106" fmla="*/ 259773 w 2604"/>
              <a:gd name="T107" fmla="*/ 57531 h 2309"/>
              <a:gd name="T108" fmla="*/ 240282 w 2604"/>
              <a:gd name="T109" fmla="*/ 57531 h 2309"/>
              <a:gd name="T110" fmla="*/ 203951 w 2604"/>
              <a:gd name="T111" fmla="*/ 119584 h 2309"/>
              <a:gd name="T112" fmla="*/ 203951 w 2604"/>
              <a:gd name="T113" fmla="*/ 99939 h 2309"/>
              <a:gd name="T114" fmla="*/ 203951 w 2604"/>
              <a:gd name="T115" fmla="*/ 119584 h 2309"/>
              <a:gd name="T116" fmla="*/ 309201 w 2604"/>
              <a:gd name="T117" fmla="*/ 109762 h 2309"/>
              <a:gd name="T118" fmla="*/ 289554 w 2604"/>
              <a:gd name="T119" fmla="*/ 109762 h 230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604" h="2309">
                <a:moveTo>
                  <a:pt x="2603" y="1327"/>
                </a:moveTo>
                <a:cubicBezTo>
                  <a:pt x="2603" y="1192"/>
                  <a:pt x="2531" y="1084"/>
                  <a:pt x="2433" y="1061"/>
                </a:cubicBezTo>
                <a:cubicBezTo>
                  <a:pt x="2476" y="1006"/>
                  <a:pt x="2500" y="935"/>
                  <a:pt x="2500" y="859"/>
                </a:cubicBezTo>
                <a:cubicBezTo>
                  <a:pt x="2500" y="659"/>
                  <a:pt x="2370" y="441"/>
                  <a:pt x="2153" y="275"/>
                </a:cubicBezTo>
                <a:cubicBezTo>
                  <a:pt x="1920" y="97"/>
                  <a:pt x="1617" y="0"/>
                  <a:pt x="1301" y="0"/>
                </a:cubicBezTo>
                <a:cubicBezTo>
                  <a:pt x="986" y="0"/>
                  <a:pt x="684" y="97"/>
                  <a:pt x="450" y="275"/>
                </a:cubicBezTo>
                <a:cubicBezTo>
                  <a:pt x="233" y="441"/>
                  <a:pt x="103" y="659"/>
                  <a:pt x="103" y="859"/>
                </a:cubicBezTo>
                <a:cubicBezTo>
                  <a:pt x="103" y="930"/>
                  <a:pt x="128" y="1003"/>
                  <a:pt x="174" y="1060"/>
                </a:cubicBezTo>
                <a:cubicBezTo>
                  <a:pt x="74" y="1081"/>
                  <a:pt x="0" y="1190"/>
                  <a:pt x="0" y="1327"/>
                </a:cubicBezTo>
                <a:cubicBezTo>
                  <a:pt x="0" y="1433"/>
                  <a:pt x="0" y="1601"/>
                  <a:pt x="132" y="1647"/>
                </a:cubicBezTo>
                <a:cubicBezTo>
                  <a:pt x="138" y="1671"/>
                  <a:pt x="148" y="1694"/>
                  <a:pt x="163" y="1715"/>
                </a:cubicBezTo>
                <a:cubicBezTo>
                  <a:pt x="161" y="1722"/>
                  <a:pt x="158" y="1729"/>
                  <a:pt x="158" y="1736"/>
                </a:cubicBezTo>
                <a:lnTo>
                  <a:pt x="158" y="1981"/>
                </a:lnTo>
                <a:cubicBezTo>
                  <a:pt x="158" y="2162"/>
                  <a:pt x="308" y="2308"/>
                  <a:pt x="489" y="2308"/>
                </a:cubicBezTo>
                <a:lnTo>
                  <a:pt x="2113" y="2308"/>
                </a:lnTo>
                <a:cubicBezTo>
                  <a:pt x="2294" y="2308"/>
                  <a:pt x="2439" y="2162"/>
                  <a:pt x="2439" y="1981"/>
                </a:cubicBezTo>
                <a:lnTo>
                  <a:pt x="2439" y="1736"/>
                </a:lnTo>
                <a:cubicBezTo>
                  <a:pt x="2439" y="1732"/>
                  <a:pt x="2440" y="1728"/>
                  <a:pt x="2439" y="1725"/>
                </a:cubicBezTo>
                <a:cubicBezTo>
                  <a:pt x="2455" y="1703"/>
                  <a:pt x="2467" y="1677"/>
                  <a:pt x="2473" y="1647"/>
                </a:cubicBezTo>
                <a:cubicBezTo>
                  <a:pt x="2603" y="1601"/>
                  <a:pt x="2603" y="1440"/>
                  <a:pt x="2603" y="1327"/>
                </a:cubicBezTo>
                <a:close/>
                <a:moveTo>
                  <a:pt x="523" y="370"/>
                </a:moveTo>
                <a:cubicBezTo>
                  <a:pt x="735" y="208"/>
                  <a:pt x="1012" y="119"/>
                  <a:pt x="1301" y="119"/>
                </a:cubicBezTo>
                <a:cubicBezTo>
                  <a:pt x="1591" y="119"/>
                  <a:pt x="1868" y="208"/>
                  <a:pt x="2081" y="370"/>
                </a:cubicBezTo>
                <a:cubicBezTo>
                  <a:pt x="2268" y="513"/>
                  <a:pt x="2381" y="695"/>
                  <a:pt x="2381" y="858"/>
                </a:cubicBezTo>
                <a:cubicBezTo>
                  <a:pt x="2381" y="994"/>
                  <a:pt x="2281" y="1053"/>
                  <a:pt x="2182" y="1053"/>
                </a:cubicBezTo>
                <a:lnTo>
                  <a:pt x="420" y="1053"/>
                </a:lnTo>
                <a:cubicBezTo>
                  <a:pt x="323" y="1053"/>
                  <a:pt x="223" y="981"/>
                  <a:pt x="223" y="858"/>
                </a:cubicBezTo>
                <a:cubicBezTo>
                  <a:pt x="223" y="695"/>
                  <a:pt x="335" y="513"/>
                  <a:pt x="523" y="370"/>
                </a:cubicBezTo>
                <a:close/>
                <a:moveTo>
                  <a:pt x="209" y="1172"/>
                </a:moveTo>
                <a:lnTo>
                  <a:pt x="420" y="1172"/>
                </a:lnTo>
                <a:lnTo>
                  <a:pt x="2182" y="1172"/>
                </a:lnTo>
                <a:lnTo>
                  <a:pt x="2394" y="1172"/>
                </a:lnTo>
                <a:cubicBezTo>
                  <a:pt x="2446" y="1172"/>
                  <a:pt x="2484" y="1254"/>
                  <a:pt x="2484" y="1326"/>
                </a:cubicBezTo>
                <a:cubicBezTo>
                  <a:pt x="2484" y="1508"/>
                  <a:pt x="2459" y="1535"/>
                  <a:pt x="2411" y="1538"/>
                </a:cubicBezTo>
                <a:cubicBezTo>
                  <a:pt x="2382" y="1536"/>
                  <a:pt x="2358" y="1525"/>
                  <a:pt x="2335" y="1506"/>
                </a:cubicBezTo>
                <a:cubicBezTo>
                  <a:pt x="2312" y="1485"/>
                  <a:pt x="2288" y="1457"/>
                  <a:pt x="2266" y="1430"/>
                </a:cubicBezTo>
                <a:cubicBezTo>
                  <a:pt x="2249" y="1410"/>
                  <a:pt x="2232" y="1390"/>
                  <a:pt x="2214" y="1371"/>
                </a:cubicBezTo>
                <a:cubicBezTo>
                  <a:pt x="2171" y="1322"/>
                  <a:pt x="2120" y="1280"/>
                  <a:pt x="2051" y="1277"/>
                </a:cubicBezTo>
                <a:cubicBezTo>
                  <a:pt x="2048" y="1276"/>
                  <a:pt x="2045" y="1276"/>
                  <a:pt x="2042" y="1276"/>
                </a:cubicBezTo>
                <a:cubicBezTo>
                  <a:pt x="1950" y="1276"/>
                  <a:pt x="1886" y="1350"/>
                  <a:pt x="1824" y="1422"/>
                </a:cubicBezTo>
                <a:cubicBezTo>
                  <a:pt x="1817" y="1429"/>
                  <a:pt x="1811" y="1436"/>
                  <a:pt x="1805" y="1443"/>
                </a:cubicBezTo>
                <a:cubicBezTo>
                  <a:pt x="1759" y="1493"/>
                  <a:pt x="1712" y="1539"/>
                  <a:pt x="1669" y="1539"/>
                </a:cubicBezTo>
                <a:cubicBezTo>
                  <a:pt x="1666" y="1539"/>
                  <a:pt x="1663" y="1539"/>
                  <a:pt x="1661" y="1539"/>
                </a:cubicBezTo>
                <a:cubicBezTo>
                  <a:pt x="1619" y="1532"/>
                  <a:pt x="1569" y="1476"/>
                  <a:pt x="1525" y="1425"/>
                </a:cubicBezTo>
                <a:cubicBezTo>
                  <a:pt x="1520" y="1420"/>
                  <a:pt x="1515" y="1414"/>
                  <a:pt x="1510" y="1409"/>
                </a:cubicBezTo>
                <a:cubicBezTo>
                  <a:pt x="1456" y="1344"/>
                  <a:pt x="1394" y="1276"/>
                  <a:pt x="1307" y="1276"/>
                </a:cubicBezTo>
                <a:cubicBezTo>
                  <a:pt x="1306" y="1276"/>
                  <a:pt x="1306" y="1276"/>
                  <a:pt x="1305" y="1276"/>
                </a:cubicBezTo>
                <a:lnTo>
                  <a:pt x="1304" y="1276"/>
                </a:lnTo>
                <a:cubicBezTo>
                  <a:pt x="1217" y="1276"/>
                  <a:pt x="1152" y="1348"/>
                  <a:pt x="1089" y="1416"/>
                </a:cubicBezTo>
                <a:cubicBezTo>
                  <a:pt x="1034" y="1475"/>
                  <a:pt x="978" y="1536"/>
                  <a:pt x="921" y="1539"/>
                </a:cubicBezTo>
                <a:cubicBezTo>
                  <a:pt x="865" y="1537"/>
                  <a:pt x="813" y="1481"/>
                  <a:pt x="758" y="1421"/>
                </a:cubicBezTo>
                <a:cubicBezTo>
                  <a:pt x="724" y="1383"/>
                  <a:pt x="688" y="1344"/>
                  <a:pt x="649" y="1317"/>
                </a:cubicBezTo>
                <a:cubicBezTo>
                  <a:pt x="618" y="1294"/>
                  <a:pt x="584" y="1279"/>
                  <a:pt x="545" y="1277"/>
                </a:cubicBezTo>
                <a:cubicBezTo>
                  <a:pt x="541" y="1277"/>
                  <a:pt x="536" y="1276"/>
                  <a:pt x="532" y="1276"/>
                </a:cubicBezTo>
                <a:cubicBezTo>
                  <a:pt x="431" y="1276"/>
                  <a:pt x="365" y="1362"/>
                  <a:pt x="312" y="1434"/>
                </a:cubicBezTo>
                <a:cubicBezTo>
                  <a:pt x="272" y="1486"/>
                  <a:pt x="233" y="1535"/>
                  <a:pt x="190" y="1539"/>
                </a:cubicBezTo>
                <a:cubicBezTo>
                  <a:pt x="148" y="1536"/>
                  <a:pt x="119" y="1511"/>
                  <a:pt x="119" y="1326"/>
                </a:cubicBezTo>
                <a:cubicBezTo>
                  <a:pt x="119" y="1254"/>
                  <a:pt x="158" y="1172"/>
                  <a:pt x="209" y="1172"/>
                </a:cubicBezTo>
                <a:close/>
                <a:moveTo>
                  <a:pt x="2271" y="1673"/>
                </a:moveTo>
                <a:lnTo>
                  <a:pt x="325" y="1673"/>
                </a:lnTo>
                <a:cubicBezTo>
                  <a:pt x="299" y="1673"/>
                  <a:pt x="278" y="1662"/>
                  <a:pt x="264" y="1646"/>
                </a:cubicBezTo>
                <a:cubicBezTo>
                  <a:pt x="321" y="1623"/>
                  <a:pt x="363" y="1567"/>
                  <a:pt x="403" y="1511"/>
                </a:cubicBezTo>
                <a:cubicBezTo>
                  <a:pt x="405" y="1509"/>
                  <a:pt x="406" y="1507"/>
                  <a:pt x="408" y="1505"/>
                </a:cubicBezTo>
                <a:cubicBezTo>
                  <a:pt x="408" y="1505"/>
                  <a:pt x="408" y="1505"/>
                  <a:pt x="409" y="1504"/>
                </a:cubicBezTo>
                <a:cubicBezTo>
                  <a:pt x="452" y="1449"/>
                  <a:pt x="492" y="1397"/>
                  <a:pt x="538" y="1396"/>
                </a:cubicBezTo>
                <a:cubicBezTo>
                  <a:pt x="553" y="1398"/>
                  <a:pt x="569" y="1406"/>
                  <a:pt x="585" y="1418"/>
                </a:cubicBezTo>
                <a:cubicBezTo>
                  <a:pt x="609" y="1438"/>
                  <a:pt x="635" y="1467"/>
                  <a:pt x="661" y="1496"/>
                </a:cubicBezTo>
                <a:cubicBezTo>
                  <a:pt x="728" y="1572"/>
                  <a:pt x="804" y="1659"/>
                  <a:pt x="916" y="1659"/>
                </a:cubicBezTo>
                <a:cubicBezTo>
                  <a:pt x="918" y="1659"/>
                  <a:pt x="919" y="1659"/>
                  <a:pt x="920" y="1659"/>
                </a:cubicBezTo>
                <a:cubicBezTo>
                  <a:pt x="921" y="1659"/>
                  <a:pt x="923" y="1659"/>
                  <a:pt x="924" y="1659"/>
                </a:cubicBezTo>
                <a:cubicBezTo>
                  <a:pt x="1035" y="1659"/>
                  <a:pt x="1111" y="1574"/>
                  <a:pt x="1178" y="1499"/>
                </a:cubicBezTo>
                <a:cubicBezTo>
                  <a:pt x="1223" y="1449"/>
                  <a:pt x="1268" y="1398"/>
                  <a:pt x="1305" y="1396"/>
                </a:cubicBezTo>
                <a:cubicBezTo>
                  <a:pt x="1338" y="1397"/>
                  <a:pt x="1380" y="1442"/>
                  <a:pt x="1420" y="1487"/>
                </a:cubicBezTo>
                <a:cubicBezTo>
                  <a:pt x="1424" y="1491"/>
                  <a:pt x="1428" y="1496"/>
                  <a:pt x="1431" y="1500"/>
                </a:cubicBezTo>
                <a:cubicBezTo>
                  <a:pt x="1489" y="1570"/>
                  <a:pt x="1554" y="1648"/>
                  <a:pt x="1650" y="1658"/>
                </a:cubicBezTo>
                <a:cubicBezTo>
                  <a:pt x="1656" y="1658"/>
                  <a:pt x="1662" y="1659"/>
                  <a:pt x="1668" y="1659"/>
                </a:cubicBezTo>
                <a:lnTo>
                  <a:pt x="1669" y="1659"/>
                </a:lnTo>
                <a:cubicBezTo>
                  <a:pt x="1765" y="1659"/>
                  <a:pt x="1834" y="1591"/>
                  <a:pt x="1894" y="1523"/>
                </a:cubicBezTo>
                <a:cubicBezTo>
                  <a:pt x="1901" y="1515"/>
                  <a:pt x="1908" y="1508"/>
                  <a:pt x="1914" y="1500"/>
                </a:cubicBezTo>
                <a:cubicBezTo>
                  <a:pt x="1958" y="1451"/>
                  <a:pt x="2008" y="1396"/>
                  <a:pt x="2043" y="1396"/>
                </a:cubicBezTo>
                <a:cubicBezTo>
                  <a:pt x="2044" y="1396"/>
                  <a:pt x="2045" y="1396"/>
                  <a:pt x="2047" y="1396"/>
                </a:cubicBezTo>
                <a:cubicBezTo>
                  <a:pt x="2070" y="1399"/>
                  <a:pt x="2097" y="1421"/>
                  <a:pt x="2124" y="1450"/>
                </a:cubicBezTo>
                <a:cubicBezTo>
                  <a:pt x="2135" y="1462"/>
                  <a:pt x="2147" y="1477"/>
                  <a:pt x="2160" y="1493"/>
                </a:cubicBezTo>
                <a:cubicBezTo>
                  <a:pt x="2188" y="1527"/>
                  <a:pt x="2219" y="1565"/>
                  <a:pt x="2256" y="1596"/>
                </a:cubicBezTo>
                <a:cubicBezTo>
                  <a:pt x="2284" y="1621"/>
                  <a:pt x="2314" y="1640"/>
                  <a:pt x="2348" y="1650"/>
                </a:cubicBezTo>
                <a:cubicBezTo>
                  <a:pt x="2333" y="1670"/>
                  <a:pt x="2307" y="1673"/>
                  <a:pt x="2271" y="1673"/>
                </a:cubicBezTo>
                <a:close/>
                <a:moveTo>
                  <a:pt x="2320" y="1981"/>
                </a:moveTo>
                <a:cubicBezTo>
                  <a:pt x="2320" y="2097"/>
                  <a:pt x="2229" y="2189"/>
                  <a:pt x="2113" y="2189"/>
                </a:cubicBezTo>
                <a:lnTo>
                  <a:pt x="489" y="2189"/>
                </a:lnTo>
                <a:cubicBezTo>
                  <a:pt x="374" y="2189"/>
                  <a:pt x="277" y="2097"/>
                  <a:pt x="277" y="1981"/>
                </a:cubicBezTo>
                <a:lnTo>
                  <a:pt x="277" y="1795"/>
                </a:lnTo>
                <a:lnTo>
                  <a:pt x="325" y="1795"/>
                </a:lnTo>
                <a:lnTo>
                  <a:pt x="2271" y="1795"/>
                </a:lnTo>
                <a:lnTo>
                  <a:pt x="2320" y="1795"/>
                </a:lnTo>
                <a:lnTo>
                  <a:pt x="2320" y="1981"/>
                </a:lnTo>
                <a:close/>
                <a:moveTo>
                  <a:pt x="1013" y="432"/>
                </a:moveTo>
                <a:cubicBezTo>
                  <a:pt x="1048" y="432"/>
                  <a:pt x="1076" y="403"/>
                  <a:pt x="1076" y="369"/>
                </a:cubicBezTo>
                <a:cubicBezTo>
                  <a:pt x="1076" y="334"/>
                  <a:pt x="1047" y="307"/>
                  <a:pt x="1013" y="307"/>
                </a:cubicBezTo>
                <a:cubicBezTo>
                  <a:pt x="978" y="307"/>
                  <a:pt x="950" y="334"/>
                  <a:pt x="950" y="369"/>
                </a:cubicBezTo>
                <a:cubicBezTo>
                  <a:pt x="950" y="403"/>
                  <a:pt x="979" y="432"/>
                  <a:pt x="1013" y="432"/>
                </a:cubicBezTo>
                <a:close/>
                <a:moveTo>
                  <a:pt x="697" y="767"/>
                </a:moveTo>
                <a:cubicBezTo>
                  <a:pt x="731" y="767"/>
                  <a:pt x="759" y="739"/>
                  <a:pt x="759" y="704"/>
                </a:cubicBezTo>
                <a:cubicBezTo>
                  <a:pt x="759" y="669"/>
                  <a:pt x="731" y="641"/>
                  <a:pt x="697" y="641"/>
                </a:cubicBezTo>
                <a:cubicBezTo>
                  <a:pt x="662" y="641"/>
                  <a:pt x="634" y="669"/>
                  <a:pt x="634" y="704"/>
                </a:cubicBezTo>
                <a:cubicBezTo>
                  <a:pt x="634" y="739"/>
                  <a:pt x="662" y="767"/>
                  <a:pt x="697" y="767"/>
                </a:cubicBezTo>
                <a:close/>
                <a:moveTo>
                  <a:pt x="1604" y="432"/>
                </a:moveTo>
                <a:cubicBezTo>
                  <a:pt x="1638" y="432"/>
                  <a:pt x="1666" y="403"/>
                  <a:pt x="1666" y="369"/>
                </a:cubicBezTo>
                <a:cubicBezTo>
                  <a:pt x="1666" y="334"/>
                  <a:pt x="1639" y="307"/>
                  <a:pt x="1604" y="307"/>
                </a:cubicBezTo>
                <a:cubicBezTo>
                  <a:pt x="1570" y="307"/>
                  <a:pt x="1541" y="334"/>
                  <a:pt x="1541" y="369"/>
                </a:cubicBezTo>
                <a:cubicBezTo>
                  <a:pt x="1541" y="403"/>
                  <a:pt x="1569" y="432"/>
                  <a:pt x="1604" y="432"/>
                </a:cubicBezTo>
                <a:close/>
                <a:moveTo>
                  <a:pt x="1308" y="767"/>
                </a:moveTo>
                <a:cubicBezTo>
                  <a:pt x="1342" y="767"/>
                  <a:pt x="1371" y="739"/>
                  <a:pt x="1371" y="704"/>
                </a:cubicBezTo>
                <a:cubicBezTo>
                  <a:pt x="1371" y="669"/>
                  <a:pt x="1342" y="641"/>
                  <a:pt x="1308" y="641"/>
                </a:cubicBezTo>
                <a:cubicBezTo>
                  <a:pt x="1274" y="641"/>
                  <a:pt x="1246" y="669"/>
                  <a:pt x="1246" y="704"/>
                </a:cubicBezTo>
                <a:cubicBezTo>
                  <a:pt x="1246" y="739"/>
                  <a:pt x="1274" y="767"/>
                  <a:pt x="1308" y="767"/>
                </a:cubicBezTo>
                <a:close/>
                <a:moveTo>
                  <a:pt x="1920" y="767"/>
                </a:moveTo>
                <a:cubicBezTo>
                  <a:pt x="1955" y="767"/>
                  <a:pt x="1983" y="739"/>
                  <a:pt x="1983" y="704"/>
                </a:cubicBezTo>
                <a:cubicBezTo>
                  <a:pt x="1983" y="669"/>
                  <a:pt x="1955" y="641"/>
                  <a:pt x="1920" y="641"/>
                </a:cubicBezTo>
                <a:cubicBezTo>
                  <a:pt x="1886" y="641"/>
                  <a:pt x="1857" y="669"/>
                  <a:pt x="1857" y="704"/>
                </a:cubicBezTo>
                <a:cubicBezTo>
                  <a:pt x="1857" y="739"/>
                  <a:pt x="1886" y="767"/>
                  <a:pt x="1920" y="767"/>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40" name="Freeform 3">
            <a:extLst>
              <a:ext uri="{FF2B5EF4-FFF2-40B4-BE49-F238E27FC236}">
                <a16:creationId xmlns:a16="http://schemas.microsoft.com/office/drawing/2014/main" id="{6B51D398-870F-C148-A159-C723461A92AF}"/>
              </a:ext>
            </a:extLst>
          </p:cNvPr>
          <p:cNvSpPr>
            <a:spLocks noChangeAspect="1" noChangeArrowheads="1"/>
          </p:cNvSpPr>
          <p:nvPr/>
        </p:nvSpPr>
        <p:spPr bwMode="auto">
          <a:xfrm>
            <a:off x="8793507" y="1563142"/>
            <a:ext cx="435824" cy="433905"/>
          </a:xfrm>
          <a:custGeom>
            <a:avLst/>
            <a:gdLst>
              <a:gd name="T0" fmla="*/ 217655 w 2610"/>
              <a:gd name="T1" fmla="*/ 359862 h 2609"/>
              <a:gd name="T2" fmla="*/ 217103 w 2610"/>
              <a:gd name="T3" fmla="*/ 359862 h 2609"/>
              <a:gd name="T4" fmla="*/ 209379 w 2610"/>
              <a:gd name="T5" fmla="*/ 353653 h 2609"/>
              <a:gd name="T6" fmla="*/ 165931 w 2610"/>
              <a:gd name="T7" fmla="*/ 194833 h 2609"/>
              <a:gd name="T8" fmla="*/ 6345 w 2610"/>
              <a:gd name="T9" fmla="*/ 150540 h 2609"/>
              <a:gd name="T10" fmla="*/ 138 w 2610"/>
              <a:gd name="T11" fmla="*/ 142813 h 2609"/>
              <a:gd name="T12" fmla="*/ 5517 w 2610"/>
              <a:gd name="T13" fmla="*/ 134396 h 2609"/>
              <a:gd name="T14" fmla="*/ 347586 w 2610"/>
              <a:gd name="T15" fmla="*/ 1242 h 2609"/>
              <a:gd name="T16" fmla="*/ 356690 w 2610"/>
              <a:gd name="T17" fmla="*/ 3174 h 2609"/>
              <a:gd name="T18" fmla="*/ 358621 w 2610"/>
              <a:gd name="T19" fmla="*/ 12281 h 2609"/>
              <a:gd name="T20" fmla="*/ 225517 w 2610"/>
              <a:gd name="T21" fmla="*/ 354481 h 2609"/>
              <a:gd name="T22" fmla="*/ 217655 w 2610"/>
              <a:gd name="T23" fmla="*/ 359862 h 2609"/>
              <a:gd name="T24" fmla="*/ 35448 w 2610"/>
              <a:gd name="T25" fmla="*/ 141020 h 2609"/>
              <a:gd name="T26" fmla="*/ 175034 w 2610"/>
              <a:gd name="T27" fmla="*/ 179931 h 2609"/>
              <a:gd name="T28" fmla="*/ 180828 w 2610"/>
              <a:gd name="T29" fmla="*/ 185726 h 2609"/>
              <a:gd name="T30" fmla="*/ 219034 w 2610"/>
              <a:gd name="T31" fmla="*/ 324400 h 2609"/>
              <a:gd name="T32" fmla="*/ 335862 w 2610"/>
              <a:gd name="T33" fmla="*/ 24147 h 2609"/>
              <a:gd name="T34" fmla="*/ 35448 w 2610"/>
              <a:gd name="T35" fmla="*/ 141020 h 26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610" h="2609">
                <a:moveTo>
                  <a:pt x="1578" y="2608"/>
                </a:moveTo>
                <a:cubicBezTo>
                  <a:pt x="1577" y="2608"/>
                  <a:pt x="1575" y="2608"/>
                  <a:pt x="1574" y="2608"/>
                </a:cubicBezTo>
                <a:cubicBezTo>
                  <a:pt x="1548" y="2607"/>
                  <a:pt x="1525" y="2589"/>
                  <a:pt x="1518" y="2563"/>
                </a:cubicBezTo>
                <a:lnTo>
                  <a:pt x="1203" y="1412"/>
                </a:lnTo>
                <a:lnTo>
                  <a:pt x="46" y="1091"/>
                </a:lnTo>
                <a:cubicBezTo>
                  <a:pt x="20" y="1084"/>
                  <a:pt x="2" y="1061"/>
                  <a:pt x="1" y="1035"/>
                </a:cubicBezTo>
                <a:cubicBezTo>
                  <a:pt x="0" y="1008"/>
                  <a:pt x="15" y="984"/>
                  <a:pt x="40" y="974"/>
                </a:cubicBezTo>
                <a:lnTo>
                  <a:pt x="2520" y="9"/>
                </a:lnTo>
                <a:cubicBezTo>
                  <a:pt x="2543" y="0"/>
                  <a:pt x="2569" y="6"/>
                  <a:pt x="2586" y="23"/>
                </a:cubicBezTo>
                <a:cubicBezTo>
                  <a:pt x="2603" y="40"/>
                  <a:pt x="2609" y="66"/>
                  <a:pt x="2600" y="89"/>
                </a:cubicBezTo>
                <a:lnTo>
                  <a:pt x="1635" y="2569"/>
                </a:lnTo>
                <a:cubicBezTo>
                  <a:pt x="1626" y="2593"/>
                  <a:pt x="1603" y="2608"/>
                  <a:pt x="1578" y="2608"/>
                </a:cubicBezTo>
                <a:close/>
                <a:moveTo>
                  <a:pt x="257" y="1022"/>
                </a:moveTo>
                <a:lnTo>
                  <a:pt x="1269" y="1304"/>
                </a:lnTo>
                <a:cubicBezTo>
                  <a:pt x="1290" y="1309"/>
                  <a:pt x="1305" y="1325"/>
                  <a:pt x="1311" y="1346"/>
                </a:cubicBezTo>
                <a:lnTo>
                  <a:pt x="1588" y="2351"/>
                </a:lnTo>
                <a:lnTo>
                  <a:pt x="2435" y="175"/>
                </a:lnTo>
                <a:lnTo>
                  <a:pt x="257" y="1022"/>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41" name="Freeform 4">
            <a:extLst>
              <a:ext uri="{FF2B5EF4-FFF2-40B4-BE49-F238E27FC236}">
                <a16:creationId xmlns:a16="http://schemas.microsoft.com/office/drawing/2014/main" id="{9E5376DF-87FD-9749-9DCA-5C461050AA2C}"/>
              </a:ext>
            </a:extLst>
          </p:cNvPr>
          <p:cNvSpPr>
            <a:spLocks noChangeAspect="1" noChangeArrowheads="1"/>
          </p:cNvSpPr>
          <p:nvPr/>
        </p:nvSpPr>
        <p:spPr bwMode="auto">
          <a:xfrm>
            <a:off x="2553724" y="1524741"/>
            <a:ext cx="443504" cy="435824"/>
          </a:xfrm>
          <a:custGeom>
            <a:avLst/>
            <a:gdLst>
              <a:gd name="T0" fmla="*/ 259329 w 2640"/>
              <a:gd name="T1" fmla="*/ 359584 h 2598"/>
              <a:gd name="T2" fmla="*/ 206354 w 2640"/>
              <a:gd name="T3" fmla="*/ 201201 h 2598"/>
              <a:gd name="T4" fmla="*/ 151021 w 2640"/>
              <a:gd name="T5" fmla="*/ 331316 h 2598"/>
              <a:gd name="T6" fmla="*/ 134796 w 2640"/>
              <a:gd name="T7" fmla="*/ 351270 h 2598"/>
              <a:gd name="T8" fmla="*/ 121067 w 2640"/>
              <a:gd name="T9" fmla="*/ 348499 h 2598"/>
              <a:gd name="T10" fmla="*/ 10401 w 2640"/>
              <a:gd name="T11" fmla="*/ 236259 h 2598"/>
              <a:gd name="T12" fmla="*/ 7627 w 2640"/>
              <a:gd name="T13" fmla="*/ 222818 h 2598"/>
              <a:gd name="T14" fmla="*/ 27874 w 2640"/>
              <a:gd name="T15" fmla="*/ 206051 h 2598"/>
              <a:gd name="T16" fmla="*/ 160174 w 2640"/>
              <a:gd name="T17" fmla="*/ 151871 h 2598"/>
              <a:gd name="T18" fmla="*/ 693 w 2640"/>
              <a:gd name="T19" fmla="*/ 97136 h 2598"/>
              <a:gd name="T20" fmla="*/ 29261 w 2640"/>
              <a:gd name="T21" fmla="*/ 62356 h 2598"/>
              <a:gd name="T22" fmla="*/ 225769 w 2640"/>
              <a:gd name="T23" fmla="*/ 78984 h 2598"/>
              <a:gd name="T24" fmla="*/ 331858 w 2640"/>
              <a:gd name="T25" fmla="*/ 0 h 2598"/>
              <a:gd name="T26" fmla="*/ 354740 w 2640"/>
              <a:gd name="T27" fmla="*/ 7483 h 2598"/>
              <a:gd name="T28" fmla="*/ 335187 w 2640"/>
              <a:gd name="T29" fmla="*/ 81478 h 2598"/>
              <a:gd name="T30" fmla="*/ 296079 w 2640"/>
              <a:gd name="T31" fmla="*/ 323834 h 2598"/>
              <a:gd name="T32" fmla="*/ 267234 w 2640"/>
              <a:gd name="T33" fmla="*/ 357367 h 2598"/>
              <a:gd name="T34" fmla="*/ 210653 w 2640"/>
              <a:gd name="T35" fmla="*/ 178476 h 2598"/>
              <a:gd name="T36" fmla="*/ 218558 w 2640"/>
              <a:gd name="T37" fmla="*/ 184296 h 2598"/>
              <a:gd name="T38" fmla="*/ 279160 w 2640"/>
              <a:gd name="T39" fmla="*/ 321478 h 2598"/>
              <a:gd name="T40" fmla="*/ 266402 w 2640"/>
              <a:gd name="T41" fmla="*/ 126513 h 2598"/>
              <a:gd name="T42" fmla="*/ 343923 w 2640"/>
              <a:gd name="T43" fmla="*/ 34919 h 2598"/>
              <a:gd name="T44" fmla="*/ 291364 w 2640"/>
              <a:gd name="T45" fmla="*/ 36859 h 2598"/>
              <a:gd name="T46" fmla="*/ 234645 w 2640"/>
              <a:gd name="T47" fmla="*/ 93533 h 2598"/>
              <a:gd name="T48" fmla="*/ 38275 w 2640"/>
              <a:gd name="T49" fmla="*/ 76767 h 2598"/>
              <a:gd name="T50" fmla="*/ 176815 w 2640"/>
              <a:gd name="T51" fmla="*/ 139815 h 2598"/>
              <a:gd name="T52" fmla="*/ 180837 w 2640"/>
              <a:gd name="T53" fmla="*/ 152979 h 2598"/>
              <a:gd name="T54" fmla="*/ 115935 w 2640"/>
              <a:gd name="T55" fmla="*/ 226975 h 2598"/>
              <a:gd name="T56" fmla="*/ 28013 w 2640"/>
              <a:gd name="T57" fmla="*/ 225727 h 2598"/>
              <a:gd name="T58" fmla="*/ 105257 w 2640"/>
              <a:gd name="T59" fmla="*/ 261617 h 2598"/>
              <a:gd name="T60" fmla="*/ 134380 w 2640"/>
              <a:gd name="T61" fmla="*/ 327991 h 2598"/>
              <a:gd name="T62" fmla="*/ 136599 w 2640"/>
              <a:gd name="T63" fmla="*/ 238476 h 2598"/>
              <a:gd name="T64" fmla="*/ 210653 w 2640"/>
              <a:gd name="T65" fmla="*/ 178476 h 259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640" h="2598">
                <a:moveTo>
                  <a:pt x="1884" y="2597"/>
                </a:moveTo>
                <a:cubicBezTo>
                  <a:pt x="1879" y="2597"/>
                  <a:pt x="1875" y="2596"/>
                  <a:pt x="1870" y="2595"/>
                </a:cubicBezTo>
                <a:cubicBezTo>
                  <a:pt x="1849" y="2590"/>
                  <a:pt x="1833" y="2575"/>
                  <a:pt x="1827" y="2554"/>
                </a:cubicBezTo>
                <a:lnTo>
                  <a:pt x="1488" y="1452"/>
                </a:lnTo>
                <a:lnTo>
                  <a:pt x="1084" y="1795"/>
                </a:lnTo>
                <a:lnTo>
                  <a:pt x="1089" y="2391"/>
                </a:lnTo>
                <a:cubicBezTo>
                  <a:pt x="1089" y="2407"/>
                  <a:pt x="1083" y="2422"/>
                  <a:pt x="1072" y="2433"/>
                </a:cubicBezTo>
                <a:lnTo>
                  <a:pt x="972" y="2535"/>
                </a:lnTo>
                <a:cubicBezTo>
                  <a:pt x="958" y="2550"/>
                  <a:pt x="937" y="2556"/>
                  <a:pt x="917" y="2552"/>
                </a:cubicBezTo>
                <a:cubicBezTo>
                  <a:pt x="897" y="2548"/>
                  <a:pt x="881" y="2534"/>
                  <a:pt x="873" y="2515"/>
                </a:cubicBezTo>
                <a:lnTo>
                  <a:pt x="656" y="1954"/>
                </a:lnTo>
                <a:lnTo>
                  <a:pt x="75" y="1705"/>
                </a:lnTo>
                <a:cubicBezTo>
                  <a:pt x="56" y="1697"/>
                  <a:pt x="43" y="1681"/>
                  <a:pt x="39" y="1661"/>
                </a:cubicBezTo>
                <a:cubicBezTo>
                  <a:pt x="36" y="1642"/>
                  <a:pt x="41" y="1622"/>
                  <a:pt x="55" y="1608"/>
                </a:cubicBezTo>
                <a:lnTo>
                  <a:pt x="155" y="1505"/>
                </a:lnTo>
                <a:cubicBezTo>
                  <a:pt x="167" y="1493"/>
                  <a:pt x="184" y="1486"/>
                  <a:pt x="201" y="1487"/>
                </a:cubicBezTo>
                <a:lnTo>
                  <a:pt x="811" y="1517"/>
                </a:lnTo>
                <a:lnTo>
                  <a:pt x="1155" y="1096"/>
                </a:lnTo>
                <a:lnTo>
                  <a:pt x="45" y="744"/>
                </a:lnTo>
                <a:cubicBezTo>
                  <a:pt x="25" y="737"/>
                  <a:pt x="10" y="721"/>
                  <a:pt x="5" y="701"/>
                </a:cubicBezTo>
                <a:cubicBezTo>
                  <a:pt x="0" y="681"/>
                  <a:pt x="5" y="659"/>
                  <a:pt x="20" y="645"/>
                </a:cubicBezTo>
                <a:lnTo>
                  <a:pt x="211" y="450"/>
                </a:lnTo>
                <a:cubicBezTo>
                  <a:pt x="223" y="437"/>
                  <a:pt x="241" y="430"/>
                  <a:pt x="259" y="432"/>
                </a:cubicBezTo>
                <a:lnTo>
                  <a:pt x="1628" y="570"/>
                </a:lnTo>
                <a:lnTo>
                  <a:pt x="2016" y="181"/>
                </a:lnTo>
                <a:cubicBezTo>
                  <a:pt x="2170" y="25"/>
                  <a:pt x="2318" y="0"/>
                  <a:pt x="2393" y="0"/>
                </a:cubicBezTo>
                <a:lnTo>
                  <a:pt x="2394" y="0"/>
                </a:lnTo>
                <a:cubicBezTo>
                  <a:pt x="2463" y="0"/>
                  <a:pt x="2524" y="21"/>
                  <a:pt x="2558" y="54"/>
                </a:cubicBezTo>
                <a:cubicBezTo>
                  <a:pt x="2639" y="135"/>
                  <a:pt x="2635" y="365"/>
                  <a:pt x="2417" y="587"/>
                </a:cubicBezTo>
                <a:lnTo>
                  <a:pt x="2417" y="588"/>
                </a:lnTo>
                <a:lnTo>
                  <a:pt x="2025" y="979"/>
                </a:lnTo>
                <a:lnTo>
                  <a:pt x="2135" y="2337"/>
                </a:lnTo>
                <a:cubicBezTo>
                  <a:pt x="2136" y="2355"/>
                  <a:pt x="2130" y="2372"/>
                  <a:pt x="2118" y="2384"/>
                </a:cubicBezTo>
                <a:lnTo>
                  <a:pt x="1927" y="2579"/>
                </a:lnTo>
                <a:cubicBezTo>
                  <a:pt x="1916" y="2590"/>
                  <a:pt x="1900" y="2597"/>
                  <a:pt x="1884" y="2597"/>
                </a:cubicBezTo>
                <a:close/>
                <a:moveTo>
                  <a:pt x="1519" y="1288"/>
                </a:moveTo>
                <a:cubicBezTo>
                  <a:pt x="1524" y="1288"/>
                  <a:pt x="1530" y="1289"/>
                  <a:pt x="1535" y="1291"/>
                </a:cubicBezTo>
                <a:cubicBezTo>
                  <a:pt x="1555" y="1296"/>
                  <a:pt x="1570" y="1310"/>
                  <a:pt x="1576" y="1330"/>
                </a:cubicBezTo>
                <a:lnTo>
                  <a:pt x="1912" y="2423"/>
                </a:lnTo>
                <a:lnTo>
                  <a:pt x="2013" y="2320"/>
                </a:lnTo>
                <a:lnTo>
                  <a:pt x="1903" y="961"/>
                </a:lnTo>
                <a:cubicBezTo>
                  <a:pt x="1902" y="943"/>
                  <a:pt x="1908" y="926"/>
                  <a:pt x="1921" y="913"/>
                </a:cubicBezTo>
                <a:lnTo>
                  <a:pt x="2332" y="503"/>
                </a:lnTo>
                <a:cubicBezTo>
                  <a:pt x="2432" y="400"/>
                  <a:pt x="2468" y="310"/>
                  <a:pt x="2480" y="252"/>
                </a:cubicBezTo>
                <a:cubicBezTo>
                  <a:pt x="2495" y="181"/>
                  <a:pt x="2478" y="145"/>
                  <a:pt x="2473" y="140"/>
                </a:cubicBezTo>
                <a:cubicBezTo>
                  <a:pt x="2451" y="118"/>
                  <a:pt x="2283" y="81"/>
                  <a:pt x="2101" y="266"/>
                </a:cubicBezTo>
                <a:lnTo>
                  <a:pt x="1692" y="675"/>
                </a:lnTo>
                <a:cubicBezTo>
                  <a:pt x="1680" y="688"/>
                  <a:pt x="1662" y="694"/>
                  <a:pt x="1644" y="692"/>
                </a:cubicBezTo>
                <a:lnTo>
                  <a:pt x="276" y="554"/>
                </a:lnTo>
                <a:lnTo>
                  <a:pt x="174" y="659"/>
                </a:lnTo>
                <a:lnTo>
                  <a:pt x="1275" y="1009"/>
                </a:lnTo>
                <a:cubicBezTo>
                  <a:pt x="1294" y="1015"/>
                  <a:pt x="1308" y="1030"/>
                  <a:pt x="1314" y="1049"/>
                </a:cubicBezTo>
                <a:cubicBezTo>
                  <a:pt x="1319" y="1068"/>
                  <a:pt x="1315" y="1088"/>
                  <a:pt x="1304" y="1104"/>
                </a:cubicBezTo>
                <a:lnTo>
                  <a:pt x="885" y="1616"/>
                </a:lnTo>
                <a:cubicBezTo>
                  <a:pt x="873" y="1631"/>
                  <a:pt x="855" y="1639"/>
                  <a:pt x="836" y="1638"/>
                </a:cubicBezTo>
                <a:lnTo>
                  <a:pt x="222" y="1608"/>
                </a:lnTo>
                <a:lnTo>
                  <a:pt x="202" y="1629"/>
                </a:lnTo>
                <a:lnTo>
                  <a:pt x="727" y="1854"/>
                </a:lnTo>
                <a:cubicBezTo>
                  <a:pt x="742" y="1861"/>
                  <a:pt x="753" y="1873"/>
                  <a:pt x="759" y="1888"/>
                </a:cubicBezTo>
                <a:lnTo>
                  <a:pt x="952" y="2385"/>
                </a:lnTo>
                <a:lnTo>
                  <a:pt x="969" y="2367"/>
                </a:lnTo>
                <a:lnTo>
                  <a:pt x="964" y="1767"/>
                </a:lnTo>
                <a:cubicBezTo>
                  <a:pt x="964" y="1750"/>
                  <a:pt x="972" y="1733"/>
                  <a:pt x="985" y="1721"/>
                </a:cubicBezTo>
                <a:lnTo>
                  <a:pt x="1480" y="1301"/>
                </a:lnTo>
                <a:cubicBezTo>
                  <a:pt x="1491" y="1293"/>
                  <a:pt x="1505" y="1288"/>
                  <a:pt x="1519" y="128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42" name="Freeform 5">
            <a:extLst>
              <a:ext uri="{FF2B5EF4-FFF2-40B4-BE49-F238E27FC236}">
                <a16:creationId xmlns:a16="http://schemas.microsoft.com/office/drawing/2014/main" id="{2768DB61-7734-C049-9CF0-388D9393C7E7}"/>
              </a:ext>
            </a:extLst>
          </p:cNvPr>
          <p:cNvSpPr>
            <a:spLocks noChangeAspect="1" noChangeArrowheads="1"/>
          </p:cNvSpPr>
          <p:nvPr/>
        </p:nvSpPr>
        <p:spPr bwMode="auto">
          <a:xfrm>
            <a:off x="4147271" y="1524741"/>
            <a:ext cx="497263" cy="435824"/>
          </a:xfrm>
          <a:custGeom>
            <a:avLst/>
            <a:gdLst>
              <a:gd name="T0" fmla="*/ 52282 w 2601"/>
              <a:gd name="T1" fmla="*/ 0 h 2282"/>
              <a:gd name="T2" fmla="*/ 0 w 2601"/>
              <a:gd name="T3" fmla="*/ 144347 h 2282"/>
              <a:gd name="T4" fmla="*/ 83240 w 2601"/>
              <a:gd name="T5" fmla="*/ 153812 h 2282"/>
              <a:gd name="T6" fmla="*/ 48491 w 2601"/>
              <a:gd name="T7" fmla="*/ 207292 h 2282"/>
              <a:gd name="T8" fmla="*/ 0 w 2601"/>
              <a:gd name="T9" fmla="*/ 312358 h 2282"/>
              <a:gd name="T10" fmla="*/ 50386 w 2601"/>
              <a:gd name="T11" fmla="*/ 321823 h 2282"/>
              <a:gd name="T12" fmla="*/ 135996 w 2601"/>
              <a:gd name="T13" fmla="*/ 321823 h 2282"/>
              <a:gd name="T14" fmla="*/ 317482 w 2601"/>
              <a:gd name="T15" fmla="*/ 359842 h 2282"/>
              <a:gd name="T16" fmla="*/ 401196 w 2601"/>
              <a:gd name="T17" fmla="*/ 321823 h 2282"/>
              <a:gd name="T18" fmla="*/ 410673 w 2601"/>
              <a:gd name="T19" fmla="*/ 52217 h 2282"/>
              <a:gd name="T20" fmla="*/ 391719 w 2601"/>
              <a:gd name="T21" fmla="*/ 52217 h 2282"/>
              <a:gd name="T22" fmla="*/ 328380 w 2601"/>
              <a:gd name="T23" fmla="*/ 75881 h 2282"/>
              <a:gd name="T24" fmla="*/ 358391 w 2601"/>
              <a:gd name="T25" fmla="*/ 18931 h 2282"/>
              <a:gd name="T26" fmla="*/ 102194 w 2601"/>
              <a:gd name="T27" fmla="*/ 75881 h 2282"/>
              <a:gd name="T28" fmla="*/ 158267 w 2601"/>
              <a:gd name="T29" fmla="*/ 18931 h 2282"/>
              <a:gd name="T30" fmla="*/ 102194 w 2601"/>
              <a:gd name="T31" fmla="*/ 75881 h 2282"/>
              <a:gd name="T32" fmla="*/ 234242 w 2601"/>
              <a:gd name="T33" fmla="*/ 18931 h 2282"/>
              <a:gd name="T34" fmla="*/ 177379 w 2601"/>
              <a:gd name="T35" fmla="*/ 75881 h 2282"/>
              <a:gd name="T36" fmla="*/ 253354 w 2601"/>
              <a:gd name="T37" fmla="*/ 18931 h 2282"/>
              <a:gd name="T38" fmla="*/ 309426 w 2601"/>
              <a:gd name="T39" fmla="*/ 75881 h 2282"/>
              <a:gd name="T40" fmla="*/ 253354 w 2601"/>
              <a:gd name="T41" fmla="*/ 18931 h 2282"/>
              <a:gd name="T42" fmla="*/ 83240 w 2601"/>
              <a:gd name="T43" fmla="*/ 18931 h 2282"/>
              <a:gd name="T44" fmla="*/ 18954 w 2601"/>
              <a:gd name="T45" fmla="*/ 75881 h 2282"/>
              <a:gd name="T46" fmla="*/ 52282 w 2601"/>
              <a:gd name="T47" fmla="*/ 18931 h 2282"/>
              <a:gd name="T48" fmla="*/ 391719 w 2601"/>
              <a:gd name="T49" fmla="*/ 94969 h 2282"/>
              <a:gd name="T50" fmla="*/ 18954 w 2601"/>
              <a:gd name="T51" fmla="*/ 134882 h 2282"/>
              <a:gd name="T52" fmla="*/ 309426 w 2601"/>
              <a:gd name="T53" fmla="*/ 206819 h 2282"/>
              <a:gd name="T54" fmla="*/ 253354 w 2601"/>
              <a:gd name="T55" fmla="*/ 153812 h 2282"/>
              <a:gd name="T56" fmla="*/ 309426 w 2601"/>
              <a:gd name="T57" fmla="*/ 206819 h 2282"/>
              <a:gd name="T58" fmla="*/ 158267 w 2601"/>
              <a:gd name="T59" fmla="*/ 153812 h 2282"/>
              <a:gd name="T60" fmla="*/ 102668 w 2601"/>
              <a:gd name="T61" fmla="*/ 206819 h 2282"/>
              <a:gd name="T62" fmla="*/ 177379 w 2601"/>
              <a:gd name="T63" fmla="*/ 153812 h 2282"/>
              <a:gd name="T64" fmla="*/ 234242 w 2601"/>
              <a:gd name="T65" fmla="*/ 206819 h 2282"/>
              <a:gd name="T66" fmla="*/ 177379 w 2601"/>
              <a:gd name="T67" fmla="*/ 153812 h 2282"/>
              <a:gd name="T68" fmla="*/ 48491 w 2601"/>
              <a:gd name="T69" fmla="*/ 226223 h 2282"/>
              <a:gd name="T70" fmla="*/ 309426 w 2601"/>
              <a:gd name="T71" fmla="*/ 274496 h 2282"/>
              <a:gd name="T72" fmla="*/ 134101 w 2601"/>
              <a:gd name="T73" fmla="*/ 302892 h 2282"/>
              <a:gd name="T74" fmla="*/ 52440 w 2601"/>
              <a:gd name="T75" fmla="*/ 302892 h 2282"/>
              <a:gd name="T76" fmla="*/ 18954 w 2601"/>
              <a:gd name="T77" fmla="*/ 256512 h 2282"/>
              <a:gd name="T78" fmla="*/ 69183 w 2601"/>
              <a:gd name="T79" fmla="*/ 316775 h 2282"/>
              <a:gd name="T80" fmla="*/ 117358 w 2601"/>
              <a:gd name="T81" fmla="*/ 316775 h 2282"/>
              <a:gd name="T82" fmla="*/ 317482 w 2601"/>
              <a:gd name="T83" fmla="*/ 340911 h 2282"/>
              <a:gd name="T84" fmla="*/ 317482 w 2601"/>
              <a:gd name="T85" fmla="*/ 292638 h 2282"/>
              <a:gd name="T86" fmla="*/ 317482 w 2601"/>
              <a:gd name="T87" fmla="*/ 340911 h 2282"/>
              <a:gd name="T88" fmla="*/ 328380 w 2601"/>
              <a:gd name="T89" fmla="*/ 275127 h 2282"/>
              <a:gd name="T90" fmla="*/ 391719 w 2601"/>
              <a:gd name="T91" fmla="*/ 153812 h 2282"/>
              <a:gd name="T92" fmla="*/ 358233 w 2601"/>
              <a:gd name="T93" fmla="*/ 302892 h 228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601" h="2282">
                <a:moveTo>
                  <a:pt x="2269" y="0"/>
                </a:moveTo>
                <a:lnTo>
                  <a:pt x="331" y="0"/>
                </a:lnTo>
                <a:cubicBezTo>
                  <a:pt x="148" y="0"/>
                  <a:pt x="0" y="148"/>
                  <a:pt x="0" y="331"/>
                </a:cubicBezTo>
                <a:lnTo>
                  <a:pt x="0" y="915"/>
                </a:lnTo>
                <a:cubicBezTo>
                  <a:pt x="0" y="948"/>
                  <a:pt x="27" y="975"/>
                  <a:pt x="60" y="975"/>
                </a:cubicBezTo>
                <a:lnTo>
                  <a:pt x="527" y="975"/>
                </a:lnTo>
                <a:lnTo>
                  <a:pt x="527" y="1314"/>
                </a:lnTo>
                <a:lnTo>
                  <a:pt x="307" y="1314"/>
                </a:lnTo>
                <a:cubicBezTo>
                  <a:pt x="123" y="1314"/>
                  <a:pt x="0" y="1475"/>
                  <a:pt x="0" y="1626"/>
                </a:cubicBezTo>
                <a:lnTo>
                  <a:pt x="0" y="1980"/>
                </a:lnTo>
                <a:cubicBezTo>
                  <a:pt x="0" y="2013"/>
                  <a:pt x="27" y="2040"/>
                  <a:pt x="60" y="2040"/>
                </a:cubicBezTo>
                <a:lnTo>
                  <a:pt x="319" y="2040"/>
                </a:lnTo>
                <a:cubicBezTo>
                  <a:pt x="335" y="2176"/>
                  <a:pt x="451" y="2281"/>
                  <a:pt x="590" y="2281"/>
                </a:cubicBezTo>
                <a:cubicBezTo>
                  <a:pt x="730" y="2281"/>
                  <a:pt x="845" y="2176"/>
                  <a:pt x="861" y="2040"/>
                </a:cubicBezTo>
                <a:lnTo>
                  <a:pt x="1739" y="2040"/>
                </a:lnTo>
                <a:cubicBezTo>
                  <a:pt x="1755" y="2176"/>
                  <a:pt x="1871" y="2281"/>
                  <a:pt x="2010" y="2281"/>
                </a:cubicBezTo>
                <a:cubicBezTo>
                  <a:pt x="2150" y="2281"/>
                  <a:pt x="2265" y="2176"/>
                  <a:pt x="2281" y="2040"/>
                </a:cubicBezTo>
                <a:lnTo>
                  <a:pt x="2540" y="2040"/>
                </a:lnTo>
                <a:cubicBezTo>
                  <a:pt x="2573" y="2040"/>
                  <a:pt x="2600" y="2013"/>
                  <a:pt x="2600" y="1980"/>
                </a:cubicBezTo>
                <a:lnTo>
                  <a:pt x="2600" y="331"/>
                </a:lnTo>
                <a:cubicBezTo>
                  <a:pt x="2600" y="148"/>
                  <a:pt x="2452" y="0"/>
                  <a:pt x="2269" y="0"/>
                </a:cubicBezTo>
                <a:close/>
                <a:moveTo>
                  <a:pt x="2480" y="331"/>
                </a:moveTo>
                <a:lnTo>
                  <a:pt x="2480" y="481"/>
                </a:lnTo>
                <a:lnTo>
                  <a:pt x="2079" y="481"/>
                </a:lnTo>
                <a:lnTo>
                  <a:pt x="2079" y="120"/>
                </a:lnTo>
                <a:lnTo>
                  <a:pt x="2269" y="120"/>
                </a:lnTo>
                <a:cubicBezTo>
                  <a:pt x="2385" y="120"/>
                  <a:pt x="2480" y="215"/>
                  <a:pt x="2480" y="331"/>
                </a:cubicBezTo>
                <a:close/>
                <a:moveTo>
                  <a:pt x="647" y="481"/>
                </a:moveTo>
                <a:lnTo>
                  <a:pt x="647" y="120"/>
                </a:lnTo>
                <a:lnTo>
                  <a:pt x="1002" y="120"/>
                </a:lnTo>
                <a:lnTo>
                  <a:pt x="1002" y="481"/>
                </a:lnTo>
                <a:lnTo>
                  <a:pt x="647" y="481"/>
                </a:lnTo>
                <a:close/>
                <a:moveTo>
                  <a:pt x="1123" y="120"/>
                </a:moveTo>
                <a:lnTo>
                  <a:pt x="1483" y="120"/>
                </a:lnTo>
                <a:lnTo>
                  <a:pt x="1483" y="481"/>
                </a:lnTo>
                <a:lnTo>
                  <a:pt x="1123" y="481"/>
                </a:lnTo>
                <a:lnTo>
                  <a:pt x="1123" y="120"/>
                </a:lnTo>
                <a:close/>
                <a:moveTo>
                  <a:pt x="1604" y="120"/>
                </a:moveTo>
                <a:lnTo>
                  <a:pt x="1959" y="120"/>
                </a:lnTo>
                <a:lnTo>
                  <a:pt x="1959" y="481"/>
                </a:lnTo>
                <a:lnTo>
                  <a:pt x="1604" y="481"/>
                </a:lnTo>
                <a:lnTo>
                  <a:pt x="1604" y="120"/>
                </a:lnTo>
                <a:close/>
                <a:moveTo>
                  <a:pt x="331" y="120"/>
                </a:moveTo>
                <a:lnTo>
                  <a:pt x="527" y="120"/>
                </a:lnTo>
                <a:lnTo>
                  <a:pt x="527" y="481"/>
                </a:lnTo>
                <a:lnTo>
                  <a:pt x="120" y="481"/>
                </a:lnTo>
                <a:lnTo>
                  <a:pt x="120" y="331"/>
                </a:lnTo>
                <a:cubicBezTo>
                  <a:pt x="120" y="215"/>
                  <a:pt x="215" y="120"/>
                  <a:pt x="331" y="120"/>
                </a:cubicBezTo>
                <a:close/>
                <a:moveTo>
                  <a:pt x="120" y="602"/>
                </a:moveTo>
                <a:lnTo>
                  <a:pt x="2480" y="602"/>
                </a:lnTo>
                <a:lnTo>
                  <a:pt x="2480" y="855"/>
                </a:lnTo>
                <a:lnTo>
                  <a:pt x="120" y="855"/>
                </a:lnTo>
                <a:lnTo>
                  <a:pt x="120" y="602"/>
                </a:lnTo>
                <a:close/>
                <a:moveTo>
                  <a:pt x="1959" y="1311"/>
                </a:moveTo>
                <a:lnTo>
                  <a:pt x="1604" y="1311"/>
                </a:lnTo>
                <a:lnTo>
                  <a:pt x="1604" y="975"/>
                </a:lnTo>
                <a:lnTo>
                  <a:pt x="1959" y="975"/>
                </a:lnTo>
                <a:lnTo>
                  <a:pt x="1959" y="1311"/>
                </a:lnTo>
                <a:close/>
                <a:moveTo>
                  <a:pt x="650" y="975"/>
                </a:moveTo>
                <a:lnTo>
                  <a:pt x="1002" y="975"/>
                </a:lnTo>
                <a:lnTo>
                  <a:pt x="1002" y="1311"/>
                </a:lnTo>
                <a:lnTo>
                  <a:pt x="650" y="1311"/>
                </a:lnTo>
                <a:lnTo>
                  <a:pt x="650" y="975"/>
                </a:lnTo>
                <a:close/>
                <a:moveTo>
                  <a:pt x="1123" y="975"/>
                </a:moveTo>
                <a:lnTo>
                  <a:pt x="1483" y="975"/>
                </a:lnTo>
                <a:lnTo>
                  <a:pt x="1483" y="1311"/>
                </a:lnTo>
                <a:lnTo>
                  <a:pt x="1123" y="1311"/>
                </a:lnTo>
                <a:lnTo>
                  <a:pt x="1123" y="975"/>
                </a:lnTo>
                <a:close/>
                <a:moveTo>
                  <a:pt x="120" y="1626"/>
                </a:moveTo>
                <a:cubicBezTo>
                  <a:pt x="120" y="1501"/>
                  <a:pt x="229" y="1434"/>
                  <a:pt x="307" y="1434"/>
                </a:cubicBezTo>
                <a:lnTo>
                  <a:pt x="1959" y="1432"/>
                </a:lnTo>
                <a:lnTo>
                  <a:pt x="1959" y="1740"/>
                </a:lnTo>
                <a:cubicBezTo>
                  <a:pt x="1862" y="1758"/>
                  <a:pt x="1783" y="1828"/>
                  <a:pt x="1751" y="1920"/>
                </a:cubicBezTo>
                <a:lnTo>
                  <a:pt x="849" y="1920"/>
                </a:lnTo>
                <a:cubicBezTo>
                  <a:pt x="812" y="1812"/>
                  <a:pt x="710" y="1735"/>
                  <a:pt x="590" y="1735"/>
                </a:cubicBezTo>
                <a:cubicBezTo>
                  <a:pt x="471" y="1735"/>
                  <a:pt x="369" y="1812"/>
                  <a:pt x="332" y="1920"/>
                </a:cubicBezTo>
                <a:lnTo>
                  <a:pt x="120" y="1920"/>
                </a:lnTo>
                <a:lnTo>
                  <a:pt x="120" y="1626"/>
                </a:lnTo>
                <a:close/>
                <a:moveTo>
                  <a:pt x="590" y="2161"/>
                </a:moveTo>
                <a:cubicBezTo>
                  <a:pt x="506" y="2161"/>
                  <a:pt x="438" y="2092"/>
                  <a:pt x="438" y="2008"/>
                </a:cubicBezTo>
                <a:cubicBezTo>
                  <a:pt x="438" y="1924"/>
                  <a:pt x="506" y="1855"/>
                  <a:pt x="590" y="1855"/>
                </a:cubicBezTo>
                <a:cubicBezTo>
                  <a:pt x="674" y="1855"/>
                  <a:pt x="743" y="1924"/>
                  <a:pt x="743" y="2008"/>
                </a:cubicBezTo>
                <a:cubicBezTo>
                  <a:pt x="743" y="2092"/>
                  <a:pt x="674" y="2161"/>
                  <a:pt x="590" y="2161"/>
                </a:cubicBezTo>
                <a:close/>
                <a:moveTo>
                  <a:pt x="2010" y="2161"/>
                </a:moveTo>
                <a:cubicBezTo>
                  <a:pt x="1926" y="2161"/>
                  <a:pt x="1857" y="2092"/>
                  <a:pt x="1857" y="2008"/>
                </a:cubicBezTo>
                <a:cubicBezTo>
                  <a:pt x="1857" y="1924"/>
                  <a:pt x="1926" y="1855"/>
                  <a:pt x="2010" y="1855"/>
                </a:cubicBezTo>
                <a:cubicBezTo>
                  <a:pt x="2094" y="1855"/>
                  <a:pt x="2162" y="1924"/>
                  <a:pt x="2162" y="2008"/>
                </a:cubicBezTo>
                <a:cubicBezTo>
                  <a:pt x="2162" y="2092"/>
                  <a:pt x="2094" y="2161"/>
                  <a:pt x="2010" y="2161"/>
                </a:cubicBezTo>
                <a:close/>
                <a:moveTo>
                  <a:pt x="2268" y="1920"/>
                </a:moveTo>
                <a:cubicBezTo>
                  <a:pt x="2239" y="1834"/>
                  <a:pt x="2168" y="1767"/>
                  <a:pt x="2079" y="1744"/>
                </a:cubicBezTo>
                <a:lnTo>
                  <a:pt x="2079" y="975"/>
                </a:lnTo>
                <a:lnTo>
                  <a:pt x="2480" y="975"/>
                </a:lnTo>
                <a:lnTo>
                  <a:pt x="2480" y="1920"/>
                </a:lnTo>
                <a:lnTo>
                  <a:pt x="2268" y="1920"/>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43" name="Freeform 6">
            <a:extLst>
              <a:ext uri="{FF2B5EF4-FFF2-40B4-BE49-F238E27FC236}">
                <a16:creationId xmlns:a16="http://schemas.microsoft.com/office/drawing/2014/main" id="{BBA8780D-4BF3-3748-B088-3511B12C9E48}"/>
              </a:ext>
            </a:extLst>
          </p:cNvPr>
          <p:cNvSpPr>
            <a:spLocks noChangeAspect="1" noChangeArrowheads="1"/>
          </p:cNvSpPr>
          <p:nvPr/>
        </p:nvSpPr>
        <p:spPr bwMode="auto">
          <a:xfrm>
            <a:off x="3114345" y="5020942"/>
            <a:ext cx="445424" cy="435825"/>
          </a:xfrm>
          <a:custGeom>
            <a:avLst/>
            <a:gdLst>
              <a:gd name="T0" fmla="*/ 357414 w 2697"/>
              <a:gd name="T1" fmla="*/ 117677 h 2634"/>
              <a:gd name="T2" fmla="*/ 243567 w 2697"/>
              <a:gd name="T3" fmla="*/ 48519 h 2634"/>
              <a:gd name="T4" fmla="*/ 68281 w 2697"/>
              <a:gd name="T5" fmla="*/ 27335 h 2634"/>
              <a:gd name="T6" fmla="*/ 26683 w 2697"/>
              <a:gd name="T7" fmla="*/ 227973 h 2634"/>
              <a:gd name="T8" fmla="*/ 80186 w 2697"/>
              <a:gd name="T9" fmla="*/ 277585 h 2634"/>
              <a:gd name="T10" fmla="*/ 86617 w 2697"/>
              <a:gd name="T11" fmla="*/ 264875 h 2634"/>
              <a:gd name="T12" fmla="*/ 80870 w 2697"/>
              <a:gd name="T13" fmla="*/ 257084 h 2634"/>
              <a:gd name="T14" fmla="*/ 125341 w 2697"/>
              <a:gd name="T15" fmla="*/ 75991 h 2634"/>
              <a:gd name="T16" fmla="*/ 184591 w 2697"/>
              <a:gd name="T17" fmla="*/ 62460 h 2634"/>
              <a:gd name="T18" fmla="*/ 173644 w 2697"/>
              <a:gd name="T19" fmla="*/ 236993 h 2634"/>
              <a:gd name="T20" fmla="*/ 217158 w 2697"/>
              <a:gd name="T21" fmla="*/ 247927 h 2634"/>
              <a:gd name="T22" fmla="*/ 220168 w 2697"/>
              <a:gd name="T23" fmla="*/ 232620 h 2634"/>
              <a:gd name="T24" fmla="*/ 181170 w 2697"/>
              <a:gd name="T25" fmla="*/ 183554 h 2634"/>
              <a:gd name="T26" fmla="*/ 221947 w 2697"/>
              <a:gd name="T27" fmla="*/ 85558 h 2634"/>
              <a:gd name="T28" fmla="*/ 239462 w 2697"/>
              <a:gd name="T29" fmla="*/ 258861 h 2634"/>
              <a:gd name="T30" fmla="*/ 175833 w 2697"/>
              <a:gd name="T31" fmla="*/ 343599 h 2634"/>
              <a:gd name="T32" fmla="*/ 167760 w 2697"/>
              <a:gd name="T33" fmla="*/ 316674 h 2634"/>
              <a:gd name="T34" fmla="*/ 190338 w 2697"/>
              <a:gd name="T35" fmla="*/ 308747 h 2634"/>
              <a:gd name="T36" fmla="*/ 43650 w 2697"/>
              <a:gd name="T37" fmla="*/ 300820 h 2634"/>
              <a:gd name="T38" fmla="*/ 43650 w 2697"/>
              <a:gd name="T39" fmla="*/ 316674 h 2634"/>
              <a:gd name="T40" fmla="*/ 54871 w 2697"/>
              <a:gd name="T41" fmla="*/ 341276 h 2634"/>
              <a:gd name="T42" fmla="*/ 11768 w 2697"/>
              <a:gd name="T43" fmla="*/ 343599 h 2634"/>
              <a:gd name="T44" fmla="*/ 11768 w 2697"/>
              <a:gd name="T45" fmla="*/ 359863 h 2634"/>
              <a:gd name="T46" fmla="*/ 358372 w 2697"/>
              <a:gd name="T47" fmla="*/ 351800 h 2634"/>
              <a:gd name="T48" fmla="*/ 321700 w 2697"/>
              <a:gd name="T49" fmla="*/ 159636 h 2634"/>
              <a:gd name="T50" fmla="*/ 268882 w 2697"/>
              <a:gd name="T51" fmla="*/ 79408 h 2634"/>
              <a:gd name="T52" fmla="*/ 306238 w 2697"/>
              <a:gd name="T53" fmla="*/ 129567 h 2634"/>
              <a:gd name="T54" fmla="*/ 309522 w 2697"/>
              <a:gd name="T55" fmla="*/ 44146 h 2634"/>
              <a:gd name="T56" fmla="*/ 321700 w 2697"/>
              <a:gd name="T57" fmla="*/ 141458 h 2634"/>
              <a:gd name="T58" fmla="*/ 254924 w 2697"/>
              <a:gd name="T59" fmla="*/ 61503 h 2634"/>
              <a:gd name="T60" fmla="*/ 253830 w 2697"/>
              <a:gd name="T61" fmla="*/ 61230 h 2634"/>
              <a:gd name="T62" fmla="*/ 116447 w 2697"/>
              <a:gd name="T63" fmla="*/ 62870 h 2634"/>
              <a:gd name="T64" fmla="*/ 61576 w 2697"/>
              <a:gd name="T65" fmla="*/ 245877 h 2634"/>
              <a:gd name="T66" fmla="*/ 77175 w 2697"/>
              <a:gd name="T67" fmla="*/ 40592 h 2634"/>
              <a:gd name="T68" fmla="*/ 164339 w 2697"/>
              <a:gd name="T69" fmla="*/ 21868 h 2634"/>
              <a:gd name="T70" fmla="*/ 116447 w 2697"/>
              <a:gd name="T71" fmla="*/ 62870 h 2634"/>
              <a:gd name="T72" fmla="*/ 165434 w 2697"/>
              <a:gd name="T73" fmla="*/ 186697 h 2634"/>
              <a:gd name="T74" fmla="*/ 181307 w 2697"/>
              <a:gd name="T75" fmla="*/ 223052 h 2634"/>
              <a:gd name="T76" fmla="*/ 190338 w 2697"/>
              <a:gd name="T77" fmla="*/ 77358 h 2634"/>
              <a:gd name="T78" fmla="*/ 176107 w 2697"/>
              <a:gd name="T79" fmla="*/ 114806 h 2634"/>
              <a:gd name="T80" fmla="*/ 94416 w 2697"/>
              <a:gd name="T81" fmla="*/ 317358 h 2634"/>
              <a:gd name="T82" fmla="*/ 133551 w 2697"/>
              <a:gd name="T83" fmla="*/ 316674 h 2634"/>
              <a:gd name="T84" fmla="*/ 160234 w 2697"/>
              <a:gd name="T85" fmla="*/ 341276 h 2634"/>
              <a:gd name="T86" fmla="*/ 70470 w 2697"/>
              <a:gd name="T87" fmla="*/ 343599 h 2634"/>
              <a:gd name="T88" fmla="*/ 254514 w 2697"/>
              <a:gd name="T89" fmla="*/ 264191 h 2634"/>
              <a:gd name="T90" fmla="*/ 237409 w 2697"/>
              <a:gd name="T91" fmla="*/ 80228 h 2634"/>
              <a:gd name="T92" fmla="*/ 291870 w 2697"/>
              <a:gd name="T93" fmla="*/ 136538 h 2634"/>
              <a:gd name="T94" fmla="*/ 304459 w 2697"/>
              <a:gd name="T95" fmla="*/ 160456 h 2634"/>
              <a:gd name="T96" fmla="*/ 342362 w 2697"/>
              <a:gd name="T97" fmla="*/ 343599 h 2634"/>
              <a:gd name="T98" fmla="*/ 254514 w 2697"/>
              <a:gd name="T99" fmla="*/ 264191 h 26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97" h="2634">
                <a:moveTo>
                  <a:pt x="2351" y="1168"/>
                </a:moveTo>
                <a:cubicBezTo>
                  <a:pt x="2474" y="1111"/>
                  <a:pt x="2568" y="1002"/>
                  <a:pt x="2612" y="861"/>
                </a:cubicBezTo>
                <a:cubicBezTo>
                  <a:pt x="2696" y="593"/>
                  <a:pt x="2556" y="302"/>
                  <a:pt x="2300" y="213"/>
                </a:cubicBezTo>
                <a:cubicBezTo>
                  <a:pt x="2111" y="147"/>
                  <a:pt x="1907" y="209"/>
                  <a:pt x="1780" y="355"/>
                </a:cubicBezTo>
                <a:cubicBezTo>
                  <a:pt x="1631" y="193"/>
                  <a:pt x="1436" y="84"/>
                  <a:pt x="1222" y="46"/>
                </a:cubicBezTo>
                <a:cubicBezTo>
                  <a:pt x="970" y="0"/>
                  <a:pt x="714" y="55"/>
                  <a:pt x="499" y="200"/>
                </a:cubicBezTo>
                <a:cubicBezTo>
                  <a:pt x="271" y="354"/>
                  <a:pt x="114" y="592"/>
                  <a:pt x="57" y="869"/>
                </a:cubicBezTo>
                <a:cubicBezTo>
                  <a:pt x="0" y="1146"/>
                  <a:pt x="49" y="1429"/>
                  <a:pt x="195" y="1668"/>
                </a:cubicBezTo>
                <a:cubicBezTo>
                  <a:pt x="285" y="1815"/>
                  <a:pt x="411" y="1938"/>
                  <a:pt x="556" y="2023"/>
                </a:cubicBezTo>
                <a:cubicBezTo>
                  <a:pt x="566" y="2028"/>
                  <a:pt x="576" y="2031"/>
                  <a:pt x="586" y="2031"/>
                </a:cubicBezTo>
                <a:cubicBezTo>
                  <a:pt x="602" y="2031"/>
                  <a:pt x="618" y="2024"/>
                  <a:pt x="629" y="2011"/>
                </a:cubicBezTo>
                <a:cubicBezTo>
                  <a:pt x="648" y="1991"/>
                  <a:pt x="649" y="1960"/>
                  <a:pt x="633" y="1938"/>
                </a:cubicBezTo>
                <a:cubicBezTo>
                  <a:pt x="626" y="1930"/>
                  <a:pt x="620" y="1922"/>
                  <a:pt x="614" y="1915"/>
                </a:cubicBezTo>
                <a:cubicBezTo>
                  <a:pt x="603" y="1902"/>
                  <a:pt x="593" y="1890"/>
                  <a:pt x="591" y="1881"/>
                </a:cubicBezTo>
                <a:cubicBezTo>
                  <a:pt x="520" y="1628"/>
                  <a:pt x="505" y="1367"/>
                  <a:pt x="549" y="1145"/>
                </a:cubicBezTo>
                <a:cubicBezTo>
                  <a:pt x="599" y="885"/>
                  <a:pt x="723" y="687"/>
                  <a:pt x="916" y="556"/>
                </a:cubicBezTo>
                <a:cubicBezTo>
                  <a:pt x="1109" y="426"/>
                  <a:pt x="1306" y="380"/>
                  <a:pt x="1503" y="419"/>
                </a:cubicBezTo>
                <a:cubicBezTo>
                  <a:pt x="1451" y="426"/>
                  <a:pt x="1399" y="438"/>
                  <a:pt x="1349" y="457"/>
                </a:cubicBezTo>
                <a:cubicBezTo>
                  <a:pt x="1192" y="518"/>
                  <a:pt x="1063" y="637"/>
                  <a:pt x="985" y="792"/>
                </a:cubicBezTo>
                <a:cubicBezTo>
                  <a:pt x="816" y="1134"/>
                  <a:pt x="943" y="1556"/>
                  <a:pt x="1269" y="1734"/>
                </a:cubicBezTo>
                <a:cubicBezTo>
                  <a:pt x="1364" y="1787"/>
                  <a:pt x="1471" y="1814"/>
                  <a:pt x="1578" y="1814"/>
                </a:cubicBezTo>
                <a:cubicBezTo>
                  <a:pt x="1581" y="1814"/>
                  <a:pt x="1584" y="1814"/>
                  <a:pt x="1587" y="1814"/>
                </a:cubicBezTo>
                <a:cubicBezTo>
                  <a:pt x="1615" y="1814"/>
                  <a:pt x="1638" y="1794"/>
                  <a:pt x="1643" y="1767"/>
                </a:cubicBezTo>
                <a:cubicBezTo>
                  <a:pt x="1649" y="1740"/>
                  <a:pt x="1635" y="1713"/>
                  <a:pt x="1609" y="1702"/>
                </a:cubicBezTo>
                <a:cubicBezTo>
                  <a:pt x="1593" y="1695"/>
                  <a:pt x="1578" y="1688"/>
                  <a:pt x="1563" y="1680"/>
                </a:cubicBezTo>
                <a:cubicBezTo>
                  <a:pt x="1403" y="1592"/>
                  <a:pt x="1344" y="1448"/>
                  <a:pt x="1324" y="1343"/>
                </a:cubicBezTo>
                <a:cubicBezTo>
                  <a:pt x="1295" y="1198"/>
                  <a:pt x="1319" y="1038"/>
                  <a:pt x="1390" y="892"/>
                </a:cubicBezTo>
                <a:cubicBezTo>
                  <a:pt x="1455" y="762"/>
                  <a:pt x="1531" y="674"/>
                  <a:pt x="1622" y="626"/>
                </a:cubicBezTo>
                <a:cubicBezTo>
                  <a:pt x="1750" y="825"/>
                  <a:pt x="1821" y="1045"/>
                  <a:pt x="1835" y="1281"/>
                </a:cubicBezTo>
                <a:cubicBezTo>
                  <a:pt x="1846" y="1475"/>
                  <a:pt x="1817" y="1682"/>
                  <a:pt x="1750" y="1894"/>
                </a:cubicBezTo>
                <a:cubicBezTo>
                  <a:pt x="1644" y="2231"/>
                  <a:pt x="1472" y="2476"/>
                  <a:pt x="1444" y="2514"/>
                </a:cubicBezTo>
                <a:lnTo>
                  <a:pt x="1285" y="2514"/>
                </a:lnTo>
                <a:cubicBezTo>
                  <a:pt x="1287" y="2509"/>
                  <a:pt x="1288" y="2503"/>
                  <a:pt x="1288" y="2497"/>
                </a:cubicBezTo>
                <a:cubicBezTo>
                  <a:pt x="1288" y="2429"/>
                  <a:pt x="1265" y="2367"/>
                  <a:pt x="1226" y="2317"/>
                </a:cubicBezTo>
                <a:lnTo>
                  <a:pt x="1334" y="2317"/>
                </a:lnTo>
                <a:cubicBezTo>
                  <a:pt x="1365" y="2317"/>
                  <a:pt x="1391" y="2291"/>
                  <a:pt x="1391" y="2259"/>
                </a:cubicBezTo>
                <a:cubicBezTo>
                  <a:pt x="1391" y="2227"/>
                  <a:pt x="1365" y="2201"/>
                  <a:pt x="1334" y="2201"/>
                </a:cubicBezTo>
                <a:lnTo>
                  <a:pt x="319" y="2201"/>
                </a:lnTo>
                <a:cubicBezTo>
                  <a:pt x="287" y="2201"/>
                  <a:pt x="261" y="2227"/>
                  <a:pt x="261" y="2259"/>
                </a:cubicBezTo>
                <a:cubicBezTo>
                  <a:pt x="261" y="2291"/>
                  <a:pt x="287" y="2317"/>
                  <a:pt x="319" y="2317"/>
                </a:cubicBezTo>
                <a:lnTo>
                  <a:pt x="462" y="2317"/>
                </a:lnTo>
                <a:cubicBezTo>
                  <a:pt x="424" y="2367"/>
                  <a:pt x="401" y="2429"/>
                  <a:pt x="401" y="2497"/>
                </a:cubicBezTo>
                <a:cubicBezTo>
                  <a:pt x="401" y="2503"/>
                  <a:pt x="401" y="2509"/>
                  <a:pt x="403" y="2514"/>
                </a:cubicBezTo>
                <a:lnTo>
                  <a:pt x="86" y="2514"/>
                </a:lnTo>
                <a:cubicBezTo>
                  <a:pt x="54" y="2514"/>
                  <a:pt x="28" y="2542"/>
                  <a:pt x="28" y="2574"/>
                </a:cubicBezTo>
                <a:cubicBezTo>
                  <a:pt x="28" y="2606"/>
                  <a:pt x="54" y="2633"/>
                  <a:pt x="86" y="2633"/>
                </a:cubicBezTo>
                <a:lnTo>
                  <a:pt x="2561" y="2633"/>
                </a:lnTo>
                <a:cubicBezTo>
                  <a:pt x="2593" y="2633"/>
                  <a:pt x="2619" y="2607"/>
                  <a:pt x="2619" y="2574"/>
                </a:cubicBezTo>
                <a:cubicBezTo>
                  <a:pt x="2619" y="2218"/>
                  <a:pt x="2579" y="1886"/>
                  <a:pt x="2499" y="1588"/>
                </a:cubicBezTo>
                <a:cubicBezTo>
                  <a:pt x="2459" y="1439"/>
                  <a:pt x="2410" y="1299"/>
                  <a:pt x="2351" y="1168"/>
                </a:cubicBezTo>
                <a:close/>
                <a:moveTo>
                  <a:pt x="2234" y="940"/>
                </a:moveTo>
                <a:cubicBezTo>
                  <a:pt x="2136" y="773"/>
                  <a:pt x="2039" y="657"/>
                  <a:pt x="1965" y="581"/>
                </a:cubicBezTo>
                <a:cubicBezTo>
                  <a:pt x="1970" y="583"/>
                  <a:pt x="1975" y="585"/>
                  <a:pt x="1980" y="586"/>
                </a:cubicBezTo>
                <a:cubicBezTo>
                  <a:pt x="2133" y="640"/>
                  <a:pt x="2232" y="787"/>
                  <a:pt x="2238" y="948"/>
                </a:cubicBezTo>
                <a:cubicBezTo>
                  <a:pt x="2237" y="945"/>
                  <a:pt x="2235" y="942"/>
                  <a:pt x="2234" y="940"/>
                </a:cubicBezTo>
                <a:close/>
                <a:moveTo>
                  <a:pt x="2262" y="323"/>
                </a:moveTo>
                <a:cubicBezTo>
                  <a:pt x="2459" y="392"/>
                  <a:pt x="2566" y="617"/>
                  <a:pt x="2501" y="826"/>
                </a:cubicBezTo>
                <a:cubicBezTo>
                  <a:pt x="2473" y="915"/>
                  <a:pt x="2420" y="987"/>
                  <a:pt x="2351" y="1035"/>
                </a:cubicBezTo>
                <a:cubicBezTo>
                  <a:pt x="2383" y="795"/>
                  <a:pt x="2247" y="556"/>
                  <a:pt x="2019" y="476"/>
                </a:cubicBezTo>
                <a:cubicBezTo>
                  <a:pt x="1968" y="458"/>
                  <a:pt x="1915" y="450"/>
                  <a:pt x="1863" y="450"/>
                </a:cubicBezTo>
                <a:cubicBezTo>
                  <a:pt x="1860" y="450"/>
                  <a:pt x="1858" y="450"/>
                  <a:pt x="1856" y="450"/>
                </a:cubicBezTo>
                <a:cubicBezTo>
                  <a:pt x="1855" y="449"/>
                  <a:pt x="1855" y="449"/>
                  <a:pt x="1855" y="448"/>
                </a:cubicBezTo>
                <a:cubicBezTo>
                  <a:pt x="1950" y="325"/>
                  <a:pt x="2112" y="271"/>
                  <a:pt x="2262" y="323"/>
                </a:cubicBezTo>
                <a:close/>
                <a:moveTo>
                  <a:pt x="851" y="460"/>
                </a:moveTo>
                <a:cubicBezTo>
                  <a:pt x="634" y="606"/>
                  <a:pt x="490" y="835"/>
                  <a:pt x="434" y="1122"/>
                </a:cubicBezTo>
                <a:cubicBezTo>
                  <a:pt x="394" y="1329"/>
                  <a:pt x="400" y="1565"/>
                  <a:pt x="450" y="1799"/>
                </a:cubicBezTo>
                <a:cubicBezTo>
                  <a:pt x="390" y="1743"/>
                  <a:pt x="338" y="1678"/>
                  <a:pt x="294" y="1607"/>
                </a:cubicBezTo>
                <a:cubicBezTo>
                  <a:pt x="25" y="1168"/>
                  <a:pt x="146" y="580"/>
                  <a:pt x="564" y="297"/>
                </a:cubicBezTo>
                <a:cubicBezTo>
                  <a:pt x="710" y="198"/>
                  <a:pt x="878" y="147"/>
                  <a:pt x="1049" y="147"/>
                </a:cubicBezTo>
                <a:cubicBezTo>
                  <a:pt x="1100" y="147"/>
                  <a:pt x="1151" y="151"/>
                  <a:pt x="1201" y="160"/>
                </a:cubicBezTo>
                <a:cubicBezTo>
                  <a:pt x="1331" y="184"/>
                  <a:pt x="1451" y="236"/>
                  <a:pt x="1557" y="312"/>
                </a:cubicBezTo>
                <a:cubicBezTo>
                  <a:pt x="1319" y="256"/>
                  <a:pt x="1079" y="306"/>
                  <a:pt x="851" y="460"/>
                </a:cubicBezTo>
                <a:close/>
                <a:moveTo>
                  <a:pt x="1287" y="840"/>
                </a:moveTo>
                <a:cubicBezTo>
                  <a:pt x="1203" y="1009"/>
                  <a:pt x="1175" y="1196"/>
                  <a:pt x="1209" y="1366"/>
                </a:cubicBezTo>
                <a:cubicBezTo>
                  <a:pt x="1230" y="1469"/>
                  <a:pt x="1273" y="1561"/>
                  <a:pt x="1334" y="1636"/>
                </a:cubicBezTo>
                <a:cubicBezTo>
                  <a:pt x="1331" y="1635"/>
                  <a:pt x="1328" y="1633"/>
                  <a:pt x="1325" y="1632"/>
                </a:cubicBezTo>
                <a:cubicBezTo>
                  <a:pt x="1053" y="1483"/>
                  <a:pt x="948" y="1130"/>
                  <a:pt x="1090" y="844"/>
                </a:cubicBezTo>
                <a:cubicBezTo>
                  <a:pt x="1154" y="715"/>
                  <a:pt x="1261" y="616"/>
                  <a:pt x="1391" y="566"/>
                </a:cubicBezTo>
                <a:cubicBezTo>
                  <a:pt x="1442" y="547"/>
                  <a:pt x="1495" y="536"/>
                  <a:pt x="1549" y="532"/>
                </a:cubicBezTo>
                <a:cubicBezTo>
                  <a:pt x="1444" y="594"/>
                  <a:pt x="1357" y="696"/>
                  <a:pt x="1287" y="840"/>
                </a:cubicBezTo>
                <a:close/>
                <a:moveTo>
                  <a:pt x="517" y="2497"/>
                </a:moveTo>
                <a:cubicBezTo>
                  <a:pt x="517" y="2400"/>
                  <a:pt x="595" y="2322"/>
                  <a:pt x="690" y="2322"/>
                </a:cubicBezTo>
                <a:cubicBezTo>
                  <a:pt x="698" y="2322"/>
                  <a:pt x="705" y="2320"/>
                  <a:pt x="712" y="2317"/>
                </a:cubicBezTo>
                <a:lnTo>
                  <a:pt x="976" y="2317"/>
                </a:lnTo>
                <a:cubicBezTo>
                  <a:pt x="983" y="2320"/>
                  <a:pt x="990" y="2322"/>
                  <a:pt x="998" y="2322"/>
                </a:cubicBezTo>
                <a:cubicBezTo>
                  <a:pt x="1094" y="2322"/>
                  <a:pt x="1171" y="2400"/>
                  <a:pt x="1171" y="2497"/>
                </a:cubicBezTo>
                <a:cubicBezTo>
                  <a:pt x="1171" y="2503"/>
                  <a:pt x="1172" y="2509"/>
                  <a:pt x="1173" y="2514"/>
                </a:cubicBezTo>
                <a:lnTo>
                  <a:pt x="515" y="2514"/>
                </a:lnTo>
                <a:cubicBezTo>
                  <a:pt x="516" y="2509"/>
                  <a:pt x="517" y="2503"/>
                  <a:pt x="517" y="2497"/>
                </a:cubicBezTo>
                <a:close/>
                <a:moveTo>
                  <a:pt x="1860" y="1933"/>
                </a:moveTo>
                <a:cubicBezTo>
                  <a:pt x="1932" y="1707"/>
                  <a:pt x="1963" y="1485"/>
                  <a:pt x="1951" y="1276"/>
                </a:cubicBezTo>
                <a:cubicBezTo>
                  <a:pt x="1937" y="1029"/>
                  <a:pt x="1865" y="797"/>
                  <a:pt x="1735" y="587"/>
                </a:cubicBezTo>
                <a:cubicBezTo>
                  <a:pt x="1753" y="583"/>
                  <a:pt x="1772" y="581"/>
                  <a:pt x="1791" y="580"/>
                </a:cubicBezTo>
                <a:cubicBezTo>
                  <a:pt x="1840" y="619"/>
                  <a:pt x="1986" y="748"/>
                  <a:pt x="2133" y="999"/>
                </a:cubicBezTo>
                <a:cubicBezTo>
                  <a:pt x="2161" y="1047"/>
                  <a:pt x="2188" y="1097"/>
                  <a:pt x="2213" y="1149"/>
                </a:cubicBezTo>
                <a:cubicBezTo>
                  <a:pt x="2215" y="1158"/>
                  <a:pt x="2219" y="1166"/>
                  <a:pt x="2225" y="1174"/>
                </a:cubicBezTo>
                <a:cubicBezTo>
                  <a:pt x="2290" y="1311"/>
                  <a:pt x="2344" y="1458"/>
                  <a:pt x="2386" y="1617"/>
                </a:cubicBezTo>
                <a:cubicBezTo>
                  <a:pt x="2459" y="1889"/>
                  <a:pt x="2498" y="2192"/>
                  <a:pt x="2502" y="2514"/>
                </a:cubicBezTo>
                <a:lnTo>
                  <a:pt x="1585" y="2514"/>
                </a:lnTo>
                <a:cubicBezTo>
                  <a:pt x="1654" y="2409"/>
                  <a:pt x="1775" y="2200"/>
                  <a:pt x="1860" y="193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44" name="Freeform 7">
            <a:extLst>
              <a:ext uri="{FF2B5EF4-FFF2-40B4-BE49-F238E27FC236}">
                <a16:creationId xmlns:a16="http://schemas.microsoft.com/office/drawing/2014/main" id="{ABAA3620-1EBE-F24B-A355-C32880A0AB48}"/>
              </a:ext>
            </a:extLst>
          </p:cNvPr>
          <p:cNvSpPr>
            <a:spLocks noChangeAspect="1" noChangeArrowheads="1"/>
          </p:cNvSpPr>
          <p:nvPr/>
        </p:nvSpPr>
        <p:spPr bwMode="auto">
          <a:xfrm>
            <a:off x="5796491" y="1517061"/>
            <a:ext cx="299511" cy="435824"/>
          </a:xfrm>
          <a:custGeom>
            <a:avLst/>
            <a:gdLst>
              <a:gd name="T0" fmla="*/ 247780 w 1795"/>
              <a:gd name="T1" fmla="*/ 122765 h 2604"/>
              <a:gd name="T2" fmla="*/ 127619 w 1795"/>
              <a:gd name="T3" fmla="*/ 0 h 2604"/>
              <a:gd name="T4" fmla="*/ 35358 w 1795"/>
              <a:gd name="T5" fmla="*/ 37051 h 2604"/>
              <a:gd name="T6" fmla="*/ 138 w 1795"/>
              <a:gd name="T7" fmla="*/ 274286 h 2604"/>
              <a:gd name="T8" fmla="*/ 45854 w 1795"/>
              <a:gd name="T9" fmla="*/ 320876 h 2604"/>
              <a:gd name="T10" fmla="*/ 13259 w 1795"/>
              <a:gd name="T11" fmla="*/ 356544 h 2604"/>
              <a:gd name="T12" fmla="*/ 24999 w 1795"/>
              <a:gd name="T13" fmla="*/ 358203 h 2604"/>
              <a:gd name="T14" fmla="*/ 204964 w 1795"/>
              <a:gd name="T15" fmla="*/ 345484 h 2604"/>
              <a:gd name="T16" fmla="*/ 226648 w 1795"/>
              <a:gd name="T17" fmla="*/ 359862 h 2604"/>
              <a:gd name="T18" fmla="*/ 231758 w 1795"/>
              <a:gd name="T19" fmla="*/ 344793 h 2604"/>
              <a:gd name="T20" fmla="*/ 201511 w 1795"/>
              <a:gd name="T21" fmla="*/ 321014 h 2604"/>
              <a:gd name="T22" fmla="*/ 47512 w 1795"/>
              <a:gd name="T23" fmla="*/ 48664 h 2604"/>
              <a:gd name="T24" fmla="*/ 124442 w 1795"/>
              <a:gd name="T25" fmla="*/ 16728 h 2604"/>
              <a:gd name="T26" fmla="*/ 200682 w 1795"/>
              <a:gd name="T27" fmla="*/ 48525 h 2604"/>
              <a:gd name="T28" fmla="*/ 230930 w 1795"/>
              <a:gd name="T29" fmla="*/ 268479 h 2604"/>
              <a:gd name="T30" fmla="*/ 16988 w 1795"/>
              <a:gd name="T31" fmla="*/ 123594 h 2604"/>
              <a:gd name="T32" fmla="*/ 18922 w 1795"/>
              <a:gd name="T33" fmla="*/ 285346 h 2604"/>
              <a:gd name="T34" fmla="*/ 201511 w 1795"/>
              <a:gd name="T35" fmla="*/ 304147 h 2604"/>
              <a:gd name="T36" fmla="*/ 18922 w 1795"/>
              <a:gd name="T37" fmla="*/ 285346 h 2604"/>
              <a:gd name="T38" fmla="*/ 62981 w 1795"/>
              <a:gd name="T39" fmla="*/ 329032 h 2604"/>
              <a:gd name="T40" fmla="*/ 173059 w 1795"/>
              <a:gd name="T41" fmla="*/ 321014 h 2604"/>
              <a:gd name="T42" fmla="*/ 43783 w 1795"/>
              <a:gd name="T43" fmla="*/ 151382 h 2604"/>
              <a:gd name="T44" fmla="*/ 212422 w 1795"/>
              <a:gd name="T45" fmla="*/ 142949 h 2604"/>
              <a:gd name="T46" fmla="*/ 203997 w 1795"/>
              <a:gd name="T47" fmla="*/ 85853 h 2604"/>
              <a:gd name="T48" fmla="*/ 35496 w 1795"/>
              <a:gd name="T49" fmla="*/ 94147 h 2604"/>
              <a:gd name="T50" fmla="*/ 43783 w 1795"/>
              <a:gd name="T51" fmla="*/ 151382 h 2604"/>
              <a:gd name="T52" fmla="*/ 131486 w 1795"/>
              <a:gd name="T53" fmla="*/ 134516 h 2604"/>
              <a:gd name="T54" fmla="*/ 131486 w 1795"/>
              <a:gd name="T55" fmla="*/ 102581 h 2604"/>
              <a:gd name="T56" fmla="*/ 195710 w 1795"/>
              <a:gd name="T57" fmla="*/ 134516 h 2604"/>
              <a:gd name="T58" fmla="*/ 114774 w 1795"/>
              <a:gd name="T59" fmla="*/ 102581 h 2604"/>
              <a:gd name="T60" fmla="*/ 114774 w 1795"/>
              <a:gd name="T61" fmla="*/ 134516 h 2604"/>
              <a:gd name="T62" fmla="*/ 52208 w 1795"/>
              <a:gd name="T63" fmla="*/ 102581 h 2604"/>
              <a:gd name="T64" fmla="*/ 89361 w 1795"/>
              <a:gd name="T65" fmla="*/ 218295 h 2604"/>
              <a:gd name="T66" fmla="*/ 157728 w 1795"/>
              <a:gd name="T67" fmla="*/ 218295 h 2604"/>
              <a:gd name="T68" fmla="*/ 123614 w 1795"/>
              <a:gd name="T69" fmla="*/ 235853 h 2604"/>
              <a:gd name="T70" fmla="*/ 123614 w 1795"/>
              <a:gd name="T71" fmla="*/ 200876 h 2604"/>
              <a:gd name="T72" fmla="*/ 123614 w 1795"/>
              <a:gd name="T73" fmla="*/ 235853 h 2604"/>
              <a:gd name="T74" fmla="*/ 149027 w 1795"/>
              <a:gd name="T75" fmla="*/ 64424 h 2604"/>
              <a:gd name="T76" fmla="*/ 149027 w 1795"/>
              <a:gd name="T77" fmla="*/ 47558 h 2604"/>
              <a:gd name="T78" fmla="*/ 88809 w 1795"/>
              <a:gd name="T79" fmla="*/ 55991 h 26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795" h="2604">
                <a:moveTo>
                  <a:pt x="1794" y="1987"/>
                </a:moveTo>
                <a:lnTo>
                  <a:pt x="1794" y="888"/>
                </a:lnTo>
                <a:cubicBezTo>
                  <a:pt x="1794" y="654"/>
                  <a:pt x="1704" y="433"/>
                  <a:pt x="1540" y="266"/>
                </a:cubicBezTo>
                <a:cubicBezTo>
                  <a:pt x="1376" y="98"/>
                  <a:pt x="1158" y="3"/>
                  <a:pt x="924" y="0"/>
                </a:cubicBezTo>
                <a:cubicBezTo>
                  <a:pt x="908" y="0"/>
                  <a:pt x="893" y="0"/>
                  <a:pt x="877" y="0"/>
                </a:cubicBezTo>
                <a:cubicBezTo>
                  <a:pt x="642" y="3"/>
                  <a:pt x="422" y="98"/>
                  <a:pt x="256" y="268"/>
                </a:cubicBezTo>
                <a:cubicBezTo>
                  <a:pt x="92" y="436"/>
                  <a:pt x="1" y="659"/>
                  <a:pt x="1" y="894"/>
                </a:cubicBezTo>
                <a:lnTo>
                  <a:pt x="1" y="1984"/>
                </a:lnTo>
                <a:cubicBezTo>
                  <a:pt x="1" y="1984"/>
                  <a:pt x="0" y="2020"/>
                  <a:pt x="4" y="2028"/>
                </a:cubicBezTo>
                <a:cubicBezTo>
                  <a:pt x="24" y="2192"/>
                  <a:pt x="163" y="2320"/>
                  <a:pt x="332" y="2321"/>
                </a:cubicBezTo>
                <a:lnTo>
                  <a:pt x="107" y="2494"/>
                </a:lnTo>
                <a:cubicBezTo>
                  <a:pt x="80" y="2515"/>
                  <a:pt x="75" y="2553"/>
                  <a:pt x="96" y="2579"/>
                </a:cubicBezTo>
                <a:cubicBezTo>
                  <a:pt x="108" y="2595"/>
                  <a:pt x="126" y="2603"/>
                  <a:pt x="144" y="2603"/>
                </a:cubicBezTo>
                <a:cubicBezTo>
                  <a:pt x="157" y="2603"/>
                  <a:pt x="170" y="2599"/>
                  <a:pt x="181" y="2591"/>
                </a:cubicBezTo>
                <a:lnTo>
                  <a:pt x="297" y="2501"/>
                </a:lnTo>
                <a:cubicBezTo>
                  <a:pt x="297" y="2501"/>
                  <a:pt x="1479" y="2501"/>
                  <a:pt x="1484" y="2499"/>
                </a:cubicBezTo>
                <a:lnTo>
                  <a:pt x="1604" y="2591"/>
                </a:lnTo>
                <a:cubicBezTo>
                  <a:pt x="1615" y="2599"/>
                  <a:pt x="1628" y="2603"/>
                  <a:pt x="1641" y="2603"/>
                </a:cubicBezTo>
                <a:cubicBezTo>
                  <a:pt x="1659" y="2603"/>
                  <a:pt x="1677" y="2595"/>
                  <a:pt x="1689" y="2579"/>
                </a:cubicBezTo>
                <a:cubicBezTo>
                  <a:pt x="1709" y="2553"/>
                  <a:pt x="1704" y="2515"/>
                  <a:pt x="1678" y="2494"/>
                </a:cubicBezTo>
                <a:lnTo>
                  <a:pt x="1453" y="2322"/>
                </a:lnTo>
                <a:lnTo>
                  <a:pt x="1459" y="2322"/>
                </a:lnTo>
                <a:cubicBezTo>
                  <a:pt x="1644" y="2322"/>
                  <a:pt x="1794" y="2172"/>
                  <a:pt x="1794" y="1987"/>
                </a:cubicBezTo>
                <a:close/>
                <a:moveTo>
                  <a:pt x="344" y="352"/>
                </a:moveTo>
                <a:cubicBezTo>
                  <a:pt x="486" y="206"/>
                  <a:pt x="676" y="124"/>
                  <a:pt x="879" y="122"/>
                </a:cubicBezTo>
                <a:cubicBezTo>
                  <a:pt x="886" y="121"/>
                  <a:pt x="894" y="121"/>
                  <a:pt x="901" y="121"/>
                </a:cubicBezTo>
                <a:cubicBezTo>
                  <a:pt x="908" y="121"/>
                  <a:pt x="915" y="121"/>
                  <a:pt x="922" y="122"/>
                </a:cubicBezTo>
                <a:cubicBezTo>
                  <a:pt x="1123" y="124"/>
                  <a:pt x="1312" y="206"/>
                  <a:pt x="1453" y="351"/>
                </a:cubicBezTo>
                <a:cubicBezTo>
                  <a:pt x="1594" y="495"/>
                  <a:pt x="1672" y="686"/>
                  <a:pt x="1672" y="888"/>
                </a:cubicBezTo>
                <a:lnTo>
                  <a:pt x="1672" y="1942"/>
                </a:lnTo>
                <a:lnTo>
                  <a:pt x="123" y="1942"/>
                </a:lnTo>
                <a:lnTo>
                  <a:pt x="123" y="894"/>
                </a:lnTo>
                <a:cubicBezTo>
                  <a:pt x="123" y="691"/>
                  <a:pt x="201" y="498"/>
                  <a:pt x="344" y="352"/>
                </a:cubicBezTo>
                <a:close/>
                <a:moveTo>
                  <a:pt x="137" y="2064"/>
                </a:moveTo>
                <a:lnTo>
                  <a:pt x="1658" y="2064"/>
                </a:lnTo>
                <a:cubicBezTo>
                  <a:pt x="1627" y="2143"/>
                  <a:pt x="1550" y="2200"/>
                  <a:pt x="1459" y="2200"/>
                </a:cubicBezTo>
                <a:lnTo>
                  <a:pt x="336" y="2200"/>
                </a:lnTo>
                <a:cubicBezTo>
                  <a:pt x="245" y="2200"/>
                  <a:pt x="168" y="2143"/>
                  <a:pt x="137" y="2064"/>
                </a:cubicBezTo>
                <a:close/>
                <a:moveTo>
                  <a:pt x="1329" y="2380"/>
                </a:moveTo>
                <a:lnTo>
                  <a:pt x="456" y="2380"/>
                </a:lnTo>
                <a:lnTo>
                  <a:pt x="532" y="2322"/>
                </a:lnTo>
                <a:lnTo>
                  <a:pt x="1253" y="2322"/>
                </a:lnTo>
                <a:lnTo>
                  <a:pt x="1329" y="2380"/>
                </a:lnTo>
                <a:close/>
                <a:moveTo>
                  <a:pt x="317" y="1095"/>
                </a:moveTo>
                <a:lnTo>
                  <a:pt x="1477" y="1095"/>
                </a:lnTo>
                <a:cubicBezTo>
                  <a:pt x="1511" y="1095"/>
                  <a:pt x="1538" y="1067"/>
                  <a:pt x="1538" y="1034"/>
                </a:cubicBezTo>
                <a:lnTo>
                  <a:pt x="1538" y="681"/>
                </a:lnTo>
                <a:cubicBezTo>
                  <a:pt x="1538" y="648"/>
                  <a:pt x="1511" y="621"/>
                  <a:pt x="1477" y="621"/>
                </a:cubicBezTo>
                <a:lnTo>
                  <a:pt x="317" y="621"/>
                </a:lnTo>
                <a:cubicBezTo>
                  <a:pt x="284" y="621"/>
                  <a:pt x="257" y="648"/>
                  <a:pt x="257" y="681"/>
                </a:cubicBezTo>
                <a:lnTo>
                  <a:pt x="257" y="1034"/>
                </a:lnTo>
                <a:cubicBezTo>
                  <a:pt x="257" y="1067"/>
                  <a:pt x="284" y="1095"/>
                  <a:pt x="317" y="1095"/>
                </a:cubicBezTo>
                <a:close/>
                <a:moveTo>
                  <a:pt x="1417" y="973"/>
                </a:moveTo>
                <a:lnTo>
                  <a:pt x="952" y="973"/>
                </a:lnTo>
                <a:cubicBezTo>
                  <a:pt x="952" y="972"/>
                  <a:pt x="952" y="971"/>
                  <a:pt x="952" y="971"/>
                </a:cubicBezTo>
                <a:lnTo>
                  <a:pt x="952" y="742"/>
                </a:lnTo>
                <a:lnTo>
                  <a:pt x="1417" y="742"/>
                </a:lnTo>
                <a:lnTo>
                  <a:pt x="1417" y="973"/>
                </a:lnTo>
                <a:close/>
                <a:moveTo>
                  <a:pt x="378" y="742"/>
                </a:moveTo>
                <a:lnTo>
                  <a:pt x="831" y="742"/>
                </a:lnTo>
                <a:lnTo>
                  <a:pt x="831" y="971"/>
                </a:lnTo>
                <a:cubicBezTo>
                  <a:pt x="831" y="971"/>
                  <a:pt x="831" y="972"/>
                  <a:pt x="831" y="973"/>
                </a:cubicBezTo>
                <a:lnTo>
                  <a:pt x="378" y="973"/>
                </a:lnTo>
                <a:lnTo>
                  <a:pt x="378" y="742"/>
                </a:lnTo>
                <a:close/>
                <a:moveTo>
                  <a:pt x="895" y="1331"/>
                </a:moveTo>
                <a:cubicBezTo>
                  <a:pt x="758" y="1331"/>
                  <a:pt x="647" y="1442"/>
                  <a:pt x="647" y="1579"/>
                </a:cubicBezTo>
                <a:cubicBezTo>
                  <a:pt x="647" y="1716"/>
                  <a:pt x="758" y="1827"/>
                  <a:pt x="895" y="1827"/>
                </a:cubicBezTo>
                <a:cubicBezTo>
                  <a:pt x="1031" y="1827"/>
                  <a:pt x="1142" y="1716"/>
                  <a:pt x="1142" y="1579"/>
                </a:cubicBezTo>
                <a:cubicBezTo>
                  <a:pt x="1142" y="1442"/>
                  <a:pt x="1031" y="1331"/>
                  <a:pt x="895" y="1331"/>
                </a:cubicBezTo>
                <a:close/>
                <a:moveTo>
                  <a:pt x="895" y="1706"/>
                </a:moveTo>
                <a:cubicBezTo>
                  <a:pt x="825" y="1706"/>
                  <a:pt x="768" y="1649"/>
                  <a:pt x="768" y="1579"/>
                </a:cubicBezTo>
                <a:cubicBezTo>
                  <a:pt x="768" y="1509"/>
                  <a:pt x="825" y="1453"/>
                  <a:pt x="895" y="1453"/>
                </a:cubicBezTo>
                <a:cubicBezTo>
                  <a:pt x="964" y="1453"/>
                  <a:pt x="1021" y="1509"/>
                  <a:pt x="1021" y="1579"/>
                </a:cubicBezTo>
                <a:cubicBezTo>
                  <a:pt x="1021" y="1649"/>
                  <a:pt x="964" y="1706"/>
                  <a:pt x="895" y="1706"/>
                </a:cubicBezTo>
                <a:close/>
                <a:moveTo>
                  <a:pt x="704" y="466"/>
                </a:moveTo>
                <a:lnTo>
                  <a:pt x="1079" y="466"/>
                </a:lnTo>
                <a:cubicBezTo>
                  <a:pt x="1113" y="466"/>
                  <a:pt x="1140" y="438"/>
                  <a:pt x="1140" y="405"/>
                </a:cubicBezTo>
                <a:cubicBezTo>
                  <a:pt x="1140" y="371"/>
                  <a:pt x="1113" y="344"/>
                  <a:pt x="1079" y="344"/>
                </a:cubicBezTo>
                <a:lnTo>
                  <a:pt x="704" y="344"/>
                </a:lnTo>
                <a:cubicBezTo>
                  <a:pt x="670" y="344"/>
                  <a:pt x="643" y="372"/>
                  <a:pt x="643" y="405"/>
                </a:cubicBezTo>
                <a:cubicBezTo>
                  <a:pt x="643" y="439"/>
                  <a:pt x="670" y="466"/>
                  <a:pt x="704" y="466"/>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45" name="Freeform 8">
            <a:extLst>
              <a:ext uri="{FF2B5EF4-FFF2-40B4-BE49-F238E27FC236}">
                <a16:creationId xmlns:a16="http://schemas.microsoft.com/office/drawing/2014/main" id="{CD38EF99-BE61-9E45-80CA-7E471E08D1CF}"/>
              </a:ext>
            </a:extLst>
          </p:cNvPr>
          <p:cNvSpPr>
            <a:spLocks noChangeAspect="1" noChangeArrowheads="1"/>
          </p:cNvSpPr>
          <p:nvPr/>
        </p:nvSpPr>
        <p:spPr bwMode="auto">
          <a:xfrm>
            <a:off x="7998655" y="1517061"/>
            <a:ext cx="435824" cy="435824"/>
          </a:xfrm>
          <a:custGeom>
            <a:avLst/>
            <a:gdLst>
              <a:gd name="T0" fmla="*/ 361707 w 2595"/>
              <a:gd name="T1" fmla="*/ 320930 h 2580"/>
              <a:gd name="T2" fmla="*/ 338420 w 2595"/>
              <a:gd name="T3" fmla="*/ 162558 h 2580"/>
              <a:gd name="T4" fmla="*/ 285294 w 2595"/>
              <a:gd name="T5" fmla="*/ 51907 h 2580"/>
              <a:gd name="T6" fmla="*/ 180435 w 2595"/>
              <a:gd name="T7" fmla="*/ 0 h 2580"/>
              <a:gd name="T8" fmla="*/ 84919 w 2595"/>
              <a:gd name="T9" fmla="*/ 52047 h 2580"/>
              <a:gd name="T10" fmla="*/ 31234 w 2595"/>
              <a:gd name="T11" fmla="*/ 162279 h 2580"/>
              <a:gd name="T12" fmla="*/ 0 w 2595"/>
              <a:gd name="T13" fmla="*/ 320651 h 2580"/>
              <a:gd name="T14" fmla="*/ 15059 w 2595"/>
              <a:gd name="T15" fmla="*/ 352884 h 2580"/>
              <a:gd name="T16" fmla="*/ 46712 w 2595"/>
              <a:gd name="T17" fmla="*/ 359860 h 2580"/>
              <a:gd name="T18" fmla="*/ 315413 w 2595"/>
              <a:gd name="T19" fmla="*/ 359860 h 2580"/>
              <a:gd name="T20" fmla="*/ 347065 w 2595"/>
              <a:gd name="T21" fmla="*/ 352884 h 2580"/>
              <a:gd name="T22" fmla="*/ 361707 w 2595"/>
              <a:gd name="T23" fmla="*/ 320930 h 2580"/>
              <a:gd name="T24" fmla="*/ 272605 w 2595"/>
              <a:gd name="T25" fmla="*/ 62093 h 2580"/>
              <a:gd name="T26" fmla="*/ 322663 w 2595"/>
              <a:gd name="T27" fmla="*/ 166744 h 2580"/>
              <a:gd name="T28" fmla="*/ 345253 w 2595"/>
              <a:gd name="T29" fmla="*/ 315907 h 2580"/>
              <a:gd name="T30" fmla="*/ 259637 w 2595"/>
              <a:gd name="T31" fmla="*/ 315907 h 2580"/>
              <a:gd name="T32" fmla="*/ 277624 w 2595"/>
              <a:gd name="T33" fmla="*/ 279628 h 2580"/>
              <a:gd name="T34" fmla="*/ 277624 w 2595"/>
              <a:gd name="T35" fmla="*/ 272372 h 2580"/>
              <a:gd name="T36" fmla="*/ 188801 w 2595"/>
              <a:gd name="T37" fmla="*/ 100744 h 2580"/>
              <a:gd name="T38" fmla="*/ 187825 w 2595"/>
              <a:gd name="T39" fmla="*/ 96000 h 2580"/>
              <a:gd name="T40" fmla="*/ 187825 w 2595"/>
              <a:gd name="T41" fmla="*/ 16465 h 2580"/>
              <a:gd name="T42" fmla="*/ 272605 w 2595"/>
              <a:gd name="T43" fmla="*/ 62093 h 2580"/>
              <a:gd name="T44" fmla="*/ 98863 w 2595"/>
              <a:gd name="T45" fmla="*/ 276140 h 2580"/>
              <a:gd name="T46" fmla="*/ 159658 w 2595"/>
              <a:gd name="T47" fmla="*/ 158791 h 2580"/>
              <a:gd name="T48" fmla="*/ 123125 w 2595"/>
              <a:gd name="T49" fmla="*/ 324698 h 2580"/>
              <a:gd name="T50" fmla="*/ 98863 w 2595"/>
              <a:gd name="T51" fmla="*/ 276140 h 2580"/>
              <a:gd name="T52" fmla="*/ 180156 w 2595"/>
              <a:gd name="T53" fmla="*/ 141209 h 2580"/>
              <a:gd name="T54" fmla="*/ 224498 w 2595"/>
              <a:gd name="T55" fmla="*/ 343674 h 2580"/>
              <a:gd name="T56" fmla="*/ 135675 w 2595"/>
              <a:gd name="T57" fmla="*/ 343674 h 2580"/>
              <a:gd name="T58" fmla="*/ 180156 w 2595"/>
              <a:gd name="T59" fmla="*/ 141209 h 2580"/>
              <a:gd name="T60" fmla="*/ 200514 w 2595"/>
              <a:gd name="T61" fmla="*/ 158791 h 2580"/>
              <a:gd name="T62" fmla="*/ 261310 w 2595"/>
              <a:gd name="T63" fmla="*/ 276140 h 2580"/>
              <a:gd name="T64" fmla="*/ 237047 w 2595"/>
              <a:gd name="T65" fmla="*/ 324698 h 2580"/>
              <a:gd name="T66" fmla="*/ 200514 w 2595"/>
              <a:gd name="T67" fmla="*/ 158791 h 2580"/>
              <a:gd name="T68" fmla="*/ 171790 w 2595"/>
              <a:gd name="T69" fmla="*/ 16605 h 2580"/>
              <a:gd name="T70" fmla="*/ 171790 w 2595"/>
              <a:gd name="T71" fmla="*/ 97256 h 2580"/>
              <a:gd name="T72" fmla="*/ 171371 w 2595"/>
              <a:gd name="T73" fmla="*/ 100744 h 2580"/>
              <a:gd name="T74" fmla="*/ 82548 w 2595"/>
              <a:gd name="T75" fmla="*/ 272372 h 2580"/>
              <a:gd name="T76" fmla="*/ 82548 w 2595"/>
              <a:gd name="T77" fmla="*/ 279628 h 2580"/>
              <a:gd name="T78" fmla="*/ 100675 w 2595"/>
              <a:gd name="T79" fmla="*/ 315907 h 2580"/>
              <a:gd name="T80" fmla="*/ 16733 w 2595"/>
              <a:gd name="T81" fmla="*/ 315907 h 2580"/>
              <a:gd name="T82" fmla="*/ 171790 w 2595"/>
              <a:gd name="T83" fmla="*/ 16605 h 2580"/>
              <a:gd name="T84" fmla="*/ 17430 w 2595"/>
              <a:gd name="T85" fmla="*/ 332233 h 2580"/>
              <a:gd name="T86" fmla="*/ 107926 w 2595"/>
              <a:gd name="T87" fmla="*/ 332233 h 2580"/>
              <a:gd name="T88" fmla="*/ 108763 w 2595"/>
              <a:gd name="T89" fmla="*/ 332233 h 2580"/>
              <a:gd name="T90" fmla="*/ 114480 w 2595"/>
              <a:gd name="T91" fmla="*/ 343674 h 2580"/>
              <a:gd name="T92" fmla="*/ 46712 w 2595"/>
              <a:gd name="T93" fmla="*/ 343674 h 2580"/>
              <a:gd name="T94" fmla="*/ 17430 w 2595"/>
              <a:gd name="T95" fmla="*/ 332233 h 2580"/>
              <a:gd name="T96" fmla="*/ 315413 w 2595"/>
              <a:gd name="T97" fmla="*/ 343674 h 2580"/>
              <a:gd name="T98" fmla="*/ 245832 w 2595"/>
              <a:gd name="T99" fmla="*/ 343674 h 2580"/>
              <a:gd name="T100" fmla="*/ 251410 w 2595"/>
              <a:gd name="T101" fmla="*/ 332233 h 2580"/>
              <a:gd name="T102" fmla="*/ 251828 w 2595"/>
              <a:gd name="T103" fmla="*/ 332233 h 2580"/>
              <a:gd name="T104" fmla="*/ 344834 w 2595"/>
              <a:gd name="T105" fmla="*/ 332233 h 2580"/>
              <a:gd name="T106" fmla="*/ 315413 w 2595"/>
              <a:gd name="T107" fmla="*/ 343674 h 25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595" h="2580">
                <a:moveTo>
                  <a:pt x="2594" y="2300"/>
                </a:moveTo>
                <a:cubicBezTo>
                  <a:pt x="2593" y="2254"/>
                  <a:pt x="2582" y="1714"/>
                  <a:pt x="2427" y="1165"/>
                </a:cubicBezTo>
                <a:cubicBezTo>
                  <a:pt x="2333" y="831"/>
                  <a:pt x="2204" y="564"/>
                  <a:pt x="2046" y="372"/>
                </a:cubicBezTo>
                <a:cubicBezTo>
                  <a:pt x="1842" y="125"/>
                  <a:pt x="1589" y="0"/>
                  <a:pt x="1294" y="0"/>
                </a:cubicBezTo>
                <a:cubicBezTo>
                  <a:pt x="1034" y="0"/>
                  <a:pt x="804" y="125"/>
                  <a:pt x="609" y="373"/>
                </a:cubicBezTo>
                <a:cubicBezTo>
                  <a:pt x="458" y="565"/>
                  <a:pt x="329" y="831"/>
                  <a:pt x="224" y="1163"/>
                </a:cubicBezTo>
                <a:cubicBezTo>
                  <a:pt x="47" y="1724"/>
                  <a:pt x="0" y="2292"/>
                  <a:pt x="0" y="2298"/>
                </a:cubicBezTo>
                <a:cubicBezTo>
                  <a:pt x="0" y="2398"/>
                  <a:pt x="36" y="2486"/>
                  <a:pt x="108" y="2529"/>
                </a:cubicBezTo>
                <a:cubicBezTo>
                  <a:pt x="164" y="2563"/>
                  <a:pt x="238" y="2579"/>
                  <a:pt x="335" y="2579"/>
                </a:cubicBezTo>
                <a:lnTo>
                  <a:pt x="2262" y="2579"/>
                </a:lnTo>
                <a:cubicBezTo>
                  <a:pt x="2359" y="2579"/>
                  <a:pt x="2434" y="2563"/>
                  <a:pt x="2489" y="2529"/>
                </a:cubicBezTo>
                <a:cubicBezTo>
                  <a:pt x="2561" y="2486"/>
                  <a:pt x="2594" y="2420"/>
                  <a:pt x="2594" y="2300"/>
                </a:cubicBezTo>
                <a:close/>
                <a:moveTo>
                  <a:pt x="1955" y="445"/>
                </a:moveTo>
                <a:cubicBezTo>
                  <a:pt x="2103" y="625"/>
                  <a:pt x="2224" y="877"/>
                  <a:pt x="2314" y="1195"/>
                </a:cubicBezTo>
                <a:cubicBezTo>
                  <a:pt x="2445" y="1658"/>
                  <a:pt x="2471" y="2128"/>
                  <a:pt x="2476" y="2264"/>
                </a:cubicBezTo>
                <a:lnTo>
                  <a:pt x="1862" y="2264"/>
                </a:lnTo>
                <a:lnTo>
                  <a:pt x="1991" y="2004"/>
                </a:lnTo>
                <a:cubicBezTo>
                  <a:pt x="2000" y="1988"/>
                  <a:pt x="2000" y="1968"/>
                  <a:pt x="1991" y="1952"/>
                </a:cubicBezTo>
                <a:lnTo>
                  <a:pt x="1354" y="722"/>
                </a:lnTo>
                <a:cubicBezTo>
                  <a:pt x="1356" y="710"/>
                  <a:pt x="1353" y="698"/>
                  <a:pt x="1347" y="688"/>
                </a:cubicBezTo>
                <a:lnTo>
                  <a:pt x="1347" y="118"/>
                </a:lnTo>
                <a:cubicBezTo>
                  <a:pt x="1583" y="132"/>
                  <a:pt x="1788" y="242"/>
                  <a:pt x="1955" y="445"/>
                </a:cubicBezTo>
                <a:close/>
                <a:moveTo>
                  <a:pt x="709" y="1979"/>
                </a:moveTo>
                <a:lnTo>
                  <a:pt x="1145" y="1138"/>
                </a:lnTo>
                <a:lnTo>
                  <a:pt x="883" y="2327"/>
                </a:lnTo>
                <a:lnTo>
                  <a:pt x="709" y="1979"/>
                </a:lnTo>
                <a:close/>
                <a:moveTo>
                  <a:pt x="1292" y="1012"/>
                </a:moveTo>
                <a:lnTo>
                  <a:pt x="1610" y="2463"/>
                </a:lnTo>
                <a:lnTo>
                  <a:pt x="973" y="2463"/>
                </a:lnTo>
                <a:lnTo>
                  <a:pt x="1292" y="1012"/>
                </a:lnTo>
                <a:close/>
                <a:moveTo>
                  <a:pt x="1438" y="1138"/>
                </a:moveTo>
                <a:lnTo>
                  <a:pt x="1874" y="1979"/>
                </a:lnTo>
                <a:lnTo>
                  <a:pt x="1700" y="2327"/>
                </a:lnTo>
                <a:lnTo>
                  <a:pt x="1438" y="1138"/>
                </a:lnTo>
                <a:close/>
                <a:moveTo>
                  <a:pt x="1232" y="119"/>
                </a:moveTo>
                <a:lnTo>
                  <a:pt x="1232" y="697"/>
                </a:lnTo>
                <a:cubicBezTo>
                  <a:pt x="1229" y="705"/>
                  <a:pt x="1228" y="713"/>
                  <a:pt x="1229" y="722"/>
                </a:cubicBezTo>
                <a:lnTo>
                  <a:pt x="592" y="1952"/>
                </a:lnTo>
                <a:cubicBezTo>
                  <a:pt x="584" y="1968"/>
                  <a:pt x="584" y="1988"/>
                  <a:pt x="592" y="2004"/>
                </a:cubicBezTo>
                <a:lnTo>
                  <a:pt x="722" y="2264"/>
                </a:lnTo>
                <a:lnTo>
                  <a:pt x="120" y="2264"/>
                </a:lnTo>
                <a:cubicBezTo>
                  <a:pt x="151" y="1965"/>
                  <a:pt x="369" y="201"/>
                  <a:pt x="1232" y="119"/>
                </a:cubicBezTo>
                <a:close/>
                <a:moveTo>
                  <a:pt x="125" y="2381"/>
                </a:moveTo>
                <a:lnTo>
                  <a:pt x="774" y="2381"/>
                </a:lnTo>
                <a:cubicBezTo>
                  <a:pt x="776" y="2381"/>
                  <a:pt x="778" y="2381"/>
                  <a:pt x="780" y="2381"/>
                </a:cubicBezTo>
                <a:lnTo>
                  <a:pt x="821" y="2463"/>
                </a:lnTo>
                <a:lnTo>
                  <a:pt x="335" y="2463"/>
                </a:lnTo>
                <a:cubicBezTo>
                  <a:pt x="193" y="2463"/>
                  <a:pt x="142" y="2421"/>
                  <a:pt x="125" y="2381"/>
                </a:cubicBezTo>
                <a:close/>
                <a:moveTo>
                  <a:pt x="2262" y="2463"/>
                </a:moveTo>
                <a:lnTo>
                  <a:pt x="1763" y="2463"/>
                </a:lnTo>
                <a:lnTo>
                  <a:pt x="1803" y="2381"/>
                </a:lnTo>
                <a:cubicBezTo>
                  <a:pt x="1804" y="2381"/>
                  <a:pt x="1805" y="2381"/>
                  <a:pt x="1806" y="2381"/>
                </a:cubicBezTo>
                <a:lnTo>
                  <a:pt x="2473" y="2381"/>
                </a:lnTo>
                <a:cubicBezTo>
                  <a:pt x="2455" y="2421"/>
                  <a:pt x="2405" y="2463"/>
                  <a:pt x="2262" y="246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46" name="Freeform 9">
            <a:extLst>
              <a:ext uri="{FF2B5EF4-FFF2-40B4-BE49-F238E27FC236}">
                <a16:creationId xmlns:a16="http://schemas.microsoft.com/office/drawing/2014/main" id="{98F6C4E0-5832-7E42-B99B-04FD50103427}"/>
              </a:ext>
            </a:extLst>
          </p:cNvPr>
          <p:cNvSpPr>
            <a:spLocks noChangeAspect="1" noChangeArrowheads="1"/>
          </p:cNvSpPr>
          <p:nvPr/>
        </p:nvSpPr>
        <p:spPr bwMode="auto">
          <a:xfrm>
            <a:off x="6455032" y="1588099"/>
            <a:ext cx="433905" cy="347508"/>
          </a:xfrm>
          <a:custGeom>
            <a:avLst/>
            <a:gdLst>
              <a:gd name="T0" fmla="*/ 330000 w 2604"/>
              <a:gd name="T1" fmla="*/ 35932 h 2076"/>
              <a:gd name="T2" fmla="*/ 321290 w 2604"/>
              <a:gd name="T3" fmla="*/ 33168 h 2076"/>
              <a:gd name="T4" fmla="*/ 287281 w 2604"/>
              <a:gd name="T5" fmla="*/ 0 h 2076"/>
              <a:gd name="T6" fmla="*/ 254101 w 2604"/>
              <a:gd name="T7" fmla="*/ 118023 h 2076"/>
              <a:gd name="T8" fmla="*/ 105760 w 2604"/>
              <a:gd name="T9" fmla="*/ 33168 h 2076"/>
              <a:gd name="T10" fmla="*/ 71751 w 2604"/>
              <a:gd name="T11" fmla="*/ 0 h 2076"/>
              <a:gd name="T12" fmla="*/ 38571 w 2604"/>
              <a:gd name="T13" fmla="*/ 37452 h 2076"/>
              <a:gd name="T14" fmla="*/ 24885 w 2604"/>
              <a:gd name="T15" fmla="*/ 35932 h 2076"/>
              <a:gd name="T16" fmla="*/ 0 w 2604"/>
              <a:gd name="T17" fmla="*/ 224022 h 2076"/>
              <a:gd name="T18" fmla="*/ 29862 w 2604"/>
              <a:gd name="T19" fmla="*/ 248898 h 2076"/>
              <a:gd name="T20" fmla="*/ 38571 w 2604"/>
              <a:gd name="T21" fmla="*/ 253597 h 2076"/>
              <a:gd name="T22" fmla="*/ 72581 w 2604"/>
              <a:gd name="T23" fmla="*/ 286765 h 2076"/>
              <a:gd name="T24" fmla="*/ 105760 w 2604"/>
              <a:gd name="T25" fmla="*/ 169295 h 2076"/>
              <a:gd name="T26" fmla="*/ 254101 w 2604"/>
              <a:gd name="T27" fmla="*/ 253597 h 2076"/>
              <a:gd name="T28" fmla="*/ 288111 w 2604"/>
              <a:gd name="T29" fmla="*/ 286765 h 2076"/>
              <a:gd name="T30" fmla="*/ 321290 w 2604"/>
              <a:gd name="T31" fmla="*/ 247378 h 2076"/>
              <a:gd name="T32" fmla="*/ 334977 w 2604"/>
              <a:gd name="T33" fmla="*/ 248898 h 2076"/>
              <a:gd name="T34" fmla="*/ 359862 w 2604"/>
              <a:gd name="T35" fmla="*/ 60808 h 2076"/>
              <a:gd name="T36" fmla="*/ 38157 w 2604"/>
              <a:gd name="T37" fmla="*/ 224022 h 2076"/>
              <a:gd name="T38" fmla="*/ 24885 w 2604"/>
              <a:gd name="T39" fmla="*/ 232314 h 2076"/>
              <a:gd name="T40" fmla="*/ 16590 w 2604"/>
              <a:gd name="T41" fmla="*/ 60808 h 2076"/>
              <a:gd name="T42" fmla="*/ 29862 w 2604"/>
              <a:gd name="T43" fmla="*/ 52516 h 2076"/>
              <a:gd name="T44" fmla="*/ 38157 w 2604"/>
              <a:gd name="T45" fmla="*/ 224022 h 2076"/>
              <a:gd name="T46" fmla="*/ 71751 w 2604"/>
              <a:gd name="T47" fmla="*/ 270181 h 2076"/>
              <a:gd name="T48" fmla="*/ 55161 w 2604"/>
              <a:gd name="T49" fmla="*/ 33168 h 2076"/>
              <a:gd name="T50" fmla="*/ 72581 w 2604"/>
              <a:gd name="T51" fmla="*/ 16584 h 2076"/>
              <a:gd name="T52" fmla="*/ 89171 w 2604"/>
              <a:gd name="T53" fmla="*/ 253597 h 2076"/>
              <a:gd name="T54" fmla="*/ 105760 w 2604"/>
              <a:gd name="T55" fmla="*/ 152711 h 2076"/>
              <a:gd name="T56" fmla="*/ 253687 w 2604"/>
              <a:gd name="T57" fmla="*/ 134607 h 2076"/>
              <a:gd name="T58" fmla="*/ 105760 w 2604"/>
              <a:gd name="T59" fmla="*/ 152711 h 2076"/>
              <a:gd name="T60" fmla="*/ 288111 w 2604"/>
              <a:gd name="T61" fmla="*/ 270181 h 2076"/>
              <a:gd name="T62" fmla="*/ 270691 w 2604"/>
              <a:gd name="T63" fmla="*/ 253597 h 2076"/>
              <a:gd name="T64" fmla="*/ 287281 w 2604"/>
              <a:gd name="T65" fmla="*/ 16584 h 2076"/>
              <a:gd name="T66" fmla="*/ 304700 w 2604"/>
              <a:gd name="T67" fmla="*/ 33168 h 2076"/>
              <a:gd name="T68" fmla="*/ 343272 w 2604"/>
              <a:gd name="T69" fmla="*/ 224022 h 2076"/>
              <a:gd name="T70" fmla="*/ 330000 w 2604"/>
              <a:gd name="T71" fmla="*/ 232314 h 2076"/>
              <a:gd name="T72" fmla="*/ 321705 w 2604"/>
              <a:gd name="T73" fmla="*/ 60808 h 2076"/>
              <a:gd name="T74" fmla="*/ 334977 w 2604"/>
              <a:gd name="T75" fmla="*/ 52516 h 2076"/>
              <a:gd name="T76" fmla="*/ 343272 w 2604"/>
              <a:gd name="T77" fmla="*/ 224022 h 207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604" h="2076">
                <a:moveTo>
                  <a:pt x="2423" y="260"/>
                </a:moveTo>
                <a:lnTo>
                  <a:pt x="2387" y="260"/>
                </a:lnTo>
                <a:cubicBezTo>
                  <a:pt x="2365" y="260"/>
                  <a:pt x="2344" y="264"/>
                  <a:pt x="2324" y="272"/>
                </a:cubicBezTo>
                <a:lnTo>
                  <a:pt x="2324" y="240"/>
                </a:lnTo>
                <a:cubicBezTo>
                  <a:pt x="2324" y="107"/>
                  <a:pt x="2216" y="0"/>
                  <a:pt x="2084" y="0"/>
                </a:cubicBezTo>
                <a:lnTo>
                  <a:pt x="2078" y="0"/>
                </a:lnTo>
                <a:cubicBezTo>
                  <a:pt x="1946" y="0"/>
                  <a:pt x="1838" y="107"/>
                  <a:pt x="1838" y="240"/>
                </a:cubicBezTo>
                <a:lnTo>
                  <a:pt x="1838" y="854"/>
                </a:lnTo>
                <a:lnTo>
                  <a:pt x="765" y="854"/>
                </a:lnTo>
                <a:lnTo>
                  <a:pt x="765" y="240"/>
                </a:lnTo>
                <a:cubicBezTo>
                  <a:pt x="765" y="107"/>
                  <a:pt x="657" y="0"/>
                  <a:pt x="525" y="0"/>
                </a:cubicBezTo>
                <a:lnTo>
                  <a:pt x="519" y="0"/>
                </a:lnTo>
                <a:cubicBezTo>
                  <a:pt x="386" y="0"/>
                  <a:pt x="279" y="107"/>
                  <a:pt x="279" y="240"/>
                </a:cubicBezTo>
                <a:lnTo>
                  <a:pt x="279" y="271"/>
                </a:lnTo>
                <a:cubicBezTo>
                  <a:pt x="259" y="264"/>
                  <a:pt x="238" y="260"/>
                  <a:pt x="216" y="260"/>
                </a:cubicBezTo>
                <a:lnTo>
                  <a:pt x="180" y="260"/>
                </a:lnTo>
                <a:cubicBezTo>
                  <a:pt x="80" y="260"/>
                  <a:pt x="0" y="341"/>
                  <a:pt x="0" y="440"/>
                </a:cubicBezTo>
                <a:lnTo>
                  <a:pt x="0" y="1621"/>
                </a:lnTo>
                <a:cubicBezTo>
                  <a:pt x="0" y="1721"/>
                  <a:pt x="80" y="1801"/>
                  <a:pt x="180" y="1801"/>
                </a:cubicBezTo>
                <a:lnTo>
                  <a:pt x="216" y="1801"/>
                </a:lnTo>
                <a:cubicBezTo>
                  <a:pt x="238" y="1801"/>
                  <a:pt x="259" y="1797"/>
                  <a:pt x="279" y="1790"/>
                </a:cubicBezTo>
                <a:lnTo>
                  <a:pt x="279" y="1835"/>
                </a:lnTo>
                <a:cubicBezTo>
                  <a:pt x="279" y="1967"/>
                  <a:pt x="386" y="2075"/>
                  <a:pt x="519" y="2075"/>
                </a:cubicBezTo>
                <a:lnTo>
                  <a:pt x="525" y="2075"/>
                </a:lnTo>
                <a:cubicBezTo>
                  <a:pt x="657" y="2075"/>
                  <a:pt x="765" y="1967"/>
                  <a:pt x="765" y="1835"/>
                </a:cubicBezTo>
                <a:lnTo>
                  <a:pt x="765" y="1225"/>
                </a:lnTo>
                <a:lnTo>
                  <a:pt x="1838" y="1225"/>
                </a:lnTo>
                <a:lnTo>
                  <a:pt x="1838" y="1835"/>
                </a:lnTo>
                <a:cubicBezTo>
                  <a:pt x="1838" y="1967"/>
                  <a:pt x="1946" y="2075"/>
                  <a:pt x="2078" y="2075"/>
                </a:cubicBezTo>
                <a:lnTo>
                  <a:pt x="2084" y="2075"/>
                </a:lnTo>
                <a:cubicBezTo>
                  <a:pt x="2216" y="2075"/>
                  <a:pt x="2324" y="1967"/>
                  <a:pt x="2324" y="1835"/>
                </a:cubicBezTo>
                <a:lnTo>
                  <a:pt x="2324" y="1790"/>
                </a:lnTo>
                <a:cubicBezTo>
                  <a:pt x="2344" y="1797"/>
                  <a:pt x="2365" y="1801"/>
                  <a:pt x="2387" y="1801"/>
                </a:cubicBezTo>
                <a:lnTo>
                  <a:pt x="2423" y="1801"/>
                </a:lnTo>
                <a:cubicBezTo>
                  <a:pt x="2523" y="1801"/>
                  <a:pt x="2603" y="1721"/>
                  <a:pt x="2603" y="1621"/>
                </a:cubicBezTo>
                <a:lnTo>
                  <a:pt x="2603" y="440"/>
                </a:lnTo>
                <a:cubicBezTo>
                  <a:pt x="2603" y="341"/>
                  <a:pt x="2523" y="260"/>
                  <a:pt x="2423" y="260"/>
                </a:cubicBezTo>
                <a:close/>
                <a:moveTo>
                  <a:pt x="276" y="1621"/>
                </a:moveTo>
                <a:cubicBezTo>
                  <a:pt x="276" y="1655"/>
                  <a:pt x="249" y="1681"/>
                  <a:pt x="216" y="1681"/>
                </a:cubicBezTo>
                <a:lnTo>
                  <a:pt x="180" y="1681"/>
                </a:lnTo>
                <a:cubicBezTo>
                  <a:pt x="147" y="1681"/>
                  <a:pt x="120" y="1655"/>
                  <a:pt x="120" y="1621"/>
                </a:cubicBezTo>
                <a:lnTo>
                  <a:pt x="120" y="440"/>
                </a:lnTo>
                <a:cubicBezTo>
                  <a:pt x="120" y="407"/>
                  <a:pt x="147" y="380"/>
                  <a:pt x="180" y="380"/>
                </a:cubicBezTo>
                <a:lnTo>
                  <a:pt x="216" y="380"/>
                </a:lnTo>
                <a:cubicBezTo>
                  <a:pt x="249" y="380"/>
                  <a:pt x="276" y="407"/>
                  <a:pt x="276" y="440"/>
                </a:cubicBezTo>
                <a:lnTo>
                  <a:pt x="276" y="1621"/>
                </a:lnTo>
                <a:close/>
                <a:moveTo>
                  <a:pt x="525" y="1955"/>
                </a:moveTo>
                <a:lnTo>
                  <a:pt x="519" y="1955"/>
                </a:lnTo>
                <a:cubicBezTo>
                  <a:pt x="453" y="1955"/>
                  <a:pt x="399" y="1901"/>
                  <a:pt x="399" y="1835"/>
                </a:cubicBezTo>
                <a:lnTo>
                  <a:pt x="399" y="240"/>
                </a:lnTo>
                <a:cubicBezTo>
                  <a:pt x="399" y="173"/>
                  <a:pt x="453" y="120"/>
                  <a:pt x="519" y="120"/>
                </a:cubicBezTo>
                <a:lnTo>
                  <a:pt x="525" y="120"/>
                </a:lnTo>
                <a:cubicBezTo>
                  <a:pt x="591" y="120"/>
                  <a:pt x="645" y="173"/>
                  <a:pt x="645" y="240"/>
                </a:cubicBezTo>
                <a:lnTo>
                  <a:pt x="645" y="1835"/>
                </a:lnTo>
                <a:cubicBezTo>
                  <a:pt x="645" y="1901"/>
                  <a:pt x="591" y="1955"/>
                  <a:pt x="525" y="1955"/>
                </a:cubicBezTo>
                <a:close/>
                <a:moveTo>
                  <a:pt x="765" y="1105"/>
                </a:moveTo>
                <a:lnTo>
                  <a:pt x="765" y="974"/>
                </a:lnTo>
                <a:lnTo>
                  <a:pt x="1835" y="974"/>
                </a:lnTo>
                <a:lnTo>
                  <a:pt x="1835" y="1105"/>
                </a:lnTo>
                <a:lnTo>
                  <a:pt x="765" y="1105"/>
                </a:lnTo>
                <a:close/>
                <a:moveTo>
                  <a:pt x="2204" y="1835"/>
                </a:moveTo>
                <a:cubicBezTo>
                  <a:pt x="2204" y="1901"/>
                  <a:pt x="2150" y="1955"/>
                  <a:pt x="2084" y="1955"/>
                </a:cubicBezTo>
                <a:lnTo>
                  <a:pt x="2078" y="1955"/>
                </a:lnTo>
                <a:cubicBezTo>
                  <a:pt x="2012" y="1955"/>
                  <a:pt x="1958" y="1901"/>
                  <a:pt x="1958" y="1835"/>
                </a:cubicBezTo>
                <a:lnTo>
                  <a:pt x="1958" y="240"/>
                </a:lnTo>
                <a:cubicBezTo>
                  <a:pt x="1958" y="173"/>
                  <a:pt x="2012" y="120"/>
                  <a:pt x="2078" y="120"/>
                </a:cubicBezTo>
                <a:lnTo>
                  <a:pt x="2084" y="120"/>
                </a:lnTo>
                <a:cubicBezTo>
                  <a:pt x="2150" y="120"/>
                  <a:pt x="2204" y="173"/>
                  <a:pt x="2204" y="240"/>
                </a:cubicBezTo>
                <a:lnTo>
                  <a:pt x="2204" y="1835"/>
                </a:lnTo>
                <a:close/>
                <a:moveTo>
                  <a:pt x="2483" y="1621"/>
                </a:moveTo>
                <a:cubicBezTo>
                  <a:pt x="2483" y="1655"/>
                  <a:pt x="2456" y="1681"/>
                  <a:pt x="2423" y="1681"/>
                </a:cubicBezTo>
                <a:lnTo>
                  <a:pt x="2387" y="1681"/>
                </a:lnTo>
                <a:cubicBezTo>
                  <a:pt x="2354" y="1681"/>
                  <a:pt x="2327" y="1655"/>
                  <a:pt x="2327" y="1621"/>
                </a:cubicBezTo>
                <a:lnTo>
                  <a:pt x="2327" y="440"/>
                </a:lnTo>
                <a:cubicBezTo>
                  <a:pt x="2327" y="407"/>
                  <a:pt x="2354" y="380"/>
                  <a:pt x="2387" y="380"/>
                </a:cubicBezTo>
                <a:lnTo>
                  <a:pt x="2423" y="380"/>
                </a:lnTo>
                <a:cubicBezTo>
                  <a:pt x="2456" y="380"/>
                  <a:pt x="2483" y="407"/>
                  <a:pt x="2483" y="440"/>
                </a:cubicBezTo>
                <a:lnTo>
                  <a:pt x="2483" y="1621"/>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47" name="Freeform 10">
            <a:extLst>
              <a:ext uri="{FF2B5EF4-FFF2-40B4-BE49-F238E27FC236}">
                <a16:creationId xmlns:a16="http://schemas.microsoft.com/office/drawing/2014/main" id="{32AEE3C1-00AB-2942-8C96-CC05399F834E}"/>
              </a:ext>
            </a:extLst>
          </p:cNvPr>
          <p:cNvSpPr>
            <a:spLocks noChangeAspect="1" noChangeArrowheads="1"/>
          </p:cNvSpPr>
          <p:nvPr/>
        </p:nvSpPr>
        <p:spPr bwMode="auto">
          <a:xfrm>
            <a:off x="793149" y="5020942"/>
            <a:ext cx="422385" cy="435825"/>
          </a:xfrm>
          <a:custGeom>
            <a:avLst/>
            <a:gdLst>
              <a:gd name="T0" fmla="*/ 277695 w 2543"/>
              <a:gd name="T1" fmla="*/ 77782 h 2615"/>
              <a:gd name="T2" fmla="*/ 236371 w 2543"/>
              <a:gd name="T3" fmla="*/ 7985 h 2615"/>
              <a:gd name="T4" fmla="*/ 111987 w 2543"/>
              <a:gd name="T5" fmla="*/ 7985 h 2615"/>
              <a:gd name="T6" fmla="*/ 98626 w 2543"/>
              <a:gd name="T7" fmla="*/ 43778 h 2615"/>
              <a:gd name="T8" fmla="*/ 44079 w 2543"/>
              <a:gd name="T9" fmla="*/ 153637 h 2615"/>
              <a:gd name="T10" fmla="*/ 44079 w 2543"/>
              <a:gd name="T11" fmla="*/ 329438 h 2615"/>
              <a:gd name="T12" fmla="*/ 69011 w 2543"/>
              <a:gd name="T13" fmla="*/ 359862 h 2615"/>
              <a:gd name="T14" fmla="*/ 105238 w 2543"/>
              <a:gd name="T15" fmla="*/ 329438 h 2615"/>
              <a:gd name="T16" fmla="*/ 268191 w 2543"/>
              <a:gd name="T17" fmla="*/ 359862 h 2615"/>
              <a:gd name="T18" fmla="*/ 304280 w 2543"/>
              <a:gd name="T19" fmla="*/ 329438 h 2615"/>
              <a:gd name="T20" fmla="*/ 350149 w 2543"/>
              <a:gd name="T21" fmla="*/ 197690 h 2615"/>
              <a:gd name="T22" fmla="*/ 334033 w 2543"/>
              <a:gd name="T23" fmla="*/ 197690 h 2615"/>
              <a:gd name="T24" fmla="*/ 222321 w 2543"/>
              <a:gd name="T25" fmla="*/ 280428 h 2615"/>
              <a:gd name="T26" fmla="*/ 294225 w 2543"/>
              <a:gd name="T27" fmla="*/ 170019 h 2615"/>
              <a:gd name="T28" fmla="*/ 305933 w 2543"/>
              <a:gd name="T29" fmla="*/ 169744 h 2615"/>
              <a:gd name="T30" fmla="*/ 182651 w 2543"/>
              <a:gd name="T31" fmla="*/ 280841 h 2615"/>
              <a:gd name="T32" fmla="*/ 240504 w 2543"/>
              <a:gd name="T33" fmla="*/ 207052 h 2615"/>
              <a:gd name="T34" fmla="*/ 159096 w 2543"/>
              <a:gd name="T35" fmla="*/ 280841 h 2615"/>
              <a:gd name="T36" fmla="*/ 106753 w 2543"/>
              <a:gd name="T37" fmla="*/ 201407 h 2615"/>
              <a:gd name="T38" fmla="*/ 166672 w 2543"/>
              <a:gd name="T39" fmla="*/ 280841 h 2615"/>
              <a:gd name="T40" fmla="*/ 220393 w 2543"/>
              <a:gd name="T41" fmla="*/ 16107 h 2615"/>
              <a:gd name="T42" fmla="*/ 128103 w 2543"/>
              <a:gd name="T43" fmla="*/ 33728 h 2615"/>
              <a:gd name="T44" fmla="*/ 174937 w 2543"/>
              <a:gd name="T45" fmla="*/ 45843 h 2615"/>
              <a:gd name="T46" fmla="*/ 152071 w 2543"/>
              <a:gd name="T47" fmla="*/ 98570 h 2615"/>
              <a:gd name="T48" fmla="*/ 236509 w 2543"/>
              <a:gd name="T49" fmla="*/ 54654 h 2615"/>
              <a:gd name="T50" fmla="*/ 283480 w 2543"/>
              <a:gd name="T51" fmla="*/ 153361 h 2615"/>
              <a:gd name="T52" fmla="*/ 44079 w 2543"/>
              <a:gd name="T53" fmla="*/ 169744 h 2615"/>
              <a:gd name="T54" fmla="*/ 55787 w 2543"/>
              <a:gd name="T55" fmla="*/ 170019 h 2615"/>
              <a:gd name="T56" fmla="*/ 15978 w 2543"/>
              <a:gd name="T57" fmla="*/ 281667 h 2615"/>
              <a:gd name="T58" fmla="*/ 89121 w 2543"/>
              <a:gd name="T59" fmla="*/ 335771 h 2615"/>
              <a:gd name="T60" fmla="*/ 61021 w 2543"/>
              <a:gd name="T61" fmla="*/ 335771 h 2615"/>
              <a:gd name="T62" fmla="*/ 89121 w 2543"/>
              <a:gd name="T63" fmla="*/ 335771 h 2615"/>
              <a:gd name="T64" fmla="*/ 268191 w 2543"/>
              <a:gd name="T65" fmla="*/ 343893 h 2615"/>
              <a:gd name="T66" fmla="*/ 288301 w 2543"/>
              <a:gd name="T67" fmla="*/ 329438 h 2615"/>
              <a:gd name="T68" fmla="*/ 44079 w 2543"/>
              <a:gd name="T69" fmla="*/ 313331 h 2615"/>
              <a:gd name="T70" fmla="*/ 305933 w 2543"/>
              <a:gd name="T71" fmla="*/ 313331 h 2615"/>
              <a:gd name="T72" fmla="*/ 326044 w 2543"/>
              <a:gd name="T73" fmla="*/ 233346 h 2615"/>
              <a:gd name="T74" fmla="*/ 310065 w 2543"/>
              <a:gd name="T75" fmla="*/ 233346 h 2615"/>
              <a:gd name="T76" fmla="*/ 294225 w 2543"/>
              <a:gd name="T77" fmla="*/ 217652 h 2615"/>
              <a:gd name="T78" fmla="*/ 87606 w 2543"/>
              <a:gd name="T79" fmla="*/ 233346 h 2615"/>
              <a:gd name="T80" fmla="*/ 55787 w 2543"/>
              <a:gd name="T81" fmla="*/ 265147 h 2615"/>
              <a:gd name="T82" fmla="*/ 55787 w 2543"/>
              <a:gd name="T83" fmla="*/ 249040 h 261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543" h="2615">
                <a:moveTo>
                  <a:pt x="2221" y="1116"/>
                </a:moveTo>
                <a:lnTo>
                  <a:pt x="2180" y="1116"/>
                </a:lnTo>
                <a:lnTo>
                  <a:pt x="2016" y="565"/>
                </a:lnTo>
                <a:cubicBezTo>
                  <a:pt x="1973" y="421"/>
                  <a:pt x="1879" y="326"/>
                  <a:pt x="1716" y="272"/>
                </a:cubicBezTo>
                <a:cubicBezTo>
                  <a:pt x="1716" y="271"/>
                  <a:pt x="1716" y="270"/>
                  <a:pt x="1716" y="268"/>
                </a:cubicBezTo>
                <a:lnTo>
                  <a:pt x="1716" y="58"/>
                </a:lnTo>
                <a:cubicBezTo>
                  <a:pt x="1716" y="26"/>
                  <a:pt x="1690" y="0"/>
                  <a:pt x="1658" y="0"/>
                </a:cubicBezTo>
                <a:lnTo>
                  <a:pt x="872" y="0"/>
                </a:lnTo>
                <a:cubicBezTo>
                  <a:pt x="839" y="0"/>
                  <a:pt x="813" y="26"/>
                  <a:pt x="813" y="58"/>
                </a:cubicBezTo>
                <a:lnTo>
                  <a:pt x="813" y="268"/>
                </a:lnTo>
                <a:cubicBezTo>
                  <a:pt x="813" y="271"/>
                  <a:pt x="814" y="273"/>
                  <a:pt x="814" y="276"/>
                </a:cubicBezTo>
                <a:cubicBezTo>
                  <a:pt x="778" y="288"/>
                  <a:pt x="746" y="302"/>
                  <a:pt x="716" y="318"/>
                </a:cubicBezTo>
                <a:cubicBezTo>
                  <a:pt x="610" y="376"/>
                  <a:pt x="542" y="460"/>
                  <a:pt x="511" y="573"/>
                </a:cubicBezTo>
                <a:lnTo>
                  <a:pt x="360" y="1116"/>
                </a:lnTo>
                <a:lnTo>
                  <a:pt x="320" y="1116"/>
                </a:lnTo>
                <a:cubicBezTo>
                  <a:pt x="143" y="1116"/>
                  <a:pt x="0" y="1260"/>
                  <a:pt x="0" y="1436"/>
                </a:cubicBezTo>
                <a:lnTo>
                  <a:pt x="0" y="2072"/>
                </a:lnTo>
                <a:cubicBezTo>
                  <a:pt x="0" y="2249"/>
                  <a:pt x="143" y="2393"/>
                  <a:pt x="320" y="2393"/>
                </a:cubicBezTo>
                <a:lnTo>
                  <a:pt x="326" y="2393"/>
                </a:lnTo>
                <a:lnTo>
                  <a:pt x="326" y="2439"/>
                </a:lnTo>
                <a:cubicBezTo>
                  <a:pt x="326" y="2536"/>
                  <a:pt x="405" y="2614"/>
                  <a:pt x="501" y="2614"/>
                </a:cubicBezTo>
                <a:lnTo>
                  <a:pt x="589" y="2614"/>
                </a:lnTo>
                <a:cubicBezTo>
                  <a:pt x="685" y="2614"/>
                  <a:pt x="764" y="2536"/>
                  <a:pt x="764" y="2439"/>
                </a:cubicBezTo>
                <a:lnTo>
                  <a:pt x="764" y="2393"/>
                </a:lnTo>
                <a:lnTo>
                  <a:pt x="1772" y="2393"/>
                </a:lnTo>
                <a:lnTo>
                  <a:pt x="1772" y="2439"/>
                </a:lnTo>
                <a:cubicBezTo>
                  <a:pt x="1772" y="2536"/>
                  <a:pt x="1850" y="2614"/>
                  <a:pt x="1947" y="2614"/>
                </a:cubicBezTo>
                <a:lnTo>
                  <a:pt x="2034" y="2614"/>
                </a:lnTo>
                <a:cubicBezTo>
                  <a:pt x="2131" y="2614"/>
                  <a:pt x="2209" y="2536"/>
                  <a:pt x="2209" y="2439"/>
                </a:cubicBezTo>
                <a:lnTo>
                  <a:pt x="2209" y="2393"/>
                </a:lnTo>
                <a:lnTo>
                  <a:pt x="2221" y="2393"/>
                </a:lnTo>
                <a:cubicBezTo>
                  <a:pt x="2398" y="2393"/>
                  <a:pt x="2542" y="2249"/>
                  <a:pt x="2542" y="2072"/>
                </a:cubicBezTo>
                <a:lnTo>
                  <a:pt x="2542" y="1436"/>
                </a:lnTo>
                <a:cubicBezTo>
                  <a:pt x="2542" y="1260"/>
                  <a:pt x="2398" y="1116"/>
                  <a:pt x="2221" y="1116"/>
                </a:cubicBezTo>
                <a:close/>
                <a:moveTo>
                  <a:pt x="2221" y="1233"/>
                </a:moveTo>
                <a:cubicBezTo>
                  <a:pt x="2333" y="1233"/>
                  <a:pt x="2425" y="1324"/>
                  <a:pt x="2425" y="1436"/>
                </a:cubicBezTo>
                <a:lnTo>
                  <a:pt x="2425" y="2046"/>
                </a:lnTo>
                <a:lnTo>
                  <a:pt x="1606" y="2046"/>
                </a:lnTo>
                <a:cubicBezTo>
                  <a:pt x="1609" y="2043"/>
                  <a:pt x="1612" y="2040"/>
                  <a:pt x="1614" y="2037"/>
                </a:cubicBezTo>
                <a:cubicBezTo>
                  <a:pt x="1623" y="2026"/>
                  <a:pt x="1632" y="2013"/>
                  <a:pt x="1640" y="1995"/>
                </a:cubicBezTo>
                <a:cubicBezTo>
                  <a:pt x="1662" y="1939"/>
                  <a:pt x="1745" y="1744"/>
                  <a:pt x="1848" y="1562"/>
                </a:cubicBezTo>
                <a:cubicBezTo>
                  <a:pt x="2020" y="1259"/>
                  <a:pt x="2113" y="1235"/>
                  <a:pt x="2136" y="1235"/>
                </a:cubicBezTo>
                <a:lnTo>
                  <a:pt x="2136" y="1233"/>
                </a:lnTo>
                <a:lnTo>
                  <a:pt x="2221" y="1233"/>
                </a:lnTo>
                <a:close/>
                <a:moveTo>
                  <a:pt x="1523" y="1964"/>
                </a:moveTo>
                <a:cubicBezTo>
                  <a:pt x="1484" y="2013"/>
                  <a:pt x="1425" y="2040"/>
                  <a:pt x="1360" y="2040"/>
                </a:cubicBezTo>
                <a:lnTo>
                  <a:pt x="1326" y="2040"/>
                </a:lnTo>
                <a:lnTo>
                  <a:pt x="1326" y="1231"/>
                </a:lnTo>
                <a:lnTo>
                  <a:pt x="1936" y="1231"/>
                </a:lnTo>
                <a:cubicBezTo>
                  <a:pt x="1877" y="1294"/>
                  <a:pt x="1814" y="1384"/>
                  <a:pt x="1746" y="1504"/>
                </a:cubicBezTo>
                <a:cubicBezTo>
                  <a:pt x="1640" y="1692"/>
                  <a:pt x="1555" y="1894"/>
                  <a:pt x="1532" y="1951"/>
                </a:cubicBezTo>
                <a:cubicBezTo>
                  <a:pt x="1530" y="1954"/>
                  <a:pt x="1529" y="1957"/>
                  <a:pt x="1523" y="1964"/>
                </a:cubicBezTo>
                <a:close/>
                <a:moveTo>
                  <a:pt x="1155" y="2040"/>
                </a:moveTo>
                <a:cubicBezTo>
                  <a:pt x="1122" y="2040"/>
                  <a:pt x="1093" y="2035"/>
                  <a:pt x="1069" y="2024"/>
                </a:cubicBezTo>
                <a:cubicBezTo>
                  <a:pt x="1024" y="2003"/>
                  <a:pt x="989" y="1965"/>
                  <a:pt x="972" y="1916"/>
                </a:cubicBezTo>
                <a:cubicBezTo>
                  <a:pt x="938" y="1819"/>
                  <a:pt x="867" y="1632"/>
                  <a:pt x="775" y="1463"/>
                </a:cubicBezTo>
                <a:cubicBezTo>
                  <a:pt x="721" y="1363"/>
                  <a:pt x="668" y="1287"/>
                  <a:pt x="615" y="1231"/>
                </a:cubicBezTo>
                <a:lnTo>
                  <a:pt x="1210" y="1231"/>
                </a:lnTo>
                <a:lnTo>
                  <a:pt x="1210" y="2040"/>
                </a:lnTo>
                <a:lnTo>
                  <a:pt x="1155" y="2040"/>
                </a:lnTo>
                <a:close/>
                <a:moveTo>
                  <a:pt x="930" y="117"/>
                </a:moveTo>
                <a:lnTo>
                  <a:pt x="1600" y="117"/>
                </a:lnTo>
                <a:lnTo>
                  <a:pt x="1600" y="242"/>
                </a:lnTo>
                <a:cubicBezTo>
                  <a:pt x="1507" y="225"/>
                  <a:pt x="1398" y="216"/>
                  <a:pt x="1270" y="216"/>
                </a:cubicBezTo>
                <a:cubicBezTo>
                  <a:pt x="1139" y="216"/>
                  <a:pt x="1026" y="226"/>
                  <a:pt x="930" y="245"/>
                </a:cubicBezTo>
                <a:lnTo>
                  <a:pt x="930" y="117"/>
                </a:lnTo>
                <a:close/>
                <a:moveTo>
                  <a:pt x="623" y="605"/>
                </a:moveTo>
                <a:cubicBezTo>
                  <a:pt x="658" y="478"/>
                  <a:pt x="764" y="333"/>
                  <a:pt x="1270" y="333"/>
                </a:cubicBezTo>
                <a:cubicBezTo>
                  <a:pt x="1384" y="333"/>
                  <a:pt x="1482" y="340"/>
                  <a:pt x="1565" y="355"/>
                </a:cubicBezTo>
                <a:lnTo>
                  <a:pt x="1122" y="636"/>
                </a:lnTo>
                <a:cubicBezTo>
                  <a:pt x="1095" y="653"/>
                  <a:pt x="1087" y="689"/>
                  <a:pt x="1104" y="716"/>
                </a:cubicBezTo>
                <a:cubicBezTo>
                  <a:pt x="1115" y="734"/>
                  <a:pt x="1134" y="744"/>
                  <a:pt x="1154" y="744"/>
                </a:cubicBezTo>
                <a:cubicBezTo>
                  <a:pt x="1164" y="744"/>
                  <a:pt x="1175" y="741"/>
                  <a:pt x="1185" y="735"/>
                </a:cubicBezTo>
                <a:lnTo>
                  <a:pt x="1717" y="397"/>
                </a:lnTo>
                <a:cubicBezTo>
                  <a:pt x="1733" y="404"/>
                  <a:pt x="1747" y="411"/>
                  <a:pt x="1761" y="418"/>
                </a:cubicBezTo>
                <a:cubicBezTo>
                  <a:pt x="1835" y="459"/>
                  <a:pt x="1879" y="515"/>
                  <a:pt x="1904" y="598"/>
                </a:cubicBezTo>
                <a:lnTo>
                  <a:pt x="2058" y="1114"/>
                </a:lnTo>
                <a:lnTo>
                  <a:pt x="482" y="1114"/>
                </a:lnTo>
                <a:lnTo>
                  <a:pt x="623" y="605"/>
                </a:lnTo>
                <a:close/>
                <a:moveTo>
                  <a:pt x="320" y="1233"/>
                </a:moveTo>
                <a:lnTo>
                  <a:pt x="405" y="1233"/>
                </a:lnTo>
                <a:lnTo>
                  <a:pt x="405" y="1235"/>
                </a:lnTo>
                <a:cubicBezTo>
                  <a:pt x="528" y="1235"/>
                  <a:pt x="711" y="1523"/>
                  <a:pt x="862" y="1954"/>
                </a:cubicBezTo>
                <a:cubicBezTo>
                  <a:pt x="874" y="1988"/>
                  <a:pt x="891" y="2019"/>
                  <a:pt x="913" y="2046"/>
                </a:cubicBezTo>
                <a:lnTo>
                  <a:pt x="116" y="2046"/>
                </a:lnTo>
                <a:lnTo>
                  <a:pt x="116" y="1436"/>
                </a:lnTo>
                <a:cubicBezTo>
                  <a:pt x="116" y="1324"/>
                  <a:pt x="208" y="1233"/>
                  <a:pt x="320" y="1233"/>
                </a:cubicBezTo>
                <a:close/>
                <a:moveTo>
                  <a:pt x="647" y="2439"/>
                </a:moveTo>
                <a:cubicBezTo>
                  <a:pt x="647" y="2471"/>
                  <a:pt x="621" y="2498"/>
                  <a:pt x="589" y="2498"/>
                </a:cubicBezTo>
                <a:lnTo>
                  <a:pt x="501" y="2498"/>
                </a:lnTo>
                <a:cubicBezTo>
                  <a:pt x="469" y="2498"/>
                  <a:pt x="443" y="2471"/>
                  <a:pt x="443" y="2439"/>
                </a:cubicBezTo>
                <a:lnTo>
                  <a:pt x="443" y="2393"/>
                </a:lnTo>
                <a:lnTo>
                  <a:pt x="647" y="2393"/>
                </a:lnTo>
                <a:lnTo>
                  <a:pt x="647" y="2439"/>
                </a:lnTo>
                <a:close/>
                <a:moveTo>
                  <a:pt x="2093" y="2439"/>
                </a:moveTo>
                <a:cubicBezTo>
                  <a:pt x="2093" y="2471"/>
                  <a:pt x="2066" y="2498"/>
                  <a:pt x="2034" y="2498"/>
                </a:cubicBezTo>
                <a:lnTo>
                  <a:pt x="1947" y="2498"/>
                </a:lnTo>
                <a:cubicBezTo>
                  <a:pt x="1915" y="2498"/>
                  <a:pt x="1888" y="2471"/>
                  <a:pt x="1888" y="2439"/>
                </a:cubicBezTo>
                <a:lnTo>
                  <a:pt x="1888" y="2393"/>
                </a:lnTo>
                <a:lnTo>
                  <a:pt x="2093" y="2393"/>
                </a:lnTo>
                <a:lnTo>
                  <a:pt x="2093" y="2439"/>
                </a:lnTo>
                <a:close/>
                <a:moveTo>
                  <a:pt x="2221" y="2276"/>
                </a:moveTo>
                <a:lnTo>
                  <a:pt x="320" y="2276"/>
                </a:lnTo>
                <a:cubicBezTo>
                  <a:pt x="241" y="2276"/>
                  <a:pt x="171" y="2230"/>
                  <a:pt x="138" y="2163"/>
                </a:cubicBezTo>
                <a:lnTo>
                  <a:pt x="2403" y="2163"/>
                </a:lnTo>
                <a:cubicBezTo>
                  <a:pt x="2370" y="2230"/>
                  <a:pt x="2301" y="2276"/>
                  <a:pt x="2221" y="2276"/>
                </a:cubicBezTo>
                <a:close/>
                <a:moveTo>
                  <a:pt x="1906" y="1695"/>
                </a:moveTo>
                <a:cubicBezTo>
                  <a:pt x="1906" y="1822"/>
                  <a:pt x="2009" y="1926"/>
                  <a:pt x="2136" y="1926"/>
                </a:cubicBezTo>
                <a:cubicBezTo>
                  <a:pt x="2264" y="1926"/>
                  <a:pt x="2367" y="1823"/>
                  <a:pt x="2367" y="1695"/>
                </a:cubicBezTo>
                <a:cubicBezTo>
                  <a:pt x="2367" y="1568"/>
                  <a:pt x="2264" y="1464"/>
                  <a:pt x="2136" y="1464"/>
                </a:cubicBezTo>
                <a:cubicBezTo>
                  <a:pt x="2009" y="1464"/>
                  <a:pt x="1906" y="1567"/>
                  <a:pt x="1906" y="1695"/>
                </a:cubicBezTo>
                <a:close/>
                <a:moveTo>
                  <a:pt x="2251" y="1695"/>
                </a:moveTo>
                <a:cubicBezTo>
                  <a:pt x="2251" y="1758"/>
                  <a:pt x="2199" y="1809"/>
                  <a:pt x="2136" y="1809"/>
                </a:cubicBezTo>
                <a:cubicBezTo>
                  <a:pt x="2073" y="1809"/>
                  <a:pt x="2022" y="1758"/>
                  <a:pt x="2022" y="1695"/>
                </a:cubicBezTo>
                <a:cubicBezTo>
                  <a:pt x="2022" y="1632"/>
                  <a:pt x="2073" y="1581"/>
                  <a:pt x="2136" y="1581"/>
                </a:cubicBezTo>
                <a:cubicBezTo>
                  <a:pt x="2199" y="1581"/>
                  <a:pt x="2251" y="1632"/>
                  <a:pt x="2251" y="1695"/>
                </a:cubicBezTo>
                <a:close/>
                <a:moveTo>
                  <a:pt x="405" y="1926"/>
                </a:moveTo>
                <a:cubicBezTo>
                  <a:pt x="532" y="1926"/>
                  <a:pt x="636" y="1823"/>
                  <a:pt x="636" y="1695"/>
                </a:cubicBezTo>
                <a:cubicBezTo>
                  <a:pt x="636" y="1568"/>
                  <a:pt x="532" y="1464"/>
                  <a:pt x="405" y="1464"/>
                </a:cubicBezTo>
                <a:cubicBezTo>
                  <a:pt x="278" y="1464"/>
                  <a:pt x="174" y="1568"/>
                  <a:pt x="174" y="1695"/>
                </a:cubicBezTo>
                <a:cubicBezTo>
                  <a:pt x="174" y="1823"/>
                  <a:pt x="278" y="1926"/>
                  <a:pt x="405" y="1926"/>
                </a:cubicBezTo>
                <a:close/>
                <a:moveTo>
                  <a:pt x="405" y="1581"/>
                </a:moveTo>
                <a:cubicBezTo>
                  <a:pt x="468" y="1581"/>
                  <a:pt x="519" y="1632"/>
                  <a:pt x="519" y="1695"/>
                </a:cubicBezTo>
                <a:cubicBezTo>
                  <a:pt x="519" y="1758"/>
                  <a:pt x="468" y="1809"/>
                  <a:pt x="405" y="1809"/>
                </a:cubicBezTo>
                <a:cubicBezTo>
                  <a:pt x="342" y="1809"/>
                  <a:pt x="291" y="1758"/>
                  <a:pt x="291" y="1695"/>
                </a:cubicBezTo>
                <a:cubicBezTo>
                  <a:pt x="291" y="1632"/>
                  <a:pt x="342" y="1581"/>
                  <a:pt x="405" y="1581"/>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48" name="Freeform 11">
            <a:extLst>
              <a:ext uri="{FF2B5EF4-FFF2-40B4-BE49-F238E27FC236}">
                <a16:creationId xmlns:a16="http://schemas.microsoft.com/office/drawing/2014/main" id="{BC127839-EB0B-C14B-8810-382A181AB07E}"/>
              </a:ext>
            </a:extLst>
          </p:cNvPr>
          <p:cNvSpPr>
            <a:spLocks noChangeAspect="1" noChangeArrowheads="1"/>
          </p:cNvSpPr>
          <p:nvPr/>
        </p:nvSpPr>
        <p:spPr bwMode="auto">
          <a:xfrm>
            <a:off x="7247961" y="1574661"/>
            <a:ext cx="391667" cy="387827"/>
          </a:xfrm>
          <a:custGeom>
            <a:avLst/>
            <a:gdLst>
              <a:gd name="T0" fmla="*/ 312234 w 2616"/>
              <a:gd name="T1" fmla="*/ 274330 h 2584"/>
              <a:gd name="T2" fmla="*/ 320037 w 2616"/>
              <a:gd name="T3" fmla="*/ 215970 h 2584"/>
              <a:gd name="T4" fmla="*/ 314587 w 2616"/>
              <a:gd name="T5" fmla="*/ 202712 h 2584"/>
              <a:gd name="T6" fmla="*/ 297000 w 2616"/>
              <a:gd name="T7" fmla="*/ 140139 h 2584"/>
              <a:gd name="T8" fmla="*/ 311986 w 2616"/>
              <a:gd name="T9" fmla="*/ 104949 h 2584"/>
              <a:gd name="T10" fmla="*/ 279661 w 2616"/>
              <a:gd name="T11" fmla="*/ 102595 h 2584"/>
              <a:gd name="T12" fmla="*/ 241142 w 2616"/>
              <a:gd name="T13" fmla="*/ 110030 h 2584"/>
              <a:gd name="T14" fmla="*/ 64651 w 2616"/>
              <a:gd name="T15" fmla="*/ 496 h 2584"/>
              <a:gd name="T16" fmla="*/ 58706 w 2616"/>
              <a:gd name="T17" fmla="*/ 13382 h 2584"/>
              <a:gd name="T18" fmla="*/ 110353 w 2616"/>
              <a:gd name="T19" fmla="*/ 101232 h 2584"/>
              <a:gd name="T20" fmla="*/ 34555 w 2616"/>
              <a:gd name="T21" fmla="*/ 81159 h 2584"/>
              <a:gd name="T22" fmla="*/ 61927 w 2616"/>
              <a:gd name="T23" fmla="*/ 139767 h 2584"/>
              <a:gd name="T24" fmla="*/ 70101 w 2616"/>
              <a:gd name="T25" fmla="*/ 204818 h 2584"/>
              <a:gd name="T26" fmla="*/ 1486 w 2616"/>
              <a:gd name="T27" fmla="*/ 188958 h 2584"/>
              <a:gd name="T28" fmla="*/ 42234 w 2616"/>
              <a:gd name="T29" fmla="*/ 274330 h 2584"/>
              <a:gd name="T30" fmla="*/ 2106 w 2616"/>
              <a:gd name="T31" fmla="*/ 281889 h 2584"/>
              <a:gd name="T32" fmla="*/ 9784 w 2616"/>
              <a:gd name="T33" fmla="*/ 320052 h 2584"/>
              <a:gd name="T34" fmla="*/ 320780 w 2616"/>
              <a:gd name="T35" fmla="*/ 312989 h 2584"/>
              <a:gd name="T36" fmla="*/ 313596 w 2616"/>
              <a:gd name="T37" fmla="*/ 274330 h 2584"/>
              <a:gd name="T38" fmla="*/ 295638 w 2616"/>
              <a:gd name="T39" fmla="*/ 222413 h 2584"/>
              <a:gd name="T40" fmla="*/ 295390 w 2616"/>
              <a:gd name="T41" fmla="*/ 274330 h 2584"/>
              <a:gd name="T42" fmla="*/ 273220 w 2616"/>
              <a:gd name="T43" fmla="*/ 230219 h 2584"/>
              <a:gd name="T44" fmla="*/ 283005 w 2616"/>
              <a:gd name="T45" fmla="*/ 135059 h 2584"/>
              <a:gd name="T46" fmla="*/ 273220 w 2616"/>
              <a:gd name="T47" fmla="*/ 214359 h 2584"/>
              <a:gd name="T48" fmla="*/ 291179 w 2616"/>
              <a:gd name="T49" fmla="*/ 116101 h 2584"/>
              <a:gd name="T50" fmla="*/ 125463 w 2616"/>
              <a:gd name="T51" fmla="*/ 34074 h 2584"/>
              <a:gd name="T52" fmla="*/ 258358 w 2616"/>
              <a:gd name="T53" fmla="*/ 228733 h 2584"/>
              <a:gd name="T54" fmla="*/ 108124 w 2616"/>
              <a:gd name="T55" fmla="*/ 274330 h 2584"/>
              <a:gd name="T56" fmla="*/ 117661 w 2616"/>
              <a:gd name="T57" fmla="*/ 76946 h 2584"/>
              <a:gd name="T58" fmla="*/ 57220 w 2616"/>
              <a:gd name="T59" fmla="*/ 93550 h 2584"/>
              <a:gd name="T60" fmla="*/ 118651 w 2616"/>
              <a:gd name="T61" fmla="*/ 165912 h 2584"/>
              <a:gd name="T62" fmla="*/ 72206 w 2616"/>
              <a:gd name="T63" fmla="*/ 274330 h 2584"/>
              <a:gd name="T64" fmla="*/ 75922 w 2616"/>
              <a:gd name="T65" fmla="*/ 134563 h 2584"/>
              <a:gd name="T66" fmla="*/ 68862 w 2616"/>
              <a:gd name="T67" fmla="*/ 220679 h 2584"/>
              <a:gd name="T68" fmla="*/ 27991 w 2616"/>
              <a:gd name="T69" fmla="*/ 204571 h 2584"/>
              <a:gd name="T70" fmla="*/ 305670 w 2616"/>
              <a:gd name="T71" fmla="*/ 305307 h 2584"/>
              <a:gd name="T72" fmla="*/ 16844 w 2616"/>
              <a:gd name="T73" fmla="*/ 289075 h 2584"/>
              <a:gd name="T74" fmla="*/ 305670 w 2616"/>
              <a:gd name="T75" fmla="*/ 305307 h 258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616" h="2584">
                <a:moveTo>
                  <a:pt x="2532" y="2214"/>
                </a:moveTo>
                <a:lnTo>
                  <a:pt x="2521" y="2214"/>
                </a:lnTo>
                <a:cubicBezTo>
                  <a:pt x="2449" y="2094"/>
                  <a:pt x="2435" y="1981"/>
                  <a:pt x="2479" y="1879"/>
                </a:cubicBezTo>
                <a:cubicBezTo>
                  <a:pt x="2516" y="1792"/>
                  <a:pt x="2583" y="1744"/>
                  <a:pt x="2584" y="1743"/>
                </a:cubicBezTo>
                <a:cubicBezTo>
                  <a:pt x="2607" y="1727"/>
                  <a:pt x="2615" y="1698"/>
                  <a:pt x="2605" y="1672"/>
                </a:cubicBezTo>
                <a:cubicBezTo>
                  <a:pt x="2594" y="1646"/>
                  <a:pt x="2568" y="1631"/>
                  <a:pt x="2540" y="1636"/>
                </a:cubicBezTo>
                <a:cubicBezTo>
                  <a:pt x="2537" y="1636"/>
                  <a:pt x="2498" y="1642"/>
                  <a:pt x="2435" y="1658"/>
                </a:cubicBezTo>
                <a:cubicBezTo>
                  <a:pt x="2355" y="1483"/>
                  <a:pt x="2343" y="1306"/>
                  <a:pt x="2398" y="1131"/>
                </a:cubicBezTo>
                <a:cubicBezTo>
                  <a:pt x="2440" y="996"/>
                  <a:pt x="2509" y="911"/>
                  <a:pt x="2510" y="911"/>
                </a:cubicBezTo>
                <a:cubicBezTo>
                  <a:pt x="2525" y="893"/>
                  <a:pt x="2528" y="869"/>
                  <a:pt x="2519" y="847"/>
                </a:cubicBezTo>
                <a:cubicBezTo>
                  <a:pt x="2509" y="826"/>
                  <a:pt x="2488" y="813"/>
                  <a:pt x="2465" y="812"/>
                </a:cubicBezTo>
                <a:cubicBezTo>
                  <a:pt x="2462" y="812"/>
                  <a:pt x="2370" y="811"/>
                  <a:pt x="2258" y="828"/>
                </a:cubicBezTo>
                <a:cubicBezTo>
                  <a:pt x="2139" y="847"/>
                  <a:pt x="2042" y="879"/>
                  <a:pt x="1970" y="925"/>
                </a:cubicBezTo>
                <a:cubicBezTo>
                  <a:pt x="1962" y="913"/>
                  <a:pt x="1955" y="901"/>
                  <a:pt x="1947" y="888"/>
                </a:cubicBezTo>
                <a:cubicBezTo>
                  <a:pt x="1706" y="502"/>
                  <a:pt x="1331" y="282"/>
                  <a:pt x="1060" y="165"/>
                </a:cubicBezTo>
                <a:cubicBezTo>
                  <a:pt x="766" y="40"/>
                  <a:pt x="532" y="5"/>
                  <a:pt x="522" y="4"/>
                </a:cubicBezTo>
                <a:cubicBezTo>
                  <a:pt x="495" y="0"/>
                  <a:pt x="470" y="14"/>
                  <a:pt x="459" y="38"/>
                </a:cubicBezTo>
                <a:cubicBezTo>
                  <a:pt x="448" y="62"/>
                  <a:pt x="454" y="90"/>
                  <a:pt x="474" y="108"/>
                </a:cubicBezTo>
                <a:cubicBezTo>
                  <a:pt x="476" y="110"/>
                  <a:pt x="700" y="309"/>
                  <a:pt x="841" y="670"/>
                </a:cubicBezTo>
                <a:cubicBezTo>
                  <a:pt x="860" y="718"/>
                  <a:pt x="876" y="767"/>
                  <a:pt x="891" y="817"/>
                </a:cubicBezTo>
                <a:cubicBezTo>
                  <a:pt x="633" y="622"/>
                  <a:pt x="348" y="619"/>
                  <a:pt x="333" y="619"/>
                </a:cubicBezTo>
                <a:cubicBezTo>
                  <a:pt x="310" y="619"/>
                  <a:pt x="288" y="633"/>
                  <a:pt x="279" y="655"/>
                </a:cubicBezTo>
                <a:cubicBezTo>
                  <a:pt x="269" y="677"/>
                  <a:pt x="273" y="702"/>
                  <a:pt x="289" y="719"/>
                </a:cubicBezTo>
                <a:cubicBezTo>
                  <a:pt x="334" y="769"/>
                  <a:pt x="435" y="918"/>
                  <a:pt x="500" y="1128"/>
                </a:cubicBezTo>
                <a:cubicBezTo>
                  <a:pt x="548" y="1283"/>
                  <a:pt x="570" y="1446"/>
                  <a:pt x="567" y="1617"/>
                </a:cubicBezTo>
                <a:cubicBezTo>
                  <a:pt x="567" y="1629"/>
                  <a:pt x="567" y="1641"/>
                  <a:pt x="566" y="1653"/>
                </a:cubicBezTo>
                <a:cubicBezTo>
                  <a:pt x="303" y="1529"/>
                  <a:pt x="85" y="1494"/>
                  <a:pt x="75" y="1492"/>
                </a:cubicBezTo>
                <a:cubicBezTo>
                  <a:pt x="49" y="1488"/>
                  <a:pt x="23" y="1501"/>
                  <a:pt x="12" y="1525"/>
                </a:cubicBezTo>
                <a:cubicBezTo>
                  <a:pt x="0" y="1548"/>
                  <a:pt x="6" y="1576"/>
                  <a:pt x="25" y="1594"/>
                </a:cubicBezTo>
                <a:cubicBezTo>
                  <a:pt x="27" y="1596"/>
                  <a:pt x="255" y="1817"/>
                  <a:pt x="341" y="2214"/>
                </a:cubicBezTo>
                <a:lnTo>
                  <a:pt x="79" y="2214"/>
                </a:lnTo>
                <a:cubicBezTo>
                  <a:pt x="46" y="2214"/>
                  <a:pt x="17" y="2242"/>
                  <a:pt x="17" y="2275"/>
                </a:cubicBezTo>
                <a:lnTo>
                  <a:pt x="17" y="2526"/>
                </a:lnTo>
                <a:cubicBezTo>
                  <a:pt x="17" y="2559"/>
                  <a:pt x="46" y="2583"/>
                  <a:pt x="79" y="2583"/>
                </a:cubicBezTo>
                <a:lnTo>
                  <a:pt x="2532" y="2583"/>
                </a:lnTo>
                <a:cubicBezTo>
                  <a:pt x="2565" y="2583"/>
                  <a:pt x="2590" y="2559"/>
                  <a:pt x="2590" y="2526"/>
                </a:cubicBezTo>
                <a:lnTo>
                  <a:pt x="2590" y="2275"/>
                </a:lnTo>
                <a:cubicBezTo>
                  <a:pt x="2590" y="2242"/>
                  <a:pt x="2565" y="2214"/>
                  <a:pt x="2532" y="2214"/>
                </a:cubicBezTo>
                <a:close/>
                <a:moveTo>
                  <a:pt x="2206" y="1858"/>
                </a:moveTo>
                <a:cubicBezTo>
                  <a:pt x="2273" y="1831"/>
                  <a:pt x="2334" y="1811"/>
                  <a:pt x="2387" y="1795"/>
                </a:cubicBezTo>
                <a:cubicBezTo>
                  <a:pt x="2382" y="1805"/>
                  <a:pt x="2377" y="1815"/>
                  <a:pt x="2372" y="1825"/>
                </a:cubicBezTo>
                <a:cubicBezTo>
                  <a:pt x="2332" y="1914"/>
                  <a:pt x="2307" y="2050"/>
                  <a:pt x="2385" y="2214"/>
                </a:cubicBezTo>
                <a:lnTo>
                  <a:pt x="2155" y="2214"/>
                </a:lnTo>
                <a:cubicBezTo>
                  <a:pt x="2175" y="2142"/>
                  <a:pt x="2200" y="2014"/>
                  <a:pt x="2206" y="1858"/>
                </a:cubicBezTo>
                <a:close/>
                <a:moveTo>
                  <a:pt x="2351" y="937"/>
                </a:moveTo>
                <a:cubicBezTo>
                  <a:pt x="2328" y="978"/>
                  <a:pt x="2304" y="1029"/>
                  <a:pt x="2285" y="1090"/>
                </a:cubicBezTo>
                <a:cubicBezTo>
                  <a:pt x="2240" y="1229"/>
                  <a:pt x="2212" y="1444"/>
                  <a:pt x="2319" y="1691"/>
                </a:cubicBezTo>
                <a:cubicBezTo>
                  <a:pt x="2284" y="1702"/>
                  <a:pt x="2246" y="1715"/>
                  <a:pt x="2206" y="1730"/>
                </a:cubicBezTo>
                <a:cubicBezTo>
                  <a:pt x="2198" y="1535"/>
                  <a:pt x="2156" y="1288"/>
                  <a:pt x="2027" y="1031"/>
                </a:cubicBezTo>
                <a:cubicBezTo>
                  <a:pt x="2114" y="973"/>
                  <a:pt x="2248" y="947"/>
                  <a:pt x="2351" y="937"/>
                </a:cubicBezTo>
                <a:close/>
                <a:moveTo>
                  <a:pt x="686" y="162"/>
                </a:moveTo>
                <a:cubicBezTo>
                  <a:pt x="774" y="186"/>
                  <a:pt x="888" y="222"/>
                  <a:pt x="1013" y="275"/>
                </a:cubicBezTo>
                <a:cubicBezTo>
                  <a:pt x="1269" y="385"/>
                  <a:pt x="1621" y="591"/>
                  <a:pt x="1846" y="952"/>
                </a:cubicBezTo>
                <a:cubicBezTo>
                  <a:pt x="2058" y="1290"/>
                  <a:pt x="2094" y="1625"/>
                  <a:pt x="2086" y="1846"/>
                </a:cubicBezTo>
                <a:cubicBezTo>
                  <a:pt x="2081" y="2019"/>
                  <a:pt x="2049" y="2154"/>
                  <a:pt x="2031" y="2214"/>
                </a:cubicBezTo>
                <a:lnTo>
                  <a:pt x="873" y="2214"/>
                </a:lnTo>
                <a:cubicBezTo>
                  <a:pt x="1003" y="1912"/>
                  <a:pt x="1071" y="1621"/>
                  <a:pt x="1077" y="1337"/>
                </a:cubicBezTo>
                <a:cubicBezTo>
                  <a:pt x="1083" y="1089"/>
                  <a:pt x="1040" y="847"/>
                  <a:pt x="950" y="621"/>
                </a:cubicBezTo>
                <a:cubicBezTo>
                  <a:pt x="870" y="417"/>
                  <a:pt x="767" y="264"/>
                  <a:pt x="686" y="162"/>
                </a:cubicBezTo>
                <a:close/>
                <a:moveTo>
                  <a:pt x="462" y="755"/>
                </a:moveTo>
                <a:cubicBezTo>
                  <a:pt x="588" y="781"/>
                  <a:pt x="783" y="848"/>
                  <a:pt x="936" y="1021"/>
                </a:cubicBezTo>
                <a:cubicBezTo>
                  <a:pt x="953" y="1126"/>
                  <a:pt x="960" y="1232"/>
                  <a:pt x="958" y="1339"/>
                </a:cubicBezTo>
                <a:cubicBezTo>
                  <a:pt x="951" y="1621"/>
                  <a:pt x="879" y="1912"/>
                  <a:pt x="742" y="2214"/>
                </a:cubicBezTo>
                <a:lnTo>
                  <a:pt x="583" y="2214"/>
                </a:lnTo>
                <a:cubicBezTo>
                  <a:pt x="649" y="2008"/>
                  <a:pt x="684" y="1808"/>
                  <a:pt x="687" y="1614"/>
                </a:cubicBezTo>
                <a:cubicBezTo>
                  <a:pt x="690" y="1430"/>
                  <a:pt x="665" y="1253"/>
                  <a:pt x="613" y="1086"/>
                </a:cubicBezTo>
                <a:cubicBezTo>
                  <a:pt x="567" y="941"/>
                  <a:pt x="509" y="830"/>
                  <a:pt x="462" y="755"/>
                </a:cubicBezTo>
                <a:close/>
                <a:moveTo>
                  <a:pt x="556" y="1781"/>
                </a:moveTo>
                <a:cubicBezTo>
                  <a:pt x="541" y="1919"/>
                  <a:pt x="509" y="2061"/>
                  <a:pt x="461" y="2204"/>
                </a:cubicBezTo>
                <a:cubicBezTo>
                  <a:pt x="410" y="1954"/>
                  <a:pt x="308" y="1768"/>
                  <a:pt x="226" y="1651"/>
                </a:cubicBezTo>
                <a:cubicBezTo>
                  <a:pt x="315" y="1678"/>
                  <a:pt x="432" y="1719"/>
                  <a:pt x="556" y="1781"/>
                </a:cubicBezTo>
                <a:close/>
                <a:moveTo>
                  <a:pt x="2468" y="2464"/>
                </a:moveTo>
                <a:lnTo>
                  <a:pt x="136" y="2464"/>
                </a:lnTo>
                <a:lnTo>
                  <a:pt x="136" y="2333"/>
                </a:lnTo>
                <a:lnTo>
                  <a:pt x="2468" y="2333"/>
                </a:lnTo>
                <a:lnTo>
                  <a:pt x="2468" y="2464"/>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49" name="Freeform 13">
            <a:extLst>
              <a:ext uri="{FF2B5EF4-FFF2-40B4-BE49-F238E27FC236}">
                <a16:creationId xmlns:a16="http://schemas.microsoft.com/office/drawing/2014/main" id="{48355F20-283F-C645-99EC-A45DB2FA31CC}"/>
              </a:ext>
            </a:extLst>
          </p:cNvPr>
          <p:cNvSpPr>
            <a:spLocks noChangeAspect="1" noChangeArrowheads="1"/>
          </p:cNvSpPr>
          <p:nvPr/>
        </p:nvSpPr>
        <p:spPr bwMode="auto">
          <a:xfrm>
            <a:off x="3354340" y="1497863"/>
            <a:ext cx="435825" cy="435824"/>
          </a:xfrm>
          <a:custGeom>
            <a:avLst/>
            <a:gdLst>
              <a:gd name="T0" fmla="*/ 309860 w 2612"/>
              <a:gd name="T1" fmla="*/ 332604 h 2615"/>
              <a:gd name="T2" fmla="*/ 311098 w 2612"/>
              <a:gd name="T3" fmla="*/ 241744 h 2615"/>
              <a:gd name="T4" fmla="*/ 288257 w 2612"/>
              <a:gd name="T5" fmla="*/ 203472 h 2615"/>
              <a:gd name="T6" fmla="*/ 280277 w 2612"/>
              <a:gd name="T7" fmla="*/ 77920 h 2615"/>
              <a:gd name="T8" fmla="*/ 233771 w 2612"/>
              <a:gd name="T9" fmla="*/ 33728 h 2615"/>
              <a:gd name="T10" fmla="*/ 187952 w 2612"/>
              <a:gd name="T11" fmla="*/ 25744 h 2615"/>
              <a:gd name="T12" fmla="*/ 179972 w 2612"/>
              <a:gd name="T13" fmla="*/ 0 h 2615"/>
              <a:gd name="T14" fmla="*/ 172129 w 2612"/>
              <a:gd name="T15" fmla="*/ 25744 h 2615"/>
              <a:gd name="T16" fmla="*/ 126310 w 2612"/>
              <a:gd name="T17" fmla="*/ 33728 h 2615"/>
              <a:gd name="T18" fmla="*/ 79804 w 2612"/>
              <a:gd name="T19" fmla="*/ 77920 h 2615"/>
              <a:gd name="T20" fmla="*/ 71824 w 2612"/>
              <a:gd name="T21" fmla="*/ 203059 h 2615"/>
              <a:gd name="T22" fmla="*/ 50084 w 2612"/>
              <a:gd name="T23" fmla="*/ 242019 h 2615"/>
              <a:gd name="T24" fmla="*/ 58752 w 2612"/>
              <a:gd name="T25" fmla="*/ 331365 h 2615"/>
              <a:gd name="T26" fmla="*/ 0 w 2612"/>
              <a:gd name="T27" fmla="*/ 351740 h 2615"/>
              <a:gd name="T28" fmla="*/ 65357 w 2612"/>
              <a:gd name="T29" fmla="*/ 346096 h 2615"/>
              <a:gd name="T30" fmla="*/ 133190 w 2612"/>
              <a:gd name="T31" fmla="*/ 347610 h 2615"/>
              <a:gd name="T32" fmla="*/ 227992 w 2612"/>
              <a:gd name="T33" fmla="*/ 348023 h 2615"/>
              <a:gd name="T34" fmla="*/ 302980 w 2612"/>
              <a:gd name="T35" fmla="*/ 347059 h 2615"/>
              <a:gd name="T36" fmla="*/ 359255 w 2612"/>
              <a:gd name="T37" fmla="*/ 351878 h 2615"/>
              <a:gd name="T38" fmla="*/ 142409 w 2612"/>
              <a:gd name="T39" fmla="*/ 41713 h 2615"/>
              <a:gd name="T40" fmla="*/ 217672 w 2612"/>
              <a:gd name="T41" fmla="*/ 77920 h 2615"/>
              <a:gd name="T42" fmla="*/ 142409 w 2612"/>
              <a:gd name="T43" fmla="*/ 41713 h 2615"/>
              <a:gd name="T44" fmla="*/ 134428 w 2612"/>
              <a:gd name="T45" fmla="*/ 93889 h 2615"/>
              <a:gd name="T46" fmla="*/ 272297 w 2612"/>
              <a:gd name="T47" fmla="*/ 93889 h 2615"/>
              <a:gd name="T48" fmla="*/ 184237 w 2612"/>
              <a:gd name="T49" fmla="*/ 141797 h 2615"/>
              <a:gd name="T50" fmla="*/ 87784 w 2612"/>
              <a:gd name="T51" fmla="*/ 193560 h 2615"/>
              <a:gd name="T52" fmla="*/ 222488 w 2612"/>
              <a:gd name="T53" fmla="*/ 333017 h 2615"/>
              <a:gd name="T54" fmla="*/ 139244 w 2612"/>
              <a:gd name="T55" fmla="*/ 332880 h 2615"/>
              <a:gd name="T56" fmla="*/ 64394 w 2612"/>
              <a:gd name="T57" fmla="*/ 234723 h 2615"/>
              <a:gd name="T58" fmla="*/ 171303 w 2612"/>
              <a:gd name="T59" fmla="*/ 163273 h 2615"/>
              <a:gd name="T60" fmla="*/ 179284 w 2612"/>
              <a:gd name="T61" fmla="*/ 264872 h 2615"/>
              <a:gd name="T62" fmla="*/ 187127 w 2612"/>
              <a:gd name="T63" fmla="*/ 162310 h 2615"/>
              <a:gd name="T64" fmla="*/ 296513 w 2612"/>
              <a:gd name="T65" fmla="*/ 235136 h 2615"/>
              <a:gd name="T66" fmla="*/ 222488 w 2612"/>
              <a:gd name="T67" fmla="*/ 333017 h 2615"/>
              <a:gd name="T68" fmla="*/ 110350 w 2612"/>
              <a:gd name="T69" fmla="*/ 112474 h 2615"/>
              <a:gd name="T70" fmla="*/ 110350 w 2612"/>
              <a:gd name="T71" fmla="*/ 128444 h 2615"/>
              <a:gd name="T72" fmla="*/ 144060 w 2612"/>
              <a:gd name="T73" fmla="*/ 120459 h 2615"/>
              <a:gd name="T74" fmla="*/ 257849 w 2612"/>
              <a:gd name="T75" fmla="*/ 120459 h 2615"/>
              <a:gd name="T76" fmla="*/ 173642 w 2612"/>
              <a:gd name="T77" fmla="*/ 112474 h 2615"/>
              <a:gd name="T78" fmla="*/ 173642 w 2612"/>
              <a:gd name="T79" fmla="*/ 128444 h 2615"/>
              <a:gd name="T80" fmla="*/ 257849 w 2612"/>
              <a:gd name="T81" fmla="*/ 120459 h 261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612" h="2615">
                <a:moveTo>
                  <a:pt x="2552" y="2497"/>
                </a:moveTo>
                <a:cubicBezTo>
                  <a:pt x="2425" y="2497"/>
                  <a:pt x="2341" y="2458"/>
                  <a:pt x="2252" y="2416"/>
                </a:cubicBezTo>
                <a:cubicBezTo>
                  <a:pt x="2177" y="2380"/>
                  <a:pt x="2100" y="2344"/>
                  <a:pt x="2001" y="2336"/>
                </a:cubicBezTo>
                <a:lnTo>
                  <a:pt x="2261" y="1756"/>
                </a:lnTo>
                <a:cubicBezTo>
                  <a:pt x="2297" y="1675"/>
                  <a:pt x="2267" y="1579"/>
                  <a:pt x="2191" y="1534"/>
                </a:cubicBezTo>
                <a:lnTo>
                  <a:pt x="2095" y="1478"/>
                </a:lnTo>
                <a:lnTo>
                  <a:pt x="2095" y="624"/>
                </a:lnTo>
                <a:cubicBezTo>
                  <a:pt x="2095" y="592"/>
                  <a:pt x="2069" y="566"/>
                  <a:pt x="2037" y="566"/>
                </a:cubicBezTo>
                <a:lnTo>
                  <a:pt x="1699" y="566"/>
                </a:lnTo>
                <a:lnTo>
                  <a:pt x="1699" y="245"/>
                </a:lnTo>
                <a:cubicBezTo>
                  <a:pt x="1699" y="213"/>
                  <a:pt x="1673" y="187"/>
                  <a:pt x="1640" y="187"/>
                </a:cubicBezTo>
                <a:lnTo>
                  <a:pt x="1366" y="187"/>
                </a:lnTo>
                <a:lnTo>
                  <a:pt x="1366" y="58"/>
                </a:lnTo>
                <a:cubicBezTo>
                  <a:pt x="1366" y="26"/>
                  <a:pt x="1340" y="0"/>
                  <a:pt x="1308" y="0"/>
                </a:cubicBezTo>
                <a:cubicBezTo>
                  <a:pt x="1277" y="0"/>
                  <a:pt x="1251" y="26"/>
                  <a:pt x="1251" y="58"/>
                </a:cubicBezTo>
                <a:lnTo>
                  <a:pt x="1251" y="187"/>
                </a:lnTo>
                <a:lnTo>
                  <a:pt x="977" y="187"/>
                </a:lnTo>
                <a:cubicBezTo>
                  <a:pt x="944" y="187"/>
                  <a:pt x="918" y="213"/>
                  <a:pt x="918" y="245"/>
                </a:cubicBezTo>
                <a:lnTo>
                  <a:pt x="918" y="566"/>
                </a:lnTo>
                <a:lnTo>
                  <a:pt x="580" y="566"/>
                </a:lnTo>
                <a:cubicBezTo>
                  <a:pt x="548" y="566"/>
                  <a:pt x="522" y="592"/>
                  <a:pt x="522" y="624"/>
                </a:cubicBezTo>
                <a:lnTo>
                  <a:pt x="522" y="1475"/>
                </a:lnTo>
                <a:lnTo>
                  <a:pt x="431" y="1528"/>
                </a:lnTo>
                <a:cubicBezTo>
                  <a:pt x="351" y="1574"/>
                  <a:pt x="322" y="1676"/>
                  <a:pt x="364" y="1758"/>
                </a:cubicBezTo>
                <a:lnTo>
                  <a:pt x="661" y="2336"/>
                </a:lnTo>
                <a:cubicBezTo>
                  <a:pt x="572" y="2342"/>
                  <a:pt x="501" y="2374"/>
                  <a:pt x="427" y="2407"/>
                </a:cubicBezTo>
                <a:cubicBezTo>
                  <a:pt x="329" y="2451"/>
                  <a:pt x="227" y="2497"/>
                  <a:pt x="59" y="2497"/>
                </a:cubicBezTo>
                <a:cubicBezTo>
                  <a:pt x="26" y="2497"/>
                  <a:pt x="0" y="2523"/>
                  <a:pt x="0" y="2555"/>
                </a:cubicBezTo>
                <a:cubicBezTo>
                  <a:pt x="0" y="2588"/>
                  <a:pt x="26" y="2614"/>
                  <a:pt x="59" y="2614"/>
                </a:cubicBezTo>
                <a:cubicBezTo>
                  <a:pt x="252" y="2614"/>
                  <a:pt x="370" y="2561"/>
                  <a:pt x="475" y="2514"/>
                </a:cubicBezTo>
                <a:cubicBezTo>
                  <a:pt x="550" y="2480"/>
                  <a:pt x="615" y="2451"/>
                  <a:pt x="696" y="2451"/>
                </a:cubicBezTo>
                <a:cubicBezTo>
                  <a:pt x="786" y="2451"/>
                  <a:pt x="875" y="2487"/>
                  <a:pt x="968" y="2525"/>
                </a:cubicBezTo>
                <a:cubicBezTo>
                  <a:pt x="1073" y="2569"/>
                  <a:pt x="1181" y="2613"/>
                  <a:pt x="1306" y="2613"/>
                </a:cubicBezTo>
                <a:cubicBezTo>
                  <a:pt x="1428" y="2613"/>
                  <a:pt x="1545" y="2570"/>
                  <a:pt x="1657" y="2528"/>
                </a:cubicBezTo>
                <a:cubicBezTo>
                  <a:pt x="1764" y="2488"/>
                  <a:pt x="1864" y="2451"/>
                  <a:pt x="1963" y="2451"/>
                </a:cubicBezTo>
                <a:cubicBezTo>
                  <a:pt x="2055" y="2451"/>
                  <a:pt x="2123" y="2484"/>
                  <a:pt x="2202" y="2521"/>
                </a:cubicBezTo>
                <a:cubicBezTo>
                  <a:pt x="2294" y="2565"/>
                  <a:pt x="2399" y="2614"/>
                  <a:pt x="2552" y="2614"/>
                </a:cubicBezTo>
                <a:cubicBezTo>
                  <a:pt x="2585" y="2614"/>
                  <a:pt x="2611" y="2588"/>
                  <a:pt x="2611" y="2556"/>
                </a:cubicBezTo>
                <a:cubicBezTo>
                  <a:pt x="2611" y="2524"/>
                  <a:pt x="2585" y="2497"/>
                  <a:pt x="2552" y="2497"/>
                </a:cubicBezTo>
                <a:close/>
                <a:moveTo>
                  <a:pt x="1035" y="303"/>
                </a:moveTo>
                <a:lnTo>
                  <a:pt x="1582" y="303"/>
                </a:lnTo>
                <a:lnTo>
                  <a:pt x="1582" y="566"/>
                </a:lnTo>
                <a:lnTo>
                  <a:pt x="1035" y="566"/>
                </a:lnTo>
                <a:lnTo>
                  <a:pt x="1035" y="303"/>
                </a:lnTo>
                <a:close/>
                <a:moveTo>
                  <a:pt x="638" y="682"/>
                </a:moveTo>
                <a:lnTo>
                  <a:pt x="977" y="682"/>
                </a:lnTo>
                <a:lnTo>
                  <a:pt x="1640" y="682"/>
                </a:lnTo>
                <a:lnTo>
                  <a:pt x="1979" y="682"/>
                </a:lnTo>
                <a:lnTo>
                  <a:pt x="1979" y="1408"/>
                </a:lnTo>
                <a:lnTo>
                  <a:pt x="1339" y="1030"/>
                </a:lnTo>
                <a:cubicBezTo>
                  <a:pt x="1321" y="1019"/>
                  <a:pt x="1299" y="1019"/>
                  <a:pt x="1281" y="1030"/>
                </a:cubicBezTo>
                <a:lnTo>
                  <a:pt x="638" y="1406"/>
                </a:lnTo>
                <a:lnTo>
                  <a:pt x="638" y="682"/>
                </a:lnTo>
                <a:close/>
                <a:moveTo>
                  <a:pt x="1617" y="2419"/>
                </a:moveTo>
                <a:cubicBezTo>
                  <a:pt x="1509" y="2459"/>
                  <a:pt x="1407" y="2497"/>
                  <a:pt x="1306" y="2497"/>
                </a:cubicBezTo>
                <a:cubicBezTo>
                  <a:pt x="1204" y="2497"/>
                  <a:pt x="1111" y="2458"/>
                  <a:pt x="1012" y="2418"/>
                </a:cubicBezTo>
                <a:cubicBezTo>
                  <a:pt x="943" y="2389"/>
                  <a:pt x="872" y="2360"/>
                  <a:pt x="796" y="2345"/>
                </a:cubicBezTo>
                <a:lnTo>
                  <a:pt x="468" y="1705"/>
                </a:lnTo>
                <a:cubicBezTo>
                  <a:pt x="454" y="1678"/>
                  <a:pt x="464" y="1644"/>
                  <a:pt x="490" y="1628"/>
                </a:cubicBezTo>
                <a:lnTo>
                  <a:pt x="1245" y="1186"/>
                </a:lnTo>
                <a:lnTo>
                  <a:pt x="1245" y="1865"/>
                </a:lnTo>
                <a:cubicBezTo>
                  <a:pt x="1245" y="1898"/>
                  <a:pt x="1271" y="1924"/>
                  <a:pt x="1303" y="1924"/>
                </a:cubicBezTo>
                <a:cubicBezTo>
                  <a:pt x="1334" y="1924"/>
                  <a:pt x="1360" y="1898"/>
                  <a:pt x="1360" y="1865"/>
                </a:cubicBezTo>
                <a:lnTo>
                  <a:pt x="1360" y="1179"/>
                </a:lnTo>
                <a:lnTo>
                  <a:pt x="2131" y="1634"/>
                </a:lnTo>
                <a:cubicBezTo>
                  <a:pt x="2157" y="1649"/>
                  <a:pt x="2167" y="1681"/>
                  <a:pt x="2155" y="1708"/>
                </a:cubicBezTo>
                <a:lnTo>
                  <a:pt x="1870" y="2342"/>
                </a:lnTo>
                <a:cubicBezTo>
                  <a:pt x="1783" y="2357"/>
                  <a:pt x="1699" y="2388"/>
                  <a:pt x="1617" y="2419"/>
                </a:cubicBezTo>
                <a:close/>
                <a:moveTo>
                  <a:pt x="988" y="817"/>
                </a:moveTo>
                <a:lnTo>
                  <a:pt x="802" y="817"/>
                </a:lnTo>
                <a:cubicBezTo>
                  <a:pt x="769" y="817"/>
                  <a:pt x="743" y="843"/>
                  <a:pt x="743" y="875"/>
                </a:cubicBezTo>
                <a:cubicBezTo>
                  <a:pt x="743" y="907"/>
                  <a:pt x="769" y="933"/>
                  <a:pt x="802" y="933"/>
                </a:cubicBezTo>
                <a:lnTo>
                  <a:pt x="988" y="933"/>
                </a:lnTo>
                <a:cubicBezTo>
                  <a:pt x="1020" y="933"/>
                  <a:pt x="1047" y="907"/>
                  <a:pt x="1047" y="875"/>
                </a:cubicBezTo>
                <a:cubicBezTo>
                  <a:pt x="1047" y="843"/>
                  <a:pt x="1020" y="817"/>
                  <a:pt x="988" y="817"/>
                </a:cubicBezTo>
                <a:close/>
                <a:moveTo>
                  <a:pt x="1874" y="875"/>
                </a:moveTo>
                <a:cubicBezTo>
                  <a:pt x="1874" y="843"/>
                  <a:pt x="1848" y="817"/>
                  <a:pt x="1815" y="817"/>
                </a:cubicBezTo>
                <a:lnTo>
                  <a:pt x="1262" y="817"/>
                </a:lnTo>
                <a:cubicBezTo>
                  <a:pt x="1230" y="817"/>
                  <a:pt x="1204" y="843"/>
                  <a:pt x="1204" y="875"/>
                </a:cubicBezTo>
                <a:cubicBezTo>
                  <a:pt x="1204" y="907"/>
                  <a:pt x="1230" y="933"/>
                  <a:pt x="1262" y="933"/>
                </a:cubicBezTo>
                <a:lnTo>
                  <a:pt x="1815" y="933"/>
                </a:lnTo>
                <a:cubicBezTo>
                  <a:pt x="1848" y="933"/>
                  <a:pt x="1874" y="907"/>
                  <a:pt x="1874" y="87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50" name="Freeform 14">
            <a:extLst>
              <a:ext uri="{FF2B5EF4-FFF2-40B4-BE49-F238E27FC236}">
                <a16:creationId xmlns:a16="http://schemas.microsoft.com/office/drawing/2014/main" id="{BE53E87D-5DD6-A048-A694-D9DBF10409FD}"/>
              </a:ext>
            </a:extLst>
          </p:cNvPr>
          <p:cNvSpPr>
            <a:spLocks noChangeAspect="1" noChangeArrowheads="1"/>
          </p:cNvSpPr>
          <p:nvPr/>
        </p:nvSpPr>
        <p:spPr bwMode="auto">
          <a:xfrm>
            <a:off x="1536161" y="3364037"/>
            <a:ext cx="391667" cy="391667"/>
          </a:xfrm>
          <a:custGeom>
            <a:avLst/>
            <a:gdLst>
              <a:gd name="T0" fmla="*/ 281447 w 2604"/>
              <a:gd name="T1" fmla="*/ 0 h 2604"/>
              <a:gd name="T2" fmla="*/ 42429 w 2604"/>
              <a:gd name="T3" fmla="*/ 0 h 2604"/>
              <a:gd name="T4" fmla="*/ 0 w 2604"/>
              <a:gd name="T5" fmla="*/ 42429 h 2604"/>
              <a:gd name="T6" fmla="*/ 0 w 2604"/>
              <a:gd name="T7" fmla="*/ 281447 h 2604"/>
              <a:gd name="T8" fmla="*/ 42429 w 2604"/>
              <a:gd name="T9" fmla="*/ 323876 h 2604"/>
              <a:gd name="T10" fmla="*/ 281447 w 2604"/>
              <a:gd name="T11" fmla="*/ 323876 h 2604"/>
              <a:gd name="T12" fmla="*/ 323876 w 2604"/>
              <a:gd name="T13" fmla="*/ 281447 h 2604"/>
              <a:gd name="T14" fmla="*/ 323876 w 2604"/>
              <a:gd name="T15" fmla="*/ 42429 h 2604"/>
              <a:gd name="T16" fmla="*/ 281447 w 2604"/>
              <a:gd name="T17" fmla="*/ 0 h 2604"/>
              <a:gd name="T18" fmla="*/ 42429 w 2604"/>
              <a:gd name="T19" fmla="*/ 15429 h 2604"/>
              <a:gd name="T20" fmla="*/ 281447 w 2604"/>
              <a:gd name="T21" fmla="*/ 15429 h 2604"/>
              <a:gd name="T22" fmla="*/ 308447 w 2604"/>
              <a:gd name="T23" fmla="*/ 42429 h 2604"/>
              <a:gd name="T24" fmla="*/ 308447 w 2604"/>
              <a:gd name="T25" fmla="*/ 91949 h 2604"/>
              <a:gd name="T26" fmla="*/ 164488 w 2604"/>
              <a:gd name="T27" fmla="*/ 154535 h 2604"/>
              <a:gd name="T28" fmla="*/ 121562 w 2604"/>
              <a:gd name="T29" fmla="*/ 216000 h 2604"/>
              <a:gd name="T30" fmla="*/ 15429 w 2604"/>
              <a:gd name="T31" fmla="*/ 211023 h 2604"/>
              <a:gd name="T32" fmla="*/ 15429 w 2604"/>
              <a:gd name="T33" fmla="*/ 42429 h 2604"/>
              <a:gd name="T34" fmla="*/ 42429 w 2604"/>
              <a:gd name="T35" fmla="*/ 15429 h 2604"/>
              <a:gd name="T36" fmla="*/ 15429 w 2604"/>
              <a:gd name="T37" fmla="*/ 281447 h 2604"/>
              <a:gd name="T38" fmla="*/ 15429 w 2604"/>
              <a:gd name="T39" fmla="*/ 231055 h 2604"/>
              <a:gd name="T40" fmla="*/ 115217 w 2604"/>
              <a:gd name="T41" fmla="*/ 231055 h 2604"/>
              <a:gd name="T42" fmla="*/ 101779 w 2604"/>
              <a:gd name="T43" fmla="*/ 306207 h 2604"/>
              <a:gd name="T44" fmla="*/ 102152 w 2604"/>
              <a:gd name="T45" fmla="*/ 308447 h 2604"/>
              <a:gd name="T46" fmla="*/ 42429 w 2604"/>
              <a:gd name="T47" fmla="*/ 308447 h 2604"/>
              <a:gd name="T48" fmla="*/ 15429 w 2604"/>
              <a:gd name="T49" fmla="*/ 281447 h 2604"/>
              <a:gd name="T50" fmla="*/ 281447 w 2604"/>
              <a:gd name="T51" fmla="*/ 308447 h 2604"/>
              <a:gd name="T52" fmla="*/ 116834 w 2604"/>
              <a:gd name="T53" fmla="*/ 308447 h 2604"/>
              <a:gd name="T54" fmla="*/ 117207 w 2604"/>
              <a:gd name="T55" fmla="*/ 306207 h 2604"/>
              <a:gd name="T56" fmla="*/ 175438 w 2604"/>
              <a:gd name="T57" fmla="*/ 165359 h 2604"/>
              <a:gd name="T58" fmla="*/ 308447 w 2604"/>
              <a:gd name="T59" fmla="*/ 107378 h 2604"/>
              <a:gd name="T60" fmla="*/ 308447 w 2604"/>
              <a:gd name="T61" fmla="*/ 281447 h 2604"/>
              <a:gd name="T62" fmla="*/ 281447 w 2604"/>
              <a:gd name="T63" fmla="*/ 308447 h 2604"/>
              <a:gd name="T64" fmla="*/ 89585 w 2604"/>
              <a:gd name="T65" fmla="*/ 126290 h 2604"/>
              <a:gd name="T66" fmla="*/ 129650 w 2604"/>
              <a:gd name="T67" fmla="*/ 86226 h 2604"/>
              <a:gd name="T68" fmla="*/ 89585 w 2604"/>
              <a:gd name="T69" fmla="*/ 46161 h 2604"/>
              <a:gd name="T70" fmla="*/ 49645 w 2604"/>
              <a:gd name="T71" fmla="*/ 86226 h 2604"/>
              <a:gd name="T72" fmla="*/ 89585 w 2604"/>
              <a:gd name="T73" fmla="*/ 126290 h 2604"/>
              <a:gd name="T74" fmla="*/ 89585 w 2604"/>
              <a:gd name="T75" fmla="*/ 61590 h 2604"/>
              <a:gd name="T76" fmla="*/ 114221 w 2604"/>
              <a:gd name="T77" fmla="*/ 86226 h 2604"/>
              <a:gd name="T78" fmla="*/ 89585 w 2604"/>
              <a:gd name="T79" fmla="*/ 110862 h 2604"/>
              <a:gd name="T80" fmla="*/ 65074 w 2604"/>
              <a:gd name="T81" fmla="*/ 86226 h 2604"/>
              <a:gd name="T82" fmla="*/ 89585 w 2604"/>
              <a:gd name="T83" fmla="*/ 61590 h 26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604" h="2604">
                <a:moveTo>
                  <a:pt x="2262" y="0"/>
                </a:moveTo>
                <a:lnTo>
                  <a:pt x="341" y="0"/>
                </a:lnTo>
                <a:cubicBezTo>
                  <a:pt x="153" y="0"/>
                  <a:pt x="0" y="153"/>
                  <a:pt x="0" y="341"/>
                </a:cubicBezTo>
                <a:lnTo>
                  <a:pt x="0" y="2262"/>
                </a:lnTo>
                <a:cubicBezTo>
                  <a:pt x="0" y="2450"/>
                  <a:pt x="153" y="2603"/>
                  <a:pt x="341" y="2603"/>
                </a:cubicBezTo>
                <a:lnTo>
                  <a:pt x="2262" y="2603"/>
                </a:lnTo>
                <a:cubicBezTo>
                  <a:pt x="2450" y="2603"/>
                  <a:pt x="2603" y="2450"/>
                  <a:pt x="2603" y="2262"/>
                </a:cubicBezTo>
                <a:lnTo>
                  <a:pt x="2603" y="341"/>
                </a:lnTo>
                <a:cubicBezTo>
                  <a:pt x="2603" y="153"/>
                  <a:pt x="2450" y="0"/>
                  <a:pt x="2262" y="0"/>
                </a:cubicBezTo>
                <a:close/>
                <a:moveTo>
                  <a:pt x="341" y="124"/>
                </a:moveTo>
                <a:lnTo>
                  <a:pt x="2262" y="124"/>
                </a:lnTo>
                <a:cubicBezTo>
                  <a:pt x="2382" y="124"/>
                  <a:pt x="2479" y="221"/>
                  <a:pt x="2479" y="341"/>
                </a:cubicBezTo>
                <a:lnTo>
                  <a:pt x="2479" y="739"/>
                </a:lnTo>
                <a:cubicBezTo>
                  <a:pt x="2042" y="754"/>
                  <a:pt x="1633" y="932"/>
                  <a:pt x="1322" y="1242"/>
                </a:cubicBezTo>
                <a:cubicBezTo>
                  <a:pt x="1177" y="1387"/>
                  <a:pt x="1061" y="1554"/>
                  <a:pt x="977" y="1736"/>
                </a:cubicBezTo>
                <a:cubicBezTo>
                  <a:pt x="734" y="1529"/>
                  <a:pt x="381" y="1516"/>
                  <a:pt x="124" y="1696"/>
                </a:cubicBezTo>
                <a:lnTo>
                  <a:pt x="124" y="341"/>
                </a:lnTo>
                <a:cubicBezTo>
                  <a:pt x="124" y="221"/>
                  <a:pt x="221" y="124"/>
                  <a:pt x="341" y="124"/>
                </a:cubicBezTo>
                <a:close/>
                <a:moveTo>
                  <a:pt x="124" y="2262"/>
                </a:moveTo>
                <a:lnTo>
                  <a:pt x="124" y="1857"/>
                </a:lnTo>
                <a:cubicBezTo>
                  <a:pt x="347" y="1640"/>
                  <a:pt x="703" y="1640"/>
                  <a:pt x="926" y="1857"/>
                </a:cubicBezTo>
                <a:cubicBezTo>
                  <a:pt x="855" y="2048"/>
                  <a:pt x="818" y="2251"/>
                  <a:pt x="818" y="2461"/>
                </a:cubicBezTo>
                <a:cubicBezTo>
                  <a:pt x="818" y="2467"/>
                  <a:pt x="819" y="2473"/>
                  <a:pt x="821" y="2479"/>
                </a:cubicBezTo>
                <a:lnTo>
                  <a:pt x="341" y="2479"/>
                </a:lnTo>
                <a:cubicBezTo>
                  <a:pt x="221" y="2479"/>
                  <a:pt x="124" y="2382"/>
                  <a:pt x="124" y="2262"/>
                </a:cubicBezTo>
                <a:close/>
                <a:moveTo>
                  <a:pt x="2262" y="2479"/>
                </a:moveTo>
                <a:lnTo>
                  <a:pt x="939" y="2479"/>
                </a:lnTo>
                <a:cubicBezTo>
                  <a:pt x="941" y="2473"/>
                  <a:pt x="942" y="2467"/>
                  <a:pt x="942" y="2461"/>
                </a:cubicBezTo>
                <a:cubicBezTo>
                  <a:pt x="942" y="2033"/>
                  <a:pt x="1109" y="1631"/>
                  <a:pt x="1410" y="1329"/>
                </a:cubicBezTo>
                <a:cubicBezTo>
                  <a:pt x="1697" y="1043"/>
                  <a:pt x="2075" y="878"/>
                  <a:pt x="2479" y="863"/>
                </a:cubicBezTo>
                <a:lnTo>
                  <a:pt x="2479" y="2262"/>
                </a:lnTo>
                <a:cubicBezTo>
                  <a:pt x="2479" y="2382"/>
                  <a:pt x="2382" y="2479"/>
                  <a:pt x="2262" y="2479"/>
                </a:cubicBezTo>
                <a:close/>
                <a:moveTo>
                  <a:pt x="720" y="1015"/>
                </a:moveTo>
                <a:cubicBezTo>
                  <a:pt x="897" y="1015"/>
                  <a:pt x="1042" y="870"/>
                  <a:pt x="1042" y="693"/>
                </a:cubicBezTo>
                <a:cubicBezTo>
                  <a:pt x="1042" y="516"/>
                  <a:pt x="897" y="371"/>
                  <a:pt x="720" y="371"/>
                </a:cubicBezTo>
                <a:cubicBezTo>
                  <a:pt x="543" y="371"/>
                  <a:pt x="399" y="516"/>
                  <a:pt x="399" y="693"/>
                </a:cubicBezTo>
                <a:cubicBezTo>
                  <a:pt x="399" y="870"/>
                  <a:pt x="543" y="1015"/>
                  <a:pt x="720" y="1015"/>
                </a:cubicBezTo>
                <a:close/>
                <a:moveTo>
                  <a:pt x="720" y="495"/>
                </a:moveTo>
                <a:cubicBezTo>
                  <a:pt x="829" y="495"/>
                  <a:pt x="918" y="584"/>
                  <a:pt x="918" y="693"/>
                </a:cubicBezTo>
                <a:cubicBezTo>
                  <a:pt x="918" y="802"/>
                  <a:pt x="829" y="891"/>
                  <a:pt x="720" y="891"/>
                </a:cubicBezTo>
                <a:cubicBezTo>
                  <a:pt x="611" y="891"/>
                  <a:pt x="523" y="802"/>
                  <a:pt x="523" y="693"/>
                </a:cubicBezTo>
                <a:cubicBezTo>
                  <a:pt x="523" y="584"/>
                  <a:pt x="611" y="495"/>
                  <a:pt x="720" y="49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51" name="Freeform 15">
            <a:extLst>
              <a:ext uri="{FF2B5EF4-FFF2-40B4-BE49-F238E27FC236}">
                <a16:creationId xmlns:a16="http://schemas.microsoft.com/office/drawing/2014/main" id="{F845C122-AD25-8849-A342-AB7330F065A1}"/>
              </a:ext>
            </a:extLst>
          </p:cNvPr>
          <p:cNvSpPr>
            <a:spLocks noChangeAspect="1" noChangeArrowheads="1"/>
          </p:cNvSpPr>
          <p:nvPr/>
        </p:nvSpPr>
        <p:spPr bwMode="auto">
          <a:xfrm>
            <a:off x="3035630" y="3381318"/>
            <a:ext cx="435825" cy="374388"/>
          </a:xfrm>
          <a:custGeom>
            <a:avLst/>
            <a:gdLst>
              <a:gd name="T0" fmla="*/ 313981 w 2605"/>
              <a:gd name="T1" fmla="*/ 64887 h 2237"/>
              <a:gd name="T2" fmla="*/ 268514 w 2605"/>
              <a:gd name="T3" fmla="*/ 64887 h 2237"/>
              <a:gd name="T4" fmla="*/ 249029 w 2605"/>
              <a:gd name="T5" fmla="*/ 17947 h 2237"/>
              <a:gd name="T6" fmla="*/ 222081 w 2605"/>
              <a:gd name="T7" fmla="*/ 0 h 2237"/>
              <a:gd name="T8" fmla="*/ 137781 w 2605"/>
              <a:gd name="T9" fmla="*/ 0 h 2237"/>
              <a:gd name="T10" fmla="*/ 110833 w 2605"/>
              <a:gd name="T11" fmla="*/ 17947 h 2237"/>
              <a:gd name="T12" fmla="*/ 91347 w 2605"/>
              <a:gd name="T13" fmla="*/ 64887 h 2237"/>
              <a:gd name="T14" fmla="*/ 45881 w 2605"/>
              <a:gd name="T15" fmla="*/ 64887 h 2237"/>
              <a:gd name="T16" fmla="*/ 0 w 2605"/>
              <a:gd name="T17" fmla="*/ 110722 h 2237"/>
              <a:gd name="T18" fmla="*/ 0 w 2605"/>
              <a:gd name="T19" fmla="*/ 262860 h 2237"/>
              <a:gd name="T20" fmla="*/ 45881 w 2605"/>
              <a:gd name="T21" fmla="*/ 308695 h 2237"/>
              <a:gd name="T22" fmla="*/ 313981 w 2605"/>
              <a:gd name="T23" fmla="*/ 308695 h 2237"/>
              <a:gd name="T24" fmla="*/ 359862 w 2605"/>
              <a:gd name="T25" fmla="*/ 262860 h 2237"/>
              <a:gd name="T26" fmla="*/ 359862 w 2605"/>
              <a:gd name="T27" fmla="*/ 110722 h 2237"/>
              <a:gd name="T28" fmla="*/ 313981 w 2605"/>
              <a:gd name="T29" fmla="*/ 64887 h 2237"/>
              <a:gd name="T30" fmla="*/ 343140 w 2605"/>
              <a:gd name="T31" fmla="*/ 262860 h 2237"/>
              <a:gd name="T32" fmla="*/ 313981 w 2605"/>
              <a:gd name="T33" fmla="*/ 291990 h 2237"/>
              <a:gd name="T34" fmla="*/ 45881 w 2605"/>
              <a:gd name="T35" fmla="*/ 291990 h 2237"/>
              <a:gd name="T36" fmla="*/ 16722 w 2605"/>
              <a:gd name="T37" fmla="*/ 262860 h 2237"/>
              <a:gd name="T38" fmla="*/ 16722 w 2605"/>
              <a:gd name="T39" fmla="*/ 110722 h 2237"/>
              <a:gd name="T40" fmla="*/ 45881 w 2605"/>
              <a:gd name="T41" fmla="*/ 81592 h 2237"/>
              <a:gd name="T42" fmla="*/ 96875 w 2605"/>
              <a:gd name="T43" fmla="*/ 81592 h 2237"/>
              <a:gd name="T44" fmla="*/ 104614 w 2605"/>
              <a:gd name="T45" fmla="*/ 76483 h 2237"/>
              <a:gd name="T46" fmla="*/ 126311 w 2605"/>
              <a:gd name="T47" fmla="*/ 24298 h 2237"/>
              <a:gd name="T48" fmla="*/ 137781 w 2605"/>
              <a:gd name="T49" fmla="*/ 16705 h 2237"/>
              <a:gd name="T50" fmla="*/ 222081 w 2605"/>
              <a:gd name="T51" fmla="*/ 16705 h 2237"/>
              <a:gd name="T52" fmla="*/ 233689 w 2605"/>
              <a:gd name="T53" fmla="*/ 24298 h 2237"/>
              <a:gd name="T54" fmla="*/ 255248 w 2605"/>
              <a:gd name="T55" fmla="*/ 76483 h 2237"/>
              <a:gd name="T56" fmla="*/ 262987 w 2605"/>
              <a:gd name="T57" fmla="*/ 81592 h 2237"/>
              <a:gd name="T58" fmla="*/ 313981 w 2605"/>
              <a:gd name="T59" fmla="*/ 81592 h 2237"/>
              <a:gd name="T60" fmla="*/ 343140 w 2605"/>
              <a:gd name="T61" fmla="*/ 110722 h 2237"/>
              <a:gd name="T62" fmla="*/ 343140 w 2605"/>
              <a:gd name="T63" fmla="*/ 262860 h 2237"/>
              <a:gd name="T64" fmla="*/ 179931 w 2605"/>
              <a:gd name="T65" fmla="*/ 89461 h 2237"/>
              <a:gd name="T66" fmla="*/ 95355 w 2605"/>
              <a:gd name="T67" fmla="*/ 173952 h 2237"/>
              <a:gd name="T68" fmla="*/ 179931 w 2605"/>
              <a:gd name="T69" fmla="*/ 258442 h 2237"/>
              <a:gd name="T70" fmla="*/ 264507 w 2605"/>
              <a:gd name="T71" fmla="*/ 173952 h 2237"/>
              <a:gd name="T72" fmla="*/ 179931 w 2605"/>
              <a:gd name="T73" fmla="*/ 89461 h 2237"/>
              <a:gd name="T74" fmla="*/ 179931 w 2605"/>
              <a:gd name="T75" fmla="*/ 241875 h 2237"/>
              <a:gd name="T76" fmla="*/ 112077 w 2605"/>
              <a:gd name="T77" fmla="*/ 173952 h 2237"/>
              <a:gd name="T78" fmla="*/ 179931 w 2605"/>
              <a:gd name="T79" fmla="*/ 106166 h 2237"/>
              <a:gd name="T80" fmla="*/ 247785 w 2605"/>
              <a:gd name="T81" fmla="*/ 173952 h 2237"/>
              <a:gd name="T82" fmla="*/ 179931 w 2605"/>
              <a:gd name="T83" fmla="*/ 241875 h 2237"/>
              <a:gd name="T84" fmla="*/ 156852 w 2605"/>
              <a:gd name="T85" fmla="*/ 208190 h 2237"/>
              <a:gd name="T86" fmla="*/ 138749 w 2605"/>
              <a:gd name="T87" fmla="*/ 173952 h 2237"/>
              <a:gd name="T88" fmla="*/ 130319 w 2605"/>
              <a:gd name="T89" fmla="*/ 165530 h 2237"/>
              <a:gd name="T90" fmla="*/ 122027 w 2605"/>
              <a:gd name="T91" fmla="*/ 173952 h 2237"/>
              <a:gd name="T92" fmla="*/ 147593 w 2605"/>
              <a:gd name="T93" fmla="*/ 221995 h 2237"/>
              <a:gd name="T94" fmla="*/ 152292 w 2605"/>
              <a:gd name="T95" fmla="*/ 223376 h 2237"/>
              <a:gd name="T96" fmla="*/ 159202 w 2605"/>
              <a:gd name="T97" fmla="*/ 219648 h 2237"/>
              <a:gd name="T98" fmla="*/ 156852 w 2605"/>
              <a:gd name="T99" fmla="*/ 208190 h 2237"/>
              <a:gd name="T100" fmla="*/ 79324 w 2605"/>
              <a:gd name="T101" fmla="*/ 102024 h 2237"/>
              <a:gd name="T102" fmla="*/ 44361 w 2605"/>
              <a:gd name="T103" fmla="*/ 102024 h 2237"/>
              <a:gd name="T104" fmla="*/ 36069 w 2605"/>
              <a:gd name="T105" fmla="*/ 110445 h 2237"/>
              <a:gd name="T106" fmla="*/ 44361 w 2605"/>
              <a:gd name="T107" fmla="*/ 118729 h 2237"/>
              <a:gd name="T108" fmla="*/ 79324 w 2605"/>
              <a:gd name="T109" fmla="*/ 118729 h 2237"/>
              <a:gd name="T110" fmla="*/ 87754 w 2605"/>
              <a:gd name="T111" fmla="*/ 110445 h 2237"/>
              <a:gd name="T112" fmla="*/ 79324 w 2605"/>
              <a:gd name="T113" fmla="*/ 102024 h 223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605" h="2237">
                <a:moveTo>
                  <a:pt x="2272" y="470"/>
                </a:moveTo>
                <a:lnTo>
                  <a:pt x="1943" y="470"/>
                </a:lnTo>
                <a:lnTo>
                  <a:pt x="1802" y="130"/>
                </a:lnTo>
                <a:cubicBezTo>
                  <a:pt x="1769" y="51"/>
                  <a:pt x="1693" y="0"/>
                  <a:pt x="1607" y="0"/>
                </a:cubicBezTo>
                <a:lnTo>
                  <a:pt x="997" y="0"/>
                </a:lnTo>
                <a:cubicBezTo>
                  <a:pt x="911" y="0"/>
                  <a:pt x="835" y="51"/>
                  <a:pt x="802" y="130"/>
                </a:cubicBezTo>
                <a:lnTo>
                  <a:pt x="661" y="470"/>
                </a:lnTo>
                <a:lnTo>
                  <a:pt x="332" y="470"/>
                </a:lnTo>
                <a:cubicBezTo>
                  <a:pt x="149" y="470"/>
                  <a:pt x="0" y="619"/>
                  <a:pt x="0" y="802"/>
                </a:cubicBezTo>
                <a:lnTo>
                  <a:pt x="0" y="1904"/>
                </a:lnTo>
                <a:cubicBezTo>
                  <a:pt x="0" y="2087"/>
                  <a:pt x="149" y="2236"/>
                  <a:pt x="332" y="2236"/>
                </a:cubicBezTo>
                <a:lnTo>
                  <a:pt x="2272" y="2236"/>
                </a:lnTo>
                <a:cubicBezTo>
                  <a:pt x="2455" y="2236"/>
                  <a:pt x="2604" y="2087"/>
                  <a:pt x="2604" y="1904"/>
                </a:cubicBezTo>
                <a:lnTo>
                  <a:pt x="2604" y="802"/>
                </a:lnTo>
                <a:cubicBezTo>
                  <a:pt x="2604" y="619"/>
                  <a:pt x="2455" y="470"/>
                  <a:pt x="2272" y="470"/>
                </a:cubicBezTo>
                <a:close/>
                <a:moveTo>
                  <a:pt x="2483" y="1904"/>
                </a:moveTo>
                <a:cubicBezTo>
                  <a:pt x="2483" y="2021"/>
                  <a:pt x="2389" y="2115"/>
                  <a:pt x="2272" y="2115"/>
                </a:cubicBezTo>
                <a:lnTo>
                  <a:pt x="332" y="2115"/>
                </a:lnTo>
                <a:cubicBezTo>
                  <a:pt x="216" y="2115"/>
                  <a:pt x="121" y="2021"/>
                  <a:pt x="121" y="1904"/>
                </a:cubicBezTo>
                <a:lnTo>
                  <a:pt x="121" y="802"/>
                </a:lnTo>
                <a:cubicBezTo>
                  <a:pt x="121" y="686"/>
                  <a:pt x="216" y="591"/>
                  <a:pt x="332" y="591"/>
                </a:cubicBezTo>
                <a:lnTo>
                  <a:pt x="701" y="591"/>
                </a:lnTo>
                <a:cubicBezTo>
                  <a:pt x="725" y="591"/>
                  <a:pt x="747" y="576"/>
                  <a:pt x="757" y="554"/>
                </a:cubicBezTo>
                <a:lnTo>
                  <a:pt x="914" y="176"/>
                </a:lnTo>
                <a:cubicBezTo>
                  <a:pt x="928" y="143"/>
                  <a:pt x="960" y="121"/>
                  <a:pt x="997" y="121"/>
                </a:cubicBezTo>
                <a:lnTo>
                  <a:pt x="1607" y="121"/>
                </a:lnTo>
                <a:cubicBezTo>
                  <a:pt x="1644" y="121"/>
                  <a:pt x="1677" y="143"/>
                  <a:pt x="1691" y="176"/>
                </a:cubicBezTo>
                <a:lnTo>
                  <a:pt x="1847" y="554"/>
                </a:lnTo>
                <a:cubicBezTo>
                  <a:pt x="1857" y="576"/>
                  <a:pt x="1879" y="591"/>
                  <a:pt x="1903" y="591"/>
                </a:cubicBezTo>
                <a:lnTo>
                  <a:pt x="2272" y="591"/>
                </a:lnTo>
                <a:cubicBezTo>
                  <a:pt x="2389" y="591"/>
                  <a:pt x="2483" y="686"/>
                  <a:pt x="2483" y="802"/>
                </a:cubicBezTo>
                <a:lnTo>
                  <a:pt x="2483" y="1904"/>
                </a:lnTo>
                <a:close/>
                <a:moveTo>
                  <a:pt x="1302" y="648"/>
                </a:moveTo>
                <a:cubicBezTo>
                  <a:pt x="965" y="648"/>
                  <a:pt x="690" y="923"/>
                  <a:pt x="690" y="1260"/>
                </a:cubicBezTo>
                <a:cubicBezTo>
                  <a:pt x="690" y="1598"/>
                  <a:pt x="965" y="1872"/>
                  <a:pt x="1302" y="1872"/>
                </a:cubicBezTo>
                <a:cubicBezTo>
                  <a:pt x="1640" y="1872"/>
                  <a:pt x="1914" y="1598"/>
                  <a:pt x="1914" y="1260"/>
                </a:cubicBezTo>
                <a:cubicBezTo>
                  <a:pt x="1914" y="923"/>
                  <a:pt x="1639" y="648"/>
                  <a:pt x="1302" y="648"/>
                </a:cubicBezTo>
                <a:close/>
                <a:moveTo>
                  <a:pt x="1302" y="1752"/>
                </a:moveTo>
                <a:cubicBezTo>
                  <a:pt x="1031" y="1752"/>
                  <a:pt x="811" y="1531"/>
                  <a:pt x="811" y="1260"/>
                </a:cubicBezTo>
                <a:cubicBezTo>
                  <a:pt x="811" y="990"/>
                  <a:pt x="1031" y="769"/>
                  <a:pt x="1302" y="769"/>
                </a:cubicBezTo>
                <a:cubicBezTo>
                  <a:pt x="1573" y="769"/>
                  <a:pt x="1793" y="990"/>
                  <a:pt x="1793" y="1260"/>
                </a:cubicBezTo>
                <a:cubicBezTo>
                  <a:pt x="1793" y="1531"/>
                  <a:pt x="1573" y="1752"/>
                  <a:pt x="1302" y="1752"/>
                </a:cubicBezTo>
                <a:close/>
                <a:moveTo>
                  <a:pt x="1135" y="1508"/>
                </a:moveTo>
                <a:cubicBezTo>
                  <a:pt x="1053" y="1452"/>
                  <a:pt x="1004" y="1359"/>
                  <a:pt x="1004" y="1260"/>
                </a:cubicBezTo>
                <a:cubicBezTo>
                  <a:pt x="1004" y="1226"/>
                  <a:pt x="976" y="1199"/>
                  <a:pt x="943" y="1199"/>
                </a:cubicBezTo>
                <a:cubicBezTo>
                  <a:pt x="909" y="1199"/>
                  <a:pt x="883" y="1226"/>
                  <a:pt x="883" y="1260"/>
                </a:cubicBezTo>
                <a:cubicBezTo>
                  <a:pt x="883" y="1399"/>
                  <a:pt x="952" y="1529"/>
                  <a:pt x="1068" y="1608"/>
                </a:cubicBezTo>
                <a:cubicBezTo>
                  <a:pt x="1078" y="1615"/>
                  <a:pt x="1090" y="1618"/>
                  <a:pt x="1102" y="1618"/>
                </a:cubicBezTo>
                <a:cubicBezTo>
                  <a:pt x="1121" y="1618"/>
                  <a:pt x="1140" y="1609"/>
                  <a:pt x="1152" y="1591"/>
                </a:cubicBezTo>
                <a:cubicBezTo>
                  <a:pt x="1170" y="1564"/>
                  <a:pt x="1163" y="1526"/>
                  <a:pt x="1135" y="1508"/>
                </a:cubicBezTo>
                <a:close/>
                <a:moveTo>
                  <a:pt x="574" y="739"/>
                </a:moveTo>
                <a:lnTo>
                  <a:pt x="321" y="739"/>
                </a:lnTo>
                <a:cubicBezTo>
                  <a:pt x="288" y="739"/>
                  <a:pt x="261" y="766"/>
                  <a:pt x="261" y="800"/>
                </a:cubicBezTo>
                <a:cubicBezTo>
                  <a:pt x="261" y="833"/>
                  <a:pt x="288" y="860"/>
                  <a:pt x="321" y="860"/>
                </a:cubicBezTo>
                <a:lnTo>
                  <a:pt x="574" y="860"/>
                </a:lnTo>
                <a:cubicBezTo>
                  <a:pt x="608" y="860"/>
                  <a:pt x="635" y="833"/>
                  <a:pt x="635" y="800"/>
                </a:cubicBezTo>
                <a:cubicBezTo>
                  <a:pt x="635" y="766"/>
                  <a:pt x="608" y="739"/>
                  <a:pt x="574" y="73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52" name="Freeform 16">
            <a:extLst>
              <a:ext uri="{FF2B5EF4-FFF2-40B4-BE49-F238E27FC236}">
                <a16:creationId xmlns:a16="http://schemas.microsoft.com/office/drawing/2014/main" id="{A37BF7C7-E10A-D34C-910D-C175554C2B1B}"/>
              </a:ext>
            </a:extLst>
          </p:cNvPr>
          <p:cNvSpPr>
            <a:spLocks noChangeAspect="1" noChangeArrowheads="1"/>
          </p:cNvSpPr>
          <p:nvPr/>
        </p:nvSpPr>
        <p:spPr bwMode="auto">
          <a:xfrm>
            <a:off x="10229618" y="1563142"/>
            <a:ext cx="508783" cy="433905"/>
          </a:xfrm>
          <a:custGeom>
            <a:avLst/>
            <a:gdLst>
              <a:gd name="T0" fmla="*/ 366866 w 2604"/>
              <a:gd name="T1" fmla="*/ 55372 h 2230"/>
              <a:gd name="T2" fmla="*/ 284031 w 2604"/>
              <a:gd name="T3" fmla="*/ 55372 h 2230"/>
              <a:gd name="T4" fmla="*/ 284031 w 2604"/>
              <a:gd name="T5" fmla="*/ 34063 h 2230"/>
              <a:gd name="T6" fmla="*/ 249960 w 2604"/>
              <a:gd name="T7" fmla="*/ 0 h 2230"/>
              <a:gd name="T8" fmla="*/ 170354 w 2604"/>
              <a:gd name="T9" fmla="*/ 0 h 2230"/>
              <a:gd name="T10" fmla="*/ 136283 w 2604"/>
              <a:gd name="T11" fmla="*/ 34063 h 2230"/>
              <a:gd name="T12" fmla="*/ 136283 w 2604"/>
              <a:gd name="T13" fmla="*/ 55372 h 2230"/>
              <a:gd name="T14" fmla="*/ 53447 w 2604"/>
              <a:gd name="T15" fmla="*/ 55372 h 2230"/>
              <a:gd name="T16" fmla="*/ 0 w 2604"/>
              <a:gd name="T17" fmla="*/ 108969 h 2230"/>
              <a:gd name="T18" fmla="*/ 0 w 2604"/>
              <a:gd name="T19" fmla="*/ 306404 h 2230"/>
              <a:gd name="T20" fmla="*/ 53447 w 2604"/>
              <a:gd name="T21" fmla="*/ 359839 h 2230"/>
              <a:gd name="T22" fmla="*/ 366866 w 2604"/>
              <a:gd name="T23" fmla="*/ 359839 h 2230"/>
              <a:gd name="T24" fmla="*/ 420314 w 2604"/>
              <a:gd name="T25" fmla="*/ 306404 h 2230"/>
              <a:gd name="T26" fmla="*/ 420314 w 2604"/>
              <a:gd name="T27" fmla="*/ 108969 h 2230"/>
              <a:gd name="T28" fmla="*/ 366866 w 2604"/>
              <a:gd name="T29" fmla="*/ 55372 h 2230"/>
              <a:gd name="T30" fmla="*/ 70402 w 2604"/>
              <a:gd name="T31" fmla="*/ 74906 h 2230"/>
              <a:gd name="T32" fmla="*/ 350234 w 2604"/>
              <a:gd name="T33" fmla="*/ 74906 h 2230"/>
              <a:gd name="T34" fmla="*/ 350234 w 2604"/>
              <a:gd name="T35" fmla="*/ 340466 h 2230"/>
              <a:gd name="T36" fmla="*/ 70402 w 2604"/>
              <a:gd name="T37" fmla="*/ 340466 h 2230"/>
              <a:gd name="T38" fmla="*/ 70402 w 2604"/>
              <a:gd name="T39" fmla="*/ 74906 h 2230"/>
              <a:gd name="T40" fmla="*/ 155660 w 2604"/>
              <a:gd name="T41" fmla="*/ 34063 h 2230"/>
              <a:gd name="T42" fmla="*/ 170354 w 2604"/>
              <a:gd name="T43" fmla="*/ 19372 h 2230"/>
              <a:gd name="T44" fmla="*/ 249960 w 2604"/>
              <a:gd name="T45" fmla="*/ 19372 h 2230"/>
              <a:gd name="T46" fmla="*/ 264654 w 2604"/>
              <a:gd name="T47" fmla="*/ 34063 h 2230"/>
              <a:gd name="T48" fmla="*/ 264654 w 2604"/>
              <a:gd name="T49" fmla="*/ 55372 h 2230"/>
              <a:gd name="T50" fmla="*/ 155660 w 2604"/>
              <a:gd name="T51" fmla="*/ 55372 h 2230"/>
              <a:gd name="T52" fmla="*/ 155660 w 2604"/>
              <a:gd name="T53" fmla="*/ 34063 h 2230"/>
              <a:gd name="T54" fmla="*/ 19377 w 2604"/>
              <a:gd name="T55" fmla="*/ 306404 h 2230"/>
              <a:gd name="T56" fmla="*/ 19377 w 2604"/>
              <a:gd name="T57" fmla="*/ 108969 h 2230"/>
              <a:gd name="T58" fmla="*/ 50864 w 2604"/>
              <a:gd name="T59" fmla="*/ 75067 h 2230"/>
              <a:gd name="T60" fmla="*/ 50864 w 2604"/>
              <a:gd name="T61" fmla="*/ 340305 h 2230"/>
              <a:gd name="T62" fmla="*/ 19377 w 2604"/>
              <a:gd name="T63" fmla="*/ 306404 h 2230"/>
              <a:gd name="T64" fmla="*/ 400937 w 2604"/>
              <a:gd name="T65" fmla="*/ 306404 h 2230"/>
              <a:gd name="T66" fmla="*/ 369773 w 2604"/>
              <a:gd name="T67" fmla="*/ 340305 h 2230"/>
              <a:gd name="T68" fmla="*/ 369773 w 2604"/>
              <a:gd name="T69" fmla="*/ 75067 h 2230"/>
              <a:gd name="T70" fmla="*/ 400937 w 2604"/>
              <a:gd name="T71" fmla="*/ 108969 h 2230"/>
              <a:gd name="T72" fmla="*/ 400937 w 2604"/>
              <a:gd name="T73" fmla="*/ 306404 h 223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604" h="2230">
                <a:moveTo>
                  <a:pt x="2272" y="343"/>
                </a:moveTo>
                <a:lnTo>
                  <a:pt x="1759" y="343"/>
                </a:lnTo>
                <a:lnTo>
                  <a:pt x="1759" y="211"/>
                </a:lnTo>
                <a:cubicBezTo>
                  <a:pt x="1759" y="94"/>
                  <a:pt x="1665" y="0"/>
                  <a:pt x="1548" y="0"/>
                </a:cubicBezTo>
                <a:lnTo>
                  <a:pt x="1055" y="0"/>
                </a:lnTo>
                <a:cubicBezTo>
                  <a:pt x="938" y="0"/>
                  <a:pt x="844" y="94"/>
                  <a:pt x="844" y="211"/>
                </a:cubicBezTo>
                <a:lnTo>
                  <a:pt x="844" y="343"/>
                </a:lnTo>
                <a:lnTo>
                  <a:pt x="331" y="343"/>
                </a:lnTo>
                <a:cubicBezTo>
                  <a:pt x="149" y="343"/>
                  <a:pt x="0" y="492"/>
                  <a:pt x="0" y="675"/>
                </a:cubicBezTo>
                <a:lnTo>
                  <a:pt x="0" y="1898"/>
                </a:lnTo>
                <a:cubicBezTo>
                  <a:pt x="0" y="2081"/>
                  <a:pt x="149" y="2229"/>
                  <a:pt x="331" y="2229"/>
                </a:cubicBezTo>
                <a:lnTo>
                  <a:pt x="2272" y="2229"/>
                </a:lnTo>
                <a:cubicBezTo>
                  <a:pt x="2454" y="2229"/>
                  <a:pt x="2603" y="2081"/>
                  <a:pt x="2603" y="1898"/>
                </a:cubicBezTo>
                <a:lnTo>
                  <a:pt x="2603" y="675"/>
                </a:lnTo>
                <a:cubicBezTo>
                  <a:pt x="2603" y="492"/>
                  <a:pt x="2454" y="343"/>
                  <a:pt x="2272" y="343"/>
                </a:cubicBezTo>
                <a:close/>
                <a:moveTo>
                  <a:pt x="436" y="464"/>
                </a:moveTo>
                <a:lnTo>
                  <a:pt x="2169" y="464"/>
                </a:lnTo>
                <a:lnTo>
                  <a:pt x="2169" y="2109"/>
                </a:lnTo>
                <a:lnTo>
                  <a:pt x="436" y="2109"/>
                </a:lnTo>
                <a:lnTo>
                  <a:pt x="436" y="464"/>
                </a:lnTo>
                <a:close/>
                <a:moveTo>
                  <a:pt x="964" y="211"/>
                </a:moveTo>
                <a:cubicBezTo>
                  <a:pt x="964" y="161"/>
                  <a:pt x="1005" y="120"/>
                  <a:pt x="1055" y="120"/>
                </a:cubicBezTo>
                <a:lnTo>
                  <a:pt x="1548" y="120"/>
                </a:lnTo>
                <a:cubicBezTo>
                  <a:pt x="1598" y="120"/>
                  <a:pt x="1639" y="161"/>
                  <a:pt x="1639" y="211"/>
                </a:cubicBezTo>
                <a:lnTo>
                  <a:pt x="1639" y="343"/>
                </a:lnTo>
                <a:lnTo>
                  <a:pt x="964" y="343"/>
                </a:lnTo>
                <a:lnTo>
                  <a:pt x="964" y="211"/>
                </a:lnTo>
                <a:close/>
                <a:moveTo>
                  <a:pt x="120" y="1898"/>
                </a:moveTo>
                <a:lnTo>
                  <a:pt x="120" y="675"/>
                </a:lnTo>
                <a:cubicBezTo>
                  <a:pt x="120" y="564"/>
                  <a:pt x="206" y="473"/>
                  <a:pt x="315" y="465"/>
                </a:cubicBezTo>
                <a:lnTo>
                  <a:pt x="315" y="2108"/>
                </a:lnTo>
                <a:cubicBezTo>
                  <a:pt x="206" y="2100"/>
                  <a:pt x="120" y="2009"/>
                  <a:pt x="120" y="1898"/>
                </a:cubicBezTo>
                <a:close/>
                <a:moveTo>
                  <a:pt x="2483" y="1898"/>
                </a:moveTo>
                <a:cubicBezTo>
                  <a:pt x="2483" y="2008"/>
                  <a:pt x="2398" y="2099"/>
                  <a:pt x="2290" y="2108"/>
                </a:cubicBezTo>
                <a:lnTo>
                  <a:pt x="2290" y="465"/>
                </a:lnTo>
                <a:cubicBezTo>
                  <a:pt x="2398" y="474"/>
                  <a:pt x="2483" y="565"/>
                  <a:pt x="2483" y="675"/>
                </a:cubicBezTo>
                <a:lnTo>
                  <a:pt x="2483" y="1898"/>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53" name="Freeform 17">
            <a:extLst>
              <a:ext uri="{FF2B5EF4-FFF2-40B4-BE49-F238E27FC236}">
                <a16:creationId xmlns:a16="http://schemas.microsoft.com/office/drawing/2014/main" id="{D48DACE3-1893-0C46-8492-65A2668009B5}"/>
              </a:ext>
            </a:extLst>
          </p:cNvPr>
          <p:cNvSpPr>
            <a:spLocks noChangeAspect="1" noChangeArrowheads="1"/>
          </p:cNvSpPr>
          <p:nvPr/>
        </p:nvSpPr>
        <p:spPr bwMode="auto">
          <a:xfrm>
            <a:off x="3778644" y="3319882"/>
            <a:ext cx="359027" cy="435825"/>
          </a:xfrm>
          <a:custGeom>
            <a:avLst/>
            <a:gdLst>
              <a:gd name="T0" fmla="*/ 287011 w 2140"/>
              <a:gd name="T1" fmla="*/ 0 h 2604"/>
              <a:gd name="T2" fmla="*/ 45695 w 2140"/>
              <a:gd name="T3" fmla="*/ 0 h 2604"/>
              <a:gd name="T4" fmla="*/ 0 w 2140"/>
              <a:gd name="T5" fmla="*/ 45760 h 2604"/>
              <a:gd name="T6" fmla="*/ 0 w 2140"/>
              <a:gd name="T7" fmla="*/ 317419 h 2604"/>
              <a:gd name="T8" fmla="*/ 42382 w 2140"/>
              <a:gd name="T9" fmla="*/ 359862 h 2604"/>
              <a:gd name="T10" fmla="*/ 287011 w 2140"/>
              <a:gd name="T11" fmla="*/ 359862 h 2604"/>
              <a:gd name="T12" fmla="*/ 295294 w 2140"/>
              <a:gd name="T13" fmla="*/ 351567 h 2604"/>
              <a:gd name="T14" fmla="*/ 295294 w 2140"/>
              <a:gd name="T15" fmla="*/ 8295 h 2604"/>
              <a:gd name="T16" fmla="*/ 287011 w 2140"/>
              <a:gd name="T17" fmla="*/ 0 h 2604"/>
              <a:gd name="T18" fmla="*/ 237036 w 2140"/>
              <a:gd name="T19" fmla="*/ 16590 h 2604"/>
              <a:gd name="T20" fmla="*/ 237036 w 2140"/>
              <a:gd name="T21" fmla="*/ 153733 h 2604"/>
              <a:gd name="T22" fmla="*/ 217432 w 2140"/>
              <a:gd name="T23" fmla="*/ 139217 h 2604"/>
              <a:gd name="T24" fmla="*/ 212463 w 2140"/>
              <a:gd name="T25" fmla="*/ 137558 h 2604"/>
              <a:gd name="T26" fmla="*/ 207493 w 2140"/>
              <a:gd name="T27" fmla="*/ 139217 h 2604"/>
              <a:gd name="T28" fmla="*/ 187889 w 2140"/>
              <a:gd name="T29" fmla="*/ 153733 h 2604"/>
              <a:gd name="T30" fmla="*/ 187889 w 2140"/>
              <a:gd name="T31" fmla="*/ 16590 h 2604"/>
              <a:gd name="T32" fmla="*/ 237036 w 2140"/>
              <a:gd name="T33" fmla="*/ 16590 h 2604"/>
              <a:gd name="T34" fmla="*/ 45695 w 2140"/>
              <a:gd name="T35" fmla="*/ 16590 h 2604"/>
              <a:gd name="T36" fmla="*/ 171323 w 2140"/>
              <a:gd name="T37" fmla="*/ 16590 h 2604"/>
              <a:gd name="T38" fmla="*/ 171323 w 2140"/>
              <a:gd name="T39" fmla="*/ 170461 h 2604"/>
              <a:gd name="T40" fmla="*/ 175879 w 2140"/>
              <a:gd name="T41" fmla="*/ 177926 h 2604"/>
              <a:gd name="T42" fmla="*/ 184576 w 2140"/>
              <a:gd name="T43" fmla="*/ 177097 h 2604"/>
              <a:gd name="T44" fmla="*/ 212463 w 2140"/>
              <a:gd name="T45" fmla="*/ 156221 h 2604"/>
              <a:gd name="T46" fmla="*/ 240349 w 2140"/>
              <a:gd name="T47" fmla="*/ 177097 h 2604"/>
              <a:gd name="T48" fmla="*/ 245319 w 2140"/>
              <a:gd name="T49" fmla="*/ 178756 h 2604"/>
              <a:gd name="T50" fmla="*/ 249046 w 2140"/>
              <a:gd name="T51" fmla="*/ 177926 h 2604"/>
              <a:gd name="T52" fmla="*/ 253740 w 2140"/>
              <a:gd name="T53" fmla="*/ 170461 h 2604"/>
              <a:gd name="T54" fmla="*/ 253740 w 2140"/>
              <a:gd name="T55" fmla="*/ 16590 h 2604"/>
              <a:gd name="T56" fmla="*/ 278728 w 2140"/>
              <a:gd name="T57" fmla="*/ 16590 h 2604"/>
              <a:gd name="T58" fmla="*/ 278728 w 2140"/>
              <a:gd name="T59" fmla="*/ 274839 h 2604"/>
              <a:gd name="T60" fmla="*/ 42382 w 2140"/>
              <a:gd name="T61" fmla="*/ 274839 h 2604"/>
              <a:gd name="T62" fmla="*/ 16566 w 2140"/>
              <a:gd name="T63" fmla="*/ 283687 h 2604"/>
              <a:gd name="T64" fmla="*/ 16566 w 2140"/>
              <a:gd name="T65" fmla="*/ 45760 h 2604"/>
              <a:gd name="T66" fmla="*/ 45695 w 2140"/>
              <a:gd name="T67" fmla="*/ 16590 h 2604"/>
              <a:gd name="T68" fmla="*/ 42382 w 2140"/>
              <a:gd name="T69" fmla="*/ 343272 h 2604"/>
              <a:gd name="T70" fmla="*/ 16566 w 2140"/>
              <a:gd name="T71" fmla="*/ 317419 h 2604"/>
              <a:gd name="T72" fmla="*/ 42382 w 2140"/>
              <a:gd name="T73" fmla="*/ 291567 h 2604"/>
              <a:gd name="T74" fmla="*/ 278728 w 2140"/>
              <a:gd name="T75" fmla="*/ 291567 h 2604"/>
              <a:gd name="T76" fmla="*/ 278728 w 2140"/>
              <a:gd name="T77" fmla="*/ 309124 h 2604"/>
              <a:gd name="T78" fmla="*/ 46248 w 2140"/>
              <a:gd name="T79" fmla="*/ 309124 h 2604"/>
              <a:gd name="T80" fmla="*/ 37964 w 2140"/>
              <a:gd name="T81" fmla="*/ 317558 h 2604"/>
              <a:gd name="T82" fmla="*/ 46248 w 2140"/>
              <a:gd name="T83" fmla="*/ 325853 h 2604"/>
              <a:gd name="T84" fmla="*/ 278728 w 2140"/>
              <a:gd name="T85" fmla="*/ 325853 h 2604"/>
              <a:gd name="T86" fmla="*/ 278728 w 2140"/>
              <a:gd name="T87" fmla="*/ 343272 h 2604"/>
              <a:gd name="T88" fmla="*/ 42382 w 2140"/>
              <a:gd name="T89" fmla="*/ 343272 h 260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40" h="2604">
                <a:moveTo>
                  <a:pt x="2079" y="0"/>
                </a:moveTo>
                <a:lnTo>
                  <a:pt x="331" y="0"/>
                </a:lnTo>
                <a:cubicBezTo>
                  <a:pt x="149" y="0"/>
                  <a:pt x="0" y="149"/>
                  <a:pt x="0" y="331"/>
                </a:cubicBezTo>
                <a:lnTo>
                  <a:pt x="0" y="2296"/>
                </a:lnTo>
                <a:cubicBezTo>
                  <a:pt x="0" y="2465"/>
                  <a:pt x="138" y="2603"/>
                  <a:pt x="307" y="2603"/>
                </a:cubicBezTo>
                <a:lnTo>
                  <a:pt x="2079" y="2603"/>
                </a:lnTo>
                <a:cubicBezTo>
                  <a:pt x="2112" y="2603"/>
                  <a:pt x="2139" y="2576"/>
                  <a:pt x="2139" y="2543"/>
                </a:cubicBezTo>
                <a:lnTo>
                  <a:pt x="2139" y="60"/>
                </a:lnTo>
                <a:cubicBezTo>
                  <a:pt x="2139" y="27"/>
                  <a:pt x="2112" y="0"/>
                  <a:pt x="2079" y="0"/>
                </a:cubicBezTo>
                <a:close/>
                <a:moveTo>
                  <a:pt x="1717" y="120"/>
                </a:moveTo>
                <a:lnTo>
                  <a:pt x="1717" y="1112"/>
                </a:lnTo>
                <a:lnTo>
                  <a:pt x="1575" y="1007"/>
                </a:lnTo>
                <a:cubicBezTo>
                  <a:pt x="1565" y="999"/>
                  <a:pt x="1552" y="995"/>
                  <a:pt x="1539" y="995"/>
                </a:cubicBezTo>
                <a:cubicBezTo>
                  <a:pt x="1527" y="995"/>
                  <a:pt x="1514" y="999"/>
                  <a:pt x="1503" y="1007"/>
                </a:cubicBezTo>
                <a:lnTo>
                  <a:pt x="1361" y="1112"/>
                </a:lnTo>
                <a:lnTo>
                  <a:pt x="1361" y="120"/>
                </a:lnTo>
                <a:lnTo>
                  <a:pt x="1717" y="120"/>
                </a:lnTo>
                <a:close/>
                <a:moveTo>
                  <a:pt x="331" y="120"/>
                </a:moveTo>
                <a:lnTo>
                  <a:pt x="1241" y="120"/>
                </a:lnTo>
                <a:lnTo>
                  <a:pt x="1241" y="1233"/>
                </a:lnTo>
                <a:cubicBezTo>
                  <a:pt x="1241" y="1255"/>
                  <a:pt x="1254" y="1276"/>
                  <a:pt x="1274" y="1287"/>
                </a:cubicBezTo>
                <a:cubicBezTo>
                  <a:pt x="1294" y="1297"/>
                  <a:pt x="1319" y="1295"/>
                  <a:pt x="1337" y="1281"/>
                </a:cubicBezTo>
                <a:lnTo>
                  <a:pt x="1539" y="1130"/>
                </a:lnTo>
                <a:lnTo>
                  <a:pt x="1741" y="1281"/>
                </a:lnTo>
                <a:cubicBezTo>
                  <a:pt x="1752" y="1289"/>
                  <a:pt x="1765" y="1293"/>
                  <a:pt x="1777" y="1293"/>
                </a:cubicBezTo>
                <a:cubicBezTo>
                  <a:pt x="1787" y="1293"/>
                  <a:pt x="1796" y="1291"/>
                  <a:pt x="1804" y="1287"/>
                </a:cubicBezTo>
                <a:cubicBezTo>
                  <a:pt x="1825" y="1276"/>
                  <a:pt x="1838" y="1255"/>
                  <a:pt x="1838" y="1233"/>
                </a:cubicBezTo>
                <a:lnTo>
                  <a:pt x="1838" y="120"/>
                </a:lnTo>
                <a:lnTo>
                  <a:pt x="2019" y="120"/>
                </a:lnTo>
                <a:lnTo>
                  <a:pt x="2019" y="1988"/>
                </a:lnTo>
                <a:lnTo>
                  <a:pt x="307" y="1988"/>
                </a:lnTo>
                <a:cubicBezTo>
                  <a:pt x="237" y="1988"/>
                  <a:pt x="172" y="2012"/>
                  <a:pt x="120" y="2052"/>
                </a:cubicBezTo>
                <a:lnTo>
                  <a:pt x="120" y="331"/>
                </a:lnTo>
                <a:cubicBezTo>
                  <a:pt x="120" y="215"/>
                  <a:pt x="215" y="120"/>
                  <a:pt x="331" y="120"/>
                </a:cubicBezTo>
                <a:close/>
                <a:moveTo>
                  <a:pt x="307" y="2483"/>
                </a:moveTo>
                <a:cubicBezTo>
                  <a:pt x="204" y="2483"/>
                  <a:pt x="120" y="2399"/>
                  <a:pt x="120" y="2296"/>
                </a:cubicBezTo>
                <a:cubicBezTo>
                  <a:pt x="120" y="2193"/>
                  <a:pt x="204" y="2109"/>
                  <a:pt x="307" y="2109"/>
                </a:cubicBezTo>
                <a:lnTo>
                  <a:pt x="2019" y="2109"/>
                </a:lnTo>
                <a:lnTo>
                  <a:pt x="2019" y="2236"/>
                </a:lnTo>
                <a:lnTo>
                  <a:pt x="335" y="2236"/>
                </a:lnTo>
                <a:cubicBezTo>
                  <a:pt x="302" y="2236"/>
                  <a:pt x="275" y="2264"/>
                  <a:pt x="275" y="2297"/>
                </a:cubicBezTo>
                <a:cubicBezTo>
                  <a:pt x="275" y="2331"/>
                  <a:pt x="302" y="2357"/>
                  <a:pt x="335" y="2357"/>
                </a:cubicBezTo>
                <a:lnTo>
                  <a:pt x="2019" y="2357"/>
                </a:lnTo>
                <a:lnTo>
                  <a:pt x="2019" y="2483"/>
                </a:lnTo>
                <a:lnTo>
                  <a:pt x="307" y="2483"/>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54" name="Freeform 18">
            <a:extLst>
              <a:ext uri="{FF2B5EF4-FFF2-40B4-BE49-F238E27FC236}">
                <a16:creationId xmlns:a16="http://schemas.microsoft.com/office/drawing/2014/main" id="{71BD091A-0DFB-6444-A9F4-AE3C7EF79828}"/>
              </a:ext>
            </a:extLst>
          </p:cNvPr>
          <p:cNvSpPr>
            <a:spLocks noChangeAspect="1" noChangeArrowheads="1"/>
          </p:cNvSpPr>
          <p:nvPr/>
        </p:nvSpPr>
        <p:spPr bwMode="auto">
          <a:xfrm>
            <a:off x="11095508" y="1524741"/>
            <a:ext cx="437745" cy="435824"/>
          </a:xfrm>
          <a:custGeom>
            <a:avLst/>
            <a:gdLst>
              <a:gd name="T0" fmla="*/ 71700 w 2604"/>
              <a:gd name="T1" fmla="*/ 63472 h 2592"/>
              <a:gd name="T2" fmla="*/ 127699 w 2604"/>
              <a:gd name="T3" fmla="*/ 116806 h 2592"/>
              <a:gd name="T4" fmla="*/ 99630 w 2604"/>
              <a:gd name="T5" fmla="*/ 35417 h 2592"/>
              <a:gd name="T6" fmla="*/ 88653 w 2604"/>
              <a:gd name="T7" fmla="*/ 100278 h 2592"/>
              <a:gd name="T8" fmla="*/ 99908 w 2604"/>
              <a:gd name="T9" fmla="*/ 52083 h 2592"/>
              <a:gd name="T10" fmla="*/ 111024 w 2604"/>
              <a:gd name="T11" fmla="*/ 100278 h 2592"/>
              <a:gd name="T12" fmla="*/ 149654 w 2604"/>
              <a:gd name="T13" fmla="*/ 63472 h 2592"/>
              <a:gd name="T14" fmla="*/ 205513 w 2604"/>
              <a:gd name="T15" fmla="*/ 116806 h 2592"/>
              <a:gd name="T16" fmla="*/ 177584 w 2604"/>
              <a:gd name="T17" fmla="*/ 35417 h 2592"/>
              <a:gd name="T18" fmla="*/ 166189 w 2604"/>
              <a:gd name="T19" fmla="*/ 100278 h 2592"/>
              <a:gd name="T20" fmla="*/ 177584 w 2604"/>
              <a:gd name="T21" fmla="*/ 52083 h 2592"/>
              <a:gd name="T22" fmla="*/ 188839 w 2604"/>
              <a:gd name="T23" fmla="*/ 100278 h 2592"/>
              <a:gd name="T24" fmla="*/ 71700 w 2604"/>
              <a:gd name="T25" fmla="*/ 162778 h 2592"/>
              <a:gd name="T26" fmla="*/ 127699 w 2604"/>
              <a:gd name="T27" fmla="*/ 282500 h 2592"/>
              <a:gd name="T28" fmla="*/ 99630 w 2604"/>
              <a:gd name="T29" fmla="*/ 134861 h 2592"/>
              <a:gd name="T30" fmla="*/ 88653 w 2604"/>
              <a:gd name="T31" fmla="*/ 265417 h 2592"/>
              <a:gd name="T32" fmla="*/ 99908 w 2604"/>
              <a:gd name="T33" fmla="*/ 151528 h 2592"/>
              <a:gd name="T34" fmla="*/ 111024 w 2604"/>
              <a:gd name="T35" fmla="*/ 265417 h 2592"/>
              <a:gd name="T36" fmla="*/ 149654 w 2604"/>
              <a:gd name="T37" fmla="*/ 162778 h 2592"/>
              <a:gd name="T38" fmla="*/ 205513 w 2604"/>
              <a:gd name="T39" fmla="*/ 282500 h 2592"/>
              <a:gd name="T40" fmla="*/ 177584 w 2604"/>
              <a:gd name="T41" fmla="*/ 134861 h 2592"/>
              <a:gd name="T42" fmla="*/ 166189 w 2604"/>
              <a:gd name="T43" fmla="*/ 265417 h 2592"/>
              <a:gd name="T44" fmla="*/ 177584 w 2604"/>
              <a:gd name="T45" fmla="*/ 151528 h 2592"/>
              <a:gd name="T46" fmla="*/ 188839 w 2604"/>
              <a:gd name="T47" fmla="*/ 265417 h 2592"/>
              <a:gd name="T48" fmla="*/ 333907 w 2604"/>
              <a:gd name="T49" fmla="*/ 308194 h 2592"/>
              <a:gd name="T50" fmla="*/ 288747 w 2604"/>
              <a:gd name="T51" fmla="*/ 39444 h 2592"/>
              <a:gd name="T52" fmla="*/ 198427 w 2604"/>
              <a:gd name="T53" fmla="*/ 0 h 2592"/>
              <a:gd name="T54" fmla="*/ 33627 w 2604"/>
              <a:gd name="T55" fmla="*/ 46250 h 2592"/>
              <a:gd name="T56" fmla="*/ 8893 w 2604"/>
              <a:gd name="T57" fmla="*/ 308194 h 2592"/>
              <a:gd name="T58" fmla="*/ 0 w 2604"/>
              <a:gd name="T59" fmla="*/ 351944 h 2592"/>
              <a:gd name="T60" fmla="*/ 353917 w 2604"/>
              <a:gd name="T61" fmla="*/ 359861 h 2592"/>
              <a:gd name="T62" fmla="*/ 361698 w 2604"/>
              <a:gd name="T63" fmla="*/ 316806 h 2592"/>
              <a:gd name="T64" fmla="*/ 317372 w 2604"/>
              <a:gd name="T65" fmla="*/ 85556 h 2592"/>
              <a:gd name="T66" fmla="*/ 244004 w 2604"/>
              <a:gd name="T67" fmla="*/ 308194 h 2592"/>
              <a:gd name="T68" fmla="*/ 288747 w 2604"/>
              <a:gd name="T69" fmla="*/ 55972 h 2592"/>
              <a:gd name="T70" fmla="*/ 50163 w 2604"/>
              <a:gd name="T71" fmla="*/ 46250 h 2592"/>
              <a:gd name="T72" fmla="*/ 198427 w 2604"/>
              <a:gd name="T73" fmla="*/ 16667 h 2592"/>
              <a:gd name="T74" fmla="*/ 227051 w 2604"/>
              <a:gd name="T75" fmla="*/ 308194 h 2592"/>
              <a:gd name="T76" fmla="*/ 50163 w 2604"/>
              <a:gd name="T77" fmla="*/ 46250 h 2592"/>
              <a:gd name="T78" fmla="*/ 16536 w 2604"/>
              <a:gd name="T79" fmla="*/ 343333 h 2592"/>
              <a:gd name="T80" fmla="*/ 345162 w 2604"/>
              <a:gd name="T81" fmla="*/ 324722 h 25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604" h="2592">
                <a:moveTo>
                  <a:pt x="717" y="255"/>
                </a:moveTo>
                <a:cubicBezTo>
                  <a:pt x="606" y="255"/>
                  <a:pt x="516" y="345"/>
                  <a:pt x="516" y="457"/>
                </a:cubicBezTo>
                <a:lnTo>
                  <a:pt x="516" y="841"/>
                </a:lnTo>
                <a:lnTo>
                  <a:pt x="919" y="841"/>
                </a:lnTo>
                <a:lnTo>
                  <a:pt x="919" y="457"/>
                </a:lnTo>
                <a:cubicBezTo>
                  <a:pt x="919" y="345"/>
                  <a:pt x="829" y="255"/>
                  <a:pt x="717" y="255"/>
                </a:cubicBezTo>
                <a:close/>
                <a:moveTo>
                  <a:pt x="799" y="722"/>
                </a:moveTo>
                <a:lnTo>
                  <a:pt x="638" y="722"/>
                </a:lnTo>
                <a:lnTo>
                  <a:pt x="638" y="457"/>
                </a:lnTo>
                <a:cubicBezTo>
                  <a:pt x="638" y="412"/>
                  <a:pt x="674" y="375"/>
                  <a:pt x="719" y="375"/>
                </a:cubicBezTo>
                <a:cubicBezTo>
                  <a:pt x="764" y="375"/>
                  <a:pt x="799" y="412"/>
                  <a:pt x="799" y="457"/>
                </a:cubicBezTo>
                <a:lnTo>
                  <a:pt x="799" y="722"/>
                </a:lnTo>
                <a:close/>
                <a:moveTo>
                  <a:pt x="1278" y="255"/>
                </a:moveTo>
                <a:cubicBezTo>
                  <a:pt x="1167" y="255"/>
                  <a:pt x="1077" y="345"/>
                  <a:pt x="1077" y="457"/>
                </a:cubicBezTo>
                <a:lnTo>
                  <a:pt x="1077" y="841"/>
                </a:lnTo>
                <a:lnTo>
                  <a:pt x="1479" y="841"/>
                </a:lnTo>
                <a:lnTo>
                  <a:pt x="1479" y="457"/>
                </a:lnTo>
                <a:cubicBezTo>
                  <a:pt x="1479" y="345"/>
                  <a:pt x="1388" y="255"/>
                  <a:pt x="1278" y="255"/>
                </a:cubicBezTo>
                <a:close/>
                <a:moveTo>
                  <a:pt x="1359" y="722"/>
                </a:moveTo>
                <a:lnTo>
                  <a:pt x="1196" y="722"/>
                </a:lnTo>
                <a:lnTo>
                  <a:pt x="1196" y="457"/>
                </a:lnTo>
                <a:cubicBezTo>
                  <a:pt x="1196" y="412"/>
                  <a:pt x="1233" y="375"/>
                  <a:pt x="1278" y="375"/>
                </a:cubicBezTo>
                <a:cubicBezTo>
                  <a:pt x="1322" y="375"/>
                  <a:pt x="1359" y="412"/>
                  <a:pt x="1359" y="457"/>
                </a:cubicBezTo>
                <a:lnTo>
                  <a:pt x="1359" y="722"/>
                </a:lnTo>
                <a:close/>
                <a:moveTo>
                  <a:pt x="717" y="971"/>
                </a:moveTo>
                <a:cubicBezTo>
                  <a:pt x="606" y="971"/>
                  <a:pt x="516" y="1061"/>
                  <a:pt x="516" y="1172"/>
                </a:cubicBezTo>
                <a:lnTo>
                  <a:pt x="516" y="2034"/>
                </a:lnTo>
                <a:lnTo>
                  <a:pt x="919" y="2034"/>
                </a:lnTo>
                <a:lnTo>
                  <a:pt x="919" y="1172"/>
                </a:lnTo>
                <a:cubicBezTo>
                  <a:pt x="919" y="1061"/>
                  <a:pt x="829" y="971"/>
                  <a:pt x="717" y="971"/>
                </a:cubicBezTo>
                <a:close/>
                <a:moveTo>
                  <a:pt x="799" y="1911"/>
                </a:moveTo>
                <a:lnTo>
                  <a:pt x="638" y="1911"/>
                </a:lnTo>
                <a:lnTo>
                  <a:pt x="638" y="1172"/>
                </a:lnTo>
                <a:cubicBezTo>
                  <a:pt x="638" y="1128"/>
                  <a:pt x="674" y="1091"/>
                  <a:pt x="719" y="1091"/>
                </a:cubicBezTo>
                <a:cubicBezTo>
                  <a:pt x="764" y="1091"/>
                  <a:pt x="799" y="1128"/>
                  <a:pt x="799" y="1172"/>
                </a:cubicBezTo>
                <a:lnTo>
                  <a:pt x="799" y="1911"/>
                </a:lnTo>
                <a:close/>
                <a:moveTo>
                  <a:pt x="1278" y="971"/>
                </a:moveTo>
                <a:cubicBezTo>
                  <a:pt x="1167" y="971"/>
                  <a:pt x="1077" y="1061"/>
                  <a:pt x="1077" y="1172"/>
                </a:cubicBezTo>
                <a:lnTo>
                  <a:pt x="1077" y="2034"/>
                </a:lnTo>
                <a:lnTo>
                  <a:pt x="1479" y="2034"/>
                </a:lnTo>
                <a:lnTo>
                  <a:pt x="1479" y="1172"/>
                </a:lnTo>
                <a:cubicBezTo>
                  <a:pt x="1479" y="1061"/>
                  <a:pt x="1388" y="971"/>
                  <a:pt x="1278" y="971"/>
                </a:cubicBezTo>
                <a:close/>
                <a:moveTo>
                  <a:pt x="1359" y="1911"/>
                </a:moveTo>
                <a:lnTo>
                  <a:pt x="1196" y="1911"/>
                </a:lnTo>
                <a:lnTo>
                  <a:pt x="1196" y="1172"/>
                </a:lnTo>
                <a:cubicBezTo>
                  <a:pt x="1196" y="1128"/>
                  <a:pt x="1233" y="1091"/>
                  <a:pt x="1278" y="1091"/>
                </a:cubicBezTo>
                <a:cubicBezTo>
                  <a:pt x="1322" y="1091"/>
                  <a:pt x="1359" y="1128"/>
                  <a:pt x="1359" y="1172"/>
                </a:cubicBezTo>
                <a:lnTo>
                  <a:pt x="1359" y="1911"/>
                </a:lnTo>
                <a:close/>
                <a:moveTo>
                  <a:pt x="2547" y="2219"/>
                </a:moveTo>
                <a:lnTo>
                  <a:pt x="2403" y="2219"/>
                </a:lnTo>
                <a:lnTo>
                  <a:pt x="2403" y="616"/>
                </a:lnTo>
                <a:cubicBezTo>
                  <a:pt x="2403" y="434"/>
                  <a:pt x="2260" y="284"/>
                  <a:pt x="2078" y="284"/>
                </a:cubicBezTo>
                <a:lnTo>
                  <a:pt x="1756" y="284"/>
                </a:lnTo>
                <a:cubicBezTo>
                  <a:pt x="1732" y="125"/>
                  <a:pt x="1594" y="0"/>
                  <a:pt x="1428" y="0"/>
                </a:cubicBezTo>
                <a:lnTo>
                  <a:pt x="575" y="0"/>
                </a:lnTo>
                <a:cubicBezTo>
                  <a:pt x="393" y="0"/>
                  <a:pt x="242" y="151"/>
                  <a:pt x="242" y="333"/>
                </a:cubicBezTo>
                <a:lnTo>
                  <a:pt x="242" y="2219"/>
                </a:lnTo>
                <a:lnTo>
                  <a:pt x="64" y="2219"/>
                </a:lnTo>
                <a:cubicBezTo>
                  <a:pt x="31" y="2219"/>
                  <a:pt x="0" y="2248"/>
                  <a:pt x="0" y="2281"/>
                </a:cubicBezTo>
                <a:lnTo>
                  <a:pt x="0" y="2534"/>
                </a:lnTo>
                <a:cubicBezTo>
                  <a:pt x="0" y="2567"/>
                  <a:pt x="31" y="2591"/>
                  <a:pt x="64" y="2591"/>
                </a:cubicBezTo>
                <a:lnTo>
                  <a:pt x="2547" y="2591"/>
                </a:lnTo>
                <a:cubicBezTo>
                  <a:pt x="2580" y="2591"/>
                  <a:pt x="2603" y="2567"/>
                  <a:pt x="2603" y="2534"/>
                </a:cubicBezTo>
                <a:lnTo>
                  <a:pt x="2603" y="2281"/>
                </a:lnTo>
                <a:cubicBezTo>
                  <a:pt x="2603" y="2248"/>
                  <a:pt x="2580" y="2219"/>
                  <a:pt x="2547" y="2219"/>
                </a:cubicBezTo>
                <a:close/>
                <a:moveTo>
                  <a:pt x="2284" y="616"/>
                </a:moveTo>
                <a:lnTo>
                  <a:pt x="2284" y="2219"/>
                </a:lnTo>
                <a:lnTo>
                  <a:pt x="1756" y="2219"/>
                </a:lnTo>
                <a:lnTo>
                  <a:pt x="1756" y="403"/>
                </a:lnTo>
                <a:lnTo>
                  <a:pt x="2078" y="403"/>
                </a:lnTo>
                <a:cubicBezTo>
                  <a:pt x="2194" y="403"/>
                  <a:pt x="2284" y="500"/>
                  <a:pt x="2284" y="616"/>
                </a:cubicBezTo>
                <a:close/>
                <a:moveTo>
                  <a:pt x="361" y="333"/>
                </a:moveTo>
                <a:cubicBezTo>
                  <a:pt x="361" y="217"/>
                  <a:pt x="459" y="120"/>
                  <a:pt x="575" y="120"/>
                </a:cubicBezTo>
                <a:lnTo>
                  <a:pt x="1428" y="120"/>
                </a:lnTo>
                <a:cubicBezTo>
                  <a:pt x="1544" y="120"/>
                  <a:pt x="1634" y="217"/>
                  <a:pt x="1634" y="333"/>
                </a:cubicBezTo>
                <a:lnTo>
                  <a:pt x="1634" y="2219"/>
                </a:lnTo>
                <a:lnTo>
                  <a:pt x="361" y="2219"/>
                </a:lnTo>
                <a:lnTo>
                  <a:pt x="361" y="333"/>
                </a:lnTo>
                <a:close/>
                <a:moveTo>
                  <a:pt x="2484" y="2472"/>
                </a:moveTo>
                <a:lnTo>
                  <a:pt x="119" y="2472"/>
                </a:lnTo>
                <a:lnTo>
                  <a:pt x="119" y="2338"/>
                </a:lnTo>
                <a:lnTo>
                  <a:pt x="2484" y="2338"/>
                </a:lnTo>
                <a:lnTo>
                  <a:pt x="2484" y="2472"/>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55" name="Freeform 1">
            <a:extLst>
              <a:ext uri="{FF2B5EF4-FFF2-40B4-BE49-F238E27FC236}">
                <a16:creationId xmlns:a16="http://schemas.microsoft.com/office/drawing/2014/main" id="{45AACB8C-C902-5F48-AAD4-CF3D67A99C0D}"/>
              </a:ext>
            </a:extLst>
          </p:cNvPr>
          <p:cNvSpPr>
            <a:spLocks noChangeAspect="1" noChangeArrowheads="1"/>
          </p:cNvSpPr>
          <p:nvPr/>
        </p:nvSpPr>
        <p:spPr bwMode="auto">
          <a:xfrm>
            <a:off x="4444862" y="3319882"/>
            <a:ext cx="435825" cy="435825"/>
          </a:xfrm>
          <a:custGeom>
            <a:avLst/>
            <a:gdLst>
              <a:gd name="T0" fmla="*/ 50483 w 2938"/>
              <a:gd name="T1" fmla="*/ 179816 h 2939"/>
              <a:gd name="T2" fmla="*/ 309517 w 2938"/>
              <a:gd name="T3" fmla="*/ 179816 h 2939"/>
              <a:gd name="T4" fmla="*/ 180000 w 2938"/>
              <a:gd name="T5" fmla="*/ 291038 h 2939"/>
              <a:gd name="T6" fmla="*/ 180000 w 2938"/>
              <a:gd name="T7" fmla="*/ 68840 h 2939"/>
              <a:gd name="T8" fmla="*/ 180000 w 2938"/>
              <a:gd name="T9" fmla="*/ 291038 h 2939"/>
              <a:gd name="T10" fmla="*/ 180245 w 2938"/>
              <a:gd name="T11" fmla="*/ 39442 h 2939"/>
              <a:gd name="T12" fmla="*/ 170810 w 2938"/>
              <a:gd name="T13" fmla="*/ 30500 h 2939"/>
              <a:gd name="T14" fmla="*/ 179877 w 2938"/>
              <a:gd name="T15" fmla="*/ 0 h 2939"/>
              <a:gd name="T16" fmla="*/ 189067 w 2938"/>
              <a:gd name="T17" fmla="*/ 9064 h 2939"/>
              <a:gd name="T18" fmla="*/ 189067 w 2938"/>
              <a:gd name="T19" fmla="*/ 350813 h 2939"/>
              <a:gd name="T20" fmla="*/ 179755 w 2938"/>
              <a:gd name="T21" fmla="*/ 359878 h 2939"/>
              <a:gd name="T22" fmla="*/ 170810 w 2938"/>
              <a:gd name="T23" fmla="*/ 329377 h 2939"/>
              <a:gd name="T24" fmla="*/ 180123 w 2938"/>
              <a:gd name="T25" fmla="*/ 320436 h 2939"/>
              <a:gd name="T26" fmla="*/ 189067 w 2938"/>
              <a:gd name="T27" fmla="*/ 350813 h 2939"/>
              <a:gd name="T28" fmla="*/ 80749 w 2938"/>
              <a:gd name="T29" fmla="*/ 80476 h 2939"/>
              <a:gd name="T30" fmla="*/ 67760 w 2938"/>
              <a:gd name="T31" fmla="*/ 80721 h 2939"/>
              <a:gd name="T32" fmla="*/ 52566 w 2938"/>
              <a:gd name="T33" fmla="*/ 52916 h 2939"/>
              <a:gd name="T34" fmla="*/ 65555 w 2938"/>
              <a:gd name="T35" fmla="*/ 52671 h 2939"/>
              <a:gd name="T36" fmla="*/ 307311 w 2938"/>
              <a:gd name="T37" fmla="*/ 294345 h 2939"/>
              <a:gd name="T38" fmla="*/ 307066 w 2938"/>
              <a:gd name="T39" fmla="*/ 307207 h 2939"/>
              <a:gd name="T40" fmla="*/ 279129 w 2938"/>
              <a:gd name="T41" fmla="*/ 292140 h 2939"/>
              <a:gd name="T42" fmla="*/ 279374 w 2938"/>
              <a:gd name="T43" fmla="*/ 279156 h 2939"/>
              <a:gd name="T44" fmla="*/ 307311 w 2938"/>
              <a:gd name="T45" fmla="*/ 294345 h 2939"/>
              <a:gd name="T46" fmla="*/ 39455 w 2938"/>
              <a:gd name="T47" fmla="*/ 179694 h 2939"/>
              <a:gd name="T48" fmla="*/ 30388 w 2938"/>
              <a:gd name="T49" fmla="*/ 189003 h 2939"/>
              <a:gd name="T50" fmla="*/ 0 w 2938"/>
              <a:gd name="T51" fmla="*/ 180061 h 2939"/>
              <a:gd name="T52" fmla="*/ 9067 w 2938"/>
              <a:gd name="T53" fmla="*/ 170752 h 2939"/>
              <a:gd name="T54" fmla="*/ 350933 w 2938"/>
              <a:gd name="T55" fmla="*/ 170874 h 2939"/>
              <a:gd name="T56" fmla="*/ 359877 w 2938"/>
              <a:gd name="T57" fmla="*/ 180061 h 2939"/>
              <a:gd name="T58" fmla="*/ 329489 w 2938"/>
              <a:gd name="T59" fmla="*/ 189126 h 2939"/>
              <a:gd name="T60" fmla="*/ 320545 w 2938"/>
              <a:gd name="T61" fmla="*/ 179694 h 2939"/>
              <a:gd name="T62" fmla="*/ 350933 w 2938"/>
              <a:gd name="T63" fmla="*/ 170874 h 2939"/>
              <a:gd name="T64" fmla="*/ 80504 w 2938"/>
              <a:gd name="T65" fmla="*/ 279156 h 2939"/>
              <a:gd name="T66" fmla="*/ 80749 w 2938"/>
              <a:gd name="T67" fmla="*/ 292140 h 2939"/>
              <a:gd name="T68" fmla="*/ 52811 w 2938"/>
              <a:gd name="T69" fmla="*/ 307207 h 2939"/>
              <a:gd name="T70" fmla="*/ 52566 w 2938"/>
              <a:gd name="T71" fmla="*/ 294223 h 2939"/>
              <a:gd name="T72" fmla="*/ 294323 w 2938"/>
              <a:gd name="T73" fmla="*/ 52671 h 2939"/>
              <a:gd name="T74" fmla="*/ 307311 w 2938"/>
              <a:gd name="T75" fmla="*/ 52916 h 2939"/>
              <a:gd name="T76" fmla="*/ 292240 w 2938"/>
              <a:gd name="T77" fmla="*/ 80721 h 2939"/>
              <a:gd name="T78" fmla="*/ 279251 w 2938"/>
              <a:gd name="T79" fmla="*/ 80476 h 2939"/>
              <a:gd name="T80" fmla="*/ 294323 w 2938"/>
              <a:gd name="T81" fmla="*/ 52671 h 293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938" h="2939">
                <a:moveTo>
                  <a:pt x="1469" y="412"/>
                </a:moveTo>
                <a:cubicBezTo>
                  <a:pt x="885" y="412"/>
                  <a:pt x="412" y="884"/>
                  <a:pt x="412" y="1468"/>
                </a:cubicBezTo>
                <a:cubicBezTo>
                  <a:pt x="412" y="2053"/>
                  <a:pt x="885" y="2526"/>
                  <a:pt x="1469" y="2526"/>
                </a:cubicBezTo>
                <a:cubicBezTo>
                  <a:pt x="2053" y="2526"/>
                  <a:pt x="2526" y="2053"/>
                  <a:pt x="2526" y="1468"/>
                </a:cubicBezTo>
                <a:cubicBezTo>
                  <a:pt x="2526" y="884"/>
                  <a:pt x="2053" y="412"/>
                  <a:pt x="1469" y="412"/>
                </a:cubicBezTo>
                <a:close/>
                <a:moveTo>
                  <a:pt x="1469" y="2376"/>
                </a:moveTo>
                <a:cubicBezTo>
                  <a:pt x="968" y="2376"/>
                  <a:pt x="562" y="1970"/>
                  <a:pt x="562" y="1468"/>
                </a:cubicBezTo>
                <a:cubicBezTo>
                  <a:pt x="562" y="967"/>
                  <a:pt x="967" y="562"/>
                  <a:pt x="1469" y="562"/>
                </a:cubicBezTo>
                <a:cubicBezTo>
                  <a:pt x="1970" y="562"/>
                  <a:pt x="2376" y="967"/>
                  <a:pt x="2376" y="1468"/>
                </a:cubicBezTo>
                <a:cubicBezTo>
                  <a:pt x="2376" y="1970"/>
                  <a:pt x="1970" y="2376"/>
                  <a:pt x="1469" y="2376"/>
                </a:cubicBezTo>
                <a:close/>
                <a:moveTo>
                  <a:pt x="1543" y="249"/>
                </a:moveTo>
                <a:cubicBezTo>
                  <a:pt x="1543" y="289"/>
                  <a:pt x="1510" y="322"/>
                  <a:pt x="1471" y="322"/>
                </a:cubicBezTo>
                <a:lnTo>
                  <a:pt x="1468" y="322"/>
                </a:lnTo>
                <a:cubicBezTo>
                  <a:pt x="1427" y="322"/>
                  <a:pt x="1394" y="289"/>
                  <a:pt x="1394" y="249"/>
                </a:cubicBezTo>
                <a:lnTo>
                  <a:pt x="1394" y="74"/>
                </a:lnTo>
                <a:cubicBezTo>
                  <a:pt x="1394" y="33"/>
                  <a:pt x="1427" y="0"/>
                  <a:pt x="1468" y="0"/>
                </a:cubicBezTo>
                <a:lnTo>
                  <a:pt x="1471" y="0"/>
                </a:lnTo>
                <a:cubicBezTo>
                  <a:pt x="1510" y="0"/>
                  <a:pt x="1543" y="33"/>
                  <a:pt x="1543" y="74"/>
                </a:cubicBezTo>
                <a:lnTo>
                  <a:pt x="1543" y="249"/>
                </a:lnTo>
                <a:close/>
                <a:moveTo>
                  <a:pt x="1543" y="2864"/>
                </a:moveTo>
                <a:cubicBezTo>
                  <a:pt x="1543" y="2905"/>
                  <a:pt x="1510" y="2938"/>
                  <a:pt x="1470" y="2938"/>
                </a:cubicBezTo>
                <a:lnTo>
                  <a:pt x="1467" y="2938"/>
                </a:lnTo>
                <a:cubicBezTo>
                  <a:pt x="1427" y="2938"/>
                  <a:pt x="1394" y="2905"/>
                  <a:pt x="1394" y="2864"/>
                </a:cubicBezTo>
                <a:lnTo>
                  <a:pt x="1394" y="2689"/>
                </a:lnTo>
                <a:cubicBezTo>
                  <a:pt x="1394" y="2649"/>
                  <a:pt x="1427" y="2616"/>
                  <a:pt x="1467" y="2616"/>
                </a:cubicBezTo>
                <a:lnTo>
                  <a:pt x="1470" y="2616"/>
                </a:lnTo>
                <a:cubicBezTo>
                  <a:pt x="1510" y="2616"/>
                  <a:pt x="1543" y="2649"/>
                  <a:pt x="1543" y="2689"/>
                </a:cubicBezTo>
                <a:lnTo>
                  <a:pt x="1543" y="2864"/>
                </a:lnTo>
                <a:close/>
                <a:moveTo>
                  <a:pt x="659" y="553"/>
                </a:moveTo>
                <a:cubicBezTo>
                  <a:pt x="688" y="582"/>
                  <a:pt x="688" y="628"/>
                  <a:pt x="659" y="657"/>
                </a:cubicBezTo>
                <a:lnTo>
                  <a:pt x="657" y="659"/>
                </a:lnTo>
                <a:cubicBezTo>
                  <a:pt x="628" y="688"/>
                  <a:pt x="582" y="688"/>
                  <a:pt x="553" y="659"/>
                </a:cubicBezTo>
                <a:lnTo>
                  <a:pt x="429" y="535"/>
                </a:lnTo>
                <a:cubicBezTo>
                  <a:pt x="401" y="507"/>
                  <a:pt x="401" y="460"/>
                  <a:pt x="429" y="432"/>
                </a:cubicBezTo>
                <a:lnTo>
                  <a:pt x="432" y="430"/>
                </a:lnTo>
                <a:cubicBezTo>
                  <a:pt x="460" y="401"/>
                  <a:pt x="507" y="401"/>
                  <a:pt x="535" y="430"/>
                </a:cubicBezTo>
                <a:lnTo>
                  <a:pt x="659" y="553"/>
                </a:lnTo>
                <a:close/>
                <a:moveTo>
                  <a:pt x="2508" y="2403"/>
                </a:moveTo>
                <a:cubicBezTo>
                  <a:pt x="2536" y="2431"/>
                  <a:pt x="2536" y="2478"/>
                  <a:pt x="2508" y="2506"/>
                </a:cubicBezTo>
                <a:lnTo>
                  <a:pt x="2506" y="2508"/>
                </a:lnTo>
                <a:cubicBezTo>
                  <a:pt x="2477" y="2537"/>
                  <a:pt x="2430" y="2537"/>
                  <a:pt x="2402" y="2508"/>
                </a:cubicBezTo>
                <a:lnTo>
                  <a:pt x="2278" y="2385"/>
                </a:lnTo>
                <a:cubicBezTo>
                  <a:pt x="2250" y="2356"/>
                  <a:pt x="2250" y="2310"/>
                  <a:pt x="2278" y="2281"/>
                </a:cubicBezTo>
                <a:lnTo>
                  <a:pt x="2280" y="2279"/>
                </a:lnTo>
                <a:cubicBezTo>
                  <a:pt x="2309" y="2250"/>
                  <a:pt x="2356" y="2250"/>
                  <a:pt x="2384" y="2279"/>
                </a:cubicBezTo>
                <a:lnTo>
                  <a:pt x="2508" y="2403"/>
                </a:lnTo>
                <a:close/>
                <a:moveTo>
                  <a:pt x="248" y="1394"/>
                </a:moveTo>
                <a:cubicBezTo>
                  <a:pt x="289" y="1394"/>
                  <a:pt x="322" y="1427"/>
                  <a:pt x="322" y="1467"/>
                </a:cubicBezTo>
                <a:lnTo>
                  <a:pt x="322" y="1470"/>
                </a:lnTo>
                <a:cubicBezTo>
                  <a:pt x="322" y="1510"/>
                  <a:pt x="289" y="1543"/>
                  <a:pt x="248" y="1543"/>
                </a:cubicBezTo>
                <a:lnTo>
                  <a:pt x="74" y="1543"/>
                </a:lnTo>
                <a:cubicBezTo>
                  <a:pt x="33" y="1543"/>
                  <a:pt x="0" y="1510"/>
                  <a:pt x="0" y="1470"/>
                </a:cubicBezTo>
                <a:lnTo>
                  <a:pt x="0" y="1467"/>
                </a:lnTo>
                <a:cubicBezTo>
                  <a:pt x="0" y="1427"/>
                  <a:pt x="33" y="1394"/>
                  <a:pt x="74" y="1394"/>
                </a:cubicBezTo>
                <a:lnTo>
                  <a:pt x="248" y="1394"/>
                </a:lnTo>
                <a:close/>
                <a:moveTo>
                  <a:pt x="2864" y="1395"/>
                </a:moveTo>
                <a:cubicBezTo>
                  <a:pt x="2904" y="1395"/>
                  <a:pt x="2937" y="1428"/>
                  <a:pt x="2937" y="1467"/>
                </a:cubicBezTo>
                <a:lnTo>
                  <a:pt x="2937" y="1470"/>
                </a:lnTo>
                <a:cubicBezTo>
                  <a:pt x="2937" y="1511"/>
                  <a:pt x="2904" y="1544"/>
                  <a:pt x="2864" y="1544"/>
                </a:cubicBezTo>
                <a:lnTo>
                  <a:pt x="2689" y="1544"/>
                </a:lnTo>
                <a:cubicBezTo>
                  <a:pt x="2648" y="1544"/>
                  <a:pt x="2616" y="1511"/>
                  <a:pt x="2616" y="1470"/>
                </a:cubicBezTo>
                <a:lnTo>
                  <a:pt x="2616" y="1467"/>
                </a:lnTo>
                <a:cubicBezTo>
                  <a:pt x="2616" y="1428"/>
                  <a:pt x="2648" y="1395"/>
                  <a:pt x="2689" y="1395"/>
                </a:cubicBezTo>
                <a:lnTo>
                  <a:pt x="2864" y="1395"/>
                </a:lnTo>
                <a:close/>
                <a:moveTo>
                  <a:pt x="553" y="2279"/>
                </a:moveTo>
                <a:cubicBezTo>
                  <a:pt x="581" y="2250"/>
                  <a:pt x="628" y="2250"/>
                  <a:pt x="657" y="2279"/>
                </a:cubicBezTo>
                <a:lnTo>
                  <a:pt x="659" y="2281"/>
                </a:lnTo>
                <a:cubicBezTo>
                  <a:pt x="687" y="2309"/>
                  <a:pt x="687" y="2356"/>
                  <a:pt x="659" y="2385"/>
                </a:cubicBezTo>
                <a:lnTo>
                  <a:pt x="535" y="2508"/>
                </a:lnTo>
                <a:cubicBezTo>
                  <a:pt x="506" y="2537"/>
                  <a:pt x="460" y="2537"/>
                  <a:pt x="431" y="2508"/>
                </a:cubicBezTo>
                <a:lnTo>
                  <a:pt x="429" y="2506"/>
                </a:lnTo>
                <a:cubicBezTo>
                  <a:pt x="400" y="2477"/>
                  <a:pt x="400" y="2431"/>
                  <a:pt x="429" y="2402"/>
                </a:cubicBezTo>
                <a:lnTo>
                  <a:pt x="553" y="2279"/>
                </a:lnTo>
                <a:close/>
                <a:moveTo>
                  <a:pt x="2402" y="430"/>
                </a:moveTo>
                <a:cubicBezTo>
                  <a:pt x="2431" y="401"/>
                  <a:pt x="2477" y="401"/>
                  <a:pt x="2506" y="430"/>
                </a:cubicBezTo>
                <a:lnTo>
                  <a:pt x="2508" y="432"/>
                </a:lnTo>
                <a:cubicBezTo>
                  <a:pt x="2537" y="461"/>
                  <a:pt x="2537" y="507"/>
                  <a:pt x="2508" y="536"/>
                </a:cubicBezTo>
                <a:lnTo>
                  <a:pt x="2385" y="659"/>
                </a:lnTo>
                <a:cubicBezTo>
                  <a:pt x="2356" y="688"/>
                  <a:pt x="2309" y="688"/>
                  <a:pt x="2281" y="659"/>
                </a:cubicBezTo>
                <a:lnTo>
                  <a:pt x="2279" y="657"/>
                </a:lnTo>
                <a:cubicBezTo>
                  <a:pt x="2250" y="629"/>
                  <a:pt x="2250" y="582"/>
                  <a:pt x="2279" y="553"/>
                </a:cubicBezTo>
                <a:lnTo>
                  <a:pt x="2402" y="430"/>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56" name="Freeform 2">
            <a:extLst>
              <a:ext uri="{FF2B5EF4-FFF2-40B4-BE49-F238E27FC236}">
                <a16:creationId xmlns:a16="http://schemas.microsoft.com/office/drawing/2014/main" id="{4006A842-E485-4644-A4BE-3B87624DB0D9}"/>
              </a:ext>
            </a:extLst>
          </p:cNvPr>
          <p:cNvSpPr>
            <a:spLocks noChangeAspect="1" noChangeArrowheads="1"/>
          </p:cNvSpPr>
          <p:nvPr/>
        </p:nvSpPr>
        <p:spPr bwMode="auto">
          <a:xfrm>
            <a:off x="5187872" y="3319882"/>
            <a:ext cx="453104" cy="435825"/>
          </a:xfrm>
          <a:custGeom>
            <a:avLst/>
            <a:gdLst>
              <a:gd name="T0" fmla="*/ 177212 w 2930"/>
              <a:gd name="T1" fmla="*/ 248298 h 2820"/>
              <a:gd name="T2" fmla="*/ 193299 w 2930"/>
              <a:gd name="T3" fmla="*/ 255064 h 2820"/>
              <a:gd name="T4" fmla="*/ 220876 w 2930"/>
              <a:gd name="T5" fmla="*/ 188681 h 2820"/>
              <a:gd name="T6" fmla="*/ 193299 w 2930"/>
              <a:gd name="T7" fmla="*/ 122426 h 2820"/>
              <a:gd name="T8" fmla="*/ 177467 w 2930"/>
              <a:gd name="T9" fmla="*/ 129574 h 2820"/>
              <a:gd name="T10" fmla="*/ 179893 w 2930"/>
              <a:gd name="T11" fmla="*/ 135957 h 2820"/>
              <a:gd name="T12" fmla="*/ 180403 w 2930"/>
              <a:gd name="T13" fmla="*/ 136468 h 2820"/>
              <a:gd name="T14" fmla="*/ 180403 w 2930"/>
              <a:gd name="T15" fmla="*/ 241149 h 2820"/>
              <a:gd name="T16" fmla="*/ 282287 w 2930"/>
              <a:gd name="T17" fmla="*/ 248298 h 2820"/>
              <a:gd name="T18" fmla="*/ 298630 w 2930"/>
              <a:gd name="T19" fmla="*/ 255064 h 2820"/>
              <a:gd name="T20" fmla="*/ 326080 w 2930"/>
              <a:gd name="T21" fmla="*/ 188681 h 2820"/>
              <a:gd name="T22" fmla="*/ 298630 w 2930"/>
              <a:gd name="T23" fmla="*/ 122426 h 2820"/>
              <a:gd name="T24" fmla="*/ 282543 w 2930"/>
              <a:gd name="T25" fmla="*/ 129574 h 2820"/>
              <a:gd name="T26" fmla="*/ 285096 w 2930"/>
              <a:gd name="T27" fmla="*/ 135957 h 2820"/>
              <a:gd name="T28" fmla="*/ 285479 w 2930"/>
              <a:gd name="T29" fmla="*/ 136468 h 2820"/>
              <a:gd name="T30" fmla="*/ 285479 w 2930"/>
              <a:gd name="T31" fmla="*/ 241149 h 2820"/>
              <a:gd name="T32" fmla="*/ 9320 w 2930"/>
              <a:gd name="T33" fmla="*/ 280468 h 2820"/>
              <a:gd name="T34" fmla="*/ 0 w 2930"/>
              <a:gd name="T35" fmla="*/ 290298 h 2820"/>
              <a:gd name="T36" fmla="*/ 364637 w 2930"/>
              <a:gd name="T37" fmla="*/ 299617 h 2820"/>
              <a:gd name="T38" fmla="*/ 373957 w 2930"/>
              <a:gd name="T39" fmla="*/ 289915 h 2820"/>
              <a:gd name="T40" fmla="*/ 364637 w 2930"/>
              <a:gd name="T41" fmla="*/ 340596 h 2820"/>
              <a:gd name="T42" fmla="*/ 0 w 2930"/>
              <a:gd name="T43" fmla="*/ 350043 h 2820"/>
              <a:gd name="T44" fmla="*/ 9320 w 2930"/>
              <a:gd name="T45" fmla="*/ 359872 h 2820"/>
              <a:gd name="T46" fmla="*/ 373957 w 2930"/>
              <a:gd name="T47" fmla="*/ 350426 h 2820"/>
              <a:gd name="T48" fmla="*/ 364637 w 2930"/>
              <a:gd name="T49" fmla="*/ 340596 h 2820"/>
              <a:gd name="T50" fmla="*/ 75072 w 2930"/>
              <a:gd name="T51" fmla="*/ 241149 h 2820"/>
              <a:gd name="T52" fmla="*/ 81584 w 2930"/>
              <a:gd name="T53" fmla="*/ 257872 h 2820"/>
              <a:gd name="T54" fmla="*/ 88223 w 2930"/>
              <a:gd name="T55" fmla="*/ 255191 h 2820"/>
              <a:gd name="T56" fmla="*/ 88223 w 2930"/>
              <a:gd name="T57" fmla="*/ 122426 h 2820"/>
              <a:gd name="T58" fmla="*/ 88223 w 2930"/>
              <a:gd name="T59" fmla="*/ 16723 h 2820"/>
              <a:gd name="T60" fmla="*/ 81839 w 2930"/>
              <a:gd name="T61" fmla="*/ 0 h 2820"/>
              <a:gd name="T62" fmla="*/ 74689 w 2930"/>
              <a:gd name="T63" fmla="*/ 3191 h 2820"/>
              <a:gd name="T64" fmla="*/ 74689 w 2930"/>
              <a:gd name="T65" fmla="*/ 135957 h 28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930" h="2820">
                <a:moveTo>
                  <a:pt x="1413" y="1889"/>
                </a:moveTo>
                <a:cubicBezTo>
                  <a:pt x="1397" y="1903"/>
                  <a:pt x="1388" y="1923"/>
                  <a:pt x="1388" y="1945"/>
                </a:cubicBezTo>
                <a:cubicBezTo>
                  <a:pt x="1388" y="1986"/>
                  <a:pt x="1421" y="2020"/>
                  <a:pt x="1463" y="2020"/>
                </a:cubicBezTo>
                <a:cubicBezTo>
                  <a:pt x="1483" y="2020"/>
                  <a:pt x="1501" y="2012"/>
                  <a:pt x="1514" y="1998"/>
                </a:cubicBezTo>
                <a:lnTo>
                  <a:pt x="1514" y="1999"/>
                </a:lnTo>
                <a:cubicBezTo>
                  <a:pt x="1648" y="1865"/>
                  <a:pt x="1730" y="1681"/>
                  <a:pt x="1730" y="1478"/>
                </a:cubicBezTo>
                <a:cubicBezTo>
                  <a:pt x="1730" y="1276"/>
                  <a:pt x="1648" y="1092"/>
                  <a:pt x="1514" y="959"/>
                </a:cubicBezTo>
                <a:cubicBezTo>
                  <a:pt x="1501" y="947"/>
                  <a:pt x="1484" y="940"/>
                  <a:pt x="1465" y="940"/>
                </a:cubicBezTo>
                <a:cubicBezTo>
                  <a:pt x="1424" y="940"/>
                  <a:pt x="1390" y="973"/>
                  <a:pt x="1390" y="1015"/>
                </a:cubicBezTo>
                <a:cubicBezTo>
                  <a:pt x="1390" y="1034"/>
                  <a:pt x="1397" y="1052"/>
                  <a:pt x="1409" y="1065"/>
                </a:cubicBezTo>
                <a:lnTo>
                  <a:pt x="1410" y="1065"/>
                </a:lnTo>
                <a:cubicBezTo>
                  <a:pt x="1411" y="1066"/>
                  <a:pt x="1412" y="1068"/>
                  <a:pt x="1413" y="1069"/>
                </a:cubicBezTo>
                <a:cubicBezTo>
                  <a:pt x="1516" y="1174"/>
                  <a:pt x="1580" y="1319"/>
                  <a:pt x="1580" y="1478"/>
                </a:cubicBezTo>
                <a:cubicBezTo>
                  <a:pt x="1580" y="1638"/>
                  <a:pt x="1516" y="1783"/>
                  <a:pt x="1413" y="1889"/>
                </a:cubicBezTo>
                <a:close/>
                <a:moveTo>
                  <a:pt x="2236" y="1889"/>
                </a:moveTo>
                <a:cubicBezTo>
                  <a:pt x="2221" y="1903"/>
                  <a:pt x="2211" y="1923"/>
                  <a:pt x="2211" y="1945"/>
                </a:cubicBezTo>
                <a:cubicBezTo>
                  <a:pt x="2211" y="1986"/>
                  <a:pt x="2245" y="2020"/>
                  <a:pt x="2286" y="2020"/>
                </a:cubicBezTo>
                <a:cubicBezTo>
                  <a:pt x="2306" y="2020"/>
                  <a:pt x="2325" y="2012"/>
                  <a:pt x="2339" y="1998"/>
                </a:cubicBezTo>
                <a:lnTo>
                  <a:pt x="2339" y="1999"/>
                </a:lnTo>
                <a:cubicBezTo>
                  <a:pt x="2472" y="1865"/>
                  <a:pt x="2554" y="1681"/>
                  <a:pt x="2554" y="1478"/>
                </a:cubicBezTo>
                <a:cubicBezTo>
                  <a:pt x="2554" y="1276"/>
                  <a:pt x="2472" y="1092"/>
                  <a:pt x="2339" y="959"/>
                </a:cubicBezTo>
                <a:cubicBezTo>
                  <a:pt x="2325" y="947"/>
                  <a:pt x="2308" y="940"/>
                  <a:pt x="2288" y="940"/>
                </a:cubicBezTo>
                <a:cubicBezTo>
                  <a:pt x="2247" y="940"/>
                  <a:pt x="2213" y="973"/>
                  <a:pt x="2213" y="1015"/>
                </a:cubicBezTo>
                <a:cubicBezTo>
                  <a:pt x="2213" y="1034"/>
                  <a:pt x="2221" y="1052"/>
                  <a:pt x="2233" y="1065"/>
                </a:cubicBezTo>
                <a:cubicBezTo>
                  <a:pt x="2234" y="1066"/>
                  <a:pt x="2235" y="1068"/>
                  <a:pt x="2236" y="1069"/>
                </a:cubicBezTo>
                <a:cubicBezTo>
                  <a:pt x="2340" y="1174"/>
                  <a:pt x="2404" y="1319"/>
                  <a:pt x="2404" y="1478"/>
                </a:cubicBezTo>
                <a:cubicBezTo>
                  <a:pt x="2404" y="1638"/>
                  <a:pt x="2340" y="1783"/>
                  <a:pt x="2236" y="1889"/>
                </a:cubicBezTo>
                <a:close/>
                <a:moveTo>
                  <a:pt x="2856" y="2197"/>
                </a:moveTo>
                <a:lnTo>
                  <a:pt x="73" y="2197"/>
                </a:lnTo>
                <a:cubicBezTo>
                  <a:pt x="33" y="2197"/>
                  <a:pt x="0" y="2230"/>
                  <a:pt x="0" y="2271"/>
                </a:cubicBezTo>
                <a:lnTo>
                  <a:pt x="0" y="2274"/>
                </a:lnTo>
                <a:cubicBezTo>
                  <a:pt x="0" y="2314"/>
                  <a:pt x="33" y="2347"/>
                  <a:pt x="73" y="2347"/>
                </a:cubicBezTo>
                <a:lnTo>
                  <a:pt x="2856" y="2347"/>
                </a:lnTo>
                <a:cubicBezTo>
                  <a:pt x="2896" y="2347"/>
                  <a:pt x="2929" y="2314"/>
                  <a:pt x="2929" y="2274"/>
                </a:cubicBezTo>
                <a:lnTo>
                  <a:pt x="2929" y="2271"/>
                </a:lnTo>
                <a:cubicBezTo>
                  <a:pt x="2929" y="2230"/>
                  <a:pt x="2896" y="2197"/>
                  <a:pt x="2856" y="2197"/>
                </a:cubicBezTo>
                <a:close/>
                <a:moveTo>
                  <a:pt x="2856" y="2668"/>
                </a:moveTo>
                <a:lnTo>
                  <a:pt x="73" y="2668"/>
                </a:lnTo>
                <a:cubicBezTo>
                  <a:pt x="33" y="2668"/>
                  <a:pt x="0" y="2701"/>
                  <a:pt x="0" y="2742"/>
                </a:cubicBezTo>
                <a:lnTo>
                  <a:pt x="0" y="2745"/>
                </a:lnTo>
                <a:cubicBezTo>
                  <a:pt x="0" y="2786"/>
                  <a:pt x="33" y="2819"/>
                  <a:pt x="73" y="2819"/>
                </a:cubicBezTo>
                <a:lnTo>
                  <a:pt x="2856" y="2819"/>
                </a:lnTo>
                <a:cubicBezTo>
                  <a:pt x="2896" y="2819"/>
                  <a:pt x="2929" y="2786"/>
                  <a:pt x="2929" y="2745"/>
                </a:cubicBezTo>
                <a:lnTo>
                  <a:pt x="2929" y="2742"/>
                </a:lnTo>
                <a:cubicBezTo>
                  <a:pt x="2929" y="2701"/>
                  <a:pt x="2896" y="2668"/>
                  <a:pt x="2856" y="2668"/>
                </a:cubicBezTo>
                <a:close/>
                <a:moveTo>
                  <a:pt x="757" y="1478"/>
                </a:moveTo>
                <a:cubicBezTo>
                  <a:pt x="757" y="1638"/>
                  <a:pt x="692" y="1783"/>
                  <a:pt x="588" y="1889"/>
                </a:cubicBezTo>
                <a:cubicBezTo>
                  <a:pt x="573" y="1903"/>
                  <a:pt x="563" y="1923"/>
                  <a:pt x="563" y="1945"/>
                </a:cubicBezTo>
                <a:cubicBezTo>
                  <a:pt x="563" y="1986"/>
                  <a:pt x="597" y="2020"/>
                  <a:pt x="639" y="2020"/>
                </a:cubicBezTo>
                <a:cubicBezTo>
                  <a:pt x="659" y="2020"/>
                  <a:pt x="678" y="2012"/>
                  <a:pt x="691" y="1998"/>
                </a:cubicBezTo>
                <a:lnTo>
                  <a:pt x="691" y="1999"/>
                </a:lnTo>
                <a:cubicBezTo>
                  <a:pt x="824" y="1865"/>
                  <a:pt x="907" y="1681"/>
                  <a:pt x="907" y="1478"/>
                </a:cubicBezTo>
                <a:cubicBezTo>
                  <a:pt x="907" y="1276"/>
                  <a:pt x="824" y="1092"/>
                  <a:pt x="691" y="959"/>
                </a:cubicBezTo>
                <a:cubicBezTo>
                  <a:pt x="585" y="853"/>
                  <a:pt x="520" y="707"/>
                  <a:pt x="520" y="545"/>
                </a:cubicBezTo>
                <a:cubicBezTo>
                  <a:pt x="520" y="383"/>
                  <a:pt x="585" y="237"/>
                  <a:pt x="691" y="131"/>
                </a:cubicBezTo>
                <a:cubicBezTo>
                  <a:pt x="706" y="117"/>
                  <a:pt x="716" y="97"/>
                  <a:pt x="716" y="75"/>
                </a:cubicBezTo>
                <a:cubicBezTo>
                  <a:pt x="716" y="34"/>
                  <a:pt x="682" y="0"/>
                  <a:pt x="641" y="0"/>
                </a:cubicBezTo>
                <a:cubicBezTo>
                  <a:pt x="619" y="0"/>
                  <a:pt x="599" y="10"/>
                  <a:pt x="585" y="25"/>
                </a:cubicBezTo>
                <a:cubicBezTo>
                  <a:pt x="452" y="158"/>
                  <a:pt x="370" y="342"/>
                  <a:pt x="370" y="545"/>
                </a:cubicBezTo>
                <a:cubicBezTo>
                  <a:pt x="370" y="748"/>
                  <a:pt x="452" y="932"/>
                  <a:pt x="585" y="1065"/>
                </a:cubicBezTo>
                <a:cubicBezTo>
                  <a:pt x="691" y="1171"/>
                  <a:pt x="757" y="1318"/>
                  <a:pt x="757" y="147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57" name="Freeform 3">
            <a:extLst>
              <a:ext uri="{FF2B5EF4-FFF2-40B4-BE49-F238E27FC236}">
                <a16:creationId xmlns:a16="http://schemas.microsoft.com/office/drawing/2014/main" id="{60C1A9D8-F452-5948-8701-CEE8138F37BC}"/>
              </a:ext>
            </a:extLst>
          </p:cNvPr>
          <p:cNvSpPr>
            <a:spLocks noChangeAspect="1" noChangeArrowheads="1"/>
          </p:cNvSpPr>
          <p:nvPr/>
        </p:nvSpPr>
        <p:spPr bwMode="auto">
          <a:xfrm>
            <a:off x="7434195" y="3319882"/>
            <a:ext cx="284151" cy="435825"/>
          </a:xfrm>
          <a:custGeom>
            <a:avLst/>
            <a:gdLst>
              <a:gd name="T0" fmla="*/ 57717 w 1910"/>
              <a:gd name="T1" fmla="*/ 113794 h 2939"/>
              <a:gd name="T2" fmla="*/ 66785 w 1910"/>
              <a:gd name="T3" fmla="*/ 68840 h 2939"/>
              <a:gd name="T4" fmla="*/ 57349 w 1910"/>
              <a:gd name="T5" fmla="*/ 59775 h 2939"/>
              <a:gd name="T6" fmla="*/ 48404 w 1910"/>
              <a:gd name="T7" fmla="*/ 104729 h 2939"/>
              <a:gd name="T8" fmla="*/ 57717 w 1910"/>
              <a:gd name="T9" fmla="*/ 191085 h 2939"/>
              <a:gd name="T10" fmla="*/ 48404 w 1910"/>
              <a:gd name="T11" fmla="*/ 200027 h 2939"/>
              <a:gd name="T12" fmla="*/ 57349 w 1910"/>
              <a:gd name="T13" fmla="*/ 262987 h 2939"/>
              <a:gd name="T14" fmla="*/ 66785 w 1910"/>
              <a:gd name="T15" fmla="*/ 254046 h 2939"/>
              <a:gd name="T16" fmla="*/ 57717 w 1910"/>
              <a:gd name="T17" fmla="*/ 191085 h 2939"/>
              <a:gd name="T18" fmla="*/ 28797 w 1910"/>
              <a:gd name="T19" fmla="*/ 0 h 2939"/>
              <a:gd name="T20" fmla="*/ 0 w 1910"/>
              <a:gd name="T21" fmla="*/ 318843 h 2939"/>
              <a:gd name="T22" fmla="*/ 35905 w 1910"/>
              <a:gd name="T23" fmla="*/ 347628 h 2939"/>
              <a:gd name="T24" fmla="*/ 44973 w 1910"/>
              <a:gd name="T25" fmla="*/ 359878 h 2939"/>
              <a:gd name="T26" fmla="*/ 54286 w 1910"/>
              <a:gd name="T27" fmla="*/ 350813 h 2939"/>
              <a:gd name="T28" fmla="*/ 176950 w 1910"/>
              <a:gd name="T29" fmla="*/ 347628 h 2939"/>
              <a:gd name="T30" fmla="*/ 186018 w 1910"/>
              <a:gd name="T31" fmla="*/ 359878 h 2939"/>
              <a:gd name="T32" fmla="*/ 195331 w 1910"/>
              <a:gd name="T33" fmla="*/ 350813 h 2939"/>
              <a:gd name="T34" fmla="*/ 205134 w 1910"/>
              <a:gd name="T35" fmla="*/ 347628 h 2939"/>
              <a:gd name="T36" fmla="*/ 233931 w 1910"/>
              <a:gd name="T37" fmla="*/ 28908 h 2939"/>
              <a:gd name="T38" fmla="*/ 32719 w 1910"/>
              <a:gd name="T39" fmla="*/ 18374 h 2939"/>
              <a:gd name="T40" fmla="*/ 215550 w 1910"/>
              <a:gd name="T41" fmla="*/ 32827 h 2939"/>
              <a:gd name="T42" fmla="*/ 211874 w 1910"/>
              <a:gd name="T43" fmla="*/ 139517 h 2939"/>
              <a:gd name="T44" fmla="*/ 205257 w 1910"/>
              <a:gd name="T45" fmla="*/ 142334 h 2939"/>
              <a:gd name="T46" fmla="*/ 180258 w 1910"/>
              <a:gd name="T47" fmla="*/ 142334 h 2939"/>
              <a:gd name="T48" fmla="*/ 129404 w 1910"/>
              <a:gd name="T49" fmla="*/ 142212 h 2939"/>
              <a:gd name="T50" fmla="*/ 104528 w 1910"/>
              <a:gd name="T51" fmla="*/ 142212 h 2939"/>
              <a:gd name="T52" fmla="*/ 53673 w 1910"/>
              <a:gd name="T53" fmla="*/ 142212 h 2939"/>
              <a:gd name="T54" fmla="*/ 28675 w 1910"/>
              <a:gd name="T55" fmla="*/ 142212 h 2939"/>
              <a:gd name="T56" fmla="*/ 22057 w 1910"/>
              <a:gd name="T57" fmla="*/ 139394 h 2939"/>
              <a:gd name="T58" fmla="*/ 18381 w 1910"/>
              <a:gd name="T59" fmla="*/ 32827 h 2939"/>
              <a:gd name="T60" fmla="*/ 201213 w 1910"/>
              <a:gd name="T61" fmla="*/ 329255 h 2939"/>
              <a:gd name="T62" fmla="*/ 18381 w 1910"/>
              <a:gd name="T63" fmla="*/ 314801 h 2939"/>
              <a:gd name="T64" fmla="*/ 41174 w 1910"/>
              <a:gd name="T65" fmla="*/ 165730 h 2939"/>
              <a:gd name="T66" fmla="*/ 79039 w 1910"/>
              <a:gd name="T67" fmla="*/ 150051 h 2939"/>
              <a:gd name="T68" fmla="*/ 117027 w 1910"/>
              <a:gd name="T69" fmla="*/ 165730 h 2939"/>
              <a:gd name="T70" fmla="*/ 154892 w 1910"/>
              <a:gd name="T71" fmla="*/ 150051 h 2939"/>
              <a:gd name="T72" fmla="*/ 192758 w 1910"/>
              <a:gd name="T73" fmla="*/ 165852 h 2939"/>
              <a:gd name="T74" fmla="*/ 215550 w 1910"/>
              <a:gd name="T75" fmla="*/ 314801 h 29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10" h="2939">
                <a:moveTo>
                  <a:pt x="468" y="929"/>
                </a:moveTo>
                <a:lnTo>
                  <a:pt x="471" y="929"/>
                </a:lnTo>
                <a:cubicBezTo>
                  <a:pt x="512" y="929"/>
                  <a:pt x="545" y="896"/>
                  <a:pt x="545" y="855"/>
                </a:cubicBezTo>
                <a:lnTo>
                  <a:pt x="545" y="562"/>
                </a:lnTo>
                <a:cubicBezTo>
                  <a:pt x="545" y="521"/>
                  <a:pt x="512" y="488"/>
                  <a:pt x="471" y="488"/>
                </a:cubicBezTo>
                <a:lnTo>
                  <a:pt x="468" y="488"/>
                </a:lnTo>
                <a:cubicBezTo>
                  <a:pt x="428" y="488"/>
                  <a:pt x="395" y="521"/>
                  <a:pt x="395" y="562"/>
                </a:cubicBezTo>
                <a:lnTo>
                  <a:pt x="395" y="855"/>
                </a:lnTo>
                <a:cubicBezTo>
                  <a:pt x="395" y="896"/>
                  <a:pt x="428" y="929"/>
                  <a:pt x="468" y="929"/>
                </a:cubicBezTo>
                <a:close/>
                <a:moveTo>
                  <a:pt x="471" y="1560"/>
                </a:moveTo>
                <a:lnTo>
                  <a:pt x="468" y="1560"/>
                </a:lnTo>
                <a:cubicBezTo>
                  <a:pt x="428" y="1560"/>
                  <a:pt x="395" y="1592"/>
                  <a:pt x="395" y="1633"/>
                </a:cubicBezTo>
                <a:lnTo>
                  <a:pt x="395" y="2074"/>
                </a:lnTo>
                <a:cubicBezTo>
                  <a:pt x="395" y="2114"/>
                  <a:pt x="428" y="2147"/>
                  <a:pt x="468" y="2147"/>
                </a:cubicBezTo>
                <a:lnTo>
                  <a:pt x="471" y="2147"/>
                </a:lnTo>
                <a:cubicBezTo>
                  <a:pt x="512" y="2147"/>
                  <a:pt x="545" y="2114"/>
                  <a:pt x="545" y="2074"/>
                </a:cubicBezTo>
                <a:lnTo>
                  <a:pt x="545" y="1633"/>
                </a:lnTo>
                <a:cubicBezTo>
                  <a:pt x="545" y="1592"/>
                  <a:pt x="512" y="1560"/>
                  <a:pt x="471" y="1560"/>
                </a:cubicBezTo>
                <a:close/>
                <a:moveTo>
                  <a:pt x="1674" y="0"/>
                </a:moveTo>
                <a:lnTo>
                  <a:pt x="235" y="0"/>
                </a:lnTo>
                <a:cubicBezTo>
                  <a:pt x="105" y="0"/>
                  <a:pt x="0" y="106"/>
                  <a:pt x="0" y="236"/>
                </a:cubicBezTo>
                <a:lnTo>
                  <a:pt x="0" y="2603"/>
                </a:lnTo>
                <a:cubicBezTo>
                  <a:pt x="0" y="2732"/>
                  <a:pt x="105" y="2838"/>
                  <a:pt x="235" y="2838"/>
                </a:cubicBezTo>
                <a:lnTo>
                  <a:pt x="293" y="2838"/>
                </a:lnTo>
                <a:lnTo>
                  <a:pt x="293" y="2864"/>
                </a:lnTo>
                <a:cubicBezTo>
                  <a:pt x="293" y="2905"/>
                  <a:pt x="326" y="2938"/>
                  <a:pt x="367" y="2938"/>
                </a:cubicBezTo>
                <a:lnTo>
                  <a:pt x="370" y="2938"/>
                </a:lnTo>
                <a:cubicBezTo>
                  <a:pt x="410" y="2938"/>
                  <a:pt x="443" y="2905"/>
                  <a:pt x="443" y="2864"/>
                </a:cubicBezTo>
                <a:lnTo>
                  <a:pt x="443" y="2838"/>
                </a:lnTo>
                <a:lnTo>
                  <a:pt x="1444" y="2838"/>
                </a:lnTo>
                <a:lnTo>
                  <a:pt x="1444" y="2864"/>
                </a:lnTo>
                <a:cubicBezTo>
                  <a:pt x="1444" y="2905"/>
                  <a:pt x="1477" y="2938"/>
                  <a:pt x="1518" y="2938"/>
                </a:cubicBezTo>
                <a:lnTo>
                  <a:pt x="1521" y="2938"/>
                </a:lnTo>
                <a:cubicBezTo>
                  <a:pt x="1561" y="2938"/>
                  <a:pt x="1594" y="2905"/>
                  <a:pt x="1594" y="2864"/>
                </a:cubicBezTo>
                <a:lnTo>
                  <a:pt x="1594" y="2838"/>
                </a:lnTo>
                <a:lnTo>
                  <a:pt x="1674" y="2838"/>
                </a:lnTo>
                <a:cubicBezTo>
                  <a:pt x="1804" y="2838"/>
                  <a:pt x="1909" y="2732"/>
                  <a:pt x="1909" y="2603"/>
                </a:cubicBezTo>
                <a:lnTo>
                  <a:pt x="1909" y="236"/>
                </a:lnTo>
                <a:cubicBezTo>
                  <a:pt x="1909" y="106"/>
                  <a:pt x="1804" y="0"/>
                  <a:pt x="1674" y="0"/>
                </a:cubicBezTo>
                <a:close/>
                <a:moveTo>
                  <a:pt x="267" y="150"/>
                </a:moveTo>
                <a:lnTo>
                  <a:pt x="1642" y="150"/>
                </a:lnTo>
                <a:cubicBezTo>
                  <a:pt x="1706" y="150"/>
                  <a:pt x="1759" y="203"/>
                  <a:pt x="1759" y="268"/>
                </a:cubicBezTo>
                <a:lnTo>
                  <a:pt x="1759" y="1145"/>
                </a:lnTo>
                <a:cubicBezTo>
                  <a:pt x="1750" y="1141"/>
                  <a:pt x="1740" y="1139"/>
                  <a:pt x="1729" y="1139"/>
                </a:cubicBezTo>
                <a:cubicBezTo>
                  <a:pt x="1708" y="1139"/>
                  <a:pt x="1689" y="1148"/>
                  <a:pt x="1675" y="1162"/>
                </a:cubicBezTo>
                <a:cubicBezTo>
                  <a:pt x="1649" y="1188"/>
                  <a:pt x="1613" y="1204"/>
                  <a:pt x="1573" y="1204"/>
                </a:cubicBezTo>
                <a:cubicBezTo>
                  <a:pt x="1533" y="1204"/>
                  <a:pt x="1497" y="1188"/>
                  <a:pt x="1471" y="1162"/>
                </a:cubicBezTo>
                <a:cubicBezTo>
                  <a:pt x="1418" y="1108"/>
                  <a:pt x="1345" y="1075"/>
                  <a:pt x="1264" y="1075"/>
                </a:cubicBezTo>
                <a:cubicBezTo>
                  <a:pt x="1182" y="1075"/>
                  <a:pt x="1109" y="1108"/>
                  <a:pt x="1056" y="1161"/>
                </a:cubicBezTo>
                <a:cubicBezTo>
                  <a:pt x="1030" y="1187"/>
                  <a:pt x="994" y="1204"/>
                  <a:pt x="955" y="1204"/>
                </a:cubicBezTo>
                <a:cubicBezTo>
                  <a:pt x="915" y="1204"/>
                  <a:pt x="879" y="1187"/>
                  <a:pt x="853" y="1161"/>
                </a:cubicBezTo>
                <a:cubicBezTo>
                  <a:pt x="800" y="1108"/>
                  <a:pt x="727" y="1075"/>
                  <a:pt x="646" y="1075"/>
                </a:cubicBezTo>
                <a:cubicBezTo>
                  <a:pt x="564" y="1075"/>
                  <a:pt x="491" y="1108"/>
                  <a:pt x="438" y="1161"/>
                </a:cubicBezTo>
                <a:cubicBezTo>
                  <a:pt x="412" y="1187"/>
                  <a:pt x="376" y="1203"/>
                  <a:pt x="336" y="1203"/>
                </a:cubicBezTo>
                <a:cubicBezTo>
                  <a:pt x="296" y="1203"/>
                  <a:pt x="260" y="1187"/>
                  <a:pt x="234" y="1161"/>
                </a:cubicBezTo>
                <a:cubicBezTo>
                  <a:pt x="220" y="1147"/>
                  <a:pt x="201" y="1138"/>
                  <a:pt x="180" y="1138"/>
                </a:cubicBezTo>
                <a:cubicBezTo>
                  <a:pt x="169" y="1138"/>
                  <a:pt x="159" y="1140"/>
                  <a:pt x="150" y="1144"/>
                </a:cubicBezTo>
                <a:lnTo>
                  <a:pt x="150" y="268"/>
                </a:lnTo>
                <a:cubicBezTo>
                  <a:pt x="150" y="203"/>
                  <a:pt x="203" y="150"/>
                  <a:pt x="267" y="150"/>
                </a:cubicBezTo>
                <a:close/>
                <a:moveTo>
                  <a:pt x="1642" y="2688"/>
                </a:moveTo>
                <a:lnTo>
                  <a:pt x="267" y="2688"/>
                </a:lnTo>
                <a:cubicBezTo>
                  <a:pt x="203" y="2688"/>
                  <a:pt x="150" y="2635"/>
                  <a:pt x="150" y="2570"/>
                </a:cubicBezTo>
                <a:lnTo>
                  <a:pt x="150" y="1287"/>
                </a:lnTo>
                <a:cubicBezTo>
                  <a:pt x="201" y="1328"/>
                  <a:pt x="265" y="1353"/>
                  <a:pt x="336" y="1353"/>
                </a:cubicBezTo>
                <a:cubicBezTo>
                  <a:pt x="417" y="1353"/>
                  <a:pt x="490" y="1320"/>
                  <a:pt x="544" y="1267"/>
                </a:cubicBezTo>
                <a:cubicBezTo>
                  <a:pt x="570" y="1241"/>
                  <a:pt x="606" y="1225"/>
                  <a:pt x="645" y="1225"/>
                </a:cubicBezTo>
                <a:cubicBezTo>
                  <a:pt x="685" y="1225"/>
                  <a:pt x="721" y="1241"/>
                  <a:pt x="747" y="1267"/>
                </a:cubicBezTo>
                <a:cubicBezTo>
                  <a:pt x="800" y="1320"/>
                  <a:pt x="874" y="1353"/>
                  <a:pt x="955" y="1353"/>
                </a:cubicBezTo>
                <a:cubicBezTo>
                  <a:pt x="1035" y="1353"/>
                  <a:pt x="1109" y="1321"/>
                  <a:pt x="1162" y="1267"/>
                </a:cubicBezTo>
                <a:cubicBezTo>
                  <a:pt x="1188" y="1241"/>
                  <a:pt x="1224" y="1225"/>
                  <a:pt x="1264" y="1225"/>
                </a:cubicBezTo>
                <a:cubicBezTo>
                  <a:pt x="1303" y="1225"/>
                  <a:pt x="1339" y="1241"/>
                  <a:pt x="1365" y="1267"/>
                </a:cubicBezTo>
                <a:cubicBezTo>
                  <a:pt x="1418" y="1321"/>
                  <a:pt x="1492" y="1354"/>
                  <a:pt x="1573" y="1354"/>
                </a:cubicBezTo>
                <a:cubicBezTo>
                  <a:pt x="1644" y="1354"/>
                  <a:pt x="1708" y="1329"/>
                  <a:pt x="1759" y="1287"/>
                </a:cubicBezTo>
                <a:lnTo>
                  <a:pt x="1759" y="2570"/>
                </a:lnTo>
                <a:cubicBezTo>
                  <a:pt x="1759" y="2635"/>
                  <a:pt x="1706" y="2688"/>
                  <a:pt x="1642" y="268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58" name="Freeform 4">
            <a:extLst>
              <a:ext uri="{FF2B5EF4-FFF2-40B4-BE49-F238E27FC236}">
                <a16:creationId xmlns:a16="http://schemas.microsoft.com/office/drawing/2014/main" id="{36CED7C3-3FF9-DE47-9960-C4ACB796EA82}"/>
              </a:ext>
            </a:extLst>
          </p:cNvPr>
          <p:cNvSpPr>
            <a:spLocks noChangeAspect="1" noChangeArrowheads="1"/>
          </p:cNvSpPr>
          <p:nvPr/>
        </p:nvSpPr>
        <p:spPr bwMode="auto">
          <a:xfrm>
            <a:off x="5950089" y="3319882"/>
            <a:ext cx="433905" cy="435825"/>
          </a:xfrm>
          <a:custGeom>
            <a:avLst/>
            <a:gdLst>
              <a:gd name="T0" fmla="*/ 349920 w 2939"/>
              <a:gd name="T1" fmla="*/ 0 h 2943"/>
              <a:gd name="T2" fmla="*/ 312127 w 2939"/>
              <a:gd name="T3" fmla="*/ 0 h 2943"/>
              <a:gd name="T4" fmla="*/ 311760 w 2939"/>
              <a:gd name="T5" fmla="*/ 0 h 2943"/>
              <a:gd name="T6" fmla="*/ 274090 w 2939"/>
              <a:gd name="T7" fmla="*/ 0 h 2943"/>
              <a:gd name="T8" fmla="*/ 85615 w 2939"/>
              <a:gd name="T9" fmla="*/ 0 h 2943"/>
              <a:gd name="T10" fmla="*/ 47455 w 2939"/>
              <a:gd name="T11" fmla="*/ 0 h 2943"/>
              <a:gd name="T12" fmla="*/ 47088 w 2939"/>
              <a:gd name="T13" fmla="*/ 0 h 2943"/>
              <a:gd name="T14" fmla="*/ 9418 w 2939"/>
              <a:gd name="T15" fmla="*/ 0 h 2943"/>
              <a:gd name="T16" fmla="*/ 9051 w 2939"/>
              <a:gd name="T17" fmla="*/ 0 h 2943"/>
              <a:gd name="T18" fmla="*/ 0 w 2939"/>
              <a:gd name="T19" fmla="*/ 9052 h 2943"/>
              <a:gd name="T20" fmla="*/ 0 w 2939"/>
              <a:gd name="T21" fmla="*/ 339205 h 2943"/>
              <a:gd name="T22" fmla="*/ 2079 w 2939"/>
              <a:gd name="T23" fmla="*/ 345443 h 2943"/>
              <a:gd name="T24" fmla="*/ 26174 w 2939"/>
              <a:gd name="T25" fmla="*/ 358777 h 2943"/>
              <a:gd name="T26" fmla="*/ 65557 w 2939"/>
              <a:gd name="T27" fmla="*/ 347401 h 2943"/>
              <a:gd name="T28" fmla="*/ 77420 w 2939"/>
              <a:gd name="T29" fmla="*/ 353884 h 2943"/>
              <a:gd name="T30" fmla="*/ 87205 w 2939"/>
              <a:gd name="T31" fmla="*/ 356942 h 2943"/>
              <a:gd name="T32" fmla="*/ 94543 w 2939"/>
              <a:gd name="T33" fmla="*/ 18349 h 2943"/>
              <a:gd name="T34" fmla="*/ 264672 w 2939"/>
              <a:gd name="T35" fmla="*/ 348135 h 2943"/>
              <a:gd name="T36" fmla="*/ 275802 w 2939"/>
              <a:gd name="T37" fmla="*/ 357309 h 2943"/>
              <a:gd name="T38" fmla="*/ 281917 w 2939"/>
              <a:gd name="T39" fmla="*/ 354006 h 2943"/>
              <a:gd name="T40" fmla="*/ 306623 w 2939"/>
              <a:gd name="T41" fmla="*/ 351193 h 2943"/>
              <a:gd name="T42" fmla="*/ 357136 w 2939"/>
              <a:gd name="T43" fmla="*/ 345443 h 2943"/>
              <a:gd name="T44" fmla="*/ 359215 w 2939"/>
              <a:gd name="T45" fmla="*/ 339327 h 2943"/>
              <a:gd name="T46" fmla="*/ 359215 w 2939"/>
              <a:gd name="T47" fmla="*/ 9419 h 2943"/>
              <a:gd name="T48" fmla="*/ 359215 w 2939"/>
              <a:gd name="T49" fmla="*/ 9052 h 2943"/>
              <a:gd name="T50" fmla="*/ 28253 w 2939"/>
              <a:gd name="T51" fmla="*/ 340550 h 2943"/>
              <a:gd name="T52" fmla="*/ 18346 w 2939"/>
              <a:gd name="T53" fmla="*/ 18349 h 2943"/>
              <a:gd name="T54" fmla="*/ 38160 w 2939"/>
              <a:gd name="T55" fmla="*/ 338716 h 2943"/>
              <a:gd name="T56" fmla="*/ 67636 w 2939"/>
              <a:gd name="T57" fmla="*/ 329174 h 2943"/>
              <a:gd name="T58" fmla="*/ 56506 w 2939"/>
              <a:gd name="T59" fmla="*/ 18349 h 2943"/>
              <a:gd name="T60" fmla="*/ 76197 w 2939"/>
              <a:gd name="T61" fmla="*/ 331254 h 2943"/>
              <a:gd name="T62" fmla="*/ 291580 w 2939"/>
              <a:gd name="T63" fmla="*/ 329174 h 2943"/>
              <a:gd name="T64" fmla="*/ 283018 w 2939"/>
              <a:gd name="T65" fmla="*/ 18349 h 2943"/>
              <a:gd name="T66" fmla="*/ 302832 w 2939"/>
              <a:gd name="T67" fmla="*/ 329664 h 2943"/>
              <a:gd name="T68" fmla="*/ 330962 w 2939"/>
              <a:gd name="T69" fmla="*/ 340550 h 2943"/>
              <a:gd name="T70" fmla="*/ 321178 w 2939"/>
              <a:gd name="T71" fmla="*/ 18349 h 2943"/>
              <a:gd name="T72" fmla="*/ 340869 w 2939"/>
              <a:gd name="T73" fmla="*/ 336024 h 294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939" h="2943">
                <a:moveTo>
                  <a:pt x="2864" y="0"/>
                </a:moveTo>
                <a:lnTo>
                  <a:pt x="2861" y="0"/>
                </a:lnTo>
                <a:lnTo>
                  <a:pt x="2552" y="0"/>
                </a:lnTo>
                <a:lnTo>
                  <a:pt x="2549" y="0"/>
                </a:lnTo>
                <a:lnTo>
                  <a:pt x="2241" y="0"/>
                </a:lnTo>
                <a:lnTo>
                  <a:pt x="2238" y="0"/>
                </a:lnTo>
                <a:lnTo>
                  <a:pt x="700" y="0"/>
                </a:lnTo>
                <a:lnTo>
                  <a:pt x="697" y="0"/>
                </a:lnTo>
                <a:lnTo>
                  <a:pt x="388" y="0"/>
                </a:lnTo>
                <a:lnTo>
                  <a:pt x="385" y="0"/>
                </a:lnTo>
                <a:lnTo>
                  <a:pt x="77" y="0"/>
                </a:lnTo>
                <a:lnTo>
                  <a:pt x="74" y="0"/>
                </a:lnTo>
                <a:cubicBezTo>
                  <a:pt x="33" y="0"/>
                  <a:pt x="0" y="33"/>
                  <a:pt x="0" y="74"/>
                </a:cubicBezTo>
                <a:lnTo>
                  <a:pt x="0" y="77"/>
                </a:lnTo>
                <a:lnTo>
                  <a:pt x="0" y="2773"/>
                </a:lnTo>
                <a:lnTo>
                  <a:pt x="0" y="2774"/>
                </a:lnTo>
                <a:cubicBezTo>
                  <a:pt x="0" y="2793"/>
                  <a:pt x="6" y="2810"/>
                  <a:pt x="17" y="2824"/>
                </a:cubicBezTo>
                <a:cubicBezTo>
                  <a:pt x="64" y="2883"/>
                  <a:pt x="134" y="2924"/>
                  <a:pt x="214" y="2933"/>
                </a:cubicBezTo>
                <a:cubicBezTo>
                  <a:pt x="295" y="2942"/>
                  <a:pt x="371" y="2917"/>
                  <a:pt x="430" y="2871"/>
                </a:cubicBezTo>
                <a:cubicBezTo>
                  <a:pt x="459" y="2848"/>
                  <a:pt x="497" y="2836"/>
                  <a:pt x="536" y="2840"/>
                </a:cubicBezTo>
                <a:cubicBezTo>
                  <a:pt x="576" y="2845"/>
                  <a:pt x="610" y="2865"/>
                  <a:pt x="633" y="2894"/>
                </a:cubicBezTo>
                <a:lnTo>
                  <a:pt x="633" y="2893"/>
                </a:lnTo>
                <a:cubicBezTo>
                  <a:pt x="645" y="2908"/>
                  <a:pt x="662" y="2919"/>
                  <a:pt x="683" y="2921"/>
                </a:cubicBezTo>
                <a:cubicBezTo>
                  <a:pt x="693" y="2922"/>
                  <a:pt x="703" y="2921"/>
                  <a:pt x="713" y="2918"/>
                </a:cubicBezTo>
                <a:cubicBezTo>
                  <a:pt x="747" y="2912"/>
                  <a:pt x="773" y="2882"/>
                  <a:pt x="773" y="2846"/>
                </a:cubicBezTo>
                <a:lnTo>
                  <a:pt x="773" y="150"/>
                </a:lnTo>
                <a:lnTo>
                  <a:pt x="2164" y="150"/>
                </a:lnTo>
                <a:lnTo>
                  <a:pt x="2164" y="2846"/>
                </a:lnTo>
                <a:cubicBezTo>
                  <a:pt x="2164" y="2882"/>
                  <a:pt x="2190" y="2912"/>
                  <a:pt x="2225" y="2918"/>
                </a:cubicBezTo>
                <a:cubicBezTo>
                  <a:pt x="2234" y="2921"/>
                  <a:pt x="2244" y="2922"/>
                  <a:pt x="2255" y="2921"/>
                </a:cubicBezTo>
                <a:cubicBezTo>
                  <a:pt x="2275" y="2919"/>
                  <a:pt x="2293" y="2908"/>
                  <a:pt x="2305" y="2893"/>
                </a:cubicBezTo>
                <a:lnTo>
                  <a:pt x="2305" y="2894"/>
                </a:lnTo>
                <a:cubicBezTo>
                  <a:pt x="2328" y="2865"/>
                  <a:pt x="2362" y="2845"/>
                  <a:pt x="2401" y="2840"/>
                </a:cubicBezTo>
                <a:cubicBezTo>
                  <a:pt x="2441" y="2836"/>
                  <a:pt x="2478" y="2848"/>
                  <a:pt x="2507" y="2871"/>
                </a:cubicBezTo>
                <a:cubicBezTo>
                  <a:pt x="2566" y="2917"/>
                  <a:pt x="2643" y="2942"/>
                  <a:pt x="2723" y="2933"/>
                </a:cubicBezTo>
                <a:cubicBezTo>
                  <a:pt x="2804" y="2924"/>
                  <a:pt x="2873" y="2883"/>
                  <a:pt x="2920" y="2824"/>
                </a:cubicBezTo>
                <a:cubicBezTo>
                  <a:pt x="2931" y="2810"/>
                  <a:pt x="2938" y="2793"/>
                  <a:pt x="2937" y="2774"/>
                </a:cubicBezTo>
                <a:lnTo>
                  <a:pt x="2937" y="2773"/>
                </a:lnTo>
                <a:lnTo>
                  <a:pt x="2937" y="77"/>
                </a:lnTo>
                <a:lnTo>
                  <a:pt x="2937" y="74"/>
                </a:lnTo>
                <a:cubicBezTo>
                  <a:pt x="2937" y="33"/>
                  <a:pt x="2904" y="0"/>
                  <a:pt x="2864" y="0"/>
                </a:cubicBezTo>
                <a:close/>
                <a:moveTo>
                  <a:pt x="231" y="2784"/>
                </a:moveTo>
                <a:cubicBezTo>
                  <a:pt x="200" y="2780"/>
                  <a:pt x="172" y="2767"/>
                  <a:pt x="150" y="2747"/>
                </a:cubicBezTo>
                <a:lnTo>
                  <a:pt x="150" y="150"/>
                </a:lnTo>
                <a:lnTo>
                  <a:pt x="312" y="150"/>
                </a:lnTo>
                <a:lnTo>
                  <a:pt x="312" y="2769"/>
                </a:lnTo>
                <a:cubicBezTo>
                  <a:pt x="288" y="2782"/>
                  <a:pt x="260" y="2787"/>
                  <a:pt x="231" y="2784"/>
                </a:cubicBezTo>
                <a:close/>
                <a:moveTo>
                  <a:pt x="553" y="2691"/>
                </a:moveTo>
                <a:cubicBezTo>
                  <a:pt x="522" y="2688"/>
                  <a:pt x="491" y="2689"/>
                  <a:pt x="462" y="2695"/>
                </a:cubicBezTo>
                <a:lnTo>
                  <a:pt x="462" y="150"/>
                </a:lnTo>
                <a:lnTo>
                  <a:pt x="623" y="150"/>
                </a:lnTo>
                <a:lnTo>
                  <a:pt x="623" y="2708"/>
                </a:lnTo>
                <a:cubicBezTo>
                  <a:pt x="601" y="2700"/>
                  <a:pt x="578" y="2694"/>
                  <a:pt x="553" y="2691"/>
                </a:cubicBezTo>
                <a:close/>
                <a:moveTo>
                  <a:pt x="2384" y="2691"/>
                </a:moveTo>
                <a:cubicBezTo>
                  <a:pt x="2360" y="2694"/>
                  <a:pt x="2336" y="2700"/>
                  <a:pt x="2314" y="2708"/>
                </a:cubicBezTo>
                <a:lnTo>
                  <a:pt x="2314" y="150"/>
                </a:lnTo>
                <a:lnTo>
                  <a:pt x="2476" y="150"/>
                </a:lnTo>
                <a:lnTo>
                  <a:pt x="2476" y="2695"/>
                </a:lnTo>
                <a:cubicBezTo>
                  <a:pt x="2447" y="2689"/>
                  <a:pt x="2416" y="2688"/>
                  <a:pt x="2384" y="2691"/>
                </a:cubicBezTo>
                <a:close/>
                <a:moveTo>
                  <a:pt x="2706" y="2784"/>
                </a:moveTo>
                <a:cubicBezTo>
                  <a:pt x="2678" y="2787"/>
                  <a:pt x="2650" y="2782"/>
                  <a:pt x="2626" y="2769"/>
                </a:cubicBezTo>
                <a:lnTo>
                  <a:pt x="2626" y="150"/>
                </a:lnTo>
                <a:lnTo>
                  <a:pt x="2787" y="150"/>
                </a:lnTo>
                <a:lnTo>
                  <a:pt x="2787" y="2747"/>
                </a:lnTo>
                <a:cubicBezTo>
                  <a:pt x="2766" y="2767"/>
                  <a:pt x="2738" y="2780"/>
                  <a:pt x="2706" y="278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59" name="Freeform 11">
            <a:extLst>
              <a:ext uri="{FF2B5EF4-FFF2-40B4-BE49-F238E27FC236}">
                <a16:creationId xmlns:a16="http://schemas.microsoft.com/office/drawing/2014/main" id="{3466C956-F83A-B54B-9D62-77DA0BD194D5}"/>
              </a:ext>
            </a:extLst>
          </p:cNvPr>
          <p:cNvSpPr>
            <a:spLocks noChangeAspect="1" noChangeArrowheads="1"/>
          </p:cNvSpPr>
          <p:nvPr/>
        </p:nvSpPr>
        <p:spPr bwMode="auto">
          <a:xfrm>
            <a:off x="8025533" y="3511872"/>
            <a:ext cx="435824" cy="243832"/>
          </a:xfrm>
          <a:custGeom>
            <a:avLst/>
            <a:gdLst>
              <a:gd name="T0" fmla="*/ 350694 w 2940"/>
              <a:gd name="T1" fmla="*/ 103658 h 1645"/>
              <a:gd name="T2" fmla="*/ 359878 w 2940"/>
              <a:gd name="T3" fmla="*/ 94602 h 1645"/>
              <a:gd name="T4" fmla="*/ 359878 w 2940"/>
              <a:gd name="T5" fmla="*/ 35858 h 1645"/>
              <a:gd name="T6" fmla="*/ 323878 w 2940"/>
              <a:gd name="T7" fmla="*/ 0 h 1645"/>
              <a:gd name="T8" fmla="*/ 36000 w 2940"/>
              <a:gd name="T9" fmla="*/ 0 h 1645"/>
              <a:gd name="T10" fmla="*/ 0 w 2940"/>
              <a:gd name="T11" fmla="*/ 35858 h 1645"/>
              <a:gd name="T12" fmla="*/ 0 w 2940"/>
              <a:gd name="T13" fmla="*/ 165339 h 1645"/>
              <a:gd name="T14" fmla="*/ 36000 w 2940"/>
              <a:gd name="T15" fmla="*/ 201197 h 1645"/>
              <a:gd name="T16" fmla="*/ 323878 w 2940"/>
              <a:gd name="T17" fmla="*/ 201197 h 1645"/>
              <a:gd name="T18" fmla="*/ 359878 w 2940"/>
              <a:gd name="T19" fmla="*/ 165339 h 1645"/>
              <a:gd name="T20" fmla="*/ 359878 w 2940"/>
              <a:gd name="T21" fmla="*/ 137925 h 1645"/>
              <a:gd name="T22" fmla="*/ 359878 w 2940"/>
              <a:gd name="T23" fmla="*/ 137803 h 1645"/>
              <a:gd name="T24" fmla="*/ 359878 w 2940"/>
              <a:gd name="T25" fmla="*/ 137558 h 1645"/>
              <a:gd name="T26" fmla="*/ 350816 w 2940"/>
              <a:gd name="T27" fmla="*/ 128624 h 1645"/>
              <a:gd name="T28" fmla="*/ 63061 w 2940"/>
              <a:gd name="T29" fmla="*/ 128624 h 1645"/>
              <a:gd name="T30" fmla="*/ 54000 w 2940"/>
              <a:gd name="T31" fmla="*/ 137558 h 1645"/>
              <a:gd name="T32" fmla="*/ 54000 w 2940"/>
              <a:gd name="T33" fmla="*/ 137925 h 1645"/>
              <a:gd name="T34" fmla="*/ 63061 w 2940"/>
              <a:gd name="T35" fmla="*/ 146981 h 1645"/>
              <a:gd name="T36" fmla="*/ 341510 w 2940"/>
              <a:gd name="T37" fmla="*/ 146981 h 1645"/>
              <a:gd name="T38" fmla="*/ 341510 w 2940"/>
              <a:gd name="T39" fmla="*/ 154079 h 1645"/>
              <a:gd name="T40" fmla="*/ 312735 w 2940"/>
              <a:gd name="T41" fmla="*/ 182962 h 1645"/>
              <a:gd name="T42" fmla="*/ 47265 w 2940"/>
              <a:gd name="T43" fmla="*/ 182962 h 1645"/>
              <a:gd name="T44" fmla="*/ 18367 w 2940"/>
              <a:gd name="T45" fmla="*/ 154079 h 1645"/>
              <a:gd name="T46" fmla="*/ 18367 w 2940"/>
              <a:gd name="T47" fmla="*/ 47117 h 1645"/>
              <a:gd name="T48" fmla="*/ 47265 w 2940"/>
              <a:gd name="T49" fmla="*/ 18235 h 1645"/>
              <a:gd name="T50" fmla="*/ 312735 w 2940"/>
              <a:gd name="T51" fmla="*/ 18235 h 1645"/>
              <a:gd name="T52" fmla="*/ 341510 w 2940"/>
              <a:gd name="T53" fmla="*/ 47117 h 1645"/>
              <a:gd name="T54" fmla="*/ 341510 w 2940"/>
              <a:gd name="T55" fmla="*/ 94602 h 1645"/>
              <a:gd name="T56" fmla="*/ 350694 w 2940"/>
              <a:gd name="T57" fmla="*/ 103658 h 1645"/>
              <a:gd name="T58" fmla="*/ 253837 w 2940"/>
              <a:gd name="T59" fmla="*/ 71961 h 1645"/>
              <a:gd name="T60" fmla="*/ 280408 w 2940"/>
              <a:gd name="T61" fmla="*/ 64373 h 1645"/>
              <a:gd name="T62" fmla="*/ 293388 w 2940"/>
              <a:gd name="T63" fmla="*/ 60579 h 1645"/>
              <a:gd name="T64" fmla="*/ 305143 w 2940"/>
              <a:gd name="T65" fmla="*/ 67066 h 1645"/>
              <a:gd name="T66" fmla="*/ 305143 w 2940"/>
              <a:gd name="T67" fmla="*/ 67066 h 1645"/>
              <a:gd name="T68" fmla="*/ 311265 w 2940"/>
              <a:gd name="T69" fmla="*/ 70492 h 1645"/>
              <a:gd name="T70" fmla="*/ 321429 w 2940"/>
              <a:gd name="T71" fmla="*/ 62415 h 1645"/>
              <a:gd name="T72" fmla="*/ 319224 w 2940"/>
              <a:gd name="T73" fmla="*/ 55317 h 1645"/>
              <a:gd name="T74" fmla="*/ 295469 w 2940"/>
              <a:gd name="T75" fmla="*/ 42344 h 1645"/>
              <a:gd name="T76" fmla="*/ 268898 w 2940"/>
              <a:gd name="T77" fmla="*/ 49932 h 1645"/>
              <a:gd name="T78" fmla="*/ 255918 w 2940"/>
              <a:gd name="T79" fmla="*/ 53726 h 1645"/>
              <a:gd name="T80" fmla="*/ 244163 w 2940"/>
              <a:gd name="T81" fmla="*/ 47117 h 1645"/>
              <a:gd name="T82" fmla="*/ 244163 w 2940"/>
              <a:gd name="T83" fmla="*/ 47117 h 1645"/>
              <a:gd name="T84" fmla="*/ 237918 w 2940"/>
              <a:gd name="T85" fmla="*/ 43568 h 1645"/>
              <a:gd name="T86" fmla="*/ 227755 w 2940"/>
              <a:gd name="T87" fmla="*/ 51645 h 1645"/>
              <a:gd name="T88" fmla="*/ 229837 w 2940"/>
              <a:gd name="T89" fmla="*/ 58621 h 1645"/>
              <a:gd name="T90" fmla="*/ 229837 w 2940"/>
              <a:gd name="T91" fmla="*/ 58621 h 1645"/>
              <a:gd name="T92" fmla="*/ 253837 w 2940"/>
              <a:gd name="T93" fmla="*/ 71961 h 164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940" h="1645">
                <a:moveTo>
                  <a:pt x="2864" y="847"/>
                </a:moveTo>
                <a:cubicBezTo>
                  <a:pt x="2905" y="847"/>
                  <a:pt x="2939" y="813"/>
                  <a:pt x="2939" y="773"/>
                </a:cubicBezTo>
                <a:lnTo>
                  <a:pt x="2939" y="293"/>
                </a:lnTo>
                <a:cubicBezTo>
                  <a:pt x="2939" y="131"/>
                  <a:pt x="2807" y="0"/>
                  <a:pt x="2645" y="0"/>
                </a:cubicBezTo>
                <a:lnTo>
                  <a:pt x="294" y="0"/>
                </a:lnTo>
                <a:cubicBezTo>
                  <a:pt x="132" y="0"/>
                  <a:pt x="0" y="131"/>
                  <a:pt x="0" y="293"/>
                </a:cubicBezTo>
                <a:lnTo>
                  <a:pt x="0" y="1351"/>
                </a:lnTo>
                <a:cubicBezTo>
                  <a:pt x="0" y="1513"/>
                  <a:pt x="132" y="1644"/>
                  <a:pt x="294" y="1644"/>
                </a:cubicBezTo>
                <a:lnTo>
                  <a:pt x="2645" y="1644"/>
                </a:lnTo>
                <a:cubicBezTo>
                  <a:pt x="2807" y="1644"/>
                  <a:pt x="2939" y="1513"/>
                  <a:pt x="2939" y="1351"/>
                </a:cubicBezTo>
                <a:lnTo>
                  <a:pt x="2939" y="1127"/>
                </a:lnTo>
                <a:lnTo>
                  <a:pt x="2939" y="1126"/>
                </a:lnTo>
                <a:lnTo>
                  <a:pt x="2939" y="1124"/>
                </a:lnTo>
                <a:cubicBezTo>
                  <a:pt x="2939" y="1084"/>
                  <a:pt x="2906" y="1051"/>
                  <a:pt x="2865" y="1051"/>
                </a:cubicBezTo>
                <a:lnTo>
                  <a:pt x="515" y="1051"/>
                </a:lnTo>
                <a:cubicBezTo>
                  <a:pt x="474" y="1051"/>
                  <a:pt x="441" y="1084"/>
                  <a:pt x="441" y="1124"/>
                </a:cubicBezTo>
                <a:lnTo>
                  <a:pt x="441" y="1127"/>
                </a:lnTo>
                <a:cubicBezTo>
                  <a:pt x="441" y="1168"/>
                  <a:pt x="474" y="1201"/>
                  <a:pt x="515" y="1201"/>
                </a:cubicBezTo>
                <a:lnTo>
                  <a:pt x="2789" y="1201"/>
                </a:lnTo>
                <a:lnTo>
                  <a:pt x="2789" y="1259"/>
                </a:lnTo>
                <a:cubicBezTo>
                  <a:pt x="2789" y="1389"/>
                  <a:pt x="2683" y="1495"/>
                  <a:pt x="2554" y="1495"/>
                </a:cubicBezTo>
                <a:lnTo>
                  <a:pt x="386" y="1495"/>
                </a:lnTo>
                <a:cubicBezTo>
                  <a:pt x="256" y="1495"/>
                  <a:pt x="150" y="1389"/>
                  <a:pt x="150" y="1259"/>
                </a:cubicBezTo>
                <a:lnTo>
                  <a:pt x="150" y="385"/>
                </a:lnTo>
                <a:cubicBezTo>
                  <a:pt x="150" y="255"/>
                  <a:pt x="256" y="149"/>
                  <a:pt x="386" y="149"/>
                </a:cubicBezTo>
                <a:lnTo>
                  <a:pt x="2554" y="149"/>
                </a:lnTo>
                <a:cubicBezTo>
                  <a:pt x="2683" y="149"/>
                  <a:pt x="2789" y="255"/>
                  <a:pt x="2789" y="385"/>
                </a:cubicBezTo>
                <a:lnTo>
                  <a:pt x="2789" y="773"/>
                </a:lnTo>
                <a:cubicBezTo>
                  <a:pt x="2789" y="813"/>
                  <a:pt x="2822" y="847"/>
                  <a:pt x="2864" y="847"/>
                </a:cubicBezTo>
                <a:close/>
                <a:moveTo>
                  <a:pt x="2073" y="588"/>
                </a:moveTo>
                <a:cubicBezTo>
                  <a:pt x="2154" y="597"/>
                  <a:pt x="2231" y="572"/>
                  <a:pt x="2290" y="526"/>
                </a:cubicBezTo>
                <a:cubicBezTo>
                  <a:pt x="2319" y="503"/>
                  <a:pt x="2356" y="491"/>
                  <a:pt x="2396" y="495"/>
                </a:cubicBezTo>
                <a:cubicBezTo>
                  <a:pt x="2435" y="500"/>
                  <a:pt x="2469" y="520"/>
                  <a:pt x="2492" y="548"/>
                </a:cubicBezTo>
                <a:cubicBezTo>
                  <a:pt x="2504" y="563"/>
                  <a:pt x="2522" y="574"/>
                  <a:pt x="2542" y="576"/>
                </a:cubicBezTo>
                <a:cubicBezTo>
                  <a:pt x="2583" y="581"/>
                  <a:pt x="2620" y="551"/>
                  <a:pt x="2625" y="510"/>
                </a:cubicBezTo>
                <a:cubicBezTo>
                  <a:pt x="2627" y="488"/>
                  <a:pt x="2620" y="467"/>
                  <a:pt x="2607" y="452"/>
                </a:cubicBezTo>
                <a:cubicBezTo>
                  <a:pt x="2560" y="395"/>
                  <a:pt x="2492" y="355"/>
                  <a:pt x="2413" y="346"/>
                </a:cubicBezTo>
                <a:cubicBezTo>
                  <a:pt x="2332" y="337"/>
                  <a:pt x="2255" y="361"/>
                  <a:pt x="2196" y="408"/>
                </a:cubicBezTo>
                <a:cubicBezTo>
                  <a:pt x="2167" y="431"/>
                  <a:pt x="2130" y="443"/>
                  <a:pt x="2090" y="439"/>
                </a:cubicBezTo>
                <a:cubicBezTo>
                  <a:pt x="2051" y="434"/>
                  <a:pt x="2017" y="414"/>
                  <a:pt x="1994" y="385"/>
                </a:cubicBezTo>
                <a:cubicBezTo>
                  <a:pt x="1982" y="370"/>
                  <a:pt x="1964" y="359"/>
                  <a:pt x="1943" y="356"/>
                </a:cubicBezTo>
                <a:cubicBezTo>
                  <a:pt x="1902" y="352"/>
                  <a:pt x="1865" y="381"/>
                  <a:pt x="1860" y="422"/>
                </a:cubicBezTo>
                <a:cubicBezTo>
                  <a:pt x="1858" y="444"/>
                  <a:pt x="1864" y="464"/>
                  <a:pt x="1877" y="479"/>
                </a:cubicBezTo>
                <a:cubicBezTo>
                  <a:pt x="1924" y="538"/>
                  <a:pt x="1993" y="579"/>
                  <a:pt x="2073" y="58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60" name="Freeform 12">
            <a:extLst>
              <a:ext uri="{FF2B5EF4-FFF2-40B4-BE49-F238E27FC236}">
                <a16:creationId xmlns:a16="http://schemas.microsoft.com/office/drawing/2014/main" id="{CD321329-9DD0-4B4B-923E-5865C7C6DF43}"/>
              </a:ext>
            </a:extLst>
          </p:cNvPr>
          <p:cNvSpPr>
            <a:spLocks noChangeAspect="1" noChangeArrowheads="1"/>
          </p:cNvSpPr>
          <p:nvPr/>
        </p:nvSpPr>
        <p:spPr bwMode="auto">
          <a:xfrm>
            <a:off x="6693102" y="3319882"/>
            <a:ext cx="433905" cy="435825"/>
          </a:xfrm>
          <a:custGeom>
            <a:avLst/>
            <a:gdLst>
              <a:gd name="T0" fmla="*/ 77445 w 2929"/>
              <a:gd name="T1" fmla="*/ 15945 h 2935"/>
              <a:gd name="T2" fmla="*/ 71318 w 2929"/>
              <a:gd name="T3" fmla="*/ 0 h 2935"/>
              <a:gd name="T4" fmla="*/ 64456 w 2929"/>
              <a:gd name="T5" fmla="*/ 2944 h 2935"/>
              <a:gd name="T6" fmla="*/ 64456 w 2929"/>
              <a:gd name="T7" fmla="*/ 130508 h 2935"/>
              <a:gd name="T8" fmla="*/ 64824 w 2929"/>
              <a:gd name="T9" fmla="*/ 231455 h 2935"/>
              <a:gd name="T10" fmla="*/ 70951 w 2929"/>
              <a:gd name="T11" fmla="*/ 247523 h 2935"/>
              <a:gd name="T12" fmla="*/ 77445 w 2929"/>
              <a:gd name="T13" fmla="*/ 244825 h 2935"/>
              <a:gd name="T14" fmla="*/ 77445 w 2929"/>
              <a:gd name="T15" fmla="*/ 117506 h 2935"/>
              <a:gd name="T16" fmla="*/ 164571 w 2929"/>
              <a:gd name="T17" fmla="*/ 66726 h 2935"/>
              <a:gd name="T18" fmla="*/ 188466 w 2929"/>
              <a:gd name="T19" fmla="*/ 9077 h 2935"/>
              <a:gd name="T20" fmla="*/ 172659 w 2929"/>
              <a:gd name="T21" fmla="*/ 2944 h 2935"/>
              <a:gd name="T22" fmla="*/ 146312 w 2929"/>
              <a:gd name="T23" fmla="*/ 66726 h 2935"/>
              <a:gd name="T24" fmla="*/ 193490 w 2929"/>
              <a:gd name="T25" fmla="*/ 181165 h 2935"/>
              <a:gd name="T26" fmla="*/ 169963 w 2929"/>
              <a:gd name="T27" fmla="*/ 238324 h 2935"/>
              <a:gd name="T28" fmla="*/ 185525 w 2929"/>
              <a:gd name="T29" fmla="*/ 244825 h 2935"/>
              <a:gd name="T30" fmla="*/ 211871 w 2929"/>
              <a:gd name="T31" fmla="*/ 181165 h 2935"/>
              <a:gd name="T32" fmla="*/ 164571 w 2929"/>
              <a:gd name="T33" fmla="*/ 66726 h 2935"/>
              <a:gd name="T34" fmla="*/ 293728 w 2929"/>
              <a:gd name="T35" fmla="*/ 117506 h 2935"/>
              <a:gd name="T36" fmla="*/ 293728 w 2929"/>
              <a:gd name="T37" fmla="*/ 15945 h 2935"/>
              <a:gd name="T38" fmla="*/ 287478 w 2929"/>
              <a:gd name="T39" fmla="*/ 0 h 2935"/>
              <a:gd name="T40" fmla="*/ 280739 w 2929"/>
              <a:gd name="T41" fmla="*/ 2944 h 2935"/>
              <a:gd name="T42" fmla="*/ 280739 w 2929"/>
              <a:gd name="T43" fmla="*/ 130508 h 2935"/>
              <a:gd name="T44" fmla="*/ 281106 w 2929"/>
              <a:gd name="T45" fmla="*/ 231455 h 2935"/>
              <a:gd name="T46" fmla="*/ 287233 w 2929"/>
              <a:gd name="T47" fmla="*/ 247523 h 2935"/>
              <a:gd name="T48" fmla="*/ 293728 w 2929"/>
              <a:gd name="T49" fmla="*/ 244825 h 2935"/>
              <a:gd name="T50" fmla="*/ 358796 w 2929"/>
              <a:gd name="T51" fmla="*/ 293029 h 2935"/>
              <a:gd name="T52" fmla="*/ 8945 w 2929"/>
              <a:gd name="T53" fmla="*/ 302106 h 2935"/>
              <a:gd name="T54" fmla="*/ 0 w 2929"/>
              <a:gd name="T55" fmla="*/ 292661 h 2935"/>
              <a:gd name="T56" fmla="*/ 349851 w 2929"/>
              <a:gd name="T57" fmla="*/ 283707 h 2935"/>
              <a:gd name="T58" fmla="*/ 358796 w 2929"/>
              <a:gd name="T59" fmla="*/ 293029 h 2935"/>
              <a:gd name="T60" fmla="*/ 349851 w 2929"/>
              <a:gd name="T61" fmla="*/ 359877 h 2935"/>
              <a:gd name="T62" fmla="*/ 0 w 2929"/>
              <a:gd name="T63" fmla="*/ 350801 h 2935"/>
              <a:gd name="T64" fmla="*/ 8945 w 2929"/>
              <a:gd name="T65" fmla="*/ 341479 h 2935"/>
              <a:gd name="T66" fmla="*/ 358796 w 2929"/>
              <a:gd name="T67" fmla="*/ 350433 h 293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929" h="2935">
                <a:moveTo>
                  <a:pt x="461" y="544"/>
                </a:moveTo>
                <a:cubicBezTo>
                  <a:pt x="461" y="382"/>
                  <a:pt x="526" y="236"/>
                  <a:pt x="632" y="130"/>
                </a:cubicBezTo>
                <a:cubicBezTo>
                  <a:pt x="647" y="116"/>
                  <a:pt x="657" y="97"/>
                  <a:pt x="657" y="74"/>
                </a:cubicBezTo>
                <a:cubicBezTo>
                  <a:pt x="657" y="33"/>
                  <a:pt x="623" y="0"/>
                  <a:pt x="582" y="0"/>
                </a:cubicBezTo>
                <a:cubicBezTo>
                  <a:pt x="560" y="0"/>
                  <a:pt x="540" y="9"/>
                  <a:pt x="526" y="24"/>
                </a:cubicBezTo>
                <a:cubicBezTo>
                  <a:pt x="393" y="157"/>
                  <a:pt x="311" y="341"/>
                  <a:pt x="311" y="544"/>
                </a:cubicBezTo>
                <a:cubicBezTo>
                  <a:pt x="311" y="747"/>
                  <a:pt x="393" y="931"/>
                  <a:pt x="526" y="1064"/>
                </a:cubicBezTo>
                <a:cubicBezTo>
                  <a:pt x="632" y="1170"/>
                  <a:pt x="697" y="1316"/>
                  <a:pt x="697" y="1477"/>
                </a:cubicBezTo>
                <a:cubicBezTo>
                  <a:pt x="697" y="1636"/>
                  <a:pt x="633" y="1781"/>
                  <a:pt x="529" y="1887"/>
                </a:cubicBezTo>
                <a:cubicBezTo>
                  <a:pt x="514" y="1901"/>
                  <a:pt x="504" y="1921"/>
                  <a:pt x="504" y="1943"/>
                </a:cubicBezTo>
                <a:cubicBezTo>
                  <a:pt x="504" y="1984"/>
                  <a:pt x="538" y="2018"/>
                  <a:pt x="579" y="2018"/>
                </a:cubicBezTo>
                <a:cubicBezTo>
                  <a:pt x="600" y="2018"/>
                  <a:pt x="618" y="2010"/>
                  <a:pt x="632" y="1996"/>
                </a:cubicBezTo>
                <a:cubicBezTo>
                  <a:pt x="765" y="1863"/>
                  <a:pt x="847" y="1681"/>
                  <a:pt x="847" y="1477"/>
                </a:cubicBezTo>
                <a:cubicBezTo>
                  <a:pt x="847" y="1274"/>
                  <a:pt x="765" y="1091"/>
                  <a:pt x="632" y="958"/>
                </a:cubicBezTo>
                <a:cubicBezTo>
                  <a:pt x="526" y="852"/>
                  <a:pt x="461" y="705"/>
                  <a:pt x="461" y="544"/>
                </a:cubicBezTo>
                <a:close/>
                <a:moveTo>
                  <a:pt x="1343" y="544"/>
                </a:moveTo>
                <a:cubicBezTo>
                  <a:pt x="1343" y="382"/>
                  <a:pt x="1409" y="236"/>
                  <a:pt x="1514" y="130"/>
                </a:cubicBezTo>
                <a:cubicBezTo>
                  <a:pt x="1529" y="116"/>
                  <a:pt x="1538" y="97"/>
                  <a:pt x="1538" y="74"/>
                </a:cubicBezTo>
                <a:cubicBezTo>
                  <a:pt x="1538" y="33"/>
                  <a:pt x="1505" y="0"/>
                  <a:pt x="1464" y="0"/>
                </a:cubicBezTo>
                <a:cubicBezTo>
                  <a:pt x="1442" y="0"/>
                  <a:pt x="1423" y="9"/>
                  <a:pt x="1409" y="24"/>
                </a:cubicBezTo>
                <a:cubicBezTo>
                  <a:pt x="1276" y="157"/>
                  <a:pt x="1194" y="341"/>
                  <a:pt x="1194" y="544"/>
                </a:cubicBezTo>
                <a:cubicBezTo>
                  <a:pt x="1194" y="747"/>
                  <a:pt x="1276" y="931"/>
                  <a:pt x="1409" y="1064"/>
                </a:cubicBezTo>
                <a:cubicBezTo>
                  <a:pt x="1514" y="1170"/>
                  <a:pt x="1579" y="1316"/>
                  <a:pt x="1579" y="1477"/>
                </a:cubicBezTo>
                <a:cubicBezTo>
                  <a:pt x="1579" y="1636"/>
                  <a:pt x="1515" y="1781"/>
                  <a:pt x="1412" y="1887"/>
                </a:cubicBezTo>
                <a:cubicBezTo>
                  <a:pt x="1397" y="1901"/>
                  <a:pt x="1387" y="1921"/>
                  <a:pt x="1387" y="1943"/>
                </a:cubicBezTo>
                <a:cubicBezTo>
                  <a:pt x="1387" y="1984"/>
                  <a:pt x="1421" y="2018"/>
                  <a:pt x="1462" y="2018"/>
                </a:cubicBezTo>
                <a:cubicBezTo>
                  <a:pt x="1483" y="2018"/>
                  <a:pt x="1500" y="2010"/>
                  <a:pt x="1514" y="1996"/>
                </a:cubicBezTo>
                <a:cubicBezTo>
                  <a:pt x="1647" y="1863"/>
                  <a:pt x="1729" y="1681"/>
                  <a:pt x="1729" y="1477"/>
                </a:cubicBezTo>
                <a:cubicBezTo>
                  <a:pt x="1729" y="1274"/>
                  <a:pt x="1647" y="1091"/>
                  <a:pt x="1514" y="958"/>
                </a:cubicBezTo>
                <a:cubicBezTo>
                  <a:pt x="1409" y="852"/>
                  <a:pt x="1343" y="705"/>
                  <a:pt x="1343" y="544"/>
                </a:cubicBezTo>
                <a:close/>
                <a:moveTo>
                  <a:pt x="2612" y="1477"/>
                </a:moveTo>
                <a:cubicBezTo>
                  <a:pt x="2612" y="1274"/>
                  <a:pt x="2530" y="1091"/>
                  <a:pt x="2397" y="958"/>
                </a:cubicBezTo>
                <a:cubicBezTo>
                  <a:pt x="2291" y="852"/>
                  <a:pt x="2225" y="705"/>
                  <a:pt x="2225" y="544"/>
                </a:cubicBezTo>
                <a:cubicBezTo>
                  <a:pt x="2225" y="382"/>
                  <a:pt x="2291" y="236"/>
                  <a:pt x="2397" y="130"/>
                </a:cubicBezTo>
                <a:cubicBezTo>
                  <a:pt x="2412" y="116"/>
                  <a:pt x="2421" y="97"/>
                  <a:pt x="2421" y="74"/>
                </a:cubicBezTo>
                <a:cubicBezTo>
                  <a:pt x="2421" y="33"/>
                  <a:pt x="2388" y="0"/>
                  <a:pt x="2346" y="0"/>
                </a:cubicBezTo>
                <a:cubicBezTo>
                  <a:pt x="2324" y="0"/>
                  <a:pt x="2305" y="9"/>
                  <a:pt x="2291" y="24"/>
                </a:cubicBezTo>
                <a:cubicBezTo>
                  <a:pt x="2158" y="157"/>
                  <a:pt x="2075" y="341"/>
                  <a:pt x="2075" y="544"/>
                </a:cubicBezTo>
                <a:cubicBezTo>
                  <a:pt x="2075" y="747"/>
                  <a:pt x="2158" y="931"/>
                  <a:pt x="2291" y="1064"/>
                </a:cubicBezTo>
                <a:cubicBezTo>
                  <a:pt x="2397" y="1170"/>
                  <a:pt x="2462" y="1316"/>
                  <a:pt x="2462" y="1477"/>
                </a:cubicBezTo>
                <a:cubicBezTo>
                  <a:pt x="2462" y="1636"/>
                  <a:pt x="2398" y="1781"/>
                  <a:pt x="2294" y="1887"/>
                </a:cubicBezTo>
                <a:cubicBezTo>
                  <a:pt x="2279" y="1901"/>
                  <a:pt x="2269" y="1921"/>
                  <a:pt x="2269" y="1943"/>
                </a:cubicBezTo>
                <a:cubicBezTo>
                  <a:pt x="2269" y="1984"/>
                  <a:pt x="2303" y="2018"/>
                  <a:pt x="2344" y="2018"/>
                </a:cubicBezTo>
                <a:cubicBezTo>
                  <a:pt x="2364" y="2018"/>
                  <a:pt x="2383" y="2010"/>
                  <a:pt x="2397" y="1996"/>
                </a:cubicBezTo>
                <a:cubicBezTo>
                  <a:pt x="2530" y="1863"/>
                  <a:pt x="2612" y="1680"/>
                  <a:pt x="2612" y="1477"/>
                </a:cubicBezTo>
                <a:close/>
                <a:moveTo>
                  <a:pt x="2928" y="2389"/>
                </a:moveTo>
                <a:cubicBezTo>
                  <a:pt x="2928" y="2430"/>
                  <a:pt x="2895" y="2463"/>
                  <a:pt x="2855" y="2463"/>
                </a:cubicBezTo>
                <a:lnTo>
                  <a:pt x="73" y="2463"/>
                </a:lnTo>
                <a:cubicBezTo>
                  <a:pt x="33" y="2463"/>
                  <a:pt x="0" y="2430"/>
                  <a:pt x="0" y="2389"/>
                </a:cubicBezTo>
                <a:lnTo>
                  <a:pt x="0" y="2386"/>
                </a:lnTo>
                <a:cubicBezTo>
                  <a:pt x="0" y="2346"/>
                  <a:pt x="33" y="2313"/>
                  <a:pt x="73" y="2313"/>
                </a:cubicBezTo>
                <a:lnTo>
                  <a:pt x="2855" y="2313"/>
                </a:lnTo>
                <a:cubicBezTo>
                  <a:pt x="2895" y="2313"/>
                  <a:pt x="2928" y="2346"/>
                  <a:pt x="2928" y="2386"/>
                </a:cubicBezTo>
                <a:lnTo>
                  <a:pt x="2928" y="2389"/>
                </a:lnTo>
                <a:close/>
                <a:moveTo>
                  <a:pt x="2928" y="2860"/>
                </a:moveTo>
                <a:cubicBezTo>
                  <a:pt x="2928" y="2901"/>
                  <a:pt x="2895" y="2934"/>
                  <a:pt x="2855" y="2934"/>
                </a:cubicBezTo>
                <a:lnTo>
                  <a:pt x="73" y="2934"/>
                </a:lnTo>
                <a:cubicBezTo>
                  <a:pt x="33" y="2934"/>
                  <a:pt x="0" y="2901"/>
                  <a:pt x="0" y="2860"/>
                </a:cubicBezTo>
                <a:lnTo>
                  <a:pt x="0" y="2857"/>
                </a:lnTo>
                <a:cubicBezTo>
                  <a:pt x="0" y="2817"/>
                  <a:pt x="33" y="2784"/>
                  <a:pt x="73" y="2784"/>
                </a:cubicBezTo>
                <a:lnTo>
                  <a:pt x="2855" y="2784"/>
                </a:lnTo>
                <a:cubicBezTo>
                  <a:pt x="2895" y="2784"/>
                  <a:pt x="2928" y="2817"/>
                  <a:pt x="2928" y="2857"/>
                </a:cubicBezTo>
                <a:lnTo>
                  <a:pt x="2928" y="2860"/>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61" name="Freeform 24">
            <a:extLst>
              <a:ext uri="{FF2B5EF4-FFF2-40B4-BE49-F238E27FC236}">
                <a16:creationId xmlns:a16="http://schemas.microsoft.com/office/drawing/2014/main" id="{423D398D-6800-DD43-B4B3-94B02388BEC9}"/>
              </a:ext>
            </a:extLst>
          </p:cNvPr>
          <p:cNvSpPr>
            <a:spLocks noChangeAspect="1" noChangeArrowheads="1"/>
          </p:cNvSpPr>
          <p:nvPr/>
        </p:nvSpPr>
        <p:spPr bwMode="auto">
          <a:xfrm>
            <a:off x="793147" y="4151209"/>
            <a:ext cx="330228" cy="435824"/>
          </a:xfrm>
          <a:custGeom>
            <a:avLst/>
            <a:gdLst>
              <a:gd name="T0" fmla="*/ 50774 w 1965"/>
              <a:gd name="T1" fmla="*/ 359861 h 2596"/>
              <a:gd name="T2" fmla="*/ 21919 w 1965"/>
              <a:gd name="T3" fmla="*/ 321448 h 2596"/>
              <a:gd name="T4" fmla="*/ 0 w 1965"/>
              <a:gd name="T5" fmla="*/ 311186 h 2596"/>
              <a:gd name="T6" fmla="*/ 21919 w 1965"/>
              <a:gd name="T7" fmla="*/ 300786 h 2596"/>
              <a:gd name="T8" fmla="*/ 10404 w 1965"/>
              <a:gd name="T9" fmla="*/ 277766 h 2596"/>
              <a:gd name="T10" fmla="*/ 10404 w 1965"/>
              <a:gd name="T11" fmla="*/ 256965 h 2596"/>
              <a:gd name="T12" fmla="*/ 21919 w 1965"/>
              <a:gd name="T13" fmla="*/ 233945 h 2596"/>
              <a:gd name="T14" fmla="*/ 0 w 1965"/>
              <a:gd name="T15" fmla="*/ 223544 h 2596"/>
              <a:gd name="T16" fmla="*/ 21919 w 1965"/>
              <a:gd name="T17" fmla="*/ 213282 h 2596"/>
              <a:gd name="T18" fmla="*/ 10404 w 1965"/>
              <a:gd name="T19" fmla="*/ 190123 h 2596"/>
              <a:gd name="T20" fmla="*/ 10404 w 1965"/>
              <a:gd name="T21" fmla="*/ 169599 h 2596"/>
              <a:gd name="T22" fmla="*/ 21919 w 1965"/>
              <a:gd name="T23" fmla="*/ 146579 h 2596"/>
              <a:gd name="T24" fmla="*/ 0 w 1965"/>
              <a:gd name="T25" fmla="*/ 136179 h 2596"/>
              <a:gd name="T26" fmla="*/ 21919 w 1965"/>
              <a:gd name="T27" fmla="*/ 125917 h 2596"/>
              <a:gd name="T28" fmla="*/ 10404 w 1965"/>
              <a:gd name="T29" fmla="*/ 102758 h 2596"/>
              <a:gd name="T30" fmla="*/ 10404 w 1965"/>
              <a:gd name="T31" fmla="*/ 82096 h 2596"/>
              <a:gd name="T32" fmla="*/ 21919 w 1965"/>
              <a:gd name="T33" fmla="*/ 59076 h 2596"/>
              <a:gd name="T34" fmla="*/ 0 w 1965"/>
              <a:gd name="T35" fmla="*/ 48675 h 2596"/>
              <a:gd name="T36" fmla="*/ 21919 w 1965"/>
              <a:gd name="T37" fmla="*/ 38274 h 2596"/>
              <a:gd name="T38" fmla="*/ 50774 w 1965"/>
              <a:gd name="T39" fmla="*/ 0 h 2596"/>
              <a:gd name="T40" fmla="*/ 272458 w 1965"/>
              <a:gd name="T41" fmla="*/ 28844 h 2596"/>
              <a:gd name="T42" fmla="*/ 243603 w 1965"/>
              <a:gd name="T43" fmla="*/ 359861 h 2596"/>
              <a:gd name="T44" fmla="*/ 42728 w 1965"/>
              <a:gd name="T45" fmla="*/ 28844 h 2596"/>
              <a:gd name="T46" fmla="*/ 54242 w 1965"/>
              <a:gd name="T47" fmla="*/ 38274 h 2596"/>
              <a:gd name="T48" fmla="*/ 54242 w 1965"/>
              <a:gd name="T49" fmla="*/ 59076 h 2596"/>
              <a:gd name="T50" fmla="*/ 42728 w 1965"/>
              <a:gd name="T51" fmla="*/ 82096 h 2596"/>
              <a:gd name="T52" fmla="*/ 64508 w 1965"/>
              <a:gd name="T53" fmla="*/ 92496 h 2596"/>
              <a:gd name="T54" fmla="*/ 42728 w 1965"/>
              <a:gd name="T55" fmla="*/ 102758 h 2596"/>
              <a:gd name="T56" fmla="*/ 54242 w 1965"/>
              <a:gd name="T57" fmla="*/ 125917 h 2596"/>
              <a:gd name="T58" fmla="*/ 54242 w 1965"/>
              <a:gd name="T59" fmla="*/ 146579 h 2596"/>
              <a:gd name="T60" fmla="*/ 42728 w 1965"/>
              <a:gd name="T61" fmla="*/ 169599 h 2596"/>
              <a:gd name="T62" fmla="*/ 64508 w 1965"/>
              <a:gd name="T63" fmla="*/ 179861 h 2596"/>
              <a:gd name="T64" fmla="*/ 42728 w 1965"/>
              <a:gd name="T65" fmla="*/ 190123 h 2596"/>
              <a:gd name="T66" fmla="*/ 54242 w 1965"/>
              <a:gd name="T67" fmla="*/ 213282 h 2596"/>
              <a:gd name="T68" fmla="*/ 54242 w 1965"/>
              <a:gd name="T69" fmla="*/ 233945 h 2596"/>
              <a:gd name="T70" fmla="*/ 42728 w 1965"/>
              <a:gd name="T71" fmla="*/ 256965 h 2596"/>
              <a:gd name="T72" fmla="*/ 64508 w 1965"/>
              <a:gd name="T73" fmla="*/ 267365 h 2596"/>
              <a:gd name="T74" fmla="*/ 42728 w 1965"/>
              <a:gd name="T75" fmla="*/ 277766 h 2596"/>
              <a:gd name="T76" fmla="*/ 54242 w 1965"/>
              <a:gd name="T77" fmla="*/ 300786 h 2596"/>
              <a:gd name="T78" fmla="*/ 54242 w 1965"/>
              <a:gd name="T79" fmla="*/ 321448 h 2596"/>
              <a:gd name="T80" fmla="*/ 42728 w 1965"/>
              <a:gd name="T81" fmla="*/ 331017 h 2596"/>
              <a:gd name="T82" fmla="*/ 186032 w 1965"/>
              <a:gd name="T83" fmla="*/ 339060 h 2596"/>
              <a:gd name="T84" fmla="*/ 50774 w 1965"/>
              <a:gd name="T85" fmla="*/ 20663 h 2596"/>
              <a:gd name="T86" fmla="*/ 251649 w 1965"/>
              <a:gd name="T87" fmla="*/ 331017 h 2596"/>
              <a:gd name="T88" fmla="*/ 243603 w 1965"/>
              <a:gd name="T89" fmla="*/ 20663 h 2596"/>
              <a:gd name="T90" fmla="*/ 206702 w 1965"/>
              <a:gd name="T91" fmla="*/ 339060 h 259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965" h="2596">
                <a:moveTo>
                  <a:pt x="1756" y="2595"/>
                </a:moveTo>
                <a:lnTo>
                  <a:pt x="366" y="2595"/>
                </a:lnTo>
                <a:cubicBezTo>
                  <a:pt x="251" y="2595"/>
                  <a:pt x="158" y="2501"/>
                  <a:pt x="158" y="2387"/>
                </a:cubicBezTo>
                <a:lnTo>
                  <a:pt x="158" y="2318"/>
                </a:lnTo>
                <a:lnTo>
                  <a:pt x="75" y="2318"/>
                </a:lnTo>
                <a:cubicBezTo>
                  <a:pt x="34" y="2318"/>
                  <a:pt x="0" y="2286"/>
                  <a:pt x="0" y="2244"/>
                </a:cubicBezTo>
                <a:cubicBezTo>
                  <a:pt x="0" y="2203"/>
                  <a:pt x="34" y="2169"/>
                  <a:pt x="75" y="2169"/>
                </a:cubicBezTo>
                <a:lnTo>
                  <a:pt x="158" y="2169"/>
                </a:lnTo>
                <a:lnTo>
                  <a:pt x="158" y="2003"/>
                </a:lnTo>
                <a:lnTo>
                  <a:pt x="75" y="2003"/>
                </a:lnTo>
                <a:cubicBezTo>
                  <a:pt x="34" y="2003"/>
                  <a:pt x="0" y="1969"/>
                  <a:pt x="0" y="1928"/>
                </a:cubicBezTo>
                <a:cubicBezTo>
                  <a:pt x="0" y="1887"/>
                  <a:pt x="34" y="1853"/>
                  <a:pt x="75" y="1853"/>
                </a:cubicBezTo>
                <a:lnTo>
                  <a:pt x="158" y="1853"/>
                </a:lnTo>
                <a:lnTo>
                  <a:pt x="158" y="1687"/>
                </a:lnTo>
                <a:lnTo>
                  <a:pt x="75" y="1687"/>
                </a:lnTo>
                <a:cubicBezTo>
                  <a:pt x="34" y="1687"/>
                  <a:pt x="0" y="1654"/>
                  <a:pt x="0" y="1612"/>
                </a:cubicBezTo>
                <a:cubicBezTo>
                  <a:pt x="0" y="1571"/>
                  <a:pt x="34" y="1538"/>
                  <a:pt x="75" y="1538"/>
                </a:cubicBezTo>
                <a:lnTo>
                  <a:pt x="158" y="1538"/>
                </a:lnTo>
                <a:lnTo>
                  <a:pt x="158" y="1371"/>
                </a:lnTo>
                <a:lnTo>
                  <a:pt x="75" y="1371"/>
                </a:lnTo>
                <a:cubicBezTo>
                  <a:pt x="34" y="1371"/>
                  <a:pt x="0" y="1338"/>
                  <a:pt x="0" y="1297"/>
                </a:cubicBezTo>
                <a:cubicBezTo>
                  <a:pt x="0" y="1257"/>
                  <a:pt x="34" y="1223"/>
                  <a:pt x="75" y="1223"/>
                </a:cubicBezTo>
                <a:lnTo>
                  <a:pt x="158" y="1223"/>
                </a:lnTo>
                <a:lnTo>
                  <a:pt x="158" y="1057"/>
                </a:lnTo>
                <a:lnTo>
                  <a:pt x="75" y="1057"/>
                </a:lnTo>
                <a:cubicBezTo>
                  <a:pt x="34" y="1057"/>
                  <a:pt x="0" y="1023"/>
                  <a:pt x="0" y="982"/>
                </a:cubicBezTo>
                <a:cubicBezTo>
                  <a:pt x="0" y="941"/>
                  <a:pt x="34" y="908"/>
                  <a:pt x="75" y="908"/>
                </a:cubicBezTo>
                <a:lnTo>
                  <a:pt x="158" y="908"/>
                </a:lnTo>
                <a:lnTo>
                  <a:pt x="158" y="741"/>
                </a:lnTo>
                <a:lnTo>
                  <a:pt x="75" y="741"/>
                </a:lnTo>
                <a:cubicBezTo>
                  <a:pt x="34" y="741"/>
                  <a:pt x="0" y="708"/>
                  <a:pt x="0" y="667"/>
                </a:cubicBezTo>
                <a:cubicBezTo>
                  <a:pt x="0" y="625"/>
                  <a:pt x="34" y="592"/>
                  <a:pt x="75" y="592"/>
                </a:cubicBezTo>
                <a:lnTo>
                  <a:pt x="158" y="592"/>
                </a:lnTo>
                <a:lnTo>
                  <a:pt x="158" y="426"/>
                </a:lnTo>
                <a:lnTo>
                  <a:pt x="75" y="426"/>
                </a:lnTo>
                <a:cubicBezTo>
                  <a:pt x="34" y="426"/>
                  <a:pt x="0" y="392"/>
                  <a:pt x="0" y="351"/>
                </a:cubicBezTo>
                <a:cubicBezTo>
                  <a:pt x="0" y="310"/>
                  <a:pt x="34" y="276"/>
                  <a:pt x="75" y="276"/>
                </a:cubicBezTo>
                <a:lnTo>
                  <a:pt x="158" y="276"/>
                </a:lnTo>
                <a:lnTo>
                  <a:pt x="158" y="208"/>
                </a:lnTo>
                <a:cubicBezTo>
                  <a:pt x="158" y="93"/>
                  <a:pt x="251" y="0"/>
                  <a:pt x="366" y="0"/>
                </a:cubicBezTo>
                <a:lnTo>
                  <a:pt x="1756" y="0"/>
                </a:lnTo>
                <a:cubicBezTo>
                  <a:pt x="1871" y="0"/>
                  <a:pt x="1964" y="93"/>
                  <a:pt x="1964" y="208"/>
                </a:cubicBezTo>
                <a:lnTo>
                  <a:pt x="1964" y="2387"/>
                </a:lnTo>
                <a:cubicBezTo>
                  <a:pt x="1964" y="2501"/>
                  <a:pt x="1871" y="2595"/>
                  <a:pt x="1756" y="2595"/>
                </a:cubicBezTo>
                <a:close/>
                <a:moveTo>
                  <a:pt x="366" y="149"/>
                </a:moveTo>
                <a:cubicBezTo>
                  <a:pt x="334" y="149"/>
                  <a:pt x="308" y="176"/>
                  <a:pt x="308" y="208"/>
                </a:cubicBezTo>
                <a:lnTo>
                  <a:pt x="308" y="276"/>
                </a:lnTo>
                <a:lnTo>
                  <a:pt x="391" y="276"/>
                </a:lnTo>
                <a:cubicBezTo>
                  <a:pt x="432" y="276"/>
                  <a:pt x="465" y="310"/>
                  <a:pt x="465" y="351"/>
                </a:cubicBezTo>
                <a:cubicBezTo>
                  <a:pt x="465" y="392"/>
                  <a:pt x="432" y="426"/>
                  <a:pt x="391" y="426"/>
                </a:cubicBezTo>
                <a:lnTo>
                  <a:pt x="308" y="426"/>
                </a:lnTo>
                <a:lnTo>
                  <a:pt x="308" y="592"/>
                </a:lnTo>
                <a:lnTo>
                  <a:pt x="391" y="592"/>
                </a:lnTo>
                <a:cubicBezTo>
                  <a:pt x="432" y="592"/>
                  <a:pt x="465" y="625"/>
                  <a:pt x="465" y="667"/>
                </a:cubicBezTo>
                <a:cubicBezTo>
                  <a:pt x="465" y="708"/>
                  <a:pt x="432" y="741"/>
                  <a:pt x="391" y="741"/>
                </a:cubicBezTo>
                <a:lnTo>
                  <a:pt x="308" y="741"/>
                </a:lnTo>
                <a:lnTo>
                  <a:pt x="308" y="908"/>
                </a:lnTo>
                <a:lnTo>
                  <a:pt x="391" y="908"/>
                </a:lnTo>
                <a:cubicBezTo>
                  <a:pt x="432" y="908"/>
                  <a:pt x="465" y="941"/>
                  <a:pt x="465" y="982"/>
                </a:cubicBezTo>
                <a:cubicBezTo>
                  <a:pt x="465" y="1023"/>
                  <a:pt x="432" y="1057"/>
                  <a:pt x="391" y="1057"/>
                </a:cubicBezTo>
                <a:lnTo>
                  <a:pt x="308" y="1057"/>
                </a:lnTo>
                <a:lnTo>
                  <a:pt x="308" y="1223"/>
                </a:lnTo>
                <a:lnTo>
                  <a:pt x="391" y="1223"/>
                </a:lnTo>
                <a:cubicBezTo>
                  <a:pt x="432" y="1223"/>
                  <a:pt x="465" y="1257"/>
                  <a:pt x="465" y="1297"/>
                </a:cubicBezTo>
                <a:cubicBezTo>
                  <a:pt x="465" y="1338"/>
                  <a:pt x="432" y="1371"/>
                  <a:pt x="391" y="1371"/>
                </a:cubicBezTo>
                <a:lnTo>
                  <a:pt x="308" y="1371"/>
                </a:lnTo>
                <a:lnTo>
                  <a:pt x="308" y="1538"/>
                </a:lnTo>
                <a:lnTo>
                  <a:pt x="391" y="1538"/>
                </a:lnTo>
                <a:cubicBezTo>
                  <a:pt x="432" y="1538"/>
                  <a:pt x="465" y="1571"/>
                  <a:pt x="465" y="1612"/>
                </a:cubicBezTo>
                <a:cubicBezTo>
                  <a:pt x="465" y="1654"/>
                  <a:pt x="432" y="1687"/>
                  <a:pt x="391" y="1687"/>
                </a:cubicBezTo>
                <a:lnTo>
                  <a:pt x="308" y="1687"/>
                </a:lnTo>
                <a:lnTo>
                  <a:pt x="308" y="1853"/>
                </a:lnTo>
                <a:lnTo>
                  <a:pt x="391" y="1853"/>
                </a:lnTo>
                <a:cubicBezTo>
                  <a:pt x="432" y="1853"/>
                  <a:pt x="465" y="1887"/>
                  <a:pt x="465" y="1928"/>
                </a:cubicBezTo>
                <a:cubicBezTo>
                  <a:pt x="465" y="1969"/>
                  <a:pt x="432" y="2003"/>
                  <a:pt x="391" y="2003"/>
                </a:cubicBezTo>
                <a:lnTo>
                  <a:pt x="308" y="2003"/>
                </a:lnTo>
                <a:lnTo>
                  <a:pt x="308" y="2169"/>
                </a:lnTo>
                <a:lnTo>
                  <a:pt x="391" y="2169"/>
                </a:lnTo>
                <a:cubicBezTo>
                  <a:pt x="432" y="2169"/>
                  <a:pt x="465" y="2203"/>
                  <a:pt x="465" y="2244"/>
                </a:cubicBezTo>
                <a:cubicBezTo>
                  <a:pt x="465" y="2286"/>
                  <a:pt x="432" y="2318"/>
                  <a:pt x="391" y="2318"/>
                </a:cubicBezTo>
                <a:lnTo>
                  <a:pt x="308" y="2318"/>
                </a:lnTo>
                <a:lnTo>
                  <a:pt x="308" y="2387"/>
                </a:lnTo>
                <a:cubicBezTo>
                  <a:pt x="308" y="2419"/>
                  <a:pt x="334" y="2445"/>
                  <a:pt x="366" y="2445"/>
                </a:cubicBezTo>
                <a:lnTo>
                  <a:pt x="1341" y="2445"/>
                </a:lnTo>
                <a:lnTo>
                  <a:pt x="1341" y="149"/>
                </a:lnTo>
                <a:lnTo>
                  <a:pt x="366" y="149"/>
                </a:lnTo>
                <a:close/>
                <a:moveTo>
                  <a:pt x="1756" y="2445"/>
                </a:moveTo>
                <a:cubicBezTo>
                  <a:pt x="1788" y="2445"/>
                  <a:pt x="1814" y="2419"/>
                  <a:pt x="1814" y="2387"/>
                </a:cubicBezTo>
                <a:lnTo>
                  <a:pt x="1814" y="208"/>
                </a:lnTo>
                <a:cubicBezTo>
                  <a:pt x="1814" y="176"/>
                  <a:pt x="1788" y="149"/>
                  <a:pt x="1756" y="149"/>
                </a:cubicBezTo>
                <a:lnTo>
                  <a:pt x="1490" y="149"/>
                </a:lnTo>
                <a:lnTo>
                  <a:pt x="1490" y="2445"/>
                </a:lnTo>
                <a:lnTo>
                  <a:pt x="1756" y="2445"/>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62" name="Freeform 16">
            <a:extLst>
              <a:ext uri="{FF2B5EF4-FFF2-40B4-BE49-F238E27FC236}">
                <a16:creationId xmlns:a16="http://schemas.microsoft.com/office/drawing/2014/main" id="{C2C0A9A8-758C-F247-8E52-FB2AAE748D20}"/>
              </a:ext>
            </a:extLst>
          </p:cNvPr>
          <p:cNvSpPr>
            <a:spLocks noChangeAspect="1" noChangeArrowheads="1"/>
          </p:cNvSpPr>
          <p:nvPr/>
        </p:nvSpPr>
        <p:spPr bwMode="auto">
          <a:xfrm>
            <a:off x="10329455" y="3319882"/>
            <a:ext cx="470383" cy="435825"/>
          </a:xfrm>
          <a:custGeom>
            <a:avLst/>
            <a:gdLst>
              <a:gd name="T0" fmla="*/ 187598 w 2948"/>
              <a:gd name="T1" fmla="*/ 226068 h 2739"/>
              <a:gd name="T2" fmla="*/ 153789 w 2948"/>
              <a:gd name="T3" fmla="*/ 192683 h 2739"/>
              <a:gd name="T4" fmla="*/ 145369 w 2948"/>
              <a:gd name="T5" fmla="*/ 150887 h 2739"/>
              <a:gd name="T6" fmla="*/ 111559 w 2948"/>
              <a:gd name="T7" fmla="*/ 184140 h 2739"/>
              <a:gd name="T8" fmla="*/ 145369 w 2948"/>
              <a:gd name="T9" fmla="*/ 150887 h 2739"/>
              <a:gd name="T10" fmla="*/ 153789 w 2948"/>
              <a:gd name="T11" fmla="*/ 150887 h 2739"/>
              <a:gd name="T12" fmla="*/ 187598 w 2948"/>
              <a:gd name="T13" fmla="*/ 184140 h 2739"/>
              <a:gd name="T14" fmla="*/ 165629 w 2948"/>
              <a:gd name="T15" fmla="*/ 310055 h 2739"/>
              <a:gd name="T16" fmla="*/ 77881 w 2948"/>
              <a:gd name="T17" fmla="*/ 162585 h 2739"/>
              <a:gd name="T18" fmla="*/ 196149 w 2948"/>
              <a:gd name="T19" fmla="*/ 52048 h 2739"/>
              <a:gd name="T20" fmla="*/ 362567 w 2948"/>
              <a:gd name="T21" fmla="*/ 209639 h 2739"/>
              <a:gd name="T22" fmla="*/ 219172 w 2948"/>
              <a:gd name="T23" fmla="*/ 23395 h 2739"/>
              <a:gd name="T24" fmla="*/ 171943 w 2948"/>
              <a:gd name="T25" fmla="*/ 23395 h 2739"/>
              <a:gd name="T26" fmla="*/ 29863 w 2948"/>
              <a:gd name="T27" fmla="*/ 211084 h 2739"/>
              <a:gd name="T28" fmla="*/ 52359 w 2948"/>
              <a:gd name="T29" fmla="*/ 334633 h 2739"/>
              <a:gd name="T30" fmla="*/ 165629 w 2948"/>
              <a:gd name="T31" fmla="*/ 310055 h 2739"/>
              <a:gd name="T32" fmla="*/ 235879 w 2948"/>
              <a:gd name="T33" fmla="*/ 260241 h 2739"/>
              <a:gd name="T34" fmla="*/ 235879 w 2948"/>
              <a:gd name="T35" fmla="*/ 267076 h 2739"/>
              <a:gd name="T36" fmla="*/ 342834 w 2948"/>
              <a:gd name="T37" fmla="*/ 263790 h 2739"/>
              <a:gd name="T38" fmla="*/ 320206 w 2948"/>
              <a:gd name="T39" fmla="*/ 217919 h 2739"/>
              <a:gd name="T40" fmla="*/ 187072 w 2948"/>
              <a:gd name="T41" fmla="*/ 272990 h 2739"/>
              <a:gd name="T42" fmla="*/ 241799 w 2948"/>
              <a:gd name="T43" fmla="*/ 359869 h 2739"/>
              <a:gd name="T44" fmla="*/ 320206 w 2948"/>
              <a:gd name="T45" fmla="*/ 335027 h 2739"/>
              <a:gd name="T46" fmla="*/ 320206 w 2948"/>
              <a:gd name="T47" fmla="*/ 217919 h 2739"/>
              <a:gd name="T48" fmla="*/ 204174 w 2948"/>
              <a:gd name="T49" fmla="*/ 272727 h 2739"/>
              <a:gd name="T50" fmla="*/ 313760 w 2948"/>
              <a:gd name="T51" fmla="*/ 233954 h 2739"/>
              <a:gd name="T52" fmla="*/ 313760 w 2948"/>
              <a:gd name="T53" fmla="*/ 317941 h 2739"/>
              <a:gd name="T54" fmla="*/ 145369 w 2948"/>
              <a:gd name="T55" fmla="*/ 226068 h 2739"/>
              <a:gd name="T56" fmla="*/ 111559 w 2948"/>
              <a:gd name="T57" fmla="*/ 192683 h 2739"/>
              <a:gd name="T58" fmla="*/ 145369 w 2948"/>
              <a:gd name="T59" fmla="*/ 226068 h 2739"/>
              <a:gd name="T60" fmla="*/ 235879 w 2948"/>
              <a:gd name="T61" fmla="*/ 285345 h 2739"/>
              <a:gd name="T62" fmla="*/ 235879 w 2948"/>
              <a:gd name="T63" fmla="*/ 292180 h 2739"/>
              <a:gd name="T64" fmla="*/ 342834 w 2948"/>
              <a:gd name="T65" fmla="*/ 288894 h 273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948" h="2739">
                <a:moveTo>
                  <a:pt x="1169" y="1720"/>
                </a:moveTo>
                <a:lnTo>
                  <a:pt x="1426" y="1720"/>
                </a:lnTo>
                <a:lnTo>
                  <a:pt x="1426" y="1466"/>
                </a:lnTo>
                <a:lnTo>
                  <a:pt x="1169" y="1466"/>
                </a:lnTo>
                <a:lnTo>
                  <a:pt x="1169" y="1720"/>
                </a:lnTo>
                <a:close/>
                <a:moveTo>
                  <a:pt x="1105" y="1148"/>
                </a:moveTo>
                <a:lnTo>
                  <a:pt x="848" y="1148"/>
                </a:lnTo>
                <a:lnTo>
                  <a:pt x="848" y="1401"/>
                </a:lnTo>
                <a:lnTo>
                  <a:pt x="1105" y="1401"/>
                </a:lnTo>
                <a:lnTo>
                  <a:pt x="1105" y="1148"/>
                </a:lnTo>
                <a:close/>
                <a:moveTo>
                  <a:pt x="1426" y="1148"/>
                </a:moveTo>
                <a:lnTo>
                  <a:pt x="1169" y="1148"/>
                </a:lnTo>
                <a:lnTo>
                  <a:pt x="1169" y="1401"/>
                </a:lnTo>
                <a:lnTo>
                  <a:pt x="1426" y="1401"/>
                </a:lnTo>
                <a:lnTo>
                  <a:pt x="1426" y="1148"/>
                </a:lnTo>
                <a:close/>
                <a:moveTo>
                  <a:pt x="1259" y="2359"/>
                </a:moveTo>
                <a:lnTo>
                  <a:pt x="591" y="2354"/>
                </a:lnTo>
                <a:lnTo>
                  <a:pt x="592" y="1237"/>
                </a:lnTo>
                <a:lnTo>
                  <a:pt x="643" y="1196"/>
                </a:lnTo>
                <a:lnTo>
                  <a:pt x="1491" y="396"/>
                </a:lnTo>
                <a:lnTo>
                  <a:pt x="2370" y="1235"/>
                </a:lnTo>
                <a:cubicBezTo>
                  <a:pt x="2370" y="1235"/>
                  <a:pt x="2446" y="1303"/>
                  <a:pt x="2756" y="1595"/>
                </a:cubicBezTo>
                <a:lnTo>
                  <a:pt x="2947" y="1398"/>
                </a:lnTo>
                <a:lnTo>
                  <a:pt x="1666" y="178"/>
                </a:lnTo>
                <a:lnTo>
                  <a:pt x="1486" y="0"/>
                </a:lnTo>
                <a:lnTo>
                  <a:pt x="1307" y="178"/>
                </a:lnTo>
                <a:lnTo>
                  <a:pt x="0" y="1398"/>
                </a:lnTo>
                <a:lnTo>
                  <a:pt x="227" y="1606"/>
                </a:lnTo>
                <a:lnTo>
                  <a:pt x="398" y="1427"/>
                </a:lnTo>
                <a:lnTo>
                  <a:pt x="398" y="2546"/>
                </a:lnTo>
                <a:lnTo>
                  <a:pt x="1446" y="2546"/>
                </a:lnTo>
                <a:cubicBezTo>
                  <a:pt x="1369" y="2494"/>
                  <a:pt x="1308" y="2420"/>
                  <a:pt x="1259" y="2359"/>
                </a:cubicBezTo>
                <a:close/>
                <a:moveTo>
                  <a:pt x="2553" y="1980"/>
                </a:moveTo>
                <a:lnTo>
                  <a:pt x="1793" y="1980"/>
                </a:lnTo>
                <a:cubicBezTo>
                  <a:pt x="1763" y="1980"/>
                  <a:pt x="1739" y="1974"/>
                  <a:pt x="1739" y="2003"/>
                </a:cubicBezTo>
                <a:cubicBezTo>
                  <a:pt x="1739" y="2032"/>
                  <a:pt x="1763" y="2032"/>
                  <a:pt x="1793" y="2032"/>
                </a:cubicBezTo>
                <a:lnTo>
                  <a:pt x="2553" y="2032"/>
                </a:lnTo>
                <a:cubicBezTo>
                  <a:pt x="2582" y="2032"/>
                  <a:pt x="2606" y="2036"/>
                  <a:pt x="2606" y="2007"/>
                </a:cubicBezTo>
                <a:cubicBezTo>
                  <a:pt x="2606" y="1978"/>
                  <a:pt x="2582" y="1980"/>
                  <a:pt x="2553" y="1980"/>
                </a:cubicBezTo>
                <a:close/>
                <a:moveTo>
                  <a:pt x="2434" y="1658"/>
                </a:moveTo>
                <a:lnTo>
                  <a:pt x="1911" y="1658"/>
                </a:lnTo>
                <a:cubicBezTo>
                  <a:pt x="1634" y="1658"/>
                  <a:pt x="1422" y="1798"/>
                  <a:pt x="1422" y="2077"/>
                </a:cubicBezTo>
                <a:cubicBezTo>
                  <a:pt x="1422" y="2333"/>
                  <a:pt x="1648" y="2516"/>
                  <a:pt x="1897" y="2550"/>
                </a:cubicBezTo>
                <a:cubicBezTo>
                  <a:pt x="1935" y="2586"/>
                  <a:pt x="1838" y="2738"/>
                  <a:pt x="1838" y="2738"/>
                </a:cubicBezTo>
                <a:cubicBezTo>
                  <a:pt x="1900" y="2694"/>
                  <a:pt x="2133" y="2582"/>
                  <a:pt x="2201" y="2549"/>
                </a:cubicBezTo>
                <a:lnTo>
                  <a:pt x="2434" y="2549"/>
                </a:lnTo>
                <a:cubicBezTo>
                  <a:pt x="2712" y="2549"/>
                  <a:pt x="2901" y="2355"/>
                  <a:pt x="2901" y="2077"/>
                </a:cubicBezTo>
                <a:cubicBezTo>
                  <a:pt x="2901" y="1798"/>
                  <a:pt x="2712" y="1658"/>
                  <a:pt x="2434" y="1658"/>
                </a:cubicBezTo>
                <a:close/>
                <a:moveTo>
                  <a:pt x="1986" y="2419"/>
                </a:moveTo>
                <a:cubicBezTo>
                  <a:pt x="1797" y="2419"/>
                  <a:pt x="1552" y="2263"/>
                  <a:pt x="1552" y="2075"/>
                </a:cubicBezTo>
                <a:cubicBezTo>
                  <a:pt x="1552" y="1888"/>
                  <a:pt x="1797" y="1782"/>
                  <a:pt x="1986" y="1782"/>
                </a:cubicBezTo>
                <a:lnTo>
                  <a:pt x="2385" y="1780"/>
                </a:lnTo>
                <a:cubicBezTo>
                  <a:pt x="2573" y="1780"/>
                  <a:pt x="2772" y="1888"/>
                  <a:pt x="2772" y="2075"/>
                </a:cubicBezTo>
                <a:cubicBezTo>
                  <a:pt x="2772" y="2263"/>
                  <a:pt x="2573" y="2419"/>
                  <a:pt x="2385" y="2419"/>
                </a:cubicBezTo>
                <a:lnTo>
                  <a:pt x="1986" y="2419"/>
                </a:lnTo>
                <a:close/>
                <a:moveTo>
                  <a:pt x="1105" y="1720"/>
                </a:moveTo>
                <a:lnTo>
                  <a:pt x="1105" y="1466"/>
                </a:lnTo>
                <a:lnTo>
                  <a:pt x="848" y="1466"/>
                </a:lnTo>
                <a:lnTo>
                  <a:pt x="848" y="1720"/>
                </a:lnTo>
                <a:lnTo>
                  <a:pt x="1105" y="1720"/>
                </a:lnTo>
                <a:close/>
                <a:moveTo>
                  <a:pt x="2553" y="2171"/>
                </a:moveTo>
                <a:lnTo>
                  <a:pt x="1793" y="2171"/>
                </a:lnTo>
                <a:cubicBezTo>
                  <a:pt x="1763" y="2171"/>
                  <a:pt x="1739" y="2165"/>
                  <a:pt x="1739" y="2194"/>
                </a:cubicBezTo>
                <a:cubicBezTo>
                  <a:pt x="1739" y="2224"/>
                  <a:pt x="1763" y="2223"/>
                  <a:pt x="1793" y="2223"/>
                </a:cubicBezTo>
                <a:lnTo>
                  <a:pt x="2553" y="2223"/>
                </a:lnTo>
                <a:cubicBezTo>
                  <a:pt x="2582" y="2223"/>
                  <a:pt x="2606" y="2228"/>
                  <a:pt x="2606" y="2198"/>
                </a:cubicBezTo>
                <a:cubicBezTo>
                  <a:pt x="2606" y="2169"/>
                  <a:pt x="2582" y="2171"/>
                  <a:pt x="2553" y="2171"/>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63" name="Freeform 17">
            <a:extLst>
              <a:ext uri="{FF2B5EF4-FFF2-40B4-BE49-F238E27FC236}">
                <a16:creationId xmlns:a16="http://schemas.microsoft.com/office/drawing/2014/main" id="{8BB26A37-295E-3449-8AF6-C808E3D859C9}"/>
              </a:ext>
            </a:extLst>
          </p:cNvPr>
          <p:cNvSpPr>
            <a:spLocks noChangeAspect="1" noChangeArrowheads="1"/>
          </p:cNvSpPr>
          <p:nvPr/>
        </p:nvSpPr>
        <p:spPr bwMode="auto">
          <a:xfrm>
            <a:off x="11107028" y="3319882"/>
            <a:ext cx="426225" cy="435825"/>
          </a:xfrm>
          <a:custGeom>
            <a:avLst/>
            <a:gdLst>
              <a:gd name="T0" fmla="*/ 321605 w 2805"/>
              <a:gd name="T1" fmla="*/ 203560 h 2865"/>
              <a:gd name="T2" fmla="*/ 335795 w 2805"/>
              <a:gd name="T3" fmla="*/ 233340 h 2865"/>
              <a:gd name="T4" fmla="*/ 304275 w 2805"/>
              <a:gd name="T5" fmla="*/ 248168 h 2865"/>
              <a:gd name="T6" fmla="*/ 317084 w 2805"/>
              <a:gd name="T7" fmla="*/ 275309 h 2865"/>
              <a:gd name="T8" fmla="*/ 278029 w 2805"/>
              <a:gd name="T9" fmla="*/ 293654 h 2865"/>
              <a:gd name="T10" fmla="*/ 268737 w 2805"/>
              <a:gd name="T11" fmla="*/ 274052 h 2865"/>
              <a:gd name="T12" fmla="*/ 288201 w 2805"/>
              <a:gd name="T13" fmla="*/ 265005 h 2865"/>
              <a:gd name="T14" fmla="*/ 275267 w 2805"/>
              <a:gd name="T15" fmla="*/ 237864 h 2865"/>
              <a:gd name="T16" fmla="*/ 306787 w 2805"/>
              <a:gd name="T17" fmla="*/ 223037 h 2865"/>
              <a:gd name="T18" fmla="*/ 292596 w 2805"/>
              <a:gd name="T19" fmla="*/ 193257 h 2865"/>
              <a:gd name="T20" fmla="*/ 323238 w 2805"/>
              <a:gd name="T21" fmla="*/ 179058 h 2865"/>
              <a:gd name="T22" fmla="*/ 313191 w 2805"/>
              <a:gd name="T23" fmla="*/ 158073 h 2865"/>
              <a:gd name="T24" fmla="*/ 332907 w 2805"/>
              <a:gd name="T25" fmla="*/ 148775 h 2865"/>
              <a:gd name="T26" fmla="*/ 352120 w 2805"/>
              <a:gd name="T27" fmla="*/ 189236 h 2865"/>
              <a:gd name="T28" fmla="*/ 321605 w 2805"/>
              <a:gd name="T29" fmla="*/ 203560 h 2865"/>
              <a:gd name="T30" fmla="*/ 24864 w 2805"/>
              <a:gd name="T31" fmla="*/ 291770 h 2865"/>
              <a:gd name="T32" fmla="*/ 129973 w 2805"/>
              <a:gd name="T33" fmla="*/ 0 h 2865"/>
              <a:gd name="T34" fmla="*/ 320726 w 2805"/>
              <a:gd name="T35" fmla="*/ 67979 h 2865"/>
              <a:gd name="T36" fmla="*/ 215743 w 2805"/>
              <a:gd name="T37" fmla="*/ 359874 h 2865"/>
              <a:gd name="T38" fmla="*/ 24864 w 2805"/>
              <a:gd name="T39" fmla="*/ 291770 h 2865"/>
              <a:gd name="T40" fmla="*/ 292973 w 2805"/>
              <a:gd name="T41" fmla="*/ 81173 h 2865"/>
              <a:gd name="T42" fmla="*/ 143033 w 2805"/>
              <a:gd name="T43" fmla="*/ 27644 h 2865"/>
              <a:gd name="T44" fmla="*/ 74970 w 2805"/>
              <a:gd name="T45" fmla="*/ 216628 h 2865"/>
              <a:gd name="T46" fmla="*/ 224910 w 2805"/>
              <a:gd name="T47" fmla="*/ 270157 h 2865"/>
              <a:gd name="T48" fmla="*/ 292973 w 2805"/>
              <a:gd name="T49" fmla="*/ 81173 h 2865"/>
              <a:gd name="T50" fmla="*/ 67686 w 2805"/>
              <a:gd name="T51" fmla="*/ 236984 h 2865"/>
              <a:gd name="T52" fmla="*/ 52743 w 2805"/>
              <a:gd name="T53" fmla="*/ 278702 h 2865"/>
              <a:gd name="T54" fmla="*/ 202557 w 2805"/>
              <a:gd name="T55" fmla="*/ 332230 h 2865"/>
              <a:gd name="T56" fmla="*/ 217626 w 2805"/>
              <a:gd name="T57" fmla="*/ 290513 h 2865"/>
              <a:gd name="T58" fmla="*/ 67686 w 2805"/>
              <a:gd name="T59" fmla="*/ 236984 h 2865"/>
              <a:gd name="T60" fmla="*/ 71203 w 2805"/>
              <a:gd name="T61" fmla="*/ 114346 h 2865"/>
              <a:gd name="T62" fmla="*/ 41315 w 2805"/>
              <a:gd name="T63" fmla="*/ 128419 h 2865"/>
              <a:gd name="T64" fmla="*/ 56133 w 2805"/>
              <a:gd name="T65" fmla="*/ 159832 h 2865"/>
              <a:gd name="T66" fmla="*/ 28883 w 2805"/>
              <a:gd name="T67" fmla="*/ 172649 h 2865"/>
              <a:gd name="T68" fmla="*/ 39431 w 2805"/>
              <a:gd name="T69" fmla="*/ 194639 h 2865"/>
              <a:gd name="T70" fmla="*/ 19716 w 2805"/>
              <a:gd name="T71" fmla="*/ 203812 h 2865"/>
              <a:gd name="T72" fmla="*/ 0 w 2805"/>
              <a:gd name="T73" fmla="*/ 162346 h 2865"/>
              <a:gd name="T74" fmla="*/ 27250 w 2805"/>
              <a:gd name="T75" fmla="*/ 149529 h 2865"/>
              <a:gd name="T76" fmla="*/ 12307 w 2805"/>
              <a:gd name="T77" fmla="*/ 118115 h 2865"/>
              <a:gd name="T78" fmla="*/ 42194 w 2805"/>
              <a:gd name="T79" fmla="*/ 104042 h 2865"/>
              <a:gd name="T80" fmla="*/ 27753 w 2805"/>
              <a:gd name="T81" fmla="*/ 73634 h 2865"/>
              <a:gd name="T82" fmla="*/ 68566 w 2805"/>
              <a:gd name="T83" fmla="*/ 54534 h 2865"/>
              <a:gd name="T84" fmla="*/ 77858 w 2805"/>
              <a:gd name="T85" fmla="*/ 74010 h 2865"/>
              <a:gd name="T86" fmla="*/ 56761 w 2805"/>
              <a:gd name="T87" fmla="*/ 83937 h 2865"/>
              <a:gd name="T88" fmla="*/ 71203 w 2805"/>
              <a:gd name="T89" fmla="*/ 114346 h 286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805" h="2865">
                <a:moveTo>
                  <a:pt x="2561" y="1620"/>
                </a:moveTo>
                <a:lnTo>
                  <a:pt x="2674" y="1857"/>
                </a:lnTo>
                <a:lnTo>
                  <a:pt x="2423" y="1975"/>
                </a:lnTo>
                <a:lnTo>
                  <a:pt x="2525" y="2191"/>
                </a:lnTo>
                <a:lnTo>
                  <a:pt x="2214" y="2337"/>
                </a:lnTo>
                <a:lnTo>
                  <a:pt x="2140" y="2181"/>
                </a:lnTo>
                <a:lnTo>
                  <a:pt x="2295" y="2109"/>
                </a:lnTo>
                <a:lnTo>
                  <a:pt x="2192" y="1893"/>
                </a:lnTo>
                <a:lnTo>
                  <a:pt x="2443" y="1775"/>
                </a:lnTo>
                <a:lnTo>
                  <a:pt x="2330" y="1538"/>
                </a:lnTo>
                <a:lnTo>
                  <a:pt x="2574" y="1425"/>
                </a:lnTo>
                <a:lnTo>
                  <a:pt x="2494" y="1258"/>
                </a:lnTo>
                <a:lnTo>
                  <a:pt x="2651" y="1184"/>
                </a:lnTo>
                <a:lnTo>
                  <a:pt x="2804" y="1506"/>
                </a:lnTo>
                <a:lnTo>
                  <a:pt x="2561" y="1620"/>
                </a:lnTo>
                <a:close/>
                <a:moveTo>
                  <a:pt x="198" y="2322"/>
                </a:moveTo>
                <a:lnTo>
                  <a:pt x="1035" y="0"/>
                </a:lnTo>
                <a:lnTo>
                  <a:pt x="2554" y="541"/>
                </a:lnTo>
                <a:lnTo>
                  <a:pt x="1718" y="2864"/>
                </a:lnTo>
                <a:lnTo>
                  <a:pt x="198" y="2322"/>
                </a:lnTo>
                <a:close/>
                <a:moveTo>
                  <a:pt x="2333" y="646"/>
                </a:moveTo>
                <a:lnTo>
                  <a:pt x="1139" y="220"/>
                </a:lnTo>
                <a:lnTo>
                  <a:pt x="597" y="1724"/>
                </a:lnTo>
                <a:lnTo>
                  <a:pt x="1791" y="2150"/>
                </a:lnTo>
                <a:lnTo>
                  <a:pt x="2333" y="646"/>
                </a:lnTo>
                <a:close/>
                <a:moveTo>
                  <a:pt x="539" y="1886"/>
                </a:moveTo>
                <a:lnTo>
                  <a:pt x="420" y="2218"/>
                </a:lnTo>
                <a:lnTo>
                  <a:pt x="1613" y="2644"/>
                </a:lnTo>
                <a:lnTo>
                  <a:pt x="1733" y="2312"/>
                </a:lnTo>
                <a:lnTo>
                  <a:pt x="539" y="1886"/>
                </a:lnTo>
                <a:close/>
                <a:moveTo>
                  <a:pt x="567" y="910"/>
                </a:moveTo>
                <a:lnTo>
                  <a:pt x="329" y="1022"/>
                </a:lnTo>
                <a:lnTo>
                  <a:pt x="447" y="1272"/>
                </a:lnTo>
                <a:lnTo>
                  <a:pt x="230" y="1374"/>
                </a:lnTo>
                <a:lnTo>
                  <a:pt x="314" y="1549"/>
                </a:lnTo>
                <a:lnTo>
                  <a:pt x="157" y="1622"/>
                </a:lnTo>
                <a:lnTo>
                  <a:pt x="0" y="1292"/>
                </a:lnTo>
                <a:lnTo>
                  <a:pt x="217" y="1190"/>
                </a:lnTo>
                <a:lnTo>
                  <a:pt x="98" y="940"/>
                </a:lnTo>
                <a:lnTo>
                  <a:pt x="336" y="828"/>
                </a:lnTo>
                <a:lnTo>
                  <a:pt x="221" y="586"/>
                </a:lnTo>
                <a:lnTo>
                  <a:pt x="546" y="434"/>
                </a:lnTo>
                <a:lnTo>
                  <a:pt x="620" y="589"/>
                </a:lnTo>
                <a:lnTo>
                  <a:pt x="452" y="668"/>
                </a:lnTo>
                <a:lnTo>
                  <a:pt x="567" y="910"/>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64" name="Freeform 21">
            <a:extLst>
              <a:ext uri="{FF2B5EF4-FFF2-40B4-BE49-F238E27FC236}">
                <a16:creationId xmlns:a16="http://schemas.microsoft.com/office/drawing/2014/main" id="{02C69C5F-90B4-E345-B2B5-5231253F83E7}"/>
              </a:ext>
            </a:extLst>
          </p:cNvPr>
          <p:cNvSpPr>
            <a:spLocks noChangeAspect="1" noChangeArrowheads="1"/>
          </p:cNvSpPr>
          <p:nvPr/>
        </p:nvSpPr>
        <p:spPr bwMode="auto">
          <a:xfrm>
            <a:off x="9573000" y="3319882"/>
            <a:ext cx="449264" cy="435825"/>
          </a:xfrm>
          <a:custGeom>
            <a:avLst/>
            <a:gdLst>
              <a:gd name="T0" fmla="*/ 72889 w 2618"/>
              <a:gd name="T1" fmla="*/ 169011 h 2539"/>
              <a:gd name="T2" fmla="*/ 129044 w 2618"/>
              <a:gd name="T3" fmla="*/ 169011 h 2539"/>
              <a:gd name="T4" fmla="*/ 100966 w 2618"/>
              <a:gd name="T5" fmla="*/ 180496 h 2539"/>
              <a:gd name="T6" fmla="*/ 100966 w 2618"/>
              <a:gd name="T7" fmla="*/ 157527 h 2539"/>
              <a:gd name="T8" fmla="*/ 100966 w 2618"/>
              <a:gd name="T9" fmla="*/ 180496 h 2539"/>
              <a:gd name="T10" fmla="*/ 241497 w 2618"/>
              <a:gd name="T11" fmla="*/ 38566 h 2539"/>
              <a:gd name="T12" fmla="*/ 164638 w 2618"/>
              <a:gd name="T13" fmla="*/ 38566 h 2539"/>
              <a:gd name="T14" fmla="*/ 203067 w 2618"/>
              <a:gd name="T15" fmla="*/ 16589 h 2539"/>
              <a:gd name="T16" fmla="*/ 203067 w 2618"/>
              <a:gd name="T17" fmla="*/ 60544 h 2539"/>
              <a:gd name="T18" fmla="*/ 203067 w 2618"/>
              <a:gd name="T19" fmla="*/ 16589 h 2539"/>
              <a:gd name="T20" fmla="*/ 256245 w 2618"/>
              <a:gd name="T21" fmla="*/ 75998 h 2539"/>
              <a:gd name="T22" fmla="*/ 244049 w 2618"/>
              <a:gd name="T23" fmla="*/ 74722 h 2539"/>
              <a:gd name="T24" fmla="*/ 225331 w 2618"/>
              <a:gd name="T25" fmla="*/ 100244 h 2539"/>
              <a:gd name="T26" fmla="*/ 169743 w 2618"/>
              <a:gd name="T27" fmla="*/ 77558 h 2539"/>
              <a:gd name="T28" fmla="*/ 136702 w 2618"/>
              <a:gd name="T29" fmla="*/ 74297 h 2539"/>
              <a:gd name="T30" fmla="*/ 86360 w 2618"/>
              <a:gd name="T31" fmla="*/ 41827 h 2539"/>
              <a:gd name="T32" fmla="*/ 54879 w 2618"/>
              <a:gd name="T33" fmla="*/ 116266 h 2539"/>
              <a:gd name="T34" fmla="*/ 29212 w 2618"/>
              <a:gd name="T35" fmla="*/ 168728 h 2539"/>
              <a:gd name="T36" fmla="*/ 0 w 2618"/>
              <a:gd name="T37" fmla="*/ 181063 h 2539"/>
              <a:gd name="T38" fmla="*/ 3687 w 2618"/>
              <a:gd name="T39" fmla="*/ 241465 h 2539"/>
              <a:gd name="T40" fmla="*/ 92600 w 2618"/>
              <a:gd name="T41" fmla="*/ 307113 h 2539"/>
              <a:gd name="T42" fmla="*/ 100683 w 2618"/>
              <a:gd name="T43" fmla="*/ 359858 h 2539"/>
              <a:gd name="T44" fmla="*/ 160383 w 2618"/>
              <a:gd name="T45" fmla="*/ 351493 h 2539"/>
              <a:gd name="T46" fmla="*/ 202358 w 2618"/>
              <a:gd name="T47" fmla="*/ 343411 h 2539"/>
              <a:gd name="T48" fmla="*/ 240930 w 2618"/>
              <a:gd name="T49" fmla="*/ 351493 h 2539"/>
              <a:gd name="T50" fmla="*/ 301623 w 2618"/>
              <a:gd name="T51" fmla="*/ 359858 h 2539"/>
              <a:gd name="T52" fmla="*/ 309989 w 2618"/>
              <a:gd name="T53" fmla="*/ 310232 h 2539"/>
              <a:gd name="T54" fmla="*/ 371108 w 2618"/>
              <a:gd name="T55" fmla="*/ 203466 h 2539"/>
              <a:gd name="T56" fmla="*/ 114296 w 2618"/>
              <a:gd name="T57" fmla="*/ 78409 h 2539"/>
              <a:gd name="T58" fmla="*/ 92742 w 2618"/>
              <a:gd name="T59" fmla="*/ 62812 h 2539"/>
              <a:gd name="T60" fmla="*/ 340478 w 2618"/>
              <a:gd name="T61" fmla="*/ 260748 h 2539"/>
              <a:gd name="T62" fmla="*/ 293398 w 2618"/>
              <a:gd name="T63" fmla="*/ 304986 h 2539"/>
              <a:gd name="T64" fmla="*/ 257946 w 2618"/>
              <a:gd name="T65" fmla="*/ 343269 h 2539"/>
              <a:gd name="T66" fmla="*/ 254543 w 2618"/>
              <a:gd name="T67" fmla="*/ 321434 h 2539"/>
              <a:gd name="T68" fmla="*/ 202500 w 2618"/>
              <a:gd name="T69" fmla="*/ 326822 h 2539"/>
              <a:gd name="T70" fmla="*/ 154569 w 2618"/>
              <a:gd name="T71" fmla="*/ 317747 h 2539"/>
              <a:gd name="T72" fmla="*/ 143792 w 2618"/>
              <a:gd name="T73" fmla="*/ 325687 h 2539"/>
              <a:gd name="T74" fmla="*/ 109191 w 2618"/>
              <a:gd name="T75" fmla="*/ 343269 h 2539"/>
              <a:gd name="T76" fmla="*/ 100825 w 2618"/>
              <a:gd name="T77" fmla="*/ 291091 h 2539"/>
              <a:gd name="T78" fmla="*/ 40415 w 2618"/>
              <a:gd name="T79" fmla="*/ 246002 h 2539"/>
              <a:gd name="T80" fmla="*/ 16450 w 2618"/>
              <a:gd name="T81" fmla="*/ 187869 h 2539"/>
              <a:gd name="T82" fmla="*/ 43393 w 2618"/>
              <a:gd name="T83" fmla="*/ 178369 h 2539"/>
              <a:gd name="T84" fmla="*/ 134007 w 2618"/>
              <a:gd name="T85" fmla="*/ 91312 h 2539"/>
              <a:gd name="T86" fmla="*/ 157264 w 2618"/>
              <a:gd name="T87" fmla="*/ 89468 h 2539"/>
              <a:gd name="T88" fmla="*/ 175840 w 2618"/>
              <a:gd name="T89" fmla="*/ 116692 h 2539"/>
              <a:gd name="T90" fmla="*/ 237668 w 2618"/>
              <a:gd name="T91" fmla="*/ 112296 h 2539"/>
              <a:gd name="T92" fmla="*/ 251991 w 2618"/>
              <a:gd name="T93" fmla="*/ 92162 h 2539"/>
              <a:gd name="T94" fmla="*/ 254685 w 2618"/>
              <a:gd name="T95" fmla="*/ 92446 h 2539"/>
              <a:gd name="T96" fmla="*/ 354517 w 2618"/>
              <a:gd name="T97" fmla="*/ 202190 h 253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618" h="2539">
                <a:moveTo>
                  <a:pt x="712" y="994"/>
                </a:moveTo>
                <a:cubicBezTo>
                  <a:pt x="603" y="994"/>
                  <a:pt x="514" y="1083"/>
                  <a:pt x="514" y="1192"/>
                </a:cubicBezTo>
                <a:cubicBezTo>
                  <a:pt x="514" y="1300"/>
                  <a:pt x="603" y="1389"/>
                  <a:pt x="712" y="1389"/>
                </a:cubicBezTo>
                <a:cubicBezTo>
                  <a:pt x="821" y="1389"/>
                  <a:pt x="910" y="1300"/>
                  <a:pt x="910" y="1192"/>
                </a:cubicBezTo>
                <a:cubicBezTo>
                  <a:pt x="910" y="1083"/>
                  <a:pt x="821" y="994"/>
                  <a:pt x="712" y="994"/>
                </a:cubicBezTo>
                <a:close/>
                <a:moveTo>
                  <a:pt x="712" y="1273"/>
                </a:moveTo>
                <a:cubicBezTo>
                  <a:pt x="667" y="1273"/>
                  <a:pt x="631" y="1237"/>
                  <a:pt x="631" y="1192"/>
                </a:cubicBezTo>
                <a:cubicBezTo>
                  <a:pt x="631" y="1147"/>
                  <a:pt x="667" y="1111"/>
                  <a:pt x="712" y="1111"/>
                </a:cubicBezTo>
                <a:cubicBezTo>
                  <a:pt x="757" y="1111"/>
                  <a:pt x="793" y="1147"/>
                  <a:pt x="793" y="1192"/>
                </a:cubicBezTo>
                <a:cubicBezTo>
                  <a:pt x="793" y="1237"/>
                  <a:pt x="757" y="1273"/>
                  <a:pt x="712" y="1273"/>
                </a:cubicBezTo>
                <a:close/>
                <a:moveTo>
                  <a:pt x="1432" y="544"/>
                </a:moveTo>
                <a:cubicBezTo>
                  <a:pt x="1581" y="544"/>
                  <a:pt x="1703" y="422"/>
                  <a:pt x="1703" y="272"/>
                </a:cubicBezTo>
                <a:cubicBezTo>
                  <a:pt x="1703" y="122"/>
                  <a:pt x="1581" y="0"/>
                  <a:pt x="1432" y="0"/>
                </a:cubicBezTo>
                <a:cubicBezTo>
                  <a:pt x="1283" y="0"/>
                  <a:pt x="1161" y="122"/>
                  <a:pt x="1161" y="272"/>
                </a:cubicBezTo>
                <a:cubicBezTo>
                  <a:pt x="1161" y="422"/>
                  <a:pt x="1283" y="544"/>
                  <a:pt x="1432" y="544"/>
                </a:cubicBezTo>
                <a:close/>
                <a:moveTo>
                  <a:pt x="1432" y="117"/>
                </a:moveTo>
                <a:cubicBezTo>
                  <a:pt x="1517" y="117"/>
                  <a:pt x="1587" y="186"/>
                  <a:pt x="1587" y="272"/>
                </a:cubicBezTo>
                <a:cubicBezTo>
                  <a:pt x="1587" y="358"/>
                  <a:pt x="1517" y="427"/>
                  <a:pt x="1432" y="427"/>
                </a:cubicBezTo>
                <a:cubicBezTo>
                  <a:pt x="1346" y="427"/>
                  <a:pt x="1277" y="358"/>
                  <a:pt x="1277" y="272"/>
                </a:cubicBezTo>
                <a:cubicBezTo>
                  <a:pt x="1277" y="186"/>
                  <a:pt x="1346" y="117"/>
                  <a:pt x="1432" y="117"/>
                </a:cubicBezTo>
                <a:close/>
                <a:moveTo>
                  <a:pt x="2617" y="1435"/>
                </a:moveTo>
                <a:cubicBezTo>
                  <a:pt x="2617" y="952"/>
                  <a:pt x="2276" y="574"/>
                  <a:pt x="1807" y="536"/>
                </a:cubicBezTo>
                <a:cubicBezTo>
                  <a:pt x="1802" y="536"/>
                  <a:pt x="1797" y="535"/>
                  <a:pt x="1792" y="534"/>
                </a:cubicBezTo>
                <a:cubicBezTo>
                  <a:pt x="1769" y="531"/>
                  <a:pt x="1746" y="528"/>
                  <a:pt x="1721" y="527"/>
                </a:cubicBezTo>
                <a:cubicBezTo>
                  <a:pt x="1698" y="525"/>
                  <a:pt x="1676" y="537"/>
                  <a:pt x="1665" y="558"/>
                </a:cubicBezTo>
                <a:lnTo>
                  <a:pt x="1589" y="707"/>
                </a:lnTo>
                <a:lnTo>
                  <a:pt x="1276" y="707"/>
                </a:lnTo>
                <a:lnTo>
                  <a:pt x="1197" y="547"/>
                </a:lnTo>
                <a:cubicBezTo>
                  <a:pt x="1187" y="527"/>
                  <a:pt x="1167" y="514"/>
                  <a:pt x="1145" y="514"/>
                </a:cubicBezTo>
                <a:cubicBezTo>
                  <a:pt x="1081" y="514"/>
                  <a:pt x="1021" y="518"/>
                  <a:pt x="964" y="524"/>
                </a:cubicBezTo>
                <a:lnTo>
                  <a:pt x="660" y="303"/>
                </a:lnTo>
                <a:cubicBezTo>
                  <a:pt x="646" y="293"/>
                  <a:pt x="627" y="289"/>
                  <a:pt x="609" y="295"/>
                </a:cubicBezTo>
                <a:cubicBezTo>
                  <a:pt x="592" y="300"/>
                  <a:pt x="578" y="313"/>
                  <a:pt x="572" y="330"/>
                </a:cubicBezTo>
                <a:lnTo>
                  <a:pt x="387" y="820"/>
                </a:lnTo>
                <a:cubicBezTo>
                  <a:pt x="386" y="821"/>
                  <a:pt x="386" y="823"/>
                  <a:pt x="386" y="824"/>
                </a:cubicBezTo>
                <a:cubicBezTo>
                  <a:pt x="314" y="917"/>
                  <a:pt x="257" y="1035"/>
                  <a:pt x="206" y="1190"/>
                </a:cubicBezTo>
                <a:lnTo>
                  <a:pt x="47" y="1220"/>
                </a:lnTo>
                <a:cubicBezTo>
                  <a:pt x="19" y="1225"/>
                  <a:pt x="0" y="1249"/>
                  <a:pt x="0" y="1277"/>
                </a:cubicBezTo>
                <a:lnTo>
                  <a:pt x="0" y="1654"/>
                </a:lnTo>
                <a:cubicBezTo>
                  <a:pt x="0" y="1674"/>
                  <a:pt x="9" y="1692"/>
                  <a:pt x="26" y="1703"/>
                </a:cubicBezTo>
                <a:lnTo>
                  <a:pt x="205" y="1822"/>
                </a:lnTo>
                <a:cubicBezTo>
                  <a:pt x="279" y="2003"/>
                  <a:pt x="462" y="2141"/>
                  <a:pt x="653" y="2166"/>
                </a:cubicBezTo>
                <a:lnTo>
                  <a:pt x="653" y="2479"/>
                </a:lnTo>
                <a:cubicBezTo>
                  <a:pt x="653" y="2511"/>
                  <a:pt x="678" y="2538"/>
                  <a:pt x="710" y="2538"/>
                </a:cubicBezTo>
                <a:lnTo>
                  <a:pt x="1072" y="2538"/>
                </a:lnTo>
                <a:cubicBezTo>
                  <a:pt x="1104" y="2538"/>
                  <a:pt x="1131" y="2511"/>
                  <a:pt x="1131" y="2479"/>
                </a:cubicBezTo>
                <a:lnTo>
                  <a:pt x="1131" y="2377"/>
                </a:lnTo>
                <a:cubicBezTo>
                  <a:pt x="1223" y="2405"/>
                  <a:pt x="1297" y="2422"/>
                  <a:pt x="1427" y="2422"/>
                </a:cubicBezTo>
                <a:cubicBezTo>
                  <a:pt x="1540" y="2422"/>
                  <a:pt x="1616" y="2410"/>
                  <a:pt x="1699" y="2389"/>
                </a:cubicBezTo>
                <a:lnTo>
                  <a:pt x="1699" y="2479"/>
                </a:lnTo>
                <a:cubicBezTo>
                  <a:pt x="1699" y="2511"/>
                  <a:pt x="1727" y="2538"/>
                  <a:pt x="1759" y="2538"/>
                </a:cubicBezTo>
                <a:lnTo>
                  <a:pt x="2127" y="2538"/>
                </a:lnTo>
                <a:cubicBezTo>
                  <a:pt x="2159" y="2538"/>
                  <a:pt x="2186" y="2511"/>
                  <a:pt x="2186" y="2479"/>
                </a:cubicBezTo>
                <a:lnTo>
                  <a:pt x="2186" y="2188"/>
                </a:lnTo>
                <a:cubicBezTo>
                  <a:pt x="2460" y="2054"/>
                  <a:pt x="2614" y="1791"/>
                  <a:pt x="2617" y="1444"/>
                </a:cubicBezTo>
                <a:cubicBezTo>
                  <a:pt x="2617" y="1441"/>
                  <a:pt x="2617" y="1438"/>
                  <a:pt x="2617" y="1435"/>
                </a:cubicBezTo>
                <a:close/>
                <a:moveTo>
                  <a:pt x="654" y="443"/>
                </a:moveTo>
                <a:lnTo>
                  <a:pt x="806" y="553"/>
                </a:lnTo>
                <a:cubicBezTo>
                  <a:pt x="719" y="575"/>
                  <a:pt x="643" y="608"/>
                  <a:pt x="576" y="650"/>
                </a:cubicBezTo>
                <a:lnTo>
                  <a:pt x="654" y="443"/>
                </a:lnTo>
                <a:close/>
                <a:moveTo>
                  <a:pt x="2500" y="1435"/>
                </a:moveTo>
                <a:cubicBezTo>
                  <a:pt x="2500" y="1591"/>
                  <a:pt x="2467" y="1727"/>
                  <a:pt x="2401" y="1839"/>
                </a:cubicBezTo>
                <a:cubicBezTo>
                  <a:pt x="2334" y="1954"/>
                  <a:pt x="2234" y="2041"/>
                  <a:pt x="2104" y="2097"/>
                </a:cubicBezTo>
                <a:cubicBezTo>
                  <a:pt x="2083" y="2107"/>
                  <a:pt x="2069" y="2128"/>
                  <a:pt x="2069" y="2151"/>
                </a:cubicBezTo>
                <a:lnTo>
                  <a:pt x="2069" y="2421"/>
                </a:lnTo>
                <a:lnTo>
                  <a:pt x="1819" y="2421"/>
                </a:lnTo>
                <a:lnTo>
                  <a:pt x="1819" y="2314"/>
                </a:lnTo>
                <a:cubicBezTo>
                  <a:pt x="1819" y="2295"/>
                  <a:pt x="1810" y="2278"/>
                  <a:pt x="1795" y="2267"/>
                </a:cubicBezTo>
                <a:cubicBezTo>
                  <a:pt x="1781" y="2256"/>
                  <a:pt x="1762" y="2252"/>
                  <a:pt x="1744" y="2257"/>
                </a:cubicBezTo>
                <a:cubicBezTo>
                  <a:pt x="1628" y="2288"/>
                  <a:pt x="1556" y="2305"/>
                  <a:pt x="1428" y="2305"/>
                </a:cubicBezTo>
                <a:cubicBezTo>
                  <a:pt x="1288" y="2305"/>
                  <a:pt x="1227" y="2285"/>
                  <a:pt x="1103" y="2246"/>
                </a:cubicBezTo>
                <a:lnTo>
                  <a:pt x="1090" y="2241"/>
                </a:lnTo>
                <a:cubicBezTo>
                  <a:pt x="1072" y="2236"/>
                  <a:pt x="1053" y="2239"/>
                  <a:pt x="1038" y="2250"/>
                </a:cubicBezTo>
                <a:cubicBezTo>
                  <a:pt x="1023" y="2261"/>
                  <a:pt x="1014" y="2278"/>
                  <a:pt x="1014" y="2297"/>
                </a:cubicBezTo>
                <a:lnTo>
                  <a:pt x="1014" y="2421"/>
                </a:lnTo>
                <a:lnTo>
                  <a:pt x="770" y="2421"/>
                </a:lnTo>
                <a:lnTo>
                  <a:pt x="770" y="2111"/>
                </a:lnTo>
                <a:cubicBezTo>
                  <a:pt x="770" y="2079"/>
                  <a:pt x="743" y="2053"/>
                  <a:pt x="711" y="2053"/>
                </a:cubicBezTo>
                <a:cubicBezTo>
                  <a:pt x="544" y="2053"/>
                  <a:pt x="366" y="1926"/>
                  <a:pt x="307" y="1763"/>
                </a:cubicBezTo>
                <a:cubicBezTo>
                  <a:pt x="303" y="1752"/>
                  <a:pt x="295" y="1742"/>
                  <a:pt x="285" y="1735"/>
                </a:cubicBezTo>
                <a:lnTo>
                  <a:pt x="116" y="1623"/>
                </a:lnTo>
                <a:lnTo>
                  <a:pt x="116" y="1325"/>
                </a:lnTo>
                <a:lnTo>
                  <a:pt x="262" y="1297"/>
                </a:lnTo>
                <a:cubicBezTo>
                  <a:pt x="283" y="1293"/>
                  <a:pt x="300" y="1279"/>
                  <a:pt x="306" y="1258"/>
                </a:cubicBezTo>
                <a:cubicBezTo>
                  <a:pt x="375" y="1037"/>
                  <a:pt x="456" y="895"/>
                  <a:pt x="568" y="799"/>
                </a:cubicBezTo>
                <a:cubicBezTo>
                  <a:pt x="663" y="718"/>
                  <a:pt x="788" y="666"/>
                  <a:pt x="945" y="644"/>
                </a:cubicBezTo>
                <a:cubicBezTo>
                  <a:pt x="954" y="645"/>
                  <a:pt x="962" y="644"/>
                  <a:pt x="969" y="641"/>
                </a:cubicBezTo>
                <a:cubicBezTo>
                  <a:pt x="1013" y="636"/>
                  <a:pt x="1060" y="632"/>
                  <a:pt x="1109" y="631"/>
                </a:cubicBezTo>
                <a:lnTo>
                  <a:pt x="1187" y="791"/>
                </a:lnTo>
                <a:cubicBezTo>
                  <a:pt x="1197" y="811"/>
                  <a:pt x="1217" y="823"/>
                  <a:pt x="1240" y="823"/>
                </a:cubicBezTo>
                <a:lnTo>
                  <a:pt x="1625" y="823"/>
                </a:lnTo>
                <a:cubicBezTo>
                  <a:pt x="1646" y="823"/>
                  <a:pt x="1666" y="811"/>
                  <a:pt x="1676" y="792"/>
                </a:cubicBezTo>
                <a:lnTo>
                  <a:pt x="1751" y="647"/>
                </a:lnTo>
                <a:cubicBezTo>
                  <a:pt x="1760" y="648"/>
                  <a:pt x="1768" y="649"/>
                  <a:pt x="1777" y="650"/>
                </a:cubicBezTo>
                <a:cubicBezTo>
                  <a:pt x="1782" y="651"/>
                  <a:pt x="1788" y="651"/>
                  <a:pt x="1794" y="652"/>
                </a:cubicBezTo>
                <a:cubicBezTo>
                  <a:pt x="1795" y="652"/>
                  <a:pt x="1796" y="652"/>
                  <a:pt x="1796" y="652"/>
                </a:cubicBezTo>
                <a:cubicBezTo>
                  <a:pt x="1996" y="668"/>
                  <a:pt x="2177" y="756"/>
                  <a:pt x="2305" y="901"/>
                </a:cubicBezTo>
                <a:cubicBezTo>
                  <a:pt x="2429" y="1041"/>
                  <a:pt x="2498" y="1228"/>
                  <a:pt x="2500" y="1426"/>
                </a:cubicBezTo>
                <a:cubicBezTo>
                  <a:pt x="2500" y="1429"/>
                  <a:pt x="2500" y="1432"/>
                  <a:pt x="2500" y="143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65" name="Freeform 22">
            <a:extLst>
              <a:ext uri="{FF2B5EF4-FFF2-40B4-BE49-F238E27FC236}">
                <a16:creationId xmlns:a16="http://schemas.microsoft.com/office/drawing/2014/main" id="{36C333C1-9151-384F-8B3E-EDA89ED07E22}"/>
              </a:ext>
            </a:extLst>
          </p:cNvPr>
          <p:cNvSpPr>
            <a:spLocks noChangeAspect="1" noChangeArrowheads="1"/>
          </p:cNvSpPr>
          <p:nvPr/>
        </p:nvSpPr>
        <p:spPr bwMode="auto">
          <a:xfrm>
            <a:off x="8770470" y="3319882"/>
            <a:ext cx="493423" cy="435825"/>
          </a:xfrm>
          <a:custGeom>
            <a:avLst/>
            <a:gdLst>
              <a:gd name="T0" fmla="*/ 351667 w 2605"/>
              <a:gd name="T1" fmla="*/ 91805 h 2294"/>
              <a:gd name="T2" fmla="*/ 109945 w 2605"/>
              <a:gd name="T3" fmla="*/ 3296 h 2294"/>
              <a:gd name="T4" fmla="*/ 89370 w 2605"/>
              <a:gd name="T5" fmla="*/ 37820 h 2294"/>
              <a:gd name="T6" fmla="*/ 45392 w 2605"/>
              <a:gd name="T7" fmla="*/ 58378 h 2294"/>
              <a:gd name="T8" fmla="*/ 27486 w 2605"/>
              <a:gd name="T9" fmla="*/ 91805 h 2294"/>
              <a:gd name="T10" fmla="*/ 0 w 2605"/>
              <a:gd name="T11" fmla="*/ 332380 h 2294"/>
              <a:gd name="T12" fmla="*/ 381510 w 2605"/>
              <a:gd name="T13" fmla="*/ 359843 h 2294"/>
              <a:gd name="T14" fmla="*/ 408996 w 2605"/>
              <a:gd name="T15" fmla="*/ 119268 h 2294"/>
              <a:gd name="T16" fmla="*/ 112772 w 2605"/>
              <a:gd name="T17" fmla="*/ 25423 h 2294"/>
              <a:gd name="T18" fmla="*/ 125023 w 2605"/>
              <a:gd name="T19" fmla="*/ 19773 h 2294"/>
              <a:gd name="T20" fmla="*/ 90626 w 2605"/>
              <a:gd name="T21" fmla="*/ 91805 h 2294"/>
              <a:gd name="T22" fmla="*/ 63454 w 2605"/>
              <a:gd name="T23" fmla="*/ 61360 h 2294"/>
              <a:gd name="T24" fmla="*/ 83558 w 2605"/>
              <a:gd name="T25" fmla="*/ 55397 h 2294"/>
              <a:gd name="T26" fmla="*/ 58428 w 2605"/>
              <a:gd name="T27" fmla="*/ 91805 h 2294"/>
              <a:gd name="T28" fmla="*/ 390776 w 2605"/>
              <a:gd name="T29" fmla="*/ 332380 h 2294"/>
              <a:gd name="T30" fmla="*/ 27486 w 2605"/>
              <a:gd name="T31" fmla="*/ 341639 h 2294"/>
              <a:gd name="T32" fmla="*/ 18377 w 2605"/>
              <a:gd name="T33" fmla="*/ 119268 h 2294"/>
              <a:gd name="T34" fmla="*/ 381510 w 2605"/>
              <a:gd name="T35" fmla="*/ 110009 h 2294"/>
              <a:gd name="T36" fmla="*/ 390776 w 2605"/>
              <a:gd name="T37" fmla="*/ 332380 h 2294"/>
              <a:gd name="T38" fmla="*/ 101621 w 2605"/>
              <a:gd name="T39" fmla="*/ 225981 h 2294"/>
              <a:gd name="T40" fmla="*/ 306904 w 2605"/>
              <a:gd name="T41" fmla="*/ 225981 h 2294"/>
              <a:gd name="T42" fmla="*/ 119997 w 2605"/>
              <a:gd name="T43" fmla="*/ 225981 h 2294"/>
              <a:gd name="T44" fmla="*/ 196645 w 2605"/>
              <a:gd name="T45" fmla="*/ 154263 h 2294"/>
              <a:gd name="T46" fmla="*/ 168530 w 2605"/>
              <a:gd name="T47" fmla="*/ 224255 h 2294"/>
              <a:gd name="T48" fmla="*/ 230257 w 2605"/>
              <a:gd name="T49" fmla="*/ 245283 h 2294"/>
              <a:gd name="T50" fmla="*/ 235440 w 2605"/>
              <a:gd name="T51" fmla="*/ 259250 h 2294"/>
              <a:gd name="T52" fmla="*/ 176698 w 2605"/>
              <a:gd name="T53" fmla="*/ 252973 h 2294"/>
              <a:gd name="T54" fmla="*/ 158321 w 2605"/>
              <a:gd name="T55" fmla="*/ 252973 h 2294"/>
              <a:gd name="T56" fmla="*/ 196645 w 2605"/>
              <a:gd name="T57" fmla="*/ 309939 h 2294"/>
              <a:gd name="T58" fmla="*/ 214707 w 2605"/>
              <a:gd name="T59" fmla="*/ 309782 h 2294"/>
              <a:gd name="T60" fmla="*/ 238895 w 2605"/>
              <a:gd name="T61" fmla="*/ 287655 h 2294"/>
              <a:gd name="T62" fmla="*/ 244078 w 2605"/>
              <a:gd name="T63" fmla="*/ 233043 h 2294"/>
              <a:gd name="T64" fmla="*/ 181881 w 2605"/>
              <a:gd name="T65" fmla="*/ 211700 h 2294"/>
              <a:gd name="T66" fmla="*/ 176698 w 2605"/>
              <a:gd name="T67" fmla="*/ 198518 h 2294"/>
              <a:gd name="T68" fmla="*/ 235440 w 2605"/>
              <a:gd name="T69" fmla="*/ 198518 h 2294"/>
              <a:gd name="T70" fmla="*/ 253659 w 2605"/>
              <a:gd name="T71" fmla="*/ 198518 h 2294"/>
              <a:gd name="T72" fmla="*/ 214707 w 2605"/>
              <a:gd name="T73" fmla="*/ 142493 h 2294"/>
              <a:gd name="T74" fmla="*/ 214707 w 2605"/>
              <a:gd name="T75" fmla="*/ 309782 h 229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605" h="2294">
                <a:moveTo>
                  <a:pt x="2429" y="585"/>
                </a:moveTo>
                <a:lnTo>
                  <a:pt x="2239" y="585"/>
                </a:lnTo>
                <a:lnTo>
                  <a:pt x="839" y="18"/>
                </a:lnTo>
                <a:cubicBezTo>
                  <a:pt x="795" y="0"/>
                  <a:pt x="744" y="1"/>
                  <a:pt x="700" y="21"/>
                </a:cubicBezTo>
                <a:cubicBezTo>
                  <a:pt x="657" y="41"/>
                  <a:pt x="623" y="79"/>
                  <a:pt x="608" y="125"/>
                </a:cubicBezTo>
                <a:lnTo>
                  <a:pt x="569" y="241"/>
                </a:lnTo>
                <a:lnTo>
                  <a:pt x="490" y="228"/>
                </a:lnTo>
                <a:cubicBezTo>
                  <a:pt x="395" y="212"/>
                  <a:pt x="305" y="277"/>
                  <a:pt x="289" y="372"/>
                </a:cubicBezTo>
                <a:lnTo>
                  <a:pt x="254" y="585"/>
                </a:lnTo>
                <a:lnTo>
                  <a:pt x="175" y="585"/>
                </a:lnTo>
                <a:cubicBezTo>
                  <a:pt x="79" y="585"/>
                  <a:pt x="0" y="663"/>
                  <a:pt x="0" y="760"/>
                </a:cubicBezTo>
                <a:lnTo>
                  <a:pt x="0" y="2118"/>
                </a:lnTo>
                <a:cubicBezTo>
                  <a:pt x="0" y="2215"/>
                  <a:pt x="79" y="2293"/>
                  <a:pt x="175" y="2293"/>
                </a:cubicBezTo>
                <a:lnTo>
                  <a:pt x="2429" y="2293"/>
                </a:lnTo>
                <a:cubicBezTo>
                  <a:pt x="2526" y="2293"/>
                  <a:pt x="2604" y="2215"/>
                  <a:pt x="2604" y="2118"/>
                </a:cubicBezTo>
                <a:lnTo>
                  <a:pt x="2604" y="760"/>
                </a:lnTo>
                <a:cubicBezTo>
                  <a:pt x="2604" y="663"/>
                  <a:pt x="2526" y="585"/>
                  <a:pt x="2429" y="585"/>
                </a:cubicBezTo>
                <a:close/>
                <a:moveTo>
                  <a:pt x="718" y="162"/>
                </a:moveTo>
                <a:cubicBezTo>
                  <a:pt x="723" y="146"/>
                  <a:pt x="734" y="134"/>
                  <a:pt x="749" y="127"/>
                </a:cubicBezTo>
                <a:cubicBezTo>
                  <a:pt x="764" y="120"/>
                  <a:pt x="780" y="120"/>
                  <a:pt x="796" y="126"/>
                </a:cubicBezTo>
                <a:lnTo>
                  <a:pt x="1928" y="585"/>
                </a:lnTo>
                <a:lnTo>
                  <a:pt x="577" y="585"/>
                </a:lnTo>
                <a:lnTo>
                  <a:pt x="718" y="162"/>
                </a:lnTo>
                <a:close/>
                <a:moveTo>
                  <a:pt x="404" y="391"/>
                </a:moveTo>
                <a:cubicBezTo>
                  <a:pt x="410" y="359"/>
                  <a:pt x="440" y="338"/>
                  <a:pt x="471" y="343"/>
                </a:cubicBezTo>
                <a:lnTo>
                  <a:pt x="532" y="353"/>
                </a:lnTo>
                <a:lnTo>
                  <a:pt x="455" y="585"/>
                </a:lnTo>
                <a:lnTo>
                  <a:pt x="372" y="585"/>
                </a:lnTo>
                <a:lnTo>
                  <a:pt x="404" y="391"/>
                </a:lnTo>
                <a:close/>
                <a:moveTo>
                  <a:pt x="2488" y="2118"/>
                </a:moveTo>
                <a:cubicBezTo>
                  <a:pt x="2488" y="2151"/>
                  <a:pt x="2462" y="2177"/>
                  <a:pt x="2429" y="2177"/>
                </a:cubicBezTo>
                <a:lnTo>
                  <a:pt x="175" y="2177"/>
                </a:lnTo>
                <a:cubicBezTo>
                  <a:pt x="143" y="2177"/>
                  <a:pt x="117" y="2151"/>
                  <a:pt x="117" y="2118"/>
                </a:cubicBezTo>
                <a:lnTo>
                  <a:pt x="117" y="760"/>
                </a:lnTo>
                <a:cubicBezTo>
                  <a:pt x="117" y="728"/>
                  <a:pt x="143" y="701"/>
                  <a:pt x="175" y="701"/>
                </a:cubicBezTo>
                <a:lnTo>
                  <a:pt x="2429" y="701"/>
                </a:lnTo>
                <a:cubicBezTo>
                  <a:pt x="2462" y="701"/>
                  <a:pt x="2488" y="728"/>
                  <a:pt x="2488" y="760"/>
                </a:cubicBezTo>
                <a:lnTo>
                  <a:pt x="2488" y="2118"/>
                </a:lnTo>
                <a:close/>
                <a:moveTo>
                  <a:pt x="1300" y="787"/>
                </a:moveTo>
                <a:cubicBezTo>
                  <a:pt x="941" y="787"/>
                  <a:pt x="647" y="1080"/>
                  <a:pt x="647" y="1440"/>
                </a:cubicBezTo>
                <a:cubicBezTo>
                  <a:pt x="647" y="1801"/>
                  <a:pt x="940" y="2094"/>
                  <a:pt x="1300" y="2094"/>
                </a:cubicBezTo>
                <a:cubicBezTo>
                  <a:pt x="1661" y="2094"/>
                  <a:pt x="1954" y="1801"/>
                  <a:pt x="1954" y="1440"/>
                </a:cubicBezTo>
                <a:cubicBezTo>
                  <a:pt x="1954" y="1080"/>
                  <a:pt x="1661" y="787"/>
                  <a:pt x="1300" y="787"/>
                </a:cubicBezTo>
                <a:close/>
                <a:moveTo>
                  <a:pt x="764" y="1440"/>
                </a:moveTo>
                <a:cubicBezTo>
                  <a:pt x="764" y="1161"/>
                  <a:pt x="979" y="931"/>
                  <a:pt x="1252" y="906"/>
                </a:cubicBezTo>
                <a:lnTo>
                  <a:pt x="1252" y="983"/>
                </a:lnTo>
                <a:cubicBezTo>
                  <a:pt x="1113" y="1010"/>
                  <a:pt x="1009" y="1126"/>
                  <a:pt x="1008" y="1264"/>
                </a:cubicBezTo>
                <a:cubicBezTo>
                  <a:pt x="1008" y="1279"/>
                  <a:pt x="1009" y="1362"/>
                  <a:pt x="1073" y="1429"/>
                </a:cubicBezTo>
                <a:cubicBezTo>
                  <a:pt x="1124" y="1482"/>
                  <a:pt x="1198" y="1509"/>
                  <a:pt x="1292" y="1509"/>
                </a:cubicBezTo>
                <a:cubicBezTo>
                  <a:pt x="1372" y="1509"/>
                  <a:pt x="1433" y="1527"/>
                  <a:pt x="1466" y="1563"/>
                </a:cubicBezTo>
                <a:cubicBezTo>
                  <a:pt x="1500" y="1599"/>
                  <a:pt x="1499" y="1642"/>
                  <a:pt x="1499" y="1647"/>
                </a:cubicBezTo>
                <a:cubicBezTo>
                  <a:pt x="1499" y="1649"/>
                  <a:pt x="1499" y="1650"/>
                  <a:pt x="1499" y="1652"/>
                </a:cubicBezTo>
                <a:cubicBezTo>
                  <a:pt x="1499" y="1724"/>
                  <a:pt x="1413" y="1784"/>
                  <a:pt x="1311" y="1784"/>
                </a:cubicBezTo>
                <a:cubicBezTo>
                  <a:pt x="1209" y="1784"/>
                  <a:pt x="1125" y="1707"/>
                  <a:pt x="1125" y="1612"/>
                </a:cubicBezTo>
                <a:cubicBezTo>
                  <a:pt x="1125" y="1580"/>
                  <a:pt x="1099" y="1554"/>
                  <a:pt x="1067" y="1554"/>
                </a:cubicBezTo>
                <a:cubicBezTo>
                  <a:pt x="1034" y="1554"/>
                  <a:pt x="1008" y="1580"/>
                  <a:pt x="1008" y="1612"/>
                </a:cubicBezTo>
                <a:cubicBezTo>
                  <a:pt x="1008" y="1752"/>
                  <a:pt x="1113" y="1868"/>
                  <a:pt x="1252" y="1895"/>
                </a:cubicBezTo>
                <a:lnTo>
                  <a:pt x="1252" y="1975"/>
                </a:lnTo>
                <a:cubicBezTo>
                  <a:pt x="979" y="1950"/>
                  <a:pt x="764" y="1720"/>
                  <a:pt x="764" y="1440"/>
                </a:cubicBezTo>
                <a:close/>
                <a:moveTo>
                  <a:pt x="1367" y="1974"/>
                </a:moveTo>
                <a:lnTo>
                  <a:pt x="1367" y="1897"/>
                </a:lnTo>
                <a:cubicBezTo>
                  <a:pt x="1425" y="1888"/>
                  <a:pt x="1478" y="1866"/>
                  <a:pt x="1521" y="1833"/>
                </a:cubicBezTo>
                <a:cubicBezTo>
                  <a:pt x="1581" y="1786"/>
                  <a:pt x="1615" y="1723"/>
                  <a:pt x="1615" y="1654"/>
                </a:cubicBezTo>
                <a:cubicBezTo>
                  <a:pt x="1616" y="1636"/>
                  <a:pt x="1617" y="1555"/>
                  <a:pt x="1554" y="1485"/>
                </a:cubicBezTo>
                <a:cubicBezTo>
                  <a:pt x="1497" y="1423"/>
                  <a:pt x="1409" y="1392"/>
                  <a:pt x="1292" y="1392"/>
                </a:cubicBezTo>
                <a:cubicBezTo>
                  <a:pt x="1231" y="1392"/>
                  <a:pt x="1186" y="1378"/>
                  <a:pt x="1158" y="1349"/>
                </a:cubicBezTo>
                <a:cubicBezTo>
                  <a:pt x="1126" y="1316"/>
                  <a:pt x="1125" y="1271"/>
                  <a:pt x="1125" y="1267"/>
                </a:cubicBezTo>
                <a:cubicBezTo>
                  <a:pt x="1125" y="1266"/>
                  <a:pt x="1125" y="1266"/>
                  <a:pt x="1125" y="1265"/>
                </a:cubicBezTo>
                <a:cubicBezTo>
                  <a:pt x="1125" y="1170"/>
                  <a:pt x="1208" y="1094"/>
                  <a:pt x="1311" y="1094"/>
                </a:cubicBezTo>
                <a:cubicBezTo>
                  <a:pt x="1415" y="1094"/>
                  <a:pt x="1499" y="1170"/>
                  <a:pt x="1499" y="1265"/>
                </a:cubicBezTo>
                <a:cubicBezTo>
                  <a:pt x="1499" y="1297"/>
                  <a:pt x="1525" y="1323"/>
                  <a:pt x="1557" y="1323"/>
                </a:cubicBezTo>
                <a:cubicBezTo>
                  <a:pt x="1589" y="1323"/>
                  <a:pt x="1615" y="1297"/>
                  <a:pt x="1615" y="1265"/>
                </a:cubicBezTo>
                <a:cubicBezTo>
                  <a:pt x="1615" y="1125"/>
                  <a:pt x="1508" y="1007"/>
                  <a:pt x="1367" y="982"/>
                </a:cubicBezTo>
                <a:lnTo>
                  <a:pt x="1367" y="908"/>
                </a:lnTo>
                <a:cubicBezTo>
                  <a:pt x="1632" y="941"/>
                  <a:pt x="1838" y="1167"/>
                  <a:pt x="1838" y="1440"/>
                </a:cubicBezTo>
                <a:cubicBezTo>
                  <a:pt x="1838" y="1714"/>
                  <a:pt x="1632" y="1941"/>
                  <a:pt x="1367" y="197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66" name="Freeform 11">
            <a:extLst>
              <a:ext uri="{FF2B5EF4-FFF2-40B4-BE49-F238E27FC236}">
                <a16:creationId xmlns:a16="http://schemas.microsoft.com/office/drawing/2014/main" id="{122405AB-7A3E-9A43-BED6-B6490D087C3E}"/>
              </a:ext>
            </a:extLst>
          </p:cNvPr>
          <p:cNvSpPr>
            <a:spLocks noChangeAspect="1" noChangeArrowheads="1"/>
          </p:cNvSpPr>
          <p:nvPr/>
        </p:nvSpPr>
        <p:spPr bwMode="auto">
          <a:xfrm>
            <a:off x="3058670" y="4204969"/>
            <a:ext cx="435825" cy="366707"/>
          </a:xfrm>
          <a:custGeom>
            <a:avLst/>
            <a:gdLst>
              <a:gd name="T0" fmla="*/ 316959 w 2986"/>
              <a:gd name="T1" fmla="*/ 0 h 2508"/>
              <a:gd name="T2" fmla="*/ 42920 w 2986"/>
              <a:gd name="T3" fmla="*/ 0 h 2508"/>
              <a:gd name="T4" fmla="*/ 0 w 2986"/>
              <a:gd name="T5" fmla="*/ 42828 h 2508"/>
              <a:gd name="T6" fmla="*/ 0 w 2986"/>
              <a:gd name="T7" fmla="*/ 259621 h 2508"/>
              <a:gd name="T8" fmla="*/ 42920 w 2986"/>
              <a:gd name="T9" fmla="*/ 302449 h 2508"/>
              <a:gd name="T10" fmla="*/ 316959 w 2986"/>
              <a:gd name="T11" fmla="*/ 302449 h 2508"/>
              <a:gd name="T12" fmla="*/ 359879 w 2986"/>
              <a:gd name="T13" fmla="*/ 259621 h 2508"/>
              <a:gd name="T14" fmla="*/ 359879 w 2986"/>
              <a:gd name="T15" fmla="*/ 42828 h 2508"/>
              <a:gd name="T16" fmla="*/ 316959 w 2986"/>
              <a:gd name="T17" fmla="*/ 0 h 2508"/>
              <a:gd name="T18" fmla="*/ 42920 w 2986"/>
              <a:gd name="T19" fmla="*/ 17131 h 2508"/>
              <a:gd name="T20" fmla="*/ 316959 w 2986"/>
              <a:gd name="T21" fmla="*/ 17131 h 2508"/>
              <a:gd name="T22" fmla="*/ 342639 w 2986"/>
              <a:gd name="T23" fmla="*/ 42828 h 2508"/>
              <a:gd name="T24" fmla="*/ 342639 w 2986"/>
              <a:gd name="T25" fmla="*/ 174931 h 2508"/>
              <a:gd name="T26" fmla="*/ 307555 w 2986"/>
              <a:gd name="T27" fmla="*/ 167089 h 2508"/>
              <a:gd name="T28" fmla="*/ 233771 w 2986"/>
              <a:gd name="T29" fmla="*/ 207263 h 2508"/>
              <a:gd name="T30" fmla="*/ 113088 w 2986"/>
              <a:gd name="T31" fmla="*/ 145735 h 2508"/>
              <a:gd name="T32" fmla="*/ 16397 w 2986"/>
              <a:gd name="T33" fmla="*/ 180601 h 2508"/>
              <a:gd name="T34" fmla="*/ 16397 w 2986"/>
              <a:gd name="T35" fmla="*/ 42828 h 2508"/>
              <a:gd name="T36" fmla="*/ 42920 w 2986"/>
              <a:gd name="T37" fmla="*/ 17131 h 2508"/>
              <a:gd name="T38" fmla="*/ 17240 w 2986"/>
              <a:gd name="T39" fmla="*/ 258656 h 2508"/>
              <a:gd name="T40" fmla="*/ 17240 w 2986"/>
              <a:gd name="T41" fmla="*/ 202075 h 2508"/>
              <a:gd name="T42" fmla="*/ 18205 w 2986"/>
              <a:gd name="T43" fmla="*/ 203040 h 2508"/>
              <a:gd name="T44" fmla="*/ 113329 w 2986"/>
              <a:gd name="T45" fmla="*/ 162746 h 2508"/>
              <a:gd name="T46" fmla="*/ 245345 w 2986"/>
              <a:gd name="T47" fmla="*/ 284715 h 2508"/>
              <a:gd name="T48" fmla="*/ 42076 w 2986"/>
              <a:gd name="T49" fmla="*/ 284715 h 2508"/>
              <a:gd name="T50" fmla="*/ 17240 w 2986"/>
              <a:gd name="T51" fmla="*/ 258656 h 2508"/>
              <a:gd name="T52" fmla="*/ 316959 w 2986"/>
              <a:gd name="T53" fmla="*/ 284353 h 2508"/>
              <a:gd name="T54" fmla="*/ 262827 w 2986"/>
              <a:gd name="T55" fmla="*/ 284353 h 2508"/>
              <a:gd name="T56" fmla="*/ 244742 w 2986"/>
              <a:gd name="T57" fmla="*/ 223550 h 2508"/>
              <a:gd name="T58" fmla="*/ 307194 w 2986"/>
              <a:gd name="T59" fmla="*/ 184220 h 2508"/>
              <a:gd name="T60" fmla="*/ 342277 w 2986"/>
              <a:gd name="T61" fmla="*/ 193630 h 2508"/>
              <a:gd name="T62" fmla="*/ 342277 w 2986"/>
              <a:gd name="T63" fmla="*/ 258656 h 2508"/>
              <a:gd name="T64" fmla="*/ 316959 w 2986"/>
              <a:gd name="T65" fmla="*/ 284353 h 2508"/>
              <a:gd name="T66" fmla="*/ 263791 w 2986"/>
              <a:gd name="T67" fmla="*/ 123296 h 2508"/>
              <a:gd name="T68" fmla="*/ 299719 w 2986"/>
              <a:gd name="T69" fmla="*/ 87345 h 2508"/>
              <a:gd name="T70" fmla="*/ 263791 w 2986"/>
              <a:gd name="T71" fmla="*/ 51393 h 2508"/>
              <a:gd name="T72" fmla="*/ 227743 w 2986"/>
              <a:gd name="T73" fmla="*/ 87345 h 2508"/>
              <a:gd name="T74" fmla="*/ 263791 w 2986"/>
              <a:gd name="T75" fmla="*/ 123296 h 2508"/>
              <a:gd name="T76" fmla="*/ 263791 w 2986"/>
              <a:gd name="T77" fmla="*/ 68645 h 2508"/>
              <a:gd name="T78" fmla="*/ 282478 w 2986"/>
              <a:gd name="T79" fmla="*/ 87345 h 2508"/>
              <a:gd name="T80" fmla="*/ 263791 w 2986"/>
              <a:gd name="T81" fmla="*/ 106044 h 2508"/>
              <a:gd name="T82" fmla="*/ 244983 w 2986"/>
              <a:gd name="T83" fmla="*/ 87345 h 2508"/>
              <a:gd name="T84" fmla="*/ 263791 w 2986"/>
              <a:gd name="T85" fmla="*/ 68645 h 250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986" h="2508">
                <a:moveTo>
                  <a:pt x="2629" y="0"/>
                </a:moveTo>
                <a:lnTo>
                  <a:pt x="356" y="0"/>
                </a:lnTo>
                <a:cubicBezTo>
                  <a:pt x="156" y="0"/>
                  <a:pt x="0" y="155"/>
                  <a:pt x="0" y="355"/>
                </a:cubicBezTo>
                <a:lnTo>
                  <a:pt x="0" y="2152"/>
                </a:lnTo>
                <a:cubicBezTo>
                  <a:pt x="0" y="2350"/>
                  <a:pt x="156" y="2507"/>
                  <a:pt x="356" y="2507"/>
                </a:cubicBezTo>
                <a:lnTo>
                  <a:pt x="2629" y="2507"/>
                </a:lnTo>
                <a:cubicBezTo>
                  <a:pt x="2827" y="2507"/>
                  <a:pt x="2985" y="2352"/>
                  <a:pt x="2985" y="2152"/>
                </a:cubicBezTo>
                <a:lnTo>
                  <a:pt x="2985" y="355"/>
                </a:lnTo>
                <a:cubicBezTo>
                  <a:pt x="2985" y="155"/>
                  <a:pt x="2827" y="0"/>
                  <a:pt x="2629" y="0"/>
                </a:cubicBezTo>
                <a:close/>
                <a:moveTo>
                  <a:pt x="356" y="142"/>
                </a:moveTo>
                <a:lnTo>
                  <a:pt x="2629" y="142"/>
                </a:lnTo>
                <a:cubicBezTo>
                  <a:pt x="2749" y="142"/>
                  <a:pt x="2842" y="235"/>
                  <a:pt x="2842" y="355"/>
                </a:cubicBezTo>
                <a:lnTo>
                  <a:pt x="2842" y="1450"/>
                </a:lnTo>
                <a:cubicBezTo>
                  <a:pt x="2749" y="1407"/>
                  <a:pt x="2649" y="1385"/>
                  <a:pt x="2551" y="1385"/>
                </a:cubicBezTo>
                <a:cubicBezTo>
                  <a:pt x="2303" y="1385"/>
                  <a:pt x="2075" y="1512"/>
                  <a:pt x="1939" y="1718"/>
                </a:cubicBezTo>
                <a:cubicBezTo>
                  <a:pt x="1711" y="1412"/>
                  <a:pt x="1351" y="1208"/>
                  <a:pt x="938" y="1208"/>
                </a:cubicBezTo>
                <a:cubicBezTo>
                  <a:pt x="640" y="1208"/>
                  <a:pt x="361" y="1307"/>
                  <a:pt x="136" y="1497"/>
                </a:cubicBezTo>
                <a:lnTo>
                  <a:pt x="136" y="355"/>
                </a:lnTo>
                <a:cubicBezTo>
                  <a:pt x="143" y="235"/>
                  <a:pt x="241" y="142"/>
                  <a:pt x="356" y="142"/>
                </a:cubicBezTo>
                <a:close/>
                <a:moveTo>
                  <a:pt x="143" y="2144"/>
                </a:moveTo>
                <a:lnTo>
                  <a:pt x="143" y="1675"/>
                </a:lnTo>
                <a:lnTo>
                  <a:pt x="151" y="1683"/>
                </a:lnTo>
                <a:cubicBezTo>
                  <a:pt x="356" y="1470"/>
                  <a:pt x="642" y="1349"/>
                  <a:pt x="940" y="1349"/>
                </a:cubicBezTo>
                <a:cubicBezTo>
                  <a:pt x="1516" y="1349"/>
                  <a:pt x="1992" y="1798"/>
                  <a:pt x="2035" y="2360"/>
                </a:cubicBezTo>
                <a:lnTo>
                  <a:pt x="349" y="2360"/>
                </a:lnTo>
                <a:cubicBezTo>
                  <a:pt x="241" y="2357"/>
                  <a:pt x="143" y="2264"/>
                  <a:pt x="143" y="2144"/>
                </a:cubicBezTo>
                <a:close/>
                <a:moveTo>
                  <a:pt x="2629" y="2357"/>
                </a:moveTo>
                <a:lnTo>
                  <a:pt x="2180" y="2357"/>
                </a:lnTo>
                <a:cubicBezTo>
                  <a:pt x="2165" y="2172"/>
                  <a:pt x="2115" y="2001"/>
                  <a:pt x="2030" y="1853"/>
                </a:cubicBezTo>
                <a:cubicBezTo>
                  <a:pt x="2130" y="1655"/>
                  <a:pt x="2328" y="1527"/>
                  <a:pt x="2548" y="1527"/>
                </a:cubicBezTo>
                <a:cubicBezTo>
                  <a:pt x="2649" y="1527"/>
                  <a:pt x="2746" y="1555"/>
                  <a:pt x="2839" y="1605"/>
                </a:cubicBezTo>
                <a:lnTo>
                  <a:pt x="2839" y="2144"/>
                </a:lnTo>
                <a:cubicBezTo>
                  <a:pt x="2842" y="2264"/>
                  <a:pt x="2749" y="2357"/>
                  <a:pt x="2629" y="2357"/>
                </a:cubicBezTo>
                <a:close/>
                <a:moveTo>
                  <a:pt x="2188" y="1022"/>
                </a:moveTo>
                <a:cubicBezTo>
                  <a:pt x="2350" y="1022"/>
                  <a:pt x="2486" y="887"/>
                  <a:pt x="2486" y="724"/>
                </a:cubicBezTo>
                <a:cubicBezTo>
                  <a:pt x="2486" y="561"/>
                  <a:pt x="2351" y="426"/>
                  <a:pt x="2188" y="426"/>
                </a:cubicBezTo>
                <a:cubicBezTo>
                  <a:pt x="2026" y="426"/>
                  <a:pt x="1889" y="561"/>
                  <a:pt x="1889" y="724"/>
                </a:cubicBezTo>
                <a:cubicBezTo>
                  <a:pt x="1889" y="887"/>
                  <a:pt x="2025" y="1022"/>
                  <a:pt x="2188" y="1022"/>
                </a:cubicBezTo>
                <a:close/>
                <a:moveTo>
                  <a:pt x="2188" y="569"/>
                </a:moveTo>
                <a:cubicBezTo>
                  <a:pt x="2273" y="569"/>
                  <a:pt x="2343" y="639"/>
                  <a:pt x="2343" y="724"/>
                </a:cubicBezTo>
                <a:cubicBezTo>
                  <a:pt x="2343" y="809"/>
                  <a:pt x="2274" y="879"/>
                  <a:pt x="2188" y="879"/>
                </a:cubicBezTo>
                <a:cubicBezTo>
                  <a:pt x="2103" y="879"/>
                  <a:pt x="2032" y="809"/>
                  <a:pt x="2032" y="724"/>
                </a:cubicBezTo>
                <a:cubicBezTo>
                  <a:pt x="2032" y="639"/>
                  <a:pt x="2102" y="569"/>
                  <a:pt x="2188" y="56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67" name="Freeform 20">
            <a:extLst>
              <a:ext uri="{FF2B5EF4-FFF2-40B4-BE49-F238E27FC236}">
                <a16:creationId xmlns:a16="http://schemas.microsoft.com/office/drawing/2014/main" id="{13D68A4A-12CE-204B-9955-23DFA81D0D5C}"/>
              </a:ext>
            </a:extLst>
          </p:cNvPr>
          <p:cNvSpPr>
            <a:spLocks noChangeAspect="1" noChangeArrowheads="1"/>
          </p:cNvSpPr>
          <p:nvPr/>
        </p:nvSpPr>
        <p:spPr bwMode="auto">
          <a:xfrm>
            <a:off x="1167533" y="4151209"/>
            <a:ext cx="827491" cy="435824"/>
          </a:xfrm>
          <a:custGeom>
            <a:avLst/>
            <a:gdLst>
              <a:gd name="T0" fmla="*/ 318886 w 5471"/>
              <a:gd name="T1" fmla="*/ 322375 h 2880"/>
              <a:gd name="T2" fmla="*/ 250 w 5471"/>
              <a:gd name="T3" fmla="*/ 302875 h 2880"/>
              <a:gd name="T4" fmla="*/ 0 w 5471"/>
              <a:gd name="T5" fmla="*/ 302875 h 2880"/>
              <a:gd name="T6" fmla="*/ 375035 w 5471"/>
              <a:gd name="T7" fmla="*/ 286125 h 2880"/>
              <a:gd name="T8" fmla="*/ 380662 w 5471"/>
              <a:gd name="T9" fmla="*/ 296250 h 2880"/>
              <a:gd name="T10" fmla="*/ 566491 w 5471"/>
              <a:gd name="T11" fmla="*/ 306500 h 2880"/>
              <a:gd name="T12" fmla="*/ 582373 w 5471"/>
              <a:gd name="T13" fmla="*/ 294250 h 2880"/>
              <a:gd name="T14" fmla="*/ 582123 w 5471"/>
              <a:gd name="T15" fmla="*/ 288750 h 2880"/>
              <a:gd name="T16" fmla="*/ 378786 w 5471"/>
              <a:gd name="T17" fmla="*/ 274625 h 2880"/>
              <a:gd name="T18" fmla="*/ 399045 w 5471"/>
              <a:gd name="T19" fmla="*/ 281000 h 2880"/>
              <a:gd name="T20" fmla="*/ 671411 w 5471"/>
              <a:gd name="T21" fmla="*/ 80125 h 2880"/>
              <a:gd name="T22" fmla="*/ 546733 w 5471"/>
              <a:gd name="T23" fmla="*/ 41000 h 2880"/>
              <a:gd name="T24" fmla="*/ 410675 w 5471"/>
              <a:gd name="T25" fmla="*/ 106375 h 2880"/>
              <a:gd name="T26" fmla="*/ 290123 w 5471"/>
              <a:gd name="T27" fmla="*/ 154375 h 2880"/>
              <a:gd name="T28" fmla="*/ 332892 w 5471"/>
              <a:gd name="T29" fmla="*/ 206000 h 2880"/>
              <a:gd name="T30" fmla="*/ 345147 w 5471"/>
              <a:gd name="T31" fmla="*/ 199625 h 2880"/>
              <a:gd name="T32" fmla="*/ 369657 w 5471"/>
              <a:gd name="T33" fmla="*/ 208250 h 2880"/>
              <a:gd name="T34" fmla="*/ 348273 w 5471"/>
              <a:gd name="T35" fmla="*/ 255625 h 2880"/>
              <a:gd name="T36" fmla="*/ 311758 w 5471"/>
              <a:gd name="T37" fmla="*/ 257125 h 2880"/>
              <a:gd name="T38" fmla="*/ 363029 w 5471"/>
              <a:gd name="T39" fmla="*/ 335625 h 2880"/>
              <a:gd name="T40" fmla="*/ 483706 w 5471"/>
              <a:gd name="T41" fmla="*/ 359875 h 2880"/>
              <a:gd name="T42" fmla="*/ 575245 w 5471"/>
              <a:gd name="T43" fmla="*/ 346250 h 2880"/>
              <a:gd name="T44" fmla="*/ 650277 w 5471"/>
              <a:gd name="T45" fmla="*/ 310750 h 2880"/>
              <a:gd name="T46" fmla="*/ 621139 w 5471"/>
              <a:gd name="T47" fmla="*/ 253375 h 2880"/>
              <a:gd name="T48" fmla="*/ 582373 w 5471"/>
              <a:gd name="T49" fmla="*/ 153625 h 2880"/>
              <a:gd name="T50" fmla="*/ 627767 w 5471"/>
              <a:gd name="T51" fmla="*/ 147250 h 2880"/>
              <a:gd name="T52" fmla="*/ 649401 w 5471"/>
              <a:gd name="T53" fmla="*/ 136250 h 2880"/>
              <a:gd name="T54" fmla="*/ 556737 w 5471"/>
              <a:gd name="T55" fmla="*/ 148375 h 2880"/>
              <a:gd name="T56" fmla="*/ 559238 w 5471"/>
              <a:gd name="T57" fmla="*/ 157625 h 2880"/>
              <a:gd name="T58" fmla="*/ 600630 w 5471"/>
              <a:gd name="T59" fmla="*/ 273000 h 2880"/>
              <a:gd name="T60" fmla="*/ 615262 w 5471"/>
              <a:gd name="T61" fmla="*/ 284875 h 2880"/>
              <a:gd name="T62" fmla="*/ 624641 w 5471"/>
              <a:gd name="T63" fmla="*/ 278375 h 2880"/>
              <a:gd name="T64" fmla="*/ 641898 w 5471"/>
              <a:gd name="T65" fmla="*/ 284375 h 2880"/>
              <a:gd name="T66" fmla="*/ 615262 w 5471"/>
              <a:gd name="T67" fmla="*/ 305375 h 2880"/>
              <a:gd name="T68" fmla="*/ 577246 w 5471"/>
              <a:gd name="T69" fmla="*/ 321375 h 2880"/>
              <a:gd name="T70" fmla="*/ 390041 w 5471"/>
              <a:gd name="T71" fmla="*/ 321500 h 2880"/>
              <a:gd name="T72" fmla="*/ 363655 w 5471"/>
              <a:gd name="T73" fmla="*/ 311250 h 2880"/>
              <a:gd name="T74" fmla="*/ 324763 w 5471"/>
              <a:gd name="T75" fmla="*/ 284375 h 2880"/>
              <a:gd name="T76" fmla="*/ 341895 w 5471"/>
              <a:gd name="T77" fmla="*/ 278000 h 2880"/>
              <a:gd name="T78" fmla="*/ 347148 w 5471"/>
              <a:gd name="T79" fmla="*/ 282125 h 2880"/>
              <a:gd name="T80" fmla="*/ 364780 w 5471"/>
              <a:gd name="T81" fmla="*/ 271000 h 2880"/>
              <a:gd name="T82" fmla="*/ 405172 w 5471"/>
              <a:gd name="T83" fmla="*/ 181375 h 2880"/>
              <a:gd name="T84" fmla="*/ 399795 w 5471"/>
              <a:gd name="T85" fmla="*/ 170875 h 2880"/>
              <a:gd name="T86" fmla="*/ 371783 w 5471"/>
              <a:gd name="T87" fmla="*/ 158750 h 2880"/>
              <a:gd name="T88" fmla="*/ 356777 w 5471"/>
              <a:gd name="T89" fmla="*/ 134375 h 2880"/>
              <a:gd name="T90" fmla="*/ 389166 w 5471"/>
              <a:gd name="T91" fmla="*/ 133125 h 2880"/>
              <a:gd name="T92" fmla="*/ 495086 w 5471"/>
              <a:gd name="T93" fmla="*/ 132875 h 2880"/>
              <a:gd name="T94" fmla="*/ 508216 w 5471"/>
              <a:gd name="T95" fmla="*/ 135375 h 2880"/>
              <a:gd name="T96" fmla="*/ 520346 w 5471"/>
              <a:gd name="T97" fmla="*/ 122625 h 2880"/>
              <a:gd name="T98" fmla="*/ 656154 w 5471"/>
              <a:gd name="T99" fmla="*/ 62250 h 2880"/>
              <a:gd name="T100" fmla="*/ 649401 w 5471"/>
              <a:gd name="T101" fmla="*/ 136250 h 2880"/>
              <a:gd name="T102" fmla="*/ 495086 w 5471"/>
              <a:gd name="T103" fmla="*/ 132875 h 2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471" h="2880">
                <a:moveTo>
                  <a:pt x="2550" y="2579"/>
                </a:moveTo>
                <a:cubicBezTo>
                  <a:pt x="2550" y="2577"/>
                  <a:pt x="2550" y="2575"/>
                  <a:pt x="2550" y="2573"/>
                </a:cubicBezTo>
                <a:cubicBezTo>
                  <a:pt x="2550" y="2575"/>
                  <a:pt x="2550" y="2577"/>
                  <a:pt x="2550" y="2579"/>
                </a:cubicBezTo>
                <a:close/>
                <a:moveTo>
                  <a:pt x="0" y="2423"/>
                </a:moveTo>
                <a:cubicBezTo>
                  <a:pt x="1" y="2423"/>
                  <a:pt x="1" y="2423"/>
                  <a:pt x="2" y="2423"/>
                </a:cubicBezTo>
                <a:cubicBezTo>
                  <a:pt x="2" y="2424"/>
                  <a:pt x="2" y="2424"/>
                  <a:pt x="2" y="2424"/>
                </a:cubicBezTo>
                <a:cubicBezTo>
                  <a:pt x="1" y="2424"/>
                  <a:pt x="1" y="2423"/>
                  <a:pt x="0" y="2423"/>
                </a:cubicBezTo>
                <a:close/>
                <a:moveTo>
                  <a:pt x="3029" y="2197"/>
                </a:moveTo>
                <a:cubicBezTo>
                  <a:pt x="3018" y="2224"/>
                  <a:pt x="3009" y="2252"/>
                  <a:pt x="3002" y="2280"/>
                </a:cubicBezTo>
                <a:cubicBezTo>
                  <a:pt x="3001" y="2283"/>
                  <a:pt x="3000" y="2286"/>
                  <a:pt x="2999" y="2289"/>
                </a:cubicBezTo>
                <a:cubicBezTo>
                  <a:pt x="2999" y="2294"/>
                  <a:pt x="2998" y="2298"/>
                  <a:pt x="2998" y="2303"/>
                </a:cubicBezTo>
                <a:cubicBezTo>
                  <a:pt x="2998" y="2329"/>
                  <a:pt x="3012" y="2352"/>
                  <a:pt x="3033" y="2365"/>
                </a:cubicBezTo>
                <a:cubicBezTo>
                  <a:pt x="3037" y="2366"/>
                  <a:pt x="3040" y="2368"/>
                  <a:pt x="3044" y="2370"/>
                </a:cubicBezTo>
                <a:cubicBezTo>
                  <a:pt x="3069" y="2382"/>
                  <a:pt x="3095" y="2394"/>
                  <a:pt x="3121" y="2405"/>
                </a:cubicBezTo>
                <a:cubicBezTo>
                  <a:pt x="3356" y="2504"/>
                  <a:pt x="3615" y="2559"/>
                  <a:pt x="3887" y="2559"/>
                </a:cubicBezTo>
                <a:cubicBezTo>
                  <a:pt x="4113" y="2559"/>
                  <a:pt x="4329" y="2521"/>
                  <a:pt x="4530" y="2452"/>
                </a:cubicBezTo>
                <a:cubicBezTo>
                  <a:pt x="4557" y="2443"/>
                  <a:pt x="4583" y="2433"/>
                  <a:pt x="4610" y="2422"/>
                </a:cubicBezTo>
                <a:cubicBezTo>
                  <a:pt x="4609" y="2422"/>
                  <a:pt x="4609" y="2422"/>
                  <a:pt x="4609" y="2421"/>
                </a:cubicBezTo>
                <a:cubicBezTo>
                  <a:pt x="4637" y="2412"/>
                  <a:pt x="4657" y="2386"/>
                  <a:pt x="4657" y="2354"/>
                </a:cubicBezTo>
                <a:cubicBezTo>
                  <a:pt x="4657" y="2354"/>
                  <a:pt x="4657" y="2353"/>
                  <a:pt x="4657" y="2352"/>
                </a:cubicBezTo>
                <a:cubicBezTo>
                  <a:pt x="4656" y="2338"/>
                  <a:pt x="4656" y="2324"/>
                  <a:pt x="4655" y="2310"/>
                </a:cubicBezTo>
                <a:cubicBezTo>
                  <a:pt x="4650" y="2290"/>
                  <a:pt x="4645" y="2270"/>
                  <a:pt x="4639" y="2250"/>
                </a:cubicBezTo>
                <a:cubicBezTo>
                  <a:pt x="4540" y="1926"/>
                  <a:pt x="4213" y="1689"/>
                  <a:pt x="3825" y="1689"/>
                </a:cubicBezTo>
                <a:cubicBezTo>
                  <a:pt x="3458" y="1689"/>
                  <a:pt x="3145" y="1901"/>
                  <a:pt x="3029" y="2197"/>
                </a:cubicBezTo>
                <a:close/>
                <a:moveTo>
                  <a:pt x="4481" y="2289"/>
                </a:moveTo>
                <a:cubicBezTo>
                  <a:pt x="4287" y="2359"/>
                  <a:pt x="4110" y="2386"/>
                  <a:pt x="3892" y="2386"/>
                </a:cubicBezTo>
                <a:cubicBezTo>
                  <a:pt x="3630" y="2386"/>
                  <a:pt x="3415" y="2346"/>
                  <a:pt x="3191" y="2248"/>
                </a:cubicBezTo>
                <a:cubicBezTo>
                  <a:pt x="3285" y="2000"/>
                  <a:pt x="3516" y="1859"/>
                  <a:pt x="3828" y="1859"/>
                </a:cubicBezTo>
                <a:cubicBezTo>
                  <a:pt x="4158" y="1859"/>
                  <a:pt x="4404" y="2019"/>
                  <a:pt x="4481" y="2289"/>
                </a:cubicBezTo>
                <a:close/>
                <a:moveTo>
                  <a:pt x="5369" y="641"/>
                </a:moveTo>
                <a:cubicBezTo>
                  <a:pt x="5396" y="541"/>
                  <a:pt x="5461" y="509"/>
                  <a:pt x="5470" y="460"/>
                </a:cubicBezTo>
                <a:cubicBezTo>
                  <a:pt x="5463" y="405"/>
                  <a:pt x="5275" y="222"/>
                  <a:pt x="4979" y="86"/>
                </a:cubicBezTo>
                <a:cubicBezTo>
                  <a:pt x="4805" y="0"/>
                  <a:pt x="4566" y="48"/>
                  <a:pt x="4372" y="328"/>
                </a:cubicBezTo>
                <a:cubicBezTo>
                  <a:pt x="4209" y="566"/>
                  <a:pt x="4118" y="712"/>
                  <a:pt x="4010" y="896"/>
                </a:cubicBezTo>
                <a:cubicBezTo>
                  <a:pt x="3903" y="870"/>
                  <a:pt x="3856" y="851"/>
                  <a:pt x="3696" y="843"/>
                </a:cubicBezTo>
                <a:cubicBezTo>
                  <a:pt x="3568" y="836"/>
                  <a:pt x="3466" y="829"/>
                  <a:pt x="3284" y="851"/>
                </a:cubicBezTo>
                <a:cubicBezTo>
                  <a:pt x="3093" y="873"/>
                  <a:pt x="2979" y="922"/>
                  <a:pt x="2973" y="926"/>
                </a:cubicBezTo>
                <a:cubicBezTo>
                  <a:pt x="2956" y="915"/>
                  <a:pt x="2901" y="901"/>
                  <a:pt x="2881" y="898"/>
                </a:cubicBezTo>
                <a:cubicBezTo>
                  <a:pt x="2671" y="871"/>
                  <a:pt x="2450" y="973"/>
                  <a:pt x="2320" y="1235"/>
                </a:cubicBezTo>
                <a:cubicBezTo>
                  <a:pt x="2307" y="1261"/>
                  <a:pt x="2303" y="1269"/>
                  <a:pt x="2285" y="1316"/>
                </a:cubicBezTo>
                <a:cubicBezTo>
                  <a:pt x="2267" y="1363"/>
                  <a:pt x="2253" y="1426"/>
                  <a:pt x="2293" y="1461"/>
                </a:cubicBezTo>
                <a:cubicBezTo>
                  <a:pt x="2295" y="1463"/>
                  <a:pt x="2516" y="1636"/>
                  <a:pt x="2662" y="1648"/>
                </a:cubicBezTo>
                <a:cubicBezTo>
                  <a:pt x="2664" y="1649"/>
                  <a:pt x="2676" y="1650"/>
                  <a:pt x="2677" y="1650"/>
                </a:cubicBezTo>
                <a:cubicBezTo>
                  <a:pt x="2697" y="1650"/>
                  <a:pt x="2726" y="1645"/>
                  <a:pt x="2755" y="1603"/>
                </a:cubicBezTo>
                <a:cubicBezTo>
                  <a:pt x="2757" y="1601"/>
                  <a:pt x="2758" y="1599"/>
                  <a:pt x="2760" y="1597"/>
                </a:cubicBezTo>
                <a:cubicBezTo>
                  <a:pt x="2829" y="1510"/>
                  <a:pt x="2905" y="1455"/>
                  <a:pt x="2995" y="1471"/>
                </a:cubicBezTo>
                <a:cubicBezTo>
                  <a:pt x="3012" y="1473"/>
                  <a:pt x="3028" y="1479"/>
                  <a:pt x="3044" y="1486"/>
                </a:cubicBezTo>
                <a:cubicBezTo>
                  <a:pt x="3030" y="1513"/>
                  <a:pt x="2962" y="1655"/>
                  <a:pt x="2956" y="1666"/>
                </a:cubicBezTo>
                <a:cubicBezTo>
                  <a:pt x="2954" y="1670"/>
                  <a:pt x="2951" y="1675"/>
                  <a:pt x="2948" y="1681"/>
                </a:cubicBezTo>
                <a:cubicBezTo>
                  <a:pt x="2919" y="1739"/>
                  <a:pt x="2853" y="1879"/>
                  <a:pt x="2835" y="1920"/>
                </a:cubicBezTo>
                <a:cubicBezTo>
                  <a:pt x="2813" y="1971"/>
                  <a:pt x="2802" y="1994"/>
                  <a:pt x="2785" y="2045"/>
                </a:cubicBezTo>
                <a:cubicBezTo>
                  <a:pt x="2784" y="2047"/>
                  <a:pt x="2784" y="2049"/>
                  <a:pt x="2783" y="2052"/>
                </a:cubicBezTo>
                <a:cubicBezTo>
                  <a:pt x="2754" y="2035"/>
                  <a:pt x="2677" y="2013"/>
                  <a:pt x="2641" y="2013"/>
                </a:cubicBezTo>
                <a:cubicBezTo>
                  <a:pt x="2599" y="2013"/>
                  <a:pt x="2539" y="2022"/>
                  <a:pt x="2493" y="2057"/>
                </a:cubicBezTo>
                <a:cubicBezTo>
                  <a:pt x="2436" y="2100"/>
                  <a:pt x="2392" y="2178"/>
                  <a:pt x="2400" y="2285"/>
                </a:cubicBezTo>
                <a:cubicBezTo>
                  <a:pt x="2406" y="2367"/>
                  <a:pt x="2507" y="2475"/>
                  <a:pt x="2573" y="2512"/>
                </a:cubicBezTo>
                <a:cubicBezTo>
                  <a:pt x="2677" y="2578"/>
                  <a:pt x="2787" y="2636"/>
                  <a:pt x="2903" y="2685"/>
                </a:cubicBezTo>
                <a:cubicBezTo>
                  <a:pt x="2937" y="2699"/>
                  <a:pt x="2971" y="2713"/>
                  <a:pt x="3006" y="2726"/>
                </a:cubicBezTo>
                <a:cubicBezTo>
                  <a:pt x="3060" y="2746"/>
                  <a:pt x="3116" y="2764"/>
                  <a:pt x="3173" y="2781"/>
                </a:cubicBezTo>
                <a:cubicBezTo>
                  <a:pt x="3392" y="2844"/>
                  <a:pt x="3625" y="2879"/>
                  <a:pt x="3868" y="2879"/>
                </a:cubicBezTo>
                <a:cubicBezTo>
                  <a:pt x="4059" y="2879"/>
                  <a:pt x="4244" y="2857"/>
                  <a:pt x="4421" y="2817"/>
                </a:cubicBezTo>
                <a:cubicBezTo>
                  <a:pt x="4479" y="2804"/>
                  <a:pt x="4537" y="2789"/>
                  <a:pt x="4593" y="2772"/>
                </a:cubicBezTo>
                <a:cubicBezTo>
                  <a:pt x="4595" y="2771"/>
                  <a:pt x="4598" y="2770"/>
                  <a:pt x="4600" y="2770"/>
                </a:cubicBezTo>
                <a:cubicBezTo>
                  <a:pt x="4649" y="2754"/>
                  <a:pt x="4698" y="2738"/>
                  <a:pt x="4746" y="2720"/>
                </a:cubicBezTo>
                <a:cubicBezTo>
                  <a:pt x="4894" y="2664"/>
                  <a:pt x="5035" y="2593"/>
                  <a:pt x="5166" y="2511"/>
                </a:cubicBezTo>
                <a:cubicBezTo>
                  <a:pt x="5178" y="2504"/>
                  <a:pt x="5189" y="2495"/>
                  <a:pt x="5200" y="2486"/>
                </a:cubicBezTo>
                <a:cubicBezTo>
                  <a:pt x="5280" y="2422"/>
                  <a:pt x="5311" y="2356"/>
                  <a:pt x="5323" y="2298"/>
                </a:cubicBezTo>
                <a:cubicBezTo>
                  <a:pt x="5338" y="2222"/>
                  <a:pt x="5262" y="2016"/>
                  <a:pt x="5087" y="1998"/>
                </a:cubicBezTo>
                <a:cubicBezTo>
                  <a:pt x="5046" y="1994"/>
                  <a:pt x="5000" y="2007"/>
                  <a:pt x="4967" y="2027"/>
                </a:cubicBezTo>
                <a:cubicBezTo>
                  <a:pt x="4964" y="2029"/>
                  <a:pt x="4960" y="2032"/>
                  <a:pt x="4957" y="2034"/>
                </a:cubicBezTo>
                <a:cubicBezTo>
                  <a:pt x="4935" y="1819"/>
                  <a:pt x="4808" y="1539"/>
                  <a:pt x="4683" y="1303"/>
                </a:cubicBezTo>
                <a:cubicBezTo>
                  <a:pt x="4669" y="1275"/>
                  <a:pt x="4657" y="1253"/>
                  <a:pt x="4657" y="1229"/>
                </a:cubicBezTo>
                <a:cubicBezTo>
                  <a:pt x="4659" y="1169"/>
                  <a:pt x="4722" y="1110"/>
                  <a:pt x="4743" y="1091"/>
                </a:cubicBezTo>
                <a:cubicBezTo>
                  <a:pt x="4813" y="1028"/>
                  <a:pt x="4833" y="1022"/>
                  <a:pt x="4883" y="1011"/>
                </a:cubicBezTo>
                <a:cubicBezTo>
                  <a:pt x="4913" y="1004"/>
                  <a:pt x="4942" y="1038"/>
                  <a:pt x="5020" y="1178"/>
                </a:cubicBezTo>
                <a:cubicBezTo>
                  <a:pt x="5126" y="1369"/>
                  <a:pt x="5419" y="1207"/>
                  <a:pt x="5419" y="1100"/>
                </a:cubicBezTo>
                <a:cubicBezTo>
                  <a:pt x="5419" y="989"/>
                  <a:pt x="5341" y="740"/>
                  <a:pt x="5369" y="641"/>
                </a:cubicBezTo>
                <a:close/>
                <a:moveTo>
                  <a:pt x="5193" y="1090"/>
                </a:moveTo>
                <a:cubicBezTo>
                  <a:pt x="5125" y="1110"/>
                  <a:pt x="5068" y="821"/>
                  <a:pt x="4896" y="802"/>
                </a:cubicBezTo>
                <a:cubicBezTo>
                  <a:pt x="4772" y="788"/>
                  <a:pt x="4477" y="1105"/>
                  <a:pt x="4477" y="1105"/>
                </a:cubicBezTo>
                <a:cubicBezTo>
                  <a:pt x="4461" y="1128"/>
                  <a:pt x="4452" y="1156"/>
                  <a:pt x="4452" y="1187"/>
                </a:cubicBezTo>
                <a:cubicBezTo>
                  <a:pt x="4452" y="1210"/>
                  <a:pt x="4457" y="1232"/>
                  <a:pt x="4467" y="1251"/>
                </a:cubicBezTo>
                <a:cubicBezTo>
                  <a:pt x="4468" y="1254"/>
                  <a:pt x="4469" y="1256"/>
                  <a:pt x="4471" y="1259"/>
                </a:cubicBezTo>
                <a:cubicBezTo>
                  <a:pt x="4471" y="1259"/>
                  <a:pt x="4472" y="1260"/>
                  <a:pt x="4472" y="1261"/>
                </a:cubicBezTo>
                <a:cubicBezTo>
                  <a:pt x="4474" y="1263"/>
                  <a:pt x="4475" y="1266"/>
                  <a:pt x="4477" y="1268"/>
                </a:cubicBezTo>
                <a:cubicBezTo>
                  <a:pt x="4611" y="1492"/>
                  <a:pt x="4787" y="1915"/>
                  <a:pt x="4802" y="2161"/>
                </a:cubicBezTo>
                <a:cubicBezTo>
                  <a:pt x="4803" y="2168"/>
                  <a:pt x="4803" y="2184"/>
                  <a:pt x="4803" y="2184"/>
                </a:cubicBezTo>
                <a:cubicBezTo>
                  <a:pt x="4803" y="2184"/>
                  <a:pt x="4804" y="2199"/>
                  <a:pt x="4805" y="2228"/>
                </a:cubicBezTo>
                <a:cubicBezTo>
                  <a:pt x="4808" y="2276"/>
                  <a:pt x="4867" y="2291"/>
                  <a:pt x="4884" y="2290"/>
                </a:cubicBezTo>
                <a:cubicBezTo>
                  <a:pt x="4901" y="2290"/>
                  <a:pt x="4910" y="2286"/>
                  <a:pt x="4920" y="2279"/>
                </a:cubicBezTo>
                <a:cubicBezTo>
                  <a:pt x="4921" y="2279"/>
                  <a:pt x="4922" y="2278"/>
                  <a:pt x="4923" y="2278"/>
                </a:cubicBezTo>
                <a:cubicBezTo>
                  <a:pt x="4929" y="2273"/>
                  <a:pt x="4936" y="2269"/>
                  <a:pt x="4943" y="2264"/>
                </a:cubicBezTo>
                <a:cubicBezTo>
                  <a:pt x="4961" y="2252"/>
                  <a:pt x="4978" y="2240"/>
                  <a:pt x="4995" y="2227"/>
                </a:cubicBezTo>
                <a:cubicBezTo>
                  <a:pt x="5013" y="2214"/>
                  <a:pt x="5020" y="2209"/>
                  <a:pt x="5028" y="2204"/>
                </a:cubicBezTo>
                <a:cubicBezTo>
                  <a:pt x="5035" y="2199"/>
                  <a:pt x="5046" y="2196"/>
                  <a:pt x="5056" y="2196"/>
                </a:cubicBezTo>
                <a:cubicBezTo>
                  <a:pt x="5099" y="2196"/>
                  <a:pt x="5133" y="2231"/>
                  <a:pt x="5133" y="2275"/>
                </a:cubicBezTo>
                <a:cubicBezTo>
                  <a:pt x="5134" y="2317"/>
                  <a:pt x="5092" y="2345"/>
                  <a:pt x="5092" y="2346"/>
                </a:cubicBezTo>
                <a:cubicBezTo>
                  <a:pt x="5037" y="2380"/>
                  <a:pt x="4979" y="2413"/>
                  <a:pt x="4920" y="2443"/>
                </a:cubicBezTo>
                <a:cubicBezTo>
                  <a:pt x="4866" y="2470"/>
                  <a:pt x="4811" y="2495"/>
                  <a:pt x="4755" y="2519"/>
                </a:cubicBezTo>
                <a:cubicBezTo>
                  <a:pt x="4713" y="2536"/>
                  <a:pt x="4670" y="2552"/>
                  <a:pt x="4626" y="2567"/>
                </a:cubicBezTo>
                <a:cubicBezTo>
                  <a:pt x="4623" y="2568"/>
                  <a:pt x="4619" y="2569"/>
                  <a:pt x="4616" y="2571"/>
                </a:cubicBezTo>
                <a:cubicBezTo>
                  <a:pt x="4571" y="2585"/>
                  <a:pt x="4526" y="2599"/>
                  <a:pt x="4481" y="2611"/>
                </a:cubicBezTo>
                <a:cubicBezTo>
                  <a:pt x="4286" y="2664"/>
                  <a:pt x="4079" y="2692"/>
                  <a:pt x="3865" y="2692"/>
                </a:cubicBezTo>
                <a:cubicBezTo>
                  <a:pt x="3602" y="2692"/>
                  <a:pt x="3351" y="2650"/>
                  <a:pt x="3119" y="2572"/>
                </a:cubicBezTo>
                <a:cubicBezTo>
                  <a:pt x="3101" y="2566"/>
                  <a:pt x="3083" y="2560"/>
                  <a:pt x="3066" y="2554"/>
                </a:cubicBezTo>
                <a:cubicBezTo>
                  <a:pt x="3036" y="2543"/>
                  <a:pt x="3006" y="2532"/>
                  <a:pt x="2977" y="2520"/>
                </a:cubicBezTo>
                <a:cubicBezTo>
                  <a:pt x="2954" y="2510"/>
                  <a:pt x="2931" y="2500"/>
                  <a:pt x="2908" y="2490"/>
                </a:cubicBezTo>
                <a:cubicBezTo>
                  <a:pt x="2874" y="2475"/>
                  <a:pt x="2842" y="2459"/>
                  <a:pt x="2809" y="2443"/>
                </a:cubicBezTo>
                <a:cubicBezTo>
                  <a:pt x="2754" y="2414"/>
                  <a:pt x="2660" y="2361"/>
                  <a:pt x="2646" y="2350"/>
                </a:cubicBezTo>
                <a:cubicBezTo>
                  <a:pt x="2631" y="2339"/>
                  <a:pt x="2597" y="2307"/>
                  <a:pt x="2597" y="2275"/>
                </a:cubicBezTo>
                <a:cubicBezTo>
                  <a:pt x="2597" y="2231"/>
                  <a:pt x="2631" y="2196"/>
                  <a:pt x="2674" y="2196"/>
                </a:cubicBezTo>
                <a:cubicBezTo>
                  <a:pt x="2696" y="2196"/>
                  <a:pt x="2716" y="2211"/>
                  <a:pt x="2730" y="2221"/>
                </a:cubicBezTo>
                <a:cubicBezTo>
                  <a:pt x="2731" y="2222"/>
                  <a:pt x="2733" y="2223"/>
                  <a:pt x="2734" y="2224"/>
                </a:cubicBezTo>
                <a:cubicBezTo>
                  <a:pt x="2745" y="2233"/>
                  <a:pt x="2756" y="2241"/>
                  <a:pt x="2766" y="2250"/>
                </a:cubicBezTo>
                <a:cubicBezTo>
                  <a:pt x="2769" y="2252"/>
                  <a:pt x="2773" y="2254"/>
                  <a:pt x="2776" y="2257"/>
                </a:cubicBezTo>
                <a:cubicBezTo>
                  <a:pt x="2799" y="2274"/>
                  <a:pt x="2874" y="2284"/>
                  <a:pt x="2900" y="2213"/>
                </a:cubicBezTo>
                <a:cubicBezTo>
                  <a:pt x="2914" y="2177"/>
                  <a:pt x="2917" y="2170"/>
                  <a:pt x="2917" y="2169"/>
                </a:cubicBezTo>
                <a:cubicBezTo>
                  <a:pt x="2917" y="2169"/>
                  <a:pt x="2917" y="2169"/>
                  <a:pt x="2917" y="2168"/>
                </a:cubicBezTo>
                <a:cubicBezTo>
                  <a:pt x="2945" y="2077"/>
                  <a:pt x="3107" y="1741"/>
                  <a:pt x="3109" y="1737"/>
                </a:cubicBezTo>
                <a:cubicBezTo>
                  <a:pt x="3110" y="1733"/>
                  <a:pt x="3115" y="1721"/>
                  <a:pt x="3122" y="1705"/>
                </a:cubicBezTo>
                <a:cubicBezTo>
                  <a:pt x="3136" y="1672"/>
                  <a:pt x="3207" y="1525"/>
                  <a:pt x="3240" y="1451"/>
                </a:cubicBezTo>
                <a:lnTo>
                  <a:pt x="3240" y="1450"/>
                </a:lnTo>
                <a:cubicBezTo>
                  <a:pt x="3244" y="1442"/>
                  <a:pt x="3245" y="1433"/>
                  <a:pt x="3245" y="1423"/>
                </a:cubicBezTo>
                <a:cubicBezTo>
                  <a:pt x="3245" y="1403"/>
                  <a:pt x="3210" y="1379"/>
                  <a:pt x="3197" y="1367"/>
                </a:cubicBezTo>
                <a:cubicBezTo>
                  <a:pt x="3193" y="1363"/>
                  <a:pt x="3189" y="1360"/>
                  <a:pt x="3185" y="1358"/>
                </a:cubicBezTo>
                <a:cubicBezTo>
                  <a:pt x="3168" y="1345"/>
                  <a:pt x="3150" y="1334"/>
                  <a:pt x="3131" y="1324"/>
                </a:cubicBezTo>
                <a:cubicBezTo>
                  <a:pt x="3122" y="1320"/>
                  <a:pt x="3053" y="1282"/>
                  <a:pt x="2973" y="1270"/>
                </a:cubicBezTo>
                <a:cubicBezTo>
                  <a:pt x="2844" y="1251"/>
                  <a:pt x="2654" y="1451"/>
                  <a:pt x="2654" y="1451"/>
                </a:cubicBezTo>
                <a:cubicBezTo>
                  <a:pt x="2654" y="1451"/>
                  <a:pt x="2579" y="1446"/>
                  <a:pt x="2465" y="1361"/>
                </a:cubicBezTo>
                <a:cubicBezTo>
                  <a:pt x="2564" y="1148"/>
                  <a:pt x="2749" y="1039"/>
                  <a:pt x="2853" y="1075"/>
                </a:cubicBezTo>
                <a:cubicBezTo>
                  <a:pt x="2860" y="1077"/>
                  <a:pt x="2909" y="1094"/>
                  <a:pt x="2932" y="1116"/>
                </a:cubicBezTo>
                <a:cubicBezTo>
                  <a:pt x="2942" y="1123"/>
                  <a:pt x="2964" y="1130"/>
                  <a:pt x="2984" y="1122"/>
                </a:cubicBezTo>
                <a:cubicBezTo>
                  <a:pt x="2993" y="1119"/>
                  <a:pt x="3063" y="1076"/>
                  <a:pt x="3112" y="1065"/>
                </a:cubicBezTo>
                <a:cubicBezTo>
                  <a:pt x="3151" y="1055"/>
                  <a:pt x="3237" y="1037"/>
                  <a:pt x="3358" y="1030"/>
                </a:cubicBezTo>
                <a:cubicBezTo>
                  <a:pt x="3479" y="1022"/>
                  <a:pt x="3552" y="1024"/>
                  <a:pt x="3690" y="1027"/>
                </a:cubicBezTo>
                <a:cubicBezTo>
                  <a:pt x="3782" y="1029"/>
                  <a:pt x="3875" y="1048"/>
                  <a:pt x="3959" y="1063"/>
                </a:cubicBezTo>
                <a:cubicBezTo>
                  <a:pt x="3986" y="1067"/>
                  <a:pt x="4013" y="1073"/>
                  <a:pt x="4040" y="1079"/>
                </a:cubicBezTo>
                <a:cubicBezTo>
                  <a:pt x="4046" y="1081"/>
                  <a:pt x="4052" y="1082"/>
                  <a:pt x="4058" y="1083"/>
                </a:cubicBezTo>
                <a:cubicBezTo>
                  <a:pt x="4060" y="1083"/>
                  <a:pt x="4062" y="1083"/>
                  <a:pt x="4064" y="1083"/>
                </a:cubicBezTo>
                <a:cubicBezTo>
                  <a:pt x="4087" y="1083"/>
                  <a:pt x="4107" y="1071"/>
                  <a:pt x="4120" y="1054"/>
                </a:cubicBezTo>
                <a:cubicBezTo>
                  <a:pt x="4122" y="1050"/>
                  <a:pt x="4124" y="1047"/>
                  <a:pt x="4126" y="1043"/>
                </a:cubicBezTo>
                <a:cubicBezTo>
                  <a:pt x="4136" y="1026"/>
                  <a:pt x="4148" y="1005"/>
                  <a:pt x="4161" y="981"/>
                </a:cubicBezTo>
                <a:cubicBezTo>
                  <a:pt x="4257" y="813"/>
                  <a:pt x="4430" y="521"/>
                  <a:pt x="4478" y="456"/>
                </a:cubicBezTo>
                <a:cubicBezTo>
                  <a:pt x="4557" y="347"/>
                  <a:pt x="4645" y="250"/>
                  <a:pt x="4729" y="241"/>
                </a:cubicBezTo>
                <a:cubicBezTo>
                  <a:pt x="4955" y="218"/>
                  <a:pt x="5254" y="463"/>
                  <a:pt x="5247" y="498"/>
                </a:cubicBezTo>
                <a:cubicBezTo>
                  <a:pt x="5243" y="520"/>
                  <a:pt x="5197" y="535"/>
                  <a:pt x="5187" y="634"/>
                </a:cubicBezTo>
                <a:cubicBezTo>
                  <a:pt x="5173" y="772"/>
                  <a:pt x="5247" y="969"/>
                  <a:pt x="5246" y="1038"/>
                </a:cubicBezTo>
                <a:cubicBezTo>
                  <a:pt x="5246" y="1055"/>
                  <a:pt x="5236" y="1079"/>
                  <a:pt x="5193" y="1090"/>
                </a:cubicBezTo>
                <a:close/>
                <a:moveTo>
                  <a:pt x="2917" y="2169"/>
                </a:moveTo>
                <a:cubicBezTo>
                  <a:pt x="2917" y="2169"/>
                  <a:pt x="2916" y="2174"/>
                  <a:pt x="2917" y="2169"/>
                </a:cubicBezTo>
                <a:close/>
                <a:moveTo>
                  <a:pt x="3959" y="1063"/>
                </a:moveTo>
                <a:cubicBezTo>
                  <a:pt x="3964" y="1053"/>
                  <a:pt x="3964" y="1053"/>
                  <a:pt x="3959" y="106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68" name="Freeform 22">
            <a:extLst>
              <a:ext uri="{FF2B5EF4-FFF2-40B4-BE49-F238E27FC236}">
                <a16:creationId xmlns:a16="http://schemas.microsoft.com/office/drawing/2014/main" id="{290D07FF-8951-9C4F-B011-7CF5DE2CC426}"/>
              </a:ext>
            </a:extLst>
          </p:cNvPr>
          <p:cNvSpPr>
            <a:spLocks noChangeAspect="1" noChangeArrowheads="1"/>
          </p:cNvSpPr>
          <p:nvPr/>
        </p:nvSpPr>
        <p:spPr bwMode="auto">
          <a:xfrm>
            <a:off x="2323335" y="4151209"/>
            <a:ext cx="318709" cy="435824"/>
          </a:xfrm>
          <a:custGeom>
            <a:avLst/>
            <a:gdLst>
              <a:gd name="T0" fmla="*/ 123 w 2152"/>
              <a:gd name="T1" fmla="*/ 295482 h 2935"/>
              <a:gd name="T2" fmla="*/ 245030 w 2152"/>
              <a:gd name="T3" fmla="*/ 139707 h 2935"/>
              <a:gd name="T4" fmla="*/ 203109 w 2152"/>
              <a:gd name="T5" fmla="*/ 18644 h 2935"/>
              <a:gd name="T6" fmla="*/ 147949 w 2152"/>
              <a:gd name="T7" fmla="*/ 0 h 2935"/>
              <a:gd name="T8" fmla="*/ 92545 w 2152"/>
              <a:gd name="T9" fmla="*/ 18644 h 2935"/>
              <a:gd name="T10" fmla="*/ 50747 w 2152"/>
              <a:gd name="T11" fmla="*/ 139707 h 2935"/>
              <a:gd name="T12" fmla="*/ 32115 w 2152"/>
              <a:gd name="T13" fmla="*/ 214037 h 2935"/>
              <a:gd name="T14" fmla="*/ 64965 w 2152"/>
              <a:gd name="T15" fmla="*/ 232559 h 2935"/>
              <a:gd name="T16" fmla="*/ 84087 w 2152"/>
              <a:gd name="T17" fmla="*/ 251203 h 2935"/>
              <a:gd name="T18" fmla="*/ 139124 w 2152"/>
              <a:gd name="T19" fmla="*/ 262978 h 2935"/>
              <a:gd name="T20" fmla="*/ 143782 w 2152"/>
              <a:gd name="T21" fmla="*/ 297199 h 2935"/>
              <a:gd name="T22" fmla="*/ 139247 w 2152"/>
              <a:gd name="T23" fmla="*/ 314371 h 2935"/>
              <a:gd name="T24" fmla="*/ 63127 w 2152"/>
              <a:gd name="T25" fmla="*/ 343809 h 2935"/>
              <a:gd name="T26" fmla="*/ 76855 w 2152"/>
              <a:gd name="T27" fmla="*/ 359877 h 2935"/>
              <a:gd name="T28" fmla="*/ 139492 w 2152"/>
              <a:gd name="T29" fmla="*/ 333629 h 2935"/>
              <a:gd name="T30" fmla="*/ 148317 w 2152"/>
              <a:gd name="T31" fmla="*/ 358283 h 2935"/>
              <a:gd name="T32" fmla="*/ 157265 w 2152"/>
              <a:gd name="T33" fmla="*/ 333629 h 2935"/>
              <a:gd name="T34" fmla="*/ 219779 w 2152"/>
              <a:gd name="T35" fmla="*/ 359877 h 2935"/>
              <a:gd name="T36" fmla="*/ 233630 w 2152"/>
              <a:gd name="T37" fmla="*/ 343809 h 2935"/>
              <a:gd name="T38" fmla="*/ 157388 w 2152"/>
              <a:gd name="T39" fmla="*/ 314371 h 2935"/>
              <a:gd name="T40" fmla="*/ 152975 w 2152"/>
              <a:gd name="T41" fmla="*/ 297199 h 2935"/>
              <a:gd name="T42" fmla="*/ 157633 w 2152"/>
              <a:gd name="T43" fmla="*/ 262978 h 2935"/>
              <a:gd name="T44" fmla="*/ 211689 w 2152"/>
              <a:gd name="T45" fmla="*/ 251203 h 2935"/>
              <a:gd name="T46" fmla="*/ 230688 w 2152"/>
              <a:gd name="T47" fmla="*/ 232559 h 2935"/>
              <a:gd name="T48" fmla="*/ 263661 w 2152"/>
              <a:gd name="T49" fmla="*/ 214037 h 2935"/>
              <a:gd name="T50" fmla="*/ 245030 w 2152"/>
              <a:gd name="T51" fmla="*/ 139707 h 2935"/>
              <a:gd name="T52" fmla="*/ 79920 w 2152"/>
              <a:gd name="T53" fmla="*/ 195639 h 2935"/>
              <a:gd name="T54" fmla="*/ 77591 w 2152"/>
              <a:gd name="T55" fmla="*/ 201281 h 2935"/>
              <a:gd name="T56" fmla="*/ 62636 w 2152"/>
              <a:gd name="T57" fmla="*/ 214037 h 2935"/>
              <a:gd name="T58" fmla="*/ 50747 w 2152"/>
              <a:gd name="T59" fmla="*/ 204716 h 2935"/>
              <a:gd name="T60" fmla="*/ 60062 w 2152"/>
              <a:gd name="T61" fmla="*/ 158228 h 2935"/>
              <a:gd name="T62" fmla="*/ 82003 w 2152"/>
              <a:gd name="T63" fmla="*/ 167428 h 2935"/>
              <a:gd name="T64" fmla="*/ 103577 w 2152"/>
              <a:gd name="T65" fmla="*/ 158228 h 2935"/>
              <a:gd name="T66" fmla="*/ 111299 w 2152"/>
              <a:gd name="T67" fmla="*/ 27966 h 2935"/>
              <a:gd name="T68" fmla="*/ 147949 w 2152"/>
              <a:gd name="T69" fmla="*/ 18644 h 2935"/>
              <a:gd name="T70" fmla="*/ 184477 w 2152"/>
              <a:gd name="T71" fmla="*/ 27966 h 2935"/>
              <a:gd name="T72" fmla="*/ 192077 w 2152"/>
              <a:gd name="T73" fmla="*/ 158228 h 2935"/>
              <a:gd name="T74" fmla="*/ 184477 w 2152"/>
              <a:gd name="T75" fmla="*/ 195394 h 2935"/>
              <a:gd name="T76" fmla="*/ 111299 w 2152"/>
              <a:gd name="T77" fmla="*/ 195394 h 2935"/>
              <a:gd name="T78" fmla="*/ 103577 w 2152"/>
              <a:gd name="T79" fmla="*/ 158228 h 2935"/>
              <a:gd name="T80" fmla="*/ 203722 w 2152"/>
              <a:gd name="T81" fmla="*/ 231823 h 2935"/>
              <a:gd name="T82" fmla="*/ 201025 w 2152"/>
              <a:gd name="T83" fmla="*/ 232436 h 2935"/>
              <a:gd name="T84" fmla="*/ 199677 w 2152"/>
              <a:gd name="T85" fmla="*/ 232559 h 2935"/>
              <a:gd name="T86" fmla="*/ 192199 w 2152"/>
              <a:gd name="T87" fmla="*/ 232559 h 2935"/>
              <a:gd name="T88" fmla="*/ 103454 w 2152"/>
              <a:gd name="T89" fmla="*/ 232559 h 2935"/>
              <a:gd name="T90" fmla="*/ 96100 w 2152"/>
              <a:gd name="T91" fmla="*/ 232559 h 2935"/>
              <a:gd name="T92" fmla="*/ 94629 w 2152"/>
              <a:gd name="T93" fmla="*/ 232436 h 2935"/>
              <a:gd name="T94" fmla="*/ 92055 w 2152"/>
              <a:gd name="T95" fmla="*/ 231823 h 2935"/>
              <a:gd name="T96" fmla="*/ 85926 w 2152"/>
              <a:gd name="T97" fmla="*/ 223359 h 2935"/>
              <a:gd name="T98" fmla="*/ 88868 w 2152"/>
              <a:gd name="T99" fmla="*/ 216491 h 2935"/>
              <a:gd name="T100" fmla="*/ 103454 w 2152"/>
              <a:gd name="T101" fmla="*/ 214037 h 2935"/>
              <a:gd name="T102" fmla="*/ 192199 w 2152"/>
              <a:gd name="T103" fmla="*/ 214037 h 2935"/>
              <a:gd name="T104" fmla="*/ 206786 w 2152"/>
              <a:gd name="T105" fmla="*/ 216491 h 2935"/>
              <a:gd name="T106" fmla="*/ 209850 w 2152"/>
              <a:gd name="T107" fmla="*/ 223359 h 2935"/>
              <a:gd name="T108" fmla="*/ 245030 w 2152"/>
              <a:gd name="T109" fmla="*/ 204716 h 2935"/>
              <a:gd name="T110" fmla="*/ 233140 w 2152"/>
              <a:gd name="T111" fmla="*/ 214037 h 2935"/>
              <a:gd name="T112" fmla="*/ 218063 w 2152"/>
              <a:gd name="T113" fmla="*/ 201281 h 2935"/>
              <a:gd name="T114" fmla="*/ 215857 w 2152"/>
              <a:gd name="T115" fmla="*/ 195639 h 2935"/>
              <a:gd name="T116" fmla="*/ 213773 w 2152"/>
              <a:gd name="T117" fmla="*/ 167428 h 2935"/>
              <a:gd name="T118" fmla="*/ 235714 w 2152"/>
              <a:gd name="T119" fmla="*/ 158228 h 2935"/>
              <a:gd name="T120" fmla="*/ 245030 w 2152"/>
              <a:gd name="T121" fmla="*/ 204716 h 293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52" h="2935">
                <a:moveTo>
                  <a:pt x="0" y="2415"/>
                </a:moveTo>
                <a:cubicBezTo>
                  <a:pt x="0" y="2413"/>
                  <a:pt x="0" y="2411"/>
                  <a:pt x="1" y="2409"/>
                </a:cubicBezTo>
                <a:cubicBezTo>
                  <a:pt x="0" y="2411"/>
                  <a:pt x="0" y="2413"/>
                  <a:pt x="0" y="2415"/>
                </a:cubicBezTo>
                <a:close/>
                <a:moveTo>
                  <a:pt x="1999" y="1139"/>
                </a:moveTo>
                <a:lnTo>
                  <a:pt x="1728" y="1139"/>
                </a:lnTo>
                <a:lnTo>
                  <a:pt x="1657" y="152"/>
                </a:lnTo>
                <a:cubicBezTo>
                  <a:pt x="1657" y="68"/>
                  <a:pt x="1589" y="0"/>
                  <a:pt x="1506" y="0"/>
                </a:cubicBezTo>
                <a:lnTo>
                  <a:pt x="1207" y="0"/>
                </a:lnTo>
                <a:lnTo>
                  <a:pt x="907" y="0"/>
                </a:lnTo>
                <a:cubicBezTo>
                  <a:pt x="823" y="0"/>
                  <a:pt x="755" y="68"/>
                  <a:pt x="755" y="152"/>
                </a:cubicBezTo>
                <a:lnTo>
                  <a:pt x="685" y="1139"/>
                </a:lnTo>
                <a:lnTo>
                  <a:pt x="414" y="1139"/>
                </a:lnTo>
                <a:cubicBezTo>
                  <a:pt x="330" y="1139"/>
                  <a:pt x="262" y="1207"/>
                  <a:pt x="262" y="1290"/>
                </a:cubicBezTo>
                <a:lnTo>
                  <a:pt x="262" y="1745"/>
                </a:lnTo>
                <a:cubicBezTo>
                  <a:pt x="262" y="1828"/>
                  <a:pt x="330" y="1896"/>
                  <a:pt x="414" y="1896"/>
                </a:cubicBezTo>
                <a:lnTo>
                  <a:pt x="530" y="1896"/>
                </a:lnTo>
                <a:cubicBezTo>
                  <a:pt x="531" y="1897"/>
                  <a:pt x="533" y="1898"/>
                  <a:pt x="534" y="1898"/>
                </a:cubicBezTo>
                <a:cubicBezTo>
                  <a:pt x="535" y="1981"/>
                  <a:pt x="602" y="2048"/>
                  <a:pt x="686" y="2048"/>
                </a:cubicBezTo>
                <a:lnTo>
                  <a:pt x="1135" y="2048"/>
                </a:lnTo>
                <a:lnTo>
                  <a:pt x="1135" y="2144"/>
                </a:lnTo>
                <a:cubicBezTo>
                  <a:pt x="1089" y="2171"/>
                  <a:pt x="1059" y="2220"/>
                  <a:pt x="1059" y="2276"/>
                </a:cubicBezTo>
                <a:cubicBezTo>
                  <a:pt x="1059" y="2347"/>
                  <a:pt x="1107" y="2406"/>
                  <a:pt x="1173" y="2423"/>
                </a:cubicBezTo>
                <a:lnTo>
                  <a:pt x="1173" y="2510"/>
                </a:lnTo>
                <a:cubicBezTo>
                  <a:pt x="1154" y="2521"/>
                  <a:pt x="1140" y="2541"/>
                  <a:pt x="1136" y="2563"/>
                </a:cubicBezTo>
                <a:lnTo>
                  <a:pt x="569" y="2717"/>
                </a:lnTo>
                <a:cubicBezTo>
                  <a:pt x="531" y="2727"/>
                  <a:pt x="508" y="2765"/>
                  <a:pt x="515" y="2803"/>
                </a:cubicBezTo>
                <a:cubicBezTo>
                  <a:pt x="514" y="2809"/>
                  <a:pt x="513" y="2814"/>
                  <a:pt x="513" y="2820"/>
                </a:cubicBezTo>
                <a:cubicBezTo>
                  <a:pt x="513" y="2883"/>
                  <a:pt x="564" y="2934"/>
                  <a:pt x="627" y="2934"/>
                </a:cubicBezTo>
                <a:cubicBezTo>
                  <a:pt x="688" y="2934"/>
                  <a:pt x="737" y="2887"/>
                  <a:pt x="741" y="2827"/>
                </a:cubicBezTo>
                <a:lnTo>
                  <a:pt x="1138" y="2720"/>
                </a:lnTo>
                <a:cubicBezTo>
                  <a:pt x="1113" y="2741"/>
                  <a:pt x="1097" y="2772"/>
                  <a:pt x="1097" y="2807"/>
                </a:cubicBezTo>
                <a:cubicBezTo>
                  <a:pt x="1097" y="2870"/>
                  <a:pt x="1148" y="2921"/>
                  <a:pt x="1210" y="2921"/>
                </a:cubicBezTo>
                <a:cubicBezTo>
                  <a:pt x="1273" y="2921"/>
                  <a:pt x="1324" y="2870"/>
                  <a:pt x="1324" y="2807"/>
                </a:cubicBezTo>
                <a:cubicBezTo>
                  <a:pt x="1324" y="2772"/>
                  <a:pt x="1308" y="2741"/>
                  <a:pt x="1283" y="2720"/>
                </a:cubicBezTo>
                <a:lnTo>
                  <a:pt x="1679" y="2827"/>
                </a:lnTo>
                <a:cubicBezTo>
                  <a:pt x="1683" y="2887"/>
                  <a:pt x="1733" y="2934"/>
                  <a:pt x="1793" y="2934"/>
                </a:cubicBezTo>
                <a:cubicBezTo>
                  <a:pt x="1856" y="2934"/>
                  <a:pt x="1907" y="2883"/>
                  <a:pt x="1907" y="2820"/>
                </a:cubicBezTo>
                <a:cubicBezTo>
                  <a:pt x="1907" y="2814"/>
                  <a:pt x="1906" y="2809"/>
                  <a:pt x="1906" y="2803"/>
                </a:cubicBezTo>
                <a:cubicBezTo>
                  <a:pt x="1913" y="2765"/>
                  <a:pt x="1889" y="2727"/>
                  <a:pt x="1851" y="2717"/>
                </a:cubicBezTo>
                <a:lnTo>
                  <a:pt x="1284" y="2563"/>
                </a:lnTo>
                <a:cubicBezTo>
                  <a:pt x="1281" y="2541"/>
                  <a:pt x="1267" y="2521"/>
                  <a:pt x="1248" y="2510"/>
                </a:cubicBezTo>
                <a:lnTo>
                  <a:pt x="1248" y="2423"/>
                </a:lnTo>
                <a:cubicBezTo>
                  <a:pt x="1313" y="2406"/>
                  <a:pt x="1361" y="2347"/>
                  <a:pt x="1361" y="2276"/>
                </a:cubicBezTo>
                <a:cubicBezTo>
                  <a:pt x="1361" y="2220"/>
                  <a:pt x="1331" y="2171"/>
                  <a:pt x="1286" y="2144"/>
                </a:cubicBezTo>
                <a:lnTo>
                  <a:pt x="1286" y="2048"/>
                </a:lnTo>
                <a:lnTo>
                  <a:pt x="1727" y="2048"/>
                </a:lnTo>
                <a:cubicBezTo>
                  <a:pt x="1810" y="2048"/>
                  <a:pt x="1878" y="1981"/>
                  <a:pt x="1879" y="1898"/>
                </a:cubicBezTo>
                <a:cubicBezTo>
                  <a:pt x="1880" y="1898"/>
                  <a:pt x="1881" y="1897"/>
                  <a:pt x="1882" y="1896"/>
                </a:cubicBezTo>
                <a:lnTo>
                  <a:pt x="1999" y="1896"/>
                </a:lnTo>
                <a:cubicBezTo>
                  <a:pt x="2083" y="1896"/>
                  <a:pt x="2151" y="1828"/>
                  <a:pt x="2151" y="1745"/>
                </a:cubicBezTo>
                <a:lnTo>
                  <a:pt x="2151" y="1290"/>
                </a:lnTo>
                <a:cubicBezTo>
                  <a:pt x="2151" y="1207"/>
                  <a:pt x="2083" y="1139"/>
                  <a:pt x="1999" y="1139"/>
                </a:cubicBezTo>
                <a:close/>
                <a:moveTo>
                  <a:pt x="652" y="1595"/>
                </a:moveTo>
                <a:lnTo>
                  <a:pt x="652" y="1595"/>
                </a:lnTo>
                <a:cubicBezTo>
                  <a:pt x="651" y="1612"/>
                  <a:pt x="644" y="1628"/>
                  <a:pt x="633" y="1641"/>
                </a:cubicBezTo>
                <a:lnTo>
                  <a:pt x="560" y="1721"/>
                </a:lnTo>
                <a:cubicBezTo>
                  <a:pt x="547" y="1735"/>
                  <a:pt x="530" y="1743"/>
                  <a:pt x="511" y="1745"/>
                </a:cubicBezTo>
                <a:lnTo>
                  <a:pt x="490" y="1745"/>
                </a:lnTo>
                <a:cubicBezTo>
                  <a:pt x="448" y="1745"/>
                  <a:pt x="414" y="1711"/>
                  <a:pt x="414" y="1669"/>
                </a:cubicBezTo>
                <a:lnTo>
                  <a:pt x="414" y="1366"/>
                </a:lnTo>
                <a:cubicBezTo>
                  <a:pt x="414" y="1324"/>
                  <a:pt x="448" y="1290"/>
                  <a:pt x="490" y="1290"/>
                </a:cubicBezTo>
                <a:lnTo>
                  <a:pt x="602" y="1290"/>
                </a:lnTo>
                <a:cubicBezTo>
                  <a:pt x="639" y="1295"/>
                  <a:pt x="668" y="1326"/>
                  <a:pt x="669" y="1365"/>
                </a:cubicBezTo>
                <a:lnTo>
                  <a:pt x="652" y="1595"/>
                </a:lnTo>
                <a:close/>
                <a:moveTo>
                  <a:pt x="845" y="1290"/>
                </a:moveTo>
                <a:lnTo>
                  <a:pt x="854" y="1139"/>
                </a:lnTo>
                <a:lnTo>
                  <a:pt x="908" y="228"/>
                </a:lnTo>
                <a:cubicBezTo>
                  <a:pt x="908" y="186"/>
                  <a:pt x="942" y="152"/>
                  <a:pt x="984" y="152"/>
                </a:cubicBezTo>
                <a:lnTo>
                  <a:pt x="1207" y="152"/>
                </a:lnTo>
                <a:lnTo>
                  <a:pt x="1429" y="152"/>
                </a:lnTo>
                <a:cubicBezTo>
                  <a:pt x="1471" y="152"/>
                  <a:pt x="1505" y="186"/>
                  <a:pt x="1505" y="228"/>
                </a:cubicBezTo>
                <a:lnTo>
                  <a:pt x="1558" y="1139"/>
                </a:lnTo>
                <a:lnTo>
                  <a:pt x="1567" y="1290"/>
                </a:lnTo>
                <a:lnTo>
                  <a:pt x="1581" y="1517"/>
                </a:lnTo>
                <a:cubicBezTo>
                  <a:pt x="1581" y="1559"/>
                  <a:pt x="1547" y="1593"/>
                  <a:pt x="1505" y="1593"/>
                </a:cubicBezTo>
                <a:lnTo>
                  <a:pt x="1207" y="1593"/>
                </a:lnTo>
                <a:lnTo>
                  <a:pt x="908" y="1593"/>
                </a:lnTo>
                <a:cubicBezTo>
                  <a:pt x="866" y="1593"/>
                  <a:pt x="832" y="1559"/>
                  <a:pt x="832" y="1517"/>
                </a:cubicBezTo>
                <a:lnTo>
                  <a:pt x="845" y="1290"/>
                </a:lnTo>
                <a:close/>
                <a:moveTo>
                  <a:pt x="1673" y="1887"/>
                </a:moveTo>
                <a:cubicBezTo>
                  <a:pt x="1669" y="1888"/>
                  <a:pt x="1666" y="1889"/>
                  <a:pt x="1662" y="1890"/>
                </a:cubicBezTo>
                <a:cubicBezTo>
                  <a:pt x="1655" y="1892"/>
                  <a:pt x="1648" y="1894"/>
                  <a:pt x="1640" y="1895"/>
                </a:cubicBezTo>
                <a:cubicBezTo>
                  <a:pt x="1636" y="1895"/>
                  <a:pt x="1632" y="1896"/>
                  <a:pt x="1629" y="1896"/>
                </a:cubicBezTo>
                <a:cubicBezTo>
                  <a:pt x="1626" y="1896"/>
                  <a:pt x="1623" y="1896"/>
                  <a:pt x="1620" y="1896"/>
                </a:cubicBezTo>
                <a:lnTo>
                  <a:pt x="1568" y="1896"/>
                </a:lnTo>
                <a:lnTo>
                  <a:pt x="1207" y="1896"/>
                </a:lnTo>
                <a:lnTo>
                  <a:pt x="844" y="1896"/>
                </a:lnTo>
                <a:lnTo>
                  <a:pt x="793" y="1896"/>
                </a:lnTo>
                <a:cubicBezTo>
                  <a:pt x="790" y="1896"/>
                  <a:pt x="787" y="1896"/>
                  <a:pt x="784" y="1896"/>
                </a:cubicBezTo>
                <a:cubicBezTo>
                  <a:pt x="780" y="1896"/>
                  <a:pt x="777" y="1895"/>
                  <a:pt x="773" y="1895"/>
                </a:cubicBezTo>
                <a:cubicBezTo>
                  <a:pt x="773" y="1895"/>
                  <a:pt x="773" y="1895"/>
                  <a:pt x="772" y="1895"/>
                </a:cubicBezTo>
                <a:cubicBezTo>
                  <a:pt x="765" y="1894"/>
                  <a:pt x="758" y="1892"/>
                  <a:pt x="751" y="1890"/>
                </a:cubicBezTo>
                <a:cubicBezTo>
                  <a:pt x="747" y="1889"/>
                  <a:pt x="744" y="1888"/>
                  <a:pt x="740" y="1887"/>
                </a:cubicBezTo>
                <a:cubicBezTo>
                  <a:pt x="717" y="1874"/>
                  <a:pt x="701" y="1849"/>
                  <a:pt x="701" y="1821"/>
                </a:cubicBezTo>
                <a:cubicBezTo>
                  <a:pt x="701" y="1803"/>
                  <a:pt x="707" y="1787"/>
                  <a:pt x="717" y="1774"/>
                </a:cubicBezTo>
                <a:lnTo>
                  <a:pt x="725" y="1765"/>
                </a:lnTo>
                <a:cubicBezTo>
                  <a:pt x="739" y="1752"/>
                  <a:pt x="757" y="1745"/>
                  <a:pt x="777" y="1745"/>
                </a:cubicBezTo>
                <a:lnTo>
                  <a:pt x="844" y="1745"/>
                </a:lnTo>
                <a:lnTo>
                  <a:pt x="1207" y="1745"/>
                </a:lnTo>
                <a:lnTo>
                  <a:pt x="1568" y="1745"/>
                </a:lnTo>
                <a:lnTo>
                  <a:pt x="1636" y="1745"/>
                </a:lnTo>
                <a:cubicBezTo>
                  <a:pt x="1656" y="1745"/>
                  <a:pt x="1674" y="1752"/>
                  <a:pt x="1687" y="1765"/>
                </a:cubicBezTo>
                <a:lnTo>
                  <a:pt x="1696" y="1774"/>
                </a:lnTo>
                <a:cubicBezTo>
                  <a:pt x="1706" y="1787"/>
                  <a:pt x="1712" y="1803"/>
                  <a:pt x="1712" y="1821"/>
                </a:cubicBezTo>
                <a:cubicBezTo>
                  <a:pt x="1712" y="1849"/>
                  <a:pt x="1696" y="1874"/>
                  <a:pt x="1673" y="1887"/>
                </a:cubicBezTo>
                <a:close/>
                <a:moveTo>
                  <a:pt x="1999" y="1669"/>
                </a:moveTo>
                <a:cubicBezTo>
                  <a:pt x="1999" y="1711"/>
                  <a:pt x="1965" y="1745"/>
                  <a:pt x="1923" y="1745"/>
                </a:cubicBezTo>
                <a:lnTo>
                  <a:pt x="1902" y="1745"/>
                </a:lnTo>
                <a:cubicBezTo>
                  <a:pt x="1883" y="1743"/>
                  <a:pt x="1865" y="1735"/>
                  <a:pt x="1853" y="1721"/>
                </a:cubicBezTo>
                <a:lnTo>
                  <a:pt x="1779" y="1641"/>
                </a:lnTo>
                <a:cubicBezTo>
                  <a:pt x="1769" y="1628"/>
                  <a:pt x="1762" y="1612"/>
                  <a:pt x="1761" y="1595"/>
                </a:cubicBezTo>
                <a:lnTo>
                  <a:pt x="1744" y="1365"/>
                </a:lnTo>
                <a:cubicBezTo>
                  <a:pt x="1745" y="1326"/>
                  <a:pt x="1774" y="1295"/>
                  <a:pt x="1811" y="1290"/>
                </a:cubicBezTo>
                <a:lnTo>
                  <a:pt x="1923" y="1290"/>
                </a:lnTo>
                <a:cubicBezTo>
                  <a:pt x="1965" y="1290"/>
                  <a:pt x="1999" y="1324"/>
                  <a:pt x="1999" y="1366"/>
                </a:cubicBezTo>
                <a:lnTo>
                  <a:pt x="1999" y="1669"/>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69" name="Freeform 6">
            <a:extLst>
              <a:ext uri="{FF2B5EF4-FFF2-40B4-BE49-F238E27FC236}">
                <a16:creationId xmlns:a16="http://schemas.microsoft.com/office/drawing/2014/main" id="{4FC3DA92-ECF8-1E4E-A069-9533851E4797}"/>
              </a:ext>
            </a:extLst>
          </p:cNvPr>
          <p:cNvSpPr>
            <a:spLocks noChangeAspect="1" noChangeArrowheads="1"/>
          </p:cNvSpPr>
          <p:nvPr/>
        </p:nvSpPr>
        <p:spPr bwMode="auto">
          <a:xfrm>
            <a:off x="8945184" y="4151209"/>
            <a:ext cx="435825" cy="435824"/>
          </a:xfrm>
          <a:custGeom>
            <a:avLst/>
            <a:gdLst>
              <a:gd name="T0" fmla="*/ 180000 w 2938"/>
              <a:gd name="T1" fmla="*/ 0 h 2939"/>
              <a:gd name="T2" fmla="*/ 0 w 2938"/>
              <a:gd name="T3" fmla="*/ 179816 h 2939"/>
              <a:gd name="T4" fmla="*/ 180000 w 2938"/>
              <a:gd name="T5" fmla="*/ 359878 h 2939"/>
              <a:gd name="T6" fmla="*/ 359877 w 2938"/>
              <a:gd name="T7" fmla="*/ 179816 h 2939"/>
              <a:gd name="T8" fmla="*/ 180000 w 2938"/>
              <a:gd name="T9" fmla="*/ 0 h 2939"/>
              <a:gd name="T10" fmla="*/ 180000 w 2938"/>
              <a:gd name="T11" fmla="*/ 341504 h 2939"/>
              <a:gd name="T12" fmla="*/ 18380 w 2938"/>
              <a:gd name="T13" fmla="*/ 179816 h 2939"/>
              <a:gd name="T14" fmla="*/ 180000 w 2938"/>
              <a:gd name="T15" fmla="*/ 18374 h 2939"/>
              <a:gd name="T16" fmla="*/ 341498 w 2938"/>
              <a:gd name="T17" fmla="*/ 179816 h 2939"/>
              <a:gd name="T18" fmla="*/ 180000 w 2938"/>
              <a:gd name="T19" fmla="*/ 341504 h 2939"/>
              <a:gd name="T20" fmla="*/ 216637 w 2938"/>
              <a:gd name="T21" fmla="*/ 170752 h 2939"/>
              <a:gd name="T22" fmla="*/ 215289 w 2938"/>
              <a:gd name="T23" fmla="*/ 166465 h 2939"/>
              <a:gd name="T24" fmla="*/ 279496 w 2938"/>
              <a:gd name="T25" fmla="*/ 80354 h 2939"/>
              <a:gd name="T26" fmla="*/ 193479 w 2938"/>
              <a:gd name="T27" fmla="*/ 144784 h 2939"/>
              <a:gd name="T28" fmla="*/ 189312 w 2938"/>
              <a:gd name="T29" fmla="*/ 143437 h 2939"/>
              <a:gd name="T30" fmla="*/ 153288 w 2938"/>
              <a:gd name="T31" fmla="*/ 153236 h 2939"/>
              <a:gd name="T32" fmla="*/ 143363 w 2938"/>
              <a:gd name="T33" fmla="*/ 189248 h 2939"/>
              <a:gd name="T34" fmla="*/ 144711 w 2938"/>
              <a:gd name="T35" fmla="*/ 193413 h 2939"/>
              <a:gd name="T36" fmla="*/ 80381 w 2938"/>
              <a:gd name="T37" fmla="*/ 279401 h 2939"/>
              <a:gd name="T38" fmla="*/ 166521 w 2938"/>
              <a:gd name="T39" fmla="*/ 215216 h 2939"/>
              <a:gd name="T40" fmla="*/ 170810 w 2938"/>
              <a:gd name="T41" fmla="*/ 216563 h 2939"/>
              <a:gd name="T42" fmla="*/ 206712 w 2938"/>
              <a:gd name="T43" fmla="*/ 206642 h 2939"/>
              <a:gd name="T44" fmla="*/ 216637 w 2938"/>
              <a:gd name="T45" fmla="*/ 170752 h 2939"/>
              <a:gd name="T46" fmla="*/ 166276 w 2938"/>
              <a:gd name="T47" fmla="*/ 193535 h 2939"/>
              <a:gd name="T48" fmla="*/ 166276 w 2938"/>
              <a:gd name="T49" fmla="*/ 166220 h 2939"/>
              <a:gd name="T50" fmla="*/ 193601 w 2938"/>
              <a:gd name="T51" fmla="*/ 166220 h 2939"/>
              <a:gd name="T52" fmla="*/ 193601 w 2938"/>
              <a:gd name="T53" fmla="*/ 193535 h 2939"/>
              <a:gd name="T54" fmla="*/ 166276 w 2938"/>
              <a:gd name="T55" fmla="*/ 193535 h 293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938" h="2939">
                <a:moveTo>
                  <a:pt x="1469" y="0"/>
                </a:moveTo>
                <a:cubicBezTo>
                  <a:pt x="658" y="0"/>
                  <a:pt x="0" y="657"/>
                  <a:pt x="0" y="1468"/>
                </a:cubicBezTo>
                <a:cubicBezTo>
                  <a:pt x="0" y="2280"/>
                  <a:pt x="658" y="2938"/>
                  <a:pt x="1469" y="2938"/>
                </a:cubicBezTo>
                <a:cubicBezTo>
                  <a:pt x="2279" y="2938"/>
                  <a:pt x="2937" y="2280"/>
                  <a:pt x="2937" y="1468"/>
                </a:cubicBezTo>
                <a:cubicBezTo>
                  <a:pt x="2937" y="657"/>
                  <a:pt x="2279" y="0"/>
                  <a:pt x="1469" y="0"/>
                </a:cubicBezTo>
                <a:close/>
                <a:moveTo>
                  <a:pt x="1469" y="2788"/>
                </a:moveTo>
                <a:cubicBezTo>
                  <a:pt x="740" y="2788"/>
                  <a:pt x="150" y="2197"/>
                  <a:pt x="150" y="1468"/>
                </a:cubicBezTo>
                <a:cubicBezTo>
                  <a:pt x="150" y="741"/>
                  <a:pt x="740" y="150"/>
                  <a:pt x="1469" y="150"/>
                </a:cubicBezTo>
                <a:cubicBezTo>
                  <a:pt x="2197" y="150"/>
                  <a:pt x="2787" y="741"/>
                  <a:pt x="2787" y="1468"/>
                </a:cubicBezTo>
                <a:cubicBezTo>
                  <a:pt x="2787" y="2197"/>
                  <a:pt x="2197" y="2788"/>
                  <a:pt x="1469" y="2788"/>
                </a:cubicBezTo>
                <a:close/>
                <a:moveTo>
                  <a:pt x="1768" y="1394"/>
                </a:moveTo>
                <a:cubicBezTo>
                  <a:pt x="1765" y="1382"/>
                  <a:pt x="1761" y="1371"/>
                  <a:pt x="1757" y="1359"/>
                </a:cubicBezTo>
                <a:lnTo>
                  <a:pt x="2281" y="656"/>
                </a:lnTo>
                <a:cubicBezTo>
                  <a:pt x="2281" y="656"/>
                  <a:pt x="1849" y="992"/>
                  <a:pt x="1579" y="1182"/>
                </a:cubicBezTo>
                <a:cubicBezTo>
                  <a:pt x="1568" y="1177"/>
                  <a:pt x="1556" y="1174"/>
                  <a:pt x="1545" y="1171"/>
                </a:cubicBezTo>
                <a:cubicBezTo>
                  <a:pt x="1444" y="1145"/>
                  <a:pt x="1330" y="1171"/>
                  <a:pt x="1251" y="1251"/>
                </a:cubicBezTo>
                <a:cubicBezTo>
                  <a:pt x="1171" y="1330"/>
                  <a:pt x="1145" y="1444"/>
                  <a:pt x="1170" y="1545"/>
                </a:cubicBezTo>
                <a:cubicBezTo>
                  <a:pt x="1173" y="1556"/>
                  <a:pt x="1177" y="1568"/>
                  <a:pt x="1181" y="1579"/>
                </a:cubicBezTo>
                <a:lnTo>
                  <a:pt x="656" y="2281"/>
                </a:lnTo>
                <a:lnTo>
                  <a:pt x="1359" y="1757"/>
                </a:lnTo>
                <a:cubicBezTo>
                  <a:pt x="1371" y="1761"/>
                  <a:pt x="1382" y="1765"/>
                  <a:pt x="1394" y="1768"/>
                </a:cubicBezTo>
                <a:cubicBezTo>
                  <a:pt x="1495" y="1793"/>
                  <a:pt x="1607" y="1766"/>
                  <a:pt x="1687" y="1687"/>
                </a:cubicBezTo>
                <a:cubicBezTo>
                  <a:pt x="1766" y="1607"/>
                  <a:pt x="1793" y="1494"/>
                  <a:pt x="1768" y="1394"/>
                </a:cubicBezTo>
                <a:close/>
                <a:moveTo>
                  <a:pt x="1357" y="1580"/>
                </a:moveTo>
                <a:cubicBezTo>
                  <a:pt x="1295" y="1518"/>
                  <a:pt x="1295" y="1419"/>
                  <a:pt x="1357" y="1357"/>
                </a:cubicBezTo>
                <a:cubicBezTo>
                  <a:pt x="1419" y="1295"/>
                  <a:pt x="1518" y="1295"/>
                  <a:pt x="1580" y="1357"/>
                </a:cubicBezTo>
                <a:cubicBezTo>
                  <a:pt x="1642" y="1419"/>
                  <a:pt x="1642" y="1518"/>
                  <a:pt x="1580" y="1580"/>
                </a:cubicBezTo>
                <a:cubicBezTo>
                  <a:pt x="1518" y="1642"/>
                  <a:pt x="1419" y="1642"/>
                  <a:pt x="1357" y="1580"/>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70" name="Freeform 9">
            <a:extLst>
              <a:ext uri="{FF2B5EF4-FFF2-40B4-BE49-F238E27FC236}">
                <a16:creationId xmlns:a16="http://schemas.microsoft.com/office/drawing/2014/main" id="{46091AAC-F056-3441-BFFC-C400DD566CEB}"/>
              </a:ext>
            </a:extLst>
          </p:cNvPr>
          <p:cNvSpPr>
            <a:spLocks noChangeAspect="1" noChangeArrowheads="1"/>
          </p:cNvSpPr>
          <p:nvPr/>
        </p:nvSpPr>
        <p:spPr bwMode="auto">
          <a:xfrm>
            <a:off x="9586439" y="1570820"/>
            <a:ext cx="284151" cy="435824"/>
          </a:xfrm>
          <a:custGeom>
            <a:avLst/>
            <a:gdLst>
              <a:gd name="T0" fmla="*/ 28917 w 1919"/>
              <a:gd name="T1" fmla="*/ 0 h 2939"/>
              <a:gd name="T2" fmla="*/ 0 w 1919"/>
              <a:gd name="T3" fmla="*/ 223055 h 2939"/>
              <a:gd name="T4" fmla="*/ 0 w 1919"/>
              <a:gd name="T5" fmla="*/ 320436 h 2939"/>
              <a:gd name="T6" fmla="*/ 37372 w 1919"/>
              <a:gd name="T7" fmla="*/ 349343 h 2939"/>
              <a:gd name="T8" fmla="*/ 43866 w 1919"/>
              <a:gd name="T9" fmla="*/ 359878 h 2939"/>
              <a:gd name="T10" fmla="*/ 55874 w 1919"/>
              <a:gd name="T11" fmla="*/ 351181 h 2939"/>
              <a:gd name="T12" fmla="*/ 177668 w 1919"/>
              <a:gd name="T13" fmla="*/ 349343 h 2939"/>
              <a:gd name="T14" fmla="*/ 184163 w 1919"/>
              <a:gd name="T15" fmla="*/ 359878 h 2939"/>
              <a:gd name="T16" fmla="*/ 196170 w 1919"/>
              <a:gd name="T17" fmla="*/ 351181 h 2939"/>
              <a:gd name="T18" fmla="*/ 206095 w 1919"/>
              <a:gd name="T19" fmla="*/ 349343 h 2939"/>
              <a:gd name="T20" fmla="*/ 235012 w 1919"/>
              <a:gd name="T21" fmla="*/ 240939 h 2939"/>
              <a:gd name="T22" fmla="*/ 235012 w 1919"/>
              <a:gd name="T23" fmla="*/ 28908 h 2939"/>
              <a:gd name="T24" fmla="*/ 32838 w 1919"/>
              <a:gd name="T25" fmla="*/ 18496 h 2939"/>
              <a:gd name="T26" fmla="*/ 216633 w 1919"/>
              <a:gd name="T27" fmla="*/ 32950 h 2939"/>
              <a:gd name="T28" fmla="*/ 212835 w 1919"/>
              <a:gd name="T29" fmla="*/ 140129 h 2939"/>
              <a:gd name="T30" fmla="*/ 206218 w 1919"/>
              <a:gd name="T31" fmla="*/ 142947 h 2939"/>
              <a:gd name="T32" fmla="*/ 181099 w 1919"/>
              <a:gd name="T33" fmla="*/ 142947 h 2939"/>
              <a:gd name="T34" fmla="*/ 130004 w 1919"/>
              <a:gd name="T35" fmla="*/ 142947 h 2939"/>
              <a:gd name="T36" fmla="*/ 105008 w 1919"/>
              <a:gd name="T37" fmla="*/ 142947 h 2939"/>
              <a:gd name="T38" fmla="*/ 53791 w 1919"/>
              <a:gd name="T39" fmla="*/ 142947 h 2939"/>
              <a:gd name="T40" fmla="*/ 28795 w 1919"/>
              <a:gd name="T41" fmla="*/ 142947 h 2939"/>
              <a:gd name="T42" fmla="*/ 22178 w 1919"/>
              <a:gd name="T43" fmla="*/ 140129 h 2939"/>
              <a:gd name="T44" fmla="*/ 18379 w 1919"/>
              <a:gd name="T45" fmla="*/ 32950 h 2939"/>
              <a:gd name="T46" fmla="*/ 216633 w 1919"/>
              <a:gd name="T47" fmla="*/ 316393 h 2939"/>
              <a:gd name="T48" fmla="*/ 32838 w 1919"/>
              <a:gd name="T49" fmla="*/ 330847 h 2939"/>
              <a:gd name="T50" fmla="*/ 18379 w 1919"/>
              <a:gd name="T51" fmla="*/ 244614 h 2939"/>
              <a:gd name="T52" fmla="*/ 216633 w 1919"/>
              <a:gd name="T53" fmla="*/ 244614 h 2939"/>
              <a:gd name="T54" fmla="*/ 117506 w 1919"/>
              <a:gd name="T55" fmla="*/ 234447 h 2939"/>
              <a:gd name="T56" fmla="*/ 18379 w 1919"/>
              <a:gd name="T57" fmla="*/ 158380 h 2939"/>
              <a:gd name="T58" fmla="*/ 66901 w 1919"/>
              <a:gd name="T59" fmla="*/ 155931 h 2939"/>
              <a:gd name="T60" fmla="*/ 92020 w 1919"/>
              <a:gd name="T61" fmla="*/ 155931 h 2939"/>
              <a:gd name="T62" fmla="*/ 142992 w 1919"/>
              <a:gd name="T63" fmla="*/ 156053 h 2939"/>
              <a:gd name="T64" fmla="*/ 168111 w 1919"/>
              <a:gd name="T65" fmla="*/ 156053 h 2939"/>
              <a:gd name="T66" fmla="*/ 216633 w 1919"/>
              <a:gd name="T67" fmla="*/ 158503 h 2939"/>
              <a:gd name="T68" fmla="*/ 117506 w 1919"/>
              <a:gd name="T69" fmla="*/ 234447 h 2939"/>
              <a:gd name="T70" fmla="*/ 116771 w 1919"/>
              <a:gd name="T71" fmla="*/ 320925 h 2939"/>
              <a:gd name="T72" fmla="*/ 116771 w 1919"/>
              <a:gd name="T73" fmla="*/ 265192 h 2939"/>
              <a:gd name="T74" fmla="*/ 126206 w 1919"/>
              <a:gd name="T75" fmla="*/ 292998 h 2939"/>
              <a:gd name="T76" fmla="*/ 107459 w 1919"/>
              <a:gd name="T77" fmla="*/ 292998 h 2939"/>
              <a:gd name="T78" fmla="*/ 126206 w 1919"/>
              <a:gd name="T79" fmla="*/ 292998 h 2939"/>
              <a:gd name="T80" fmla="*/ 126941 w 1919"/>
              <a:gd name="T81" fmla="*/ 113426 h 2939"/>
              <a:gd name="T82" fmla="*/ 106724 w 1919"/>
              <a:gd name="T83" fmla="*/ 113426 h 2939"/>
              <a:gd name="T84" fmla="*/ 112605 w 1919"/>
              <a:gd name="T85" fmla="*/ 74597 h 2939"/>
              <a:gd name="T86" fmla="*/ 117261 w 1919"/>
              <a:gd name="T87" fmla="*/ 77292 h 2939"/>
              <a:gd name="T88" fmla="*/ 121917 w 1919"/>
              <a:gd name="T89" fmla="*/ 74597 h 2939"/>
              <a:gd name="T90" fmla="*/ 121917 w 1919"/>
              <a:gd name="T91" fmla="*/ 69207 h 2939"/>
              <a:gd name="T92" fmla="*/ 117261 w 1919"/>
              <a:gd name="T93" fmla="*/ 66635 h 2939"/>
              <a:gd name="T94" fmla="*/ 112605 w 1919"/>
              <a:gd name="T95" fmla="*/ 69207 h 2939"/>
              <a:gd name="T96" fmla="*/ 112605 w 1919"/>
              <a:gd name="T97" fmla="*/ 74597 h 293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919" h="2939">
                <a:moveTo>
                  <a:pt x="1682" y="0"/>
                </a:moveTo>
                <a:lnTo>
                  <a:pt x="236" y="0"/>
                </a:lnTo>
                <a:cubicBezTo>
                  <a:pt x="105" y="0"/>
                  <a:pt x="0" y="106"/>
                  <a:pt x="0" y="236"/>
                </a:cubicBezTo>
                <a:lnTo>
                  <a:pt x="0" y="1821"/>
                </a:lnTo>
                <a:lnTo>
                  <a:pt x="0" y="1967"/>
                </a:lnTo>
                <a:lnTo>
                  <a:pt x="0" y="2616"/>
                </a:lnTo>
                <a:cubicBezTo>
                  <a:pt x="0" y="2746"/>
                  <a:pt x="105" y="2852"/>
                  <a:pt x="236" y="2852"/>
                </a:cubicBezTo>
                <a:lnTo>
                  <a:pt x="305" y="2852"/>
                </a:lnTo>
                <a:lnTo>
                  <a:pt x="305" y="2867"/>
                </a:lnTo>
                <a:cubicBezTo>
                  <a:pt x="305" y="2901"/>
                  <a:pt x="327" y="2929"/>
                  <a:pt x="358" y="2938"/>
                </a:cubicBezTo>
                <a:lnTo>
                  <a:pt x="403" y="2938"/>
                </a:lnTo>
                <a:cubicBezTo>
                  <a:pt x="433" y="2929"/>
                  <a:pt x="456" y="2901"/>
                  <a:pt x="456" y="2867"/>
                </a:cubicBezTo>
                <a:lnTo>
                  <a:pt x="456" y="2852"/>
                </a:lnTo>
                <a:lnTo>
                  <a:pt x="1450" y="2852"/>
                </a:lnTo>
                <a:lnTo>
                  <a:pt x="1450" y="2867"/>
                </a:lnTo>
                <a:cubicBezTo>
                  <a:pt x="1450" y="2901"/>
                  <a:pt x="1473" y="2929"/>
                  <a:pt x="1503" y="2938"/>
                </a:cubicBezTo>
                <a:lnTo>
                  <a:pt x="1548" y="2938"/>
                </a:lnTo>
                <a:cubicBezTo>
                  <a:pt x="1579" y="2929"/>
                  <a:pt x="1601" y="2901"/>
                  <a:pt x="1601" y="2867"/>
                </a:cubicBezTo>
                <a:lnTo>
                  <a:pt x="1601" y="2852"/>
                </a:lnTo>
                <a:lnTo>
                  <a:pt x="1682" y="2852"/>
                </a:lnTo>
                <a:cubicBezTo>
                  <a:pt x="1812" y="2852"/>
                  <a:pt x="1918" y="2746"/>
                  <a:pt x="1918" y="2616"/>
                </a:cubicBezTo>
                <a:lnTo>
                  <a:pt x="1918" y="1967"/>
                </a:lnTo>
                <a:lnTo>
                  <a:pt x="1918" y="1821"/>
                </a:lnTo>
                <a:lnTo>
                  <a:pt x="1918" y="236"/>
                </a:lnTo>
                <a:cubicBezTo>
                  <a:pt x="1918" y="106"/>
                  <a:pt x="1812" y="0"/>
                  <a:pt x="1682" y="0"/>
                </a:cubicBezTo>
                <a:close/>
                <a:moveTo>
                  <a:pt x="268" y="151"/>
                </a:moveTo>
                <a:lnTo>
                  <a:pt x="1649" y="151"/>
                </a:lnTo>
                <a:cubicBezTo>
                  <a:pt x="1715" y="151"/>
                  <a:pt x="1768" y="204"/>
                  <a:pt x="1768" y="269"/>
                </a:cubicBezTo>
                <a:lnTo>
                  <a:pt x="1768" y="1151"/>
                </a:lnTo>
                <a:cubicBezTo>
                  <a:pt x="1758" y="1147"/>
                  <a:pt x="1748" y="1144"/>
                  <a:pt x="1737" y="1144"/>
                </a:cubicBezTo>
                <a:cubicBezTo>
                  <a:pt x="1716" y="1144"/>
                  <a:pt x="1697" y="1153"/>
                  <a:pt x="1683" y="1167"/>
                </a:cubicBezTo>
                <a:cubicBezTo>
                  <a:pt x="1657" y="1193"/>
                  <a:pt x="1621" y="1210"/>
                  <a:pt x="1581" y="1210"/>
                </a:cubicBezTo>
                <a:cubicBezTo>
                  <a:pt x="1541" y="1210"/>
                  <a:pt x="1505" y="1193"/>
                  <a:pt x="1478" y="1167"/>
                </a:cubicBezTo>
                <a:cubicBezTo>
                  <a:pt x="1425" y="1114"/>
                  <a:pt x="1351" y="1081"/>
                  <a:pt x="1270" y="1081"/>
                </a:cubicBezTo>
                <a:cubicBezTo>
                  <a:pt x="1188" y="1081"/>
                  <a:pt x="1114" y="1114"/>
                  <a:pt x="1061" y="1167"/>
                </a:cubicBezTo>
                <a:cubicBezTo>
                  <a:pt x="1036" y="1193"/>
                  <a:pt x="999" y="1209"/>
                  <a:pt x="959" y="1209"/>
                </a:cubicBezTo>
                <a:cubicBezTo>
                  <a:pt x="919" y="1209"/>
                  <a:pt x="883" y="1193"/>
                  <a:pt x="857" y="1167"/>
                </a:cubicBezTo>
                <a:cubicBezTo>
                  <a:pt x="804" y="1114"/>
                  <a:pt x="730" y="1080"/>
                  <a:pt x="648" y="1080"/>
                </a:cubicBezTo>
                <a:cubicBezTo>
                  <a:pt x="567" y="1080"/>
                  <a:pt x="493" y="1113"/>
                  <a:pt x="439" y="1167"/>
                </a:cubicBezTo>
                <a:cubicBezTo>
                  <a:pt x="413" y="1193"/>
                  <a:pt x="377" y="1209"/>
                  <a:pt x="337" y="1209"/>
                </a:cubicBezTo>
                <a:cubicBezTo>
                  <a:pt x="297" y="1209"/>
                  <a:pt x="261" y="1193"/>
                  <a:pt x="235" y="1167"/>
                </a:cubicBezTo>
                <a:cubicBezTo>
                  <a:pt x="221" y="1153"/>
                  <a:pt x="202" y="1144"/>
                  <a:pt x="181" y="1144"/>
                </a:cubicBezTo>
                <a:cubicBezTo>
                  <a:pt x="170" y="1144"/>
                  <a:pt x="160" y="1146"/>
                  <a:pt x="150" y="1150"/>
                </a:cubicBezTo>
                <a:lnTo>
                  <a:pt x="150" y="269"/>
                </a:lnTo>
                <a:cubicBezTo>
                  <a:pt x="150" y="204"/>
                  <a:pt x="203" y="151"/>
                  <a:pt x="268" y="151"/>
                </a:cubicBezTo>
                <a:close/>
                <a:moveTo>
                  <a:pt x="1768" y="2583"/>
                </a:moveTo>
                <a:cubicBezTo>
                  <a:pt x="1768" y="2648"/>
                  <a:pt x="1715" y="2701"/>
                  <a:pt x="1649" y="2701"/>
                </a:cubicBezTo>
                <a:lnTo>
                  <a:pt x="268" y="2701"/>
                </a:lnTo>
                <a:cubicBezTo>
                  <a:pt x="203" y="2701"/>
                  <a:pt x="150" y="2648"/>
                  <a:pt x="150" y="2583"/>
                </a:cubicBezTo>
                <a:lnTo>
                  <a:pt x="150" y="1997"/>
                </a:lnTo>
                <a:cubicBezTo>
                  <a:pt x="396" y="2040"/>
                  <a:pt x="670" y="2065"/>
                  <a:pt x="959" y="2065"/>
                </a:cubicBezTo>
                <a:cubicBezTo>
                  <a:pt x="1247" y="2065"/>
                  <a:pt x="1522" y="2040"/>
                  <a:pt x="1768" y="1997"/>
                </a:cubicBezTo>
                <a:lnTo>
                  <a:pt x="1768" y="2583"/>
                </a:lnTo>
                <a:close/>
                <a:moveTo>
                  <a:pt x="959" y="1914"/>
                </a:moveTo>
                <a:cubicBezTo>
                  <a:pt x="668" y="1914"/>
                  <a:pt x="393" y="1891"/>
                  <a:pt x="150" y="1850"/>
                </a:cubicBezTo>
                <a:lnTo>
                  <a:pt x="150" y="1293"/>
                </a:lnTo>
                <a:cubicBezTo>
                  <a:pt x="201" y="1335"/>
                  <a:pt x="266" y="1360"/>
                  <a:pt x="337" y="1360"/>
                </a:cubicBezTo>
                <a:cubicBezTo>
                  <a:pt x="419" y="1360"/>
                  <a:pt x="492" y="1327"/>
                  <a:pt x="546" y="1273"/>
                </a:cubicBezTo>
                <a:cubicBezTo>
                  <a:pt x="572" y="1247"/>
                  <a:pt x="608" y="1231"/>
                  <a:pt x="648" y="1231"/>
                </a:cubicBezTo>
                <a:cubicBezTo>
                  <a:pt x="688" y="1231"/>
                  <a:pt x="724" y="1247"/>
                  <a:pt x="751" y="1273"/>
                </a:cubicBezTo>
                <a:cubicBezTo>
                  <a:pt x="804" y="1327"/>
                  <a:pt x="878" y="1360"/>
                  <a:pt x="959" y="1360"/>
                </a:cubicBezTo>
                <a:cubicBezTo>
                  <a:pt x="1041" y="1360"/>
                  <a:pt x="1114" y="1327"/>
                  <a:pt x="1167" y="1274"/>
                </a:cubicBezTo>
                <a:cubicBezTo>
                  <a:pt x="1193" y="1247"/>
                  <a:pt x="1230" y="1231"/>
                  <a:pt x="1270" y="1231"/>
                </a:cubicBezTo>
                <a:cubicBezTo>
                  <a:pt x="1309" y="1231"/>
                  <a:pt x="1346" y="1247"/>
                  <a:pt x="1372" y="1274"/>
                </a:cubicBezTo>
                <a:cubicBezTo>
                  <a:pt x="1425" y="1327"/>
                  <a:pt x="1499" y="1360"/>
                  <a:pt x="1581" y="1360"/>
                </a:cubicBezTo>
                <a:cubicBezTo>
                  <a:pt x="1652" y="1360"/>
                  <a:pt x="1717" y="1335"/>
                  <a:pt x="1768" y="1294"/>
                </a:cubicBezTo>
                <a:lnTo>
                  <a:pt x="1768" y="1850"/>
                </a:lnTo>
                <a:cubicBezTo>
                  <a:pt x="1525" y="1891"/>
                  <a:pt x="1250" y="1914"/>
                  <a:pt x="959" y="1914"/>
                </a:cubicBezTo>
                <a:close/>
                <a:moveTo>
                  <a:pt x="726" y="2392"/>
                </a:moveTo>
                <a:cubicBezTo>
                  <a:pt x="726" y="2518"/>
                  <a:pt x="827" y="2620"/>
                  <a:pt x="953" y="2620"/>
                </a:cubicBezTo>
                <a:cubicBezTo>
                  <a:pt x="1078" y="2620"/>
                  <a:pt x="1180" y="2518"/>
                  <a:pt x="1180" y="2392"/>
                </a:cubicBezTo>
                <a:cubicBezTo>
                  <a:pt x="1180" y="2267"/>
                  <a:pt x="1078" y="2165"/>
                  <a:pt x="953" y="2165"/>
                </a:cubicBezTo>
                <a:cubicBezTo>
                  <a:pt x="827" y="2165"/>
                  <a:pt x="726" y="2267"/>
                  <a:pt x="726" y="2392"/>
                </a:cubicBezTo>
                <a:close/>
                <a:moveTo>
                  <a:pt x="1030" y="2392"/>
                </a:moveTo>
                <a:cubicBezTo>
                  <a:pt x="1030" y="2435"/>
                  <a:pt x="995" y="2469"/>
                  <a:pt x="953" y="2469"/>
                </a:cubicBezTo>
                <a:cubicBezTo>
                  <a:pt x="910" y="2469"/>
                  <a:pt x="877" y="2435"/>
                  <a:pt x="877" y="2392"/>
                </a:cubicBezTo>
                <a:cubicBezTo>
                  <a:pt x="877" y="2350"/>
                  <a:pt x="910" y="2316"/>
                  <a:pt x="953" y="2316"/>
                </a:cubicBezTo>
                <a:cubicBezTo>
                  <a:pt x="995" y="2316"/>
                  <a:pt x="1030" y="2350"/>
                  <a:pt x="1030" y="2392"/>
                </a:cubicBezTo>
                <a:close/>
                <a:moveTo>
                  <a:pt x="953" y="1008"/>
                </a:moveTo>
                <a:cubicBezTo>
                  <a:pt x="998" y="1008"/>
                  <a:pt x="1036" y="971"/>
                  <a:pt x="1036" y="926"/>
                </a:cubicBezTo>
                <a:cubicBezTo>
                  <a:pt x="1036" y="880"/>
                  <a:pt x="998" y="735"/>
                  <a:pt x="953" y="735"/>
                </a:cubicBezTo>
                <a:cubicBezTo>
                  <a:pt x="907" y="735"/>
                  <a:pt x="871" y="880"/>
                  <a:pt x="871" y="926"/>
                </a:cubicBezTo>
                <a:cubicBezTo>
                  <a:pt x="871" y="971"/>
                  <a:pt x="907" y="1008"/>
                  <a:pt x="953" y="1008"/>
                </a:cubicBezTo>
                <a:close/>
                <a:moveTo>
                  <a:pt x="919" y="609"/>
                </a:moveTo>
                <a:cubicBezTo>
                  <a:pt x="923" y="616"/>
                  <a:pt x="928" y="621"/>
                  <a:pt x="935" y="625"/>
                </a:cubicBezTo>
                <a:cubicBezTo>
                  <a:pt x="942" y="629"/>
                  <a:pt x="949" y="631"/>
                  <a:pt x="957" y="631"/>
                </a:cubicBezTo>
                <a:cubicBezTo>
                  <a:pt x="965" y="631"/>
                  <a:pt x="972" y="629"/>
                  <a:pt x="979" y="625"/>
                </a:cubicBezTo>
                <a:cubicBezTo>
                  <a:pt x="986" y="621"/>
                  <a:pt x="991" y="616"/>
                  <a:pt x="995" y="609"/>
                </a:cubicBezTo>
                <a:cubicBezTo>
                  <a:pt x="999" y="602"/>
                  <a:pt x="1001" y="595"/>
                  <a:pt x="1001" y="587"/>
                </a:cubicBezTo>
                <a:cubicBezTo>
                  <a:pt x="1001" y="579"/>
                  <a:pt x="999" y="572"/>
                  <a:pt x="995" y="565"/>
                </a:cubicBezTo>
                <a:cubicBezTo>
                  <a:pt x="991" y="558"/>
                  <a:pt x="986" y="553"/>
                  <a:pt x="979" y="549"/>
                </a:cubicBezTo>
                <a:cubicBezTo>
                  <a:pt x="972" y="545"/>
                  <a:pt x="965" y="544"/>
                  <a:pt x="957" y="544"/>
                </a:cubicBezTo>
                <a:cubicBezTo>
                  <a:pt x="949" y="544"/>
                  <a:pt x="942" y="545"/>
                  <a:pt x="935" y="549"/>
                </a:cubicBezTo>
                <a:cubicBezTo>
                  <a:pt x="928" y="553"/>
                  <a:pt x="923" y="558"/>
                  <a:pt x="919" y="565"/>
                </a:cubicBezTo>
                <a:cubicBezTo>
                  <a:pt x="915" y="572"/>
                  <a:pt x="914" y="579"/>
                  <a:pt x="914" y="587"/>
                </a:cubicBezTo>
                <a:cubicBezTo>
                  <a:pt x="914" y="595"/>
                  <a:pt x="915" y="602"/>
                  <a:pt x="919" y="60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71" name="Freeform 15">
            <a:extLst>
              <a:ext uri="{FF2B5EF4-FFF2-40B4-BE49-F238E27FC236}">
                <a16:creationId xmlns:a16="http://schemas.microsoft.com/office/drawing/2014/main" id="{6902C312-E7AD-9F48-B137-7B1427E94811}"/>
              </a:ext>
            </a:extLst>
          </p:cNvPr>
          <p:cNvSpPr>
            <a:spLocks noChangeAspect="1" noChangeArrowheads="1"/>
          </p:cNvSpPr>
          <p:nvPr/>
        </p:nvSpPr>
        <p:spPr bwMode="auto">
          <a:xfrm>
            <a:off x="6664300" y="4151209"/>
            <a:ext cx="545261" cy="435824"/>
          </a:xfrm>
          <a:custGeom>
            <a:avLst/>
            <a:gdLst>
              <a:gd name="T0" fmla="*/ 432272 w 2940"/>
              <a:gd name="T1" fmla="*/ 124492 h 2351"/>
              <a:gd name="T2" fmla="*/ 157677 w 2940"/>
              <a:gd name="T3" fmla="*/ 124492 h 2351"/>
              <a:gd name="T4" fmla="*/ 139749 w 2940"/>
              <a:gd name="T5" fmla="*/ 142407 h 2351"/>
              <a:gd name="T6" fmla="*/ 139749 w 2940"/>
              <a:gd name="T7" fmla="*/ 144398 h 2351"/>
              <a:gd name="T8" fmla="*/ 113853 w 2940"/>
              <a:gd name="T9" fmla="*/ 144398 h 2351"/>
              <a:gd name="T10" fmla="*/ 72173 w 2940"/>
              <a:gd name="T11" fmla="*/ 100298 h 2351"/>
              <a:gd name="T12" fmla="*/ 72173 w 2940"/>
              <a:gd name="T13" fmla="*/ 17916 h 2351"/>
              <a:gd name="T14" fmla="*/ 54091 w 2940"/>
              <a:gd name="T15" fmla="*/ 0 h 2351"/>
              <a:gd name="T16" fmla="*/ 18082 w 2940"/>
              <a:gd name="T17" fmla="*/ 0 h 2351"/>
              <a:gd name="T18" fmla="*/ 0 w 2940"/>
              <a:gd name="T19" fmla="*/ 17916 h 2351"/>
              <a:gd name="T20" fmla="*/ 0 w 2940"/>
              <a:gd name="T21" fmla="*/ 341931 h 2351"/>
              <a:gd name="T22" fmla="*/ 18082 w 2940"/>
              <a:gd name="T23" fmla="*/ 359847 h 2351"/>
              <a:gd name="T24" fmla="*/ 54091 w 2940"/>
              <a:gd name="T25" fmla="*/ 359847 h 2351"/>
              <a:gd name="T26" fmla="*/ 72173 w 2940"/>
              <a:gd name="T27" fmla="*/ 341931 h 2351"/>
              <a:gd name="T28" fmla="*/ 72173 w 2940"/>
              <a:gd name="T29" fmla="*/ 277312 h 2351"/>
              <a:gd name="T30" fmla="*/ 142048 w 2940"/>
              <a:gd name="T31" fmla="*/ 277312 h 2351"/>
              <a:gd name="T32" fmla="*/ 157677 w 2940"/>
              <a:gd name="T33" fmla="*/ 286346 h 2351"/>
              <a:gd name="T34" fmla="*/ 355196 w 2940"/>
              <a:gd name="T35" fmla="*/ 286346 h 2351"/>
              <a:gd name="T36" fmla="*/ 355196 w 2940"/>
              <a:gd name="T37" fmla="*/ 341931 h 2351"/>
              <a:gd name="T38" fmla="*/ 373277 w 2940"/>
              <a:gd name="T39" fmla="*/ 359847 h 2351"/>
              <a:gd name="T40" fmla="*/ 409287 w 2940"/>
              <a:gd name="T41" fmla="*/ 359847 h 2351"/>
              <a:gd name="T42" fmla="*/ 427369 w 2940"/>
              <a:gd name="T43" fmla="*/ 341931 h 2351"/>
              <a:gd name="T44" fmla="*/ 427369 w 2940"/>
              <a:gd name="T45" fmla="*/ 286346 h 2351"/>
              <a:gd name="T46" fmla="*/ 432272 w 2940"/>
              <a:gd name="T47" fmla="*/ 286346 h 2351"/>
              <a:gd name="T48" fmla="*/ 450354 w 2940"/>
              <a:gd name="T49" fmla="*/ 268277 h 2351"/>
              <a:gd name="T50" fmla="*/ 450354 w 2940"/>
              <a:gd name="T51" fmla="*/ 142407 h 2351"/>
              <a:gd name="T52" fmla="*/ 432272 w 2940"/>
              <a:gd name="T53" fmla="*/ 124492 h 2351"/>
              <a:gd name="T54" fmla="*/ 49188 w 2940"/>
              <a:gd name="T55" fmla="*/ 327537 h 2351"/>
              <a:gd name="T56" fmla="*/ 40147 w 2940"/>
              <a:gd name="T57" fmla="*/ 336419 h 2351"/>
              <a:gd name="T58" fmla="*/ 32026 w 2940"/>
              <a:gd name="T59" fmla="*/ 336419 h 2351"/>
              <a:gd name="T60" fmla="*/ 22985 w 2940"/>
              <a:gd name="T61" fmla="*/ 327537 h 2351"/>
              <a:gd name="T62" fmla="*/ 22985 w 2940"/>
              <a:gd name="T63" fmla="*/ 32463 h 2351"/>
              <a:gd name="T64" fmla="*/ 32026 w 2940"/>
              <a:gd name="T65" fmla="*/ 23428 h 2351"/>
              <a:gd name="T66" fmla="*/ 40147 w 2940"/>
              <a:gd name="T67" fmla="*/ 23428 h 2351"/>
              <a:gd name="T68" fmla="*/ 49188 w 2940"/>
              <a:gd name="T69" fmla="*/ 32463 h 2351"/>
              <a:gd name="T70" fmla="*/ 49188 w 2940"/>
              <a:gd name="T71" fmla="*/ 327537 h 2351"/>
              <a:gd name="T72" fmla="*/ 90561 w 2940"/>
              <a:gd name="T73" fmla="*/ 144398 h 2351"/>
              <a:gd name="T74" fmla="*/ 72173 w 2940"/>
              <a:gd name="T75" fmla="*/ 144398 h 2351"/>
              <a:gd name="T76" fmla="*/ 72173 w 2940"/>
              <a:gd name="T77" fmla="*/ 123726 h 2351"/>
              <a:gd name="T78" fmla="*/ 90561 w 2940"/>
              <a:gd name="T79" fmla="*/ 144398 h 2351"/>
              <a:gd name="T80" fmla="*/ 72173 w 2940"/>
              <a:gd name="T81" fmla="*/ 167214 h 2351"/>
              <a:gd name="T82" fmla="*/ 139749 w 2940"/>
              <a:gd name="T83" fmla="*/ 167214 h 2351"/>
              <a:gd name="T84" fmla="*/ 139749 w 2940"/>
              <a:gd name="T85" fmla="*/ 254343 h 2351"/>
              <a:gd name="T86" fmla="*/ 72173 w 2940"/>
              <a:gd name="T87" fmla="*/ 254343 h 2351"/>
              <a:gd name="T88" fmla="*/ 72173 w 2940"/>
              <a:gd name="T89" fmla="*/ 167214 h 2351"/>
              <a:gd name="T90" fmla="*/ 404384 w 2940"/>
              <a:gd name="T91" fmla="*/ 327537 h 2351"/>
              <a:gd name="T92" fmla="*/ 395343 w 2940"/>
              <a:gd name="T93" fmla="*/ 336419 h 2351"/>
              <a:gd name="T94" fmla="*/ 387221 w 2940"/>
              <a:gd name="T95" fmla="*/ 336419 h 2351"/>
              <a:gd name="T96" fmla="*/ 378181 w 2940"/>
              <a:gd name="T97" fmla="*/ 327537 h 2351"/>
              <a:gd name="T98" fmla="*/ 378181 w 2940"/>
              <a:gd name="T99" fmla="*/ 286346 h 2351"/>
              <a:gd name="T100" fmla="*/ 404384 w 2940"/>
              <a:gd name="T101" fmla="*/ 286346 h 2351"/>
              <a:gd name="T102" fmla="*/ 404384 w 2940"/>
              <a:gd name="T103" fmla="*/ 327537 h 2351"/>
              <a:gd name="T104" fmla="*/ 427369 w 2940"/>
              <a:gd name="T105" fmla="*/ 254343 h 2351"/>
              <a:gd name="T106" fmla="*/ 418328 w 2940"/>
              <a:gd name="T107" fmla="*/ 263377 h 2351"/>
              <a:gd name="T108" fmla="*/ 171622 w 2940"/>
              <a:gd name="T109" fmla="*/ 263377 h 2351"/>
              <a:gd name="T110" fmla="*/ 162734 w 2940"/>
              <a:gd name="T111" fmla="*/ 254343 h 2351"/>
              <a:gd name="T112" fmla="*/ 162734 w 2940"/>
              <a:gd name="T113" fmla="*/ 156342 h 2351"/>
              <a:gd name="T114" fmla="*/ 171622 w 2940"/>
              <a:gd name="T115" fmla="*/ 147461 h 2351"/>
              <a:gd name="T116" fmla="*/ 418328 w 2940"/>
              <a:gd name="T117" fmla="*/ 147461 h 2351"/>
              <a:gd name="T118" fmla="*/ 427369 w 2940"/>
              <a:gd name="T119" fmla="*/ 156342 h 2351"/>
              <a:gd name="T120" fmla="*/ 427369 w 2940"/>
              <a:gd name="T121" fmla="*/ 254343 h 235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940" h="2351">
                <a:moveTo>
                  <a:pt x="2821" y="813"/>
                </a:moveTo>
                <a:lnTo>
                  <a:pt x="1029" y="813"/>
                </a:lnTo>
                <a:cubicBezTo>
                  <a:pt x="964" y="813"/>
                  <a:pt x="912" y="865"/>
                  <a:pt x="912" y="930"/>
                </a:cubicBezTo>
                <a:lnTo>
                  <a:pt x="912" y="943"/>
                </a:lnTo>
                <a:lnTo>
                  <a:pt x="743" y="943"/>
                </a:lnTo>
                <a:cubicBezTo>
                  <a:pt x="728" y="796"/>
                  <a:pt x="615" y="677"/>
                  <a:pt x="471" y="655"/>
                </a:cubicBezTo>
                <a:lnTo>
                  <a:pt x="471" y="117"/>
                </a:lnTo>
                <a:cubicBezTo>
                  <a:pt x="471" y="53"/>
                  <a:pt x="418" y="0"/>
                  <a:pt x="353" y="0"/>
                </a:cubicBezTo>
                <a:lnTo>
                  <a:pt x="118" y="0"/>
                </a:lnTo>
                <a:cubicBezTo>
                  <a:pt x="53" y="0"/>
                  <a:pt x="0" y="53"/>
                  <a:pt x="0" y="117"/>
                </a:cubicBezTo>
                <a:lnTo>
                  <a:pt x="0" y="2233"/>
                </a:lnTo>
                <a:cubicBezTo>
                  <a:pt x="0" y="2298"/>
                  <a:pt x="53" y="2350"/>
                  <a:pt x="118" y="2350"/>
                </a:cubicBezTo>
                <a:lnTo>
                  <a:pt x="353" y="2350"/>
                </a:lnTo>
                <a:cubicBezTo>
                  <a:pt x="418" y="2350"/>
                  <a:pt x="471" y="2298"/>
                  <a:pt x="471" y="2233"/>
                </a:cubicBezTo>
                <a:lnTo>
                  <a:pt x="471" y="1811"/>
                </a:lnTo>
                <a:lnTo>
                  <a:pt x="927" y="1811"/>
                </a:lnTo>
                <a:cubicBezTo>
                  <a:pt x="948" y="1846"/>
                  <a:pt x="986" y="1870"/>
                  <a:pt x="1029" y="1870"/>
                </a:cubicBezTo>
                <a:lnTo>
                  <a:pt x="2318" y="1870"/>
                </a:lnTo>
                <a:lnTo>
                  <a:pt x="2318" y="2233"/>
                </a:lnTo>
                <a:cubicBezTo>
                  <a:pt x="2318" y="2298"/>
                  <a:pt x="2371" y="2350"/>
                  <a:pt x="2436" y="2350"/>
                </a:cubicBezTo>
                <a:lnTo>
                  <a:pt x="2671" y="2350"/>
                </a:lnTo>
                <a:cubicBezTo>
                  <a:pt x="2736" y="2350"/>
                  <a:pt x="2789" y="2298"/>
                  <a:pt x="2789" y="2233"/>
                </a:cubicBezTo>
                <a:lnTo>
                  <a:pt x="2789" y="1870"/>
                </a:lnTo>
                <a:lnTo>
                  <a:pt x="2821" y="1870"/>
                </a:lnTo>
                <a:cubicBezTo>
                  <a:pt x="2886" y="1870"/>
                  <a:pt x="2939" y="1817"/>
                  <a:pt x="2939" y="1752"/>
                </a:cubicBezTo>
                <a:lnTo>
                  <a:pt x="2939" y="930"/>
                </a:lnTo>
                <a:cubicBezTo>
                  <a:pt x="2939" y="865"/>
                  <a:pt x="2886" y="813"/>
                  <a:pt x="2821" y="813"/>
                </a:cubicBezTo>
                <a:close/>
                <a:moveTo>
                  <a:pt x="321" y="2139"/>
                </a:moveTo>
                <a:cubicBezTo>
                  <a:pt x="321" y="2171"/>
                  <a:pt x="294" y="2197"/>
                  <a:pt x="262" y="2197"/>
                </a:cubicBezTo>
                <a:lnTo>
                  <a:pt x="209" y="2197"/>
                </a:lnTo>
                <a:cubicBezTo>
                  <a:pt x="177" y="2197"/>
                  <a:pt x="150" y="2171"/>
                  <a:pt x="150" y="2139"/>
                </a:cubicBezTo>
                <a:lnTo>
                  <a:pt x="150" y="212"/>
                </a:lnTo>
                <a:cubicBezTo>
                  <a:pt x="150" y="179"/>
                  <a:pt x="177" y="153"/>
                  <a:pt x="209" y="153"/>
                </a:cubicBezTo>
                <a:lnTo>
                  <a:pt x="262" y="153"/>
                </a:lnTo>
                <a:cubicBezTo>
                  <a:pt x="294" y="153"/>
                  <a:pt x="321" y="179"/>
                  <a:pt x="321" y="212"/>
                </a:cubicBezTo>
                <a:lnTo>
                  <a:pt x="321" y="2139"/>
                </a:lnTo>
                <a:close/>
                <a:moveTo>
                  <a:pt x="591" y="943"/>
                </a:moveTo>
                <a:lnTo>
                  <a:pt x="471" y="943"/>
                </a:lnTo>
                <a:lnTo>
                  <a:pt x="471" y="808"/>
                </a:lnTo>
                <a:cubicBezTo>
                  <a:pt x="532" y="827"/>
                  <a:pt x="580" y="879"/>
                  <a:pt x="591" y="943"/>
                </a:cubicBezTo>
                <a:close/>
                <a:moveTo>
                  <a:pt x="471" y="1092"/>
                </a:moveTo>
                <a:lnTo>
                  <a:pt x="912" y="1092"/>
                </a:lnTo>
                <a:lnTo>
                  <a:pt x="912" y="1661"/>
                </a:lnTo>
                <a:lnTo>
                  <a:pt x="471" y="1661"/>
                </a:lnTo>
                <a:lnTo>
                  <a:pt x="471" y="1092"/>
                </a:lnTo>
                <a:close/>
                <a:moveTo>
                  <a:pt x="2639" y="2139"/>
                </a:moveTo>
                <a:cubicBezTo>
                  <a:pt x="2639" y="2171"/>
                  <a:pt x="2612" y="2197"/>
                  <a:pt x="2580" y="2197"/>
                </a:cubicBezTo>
                <a:lnTo>
                  <a:pt x="2527" y="2197"/>
                </a:lnTo>
                <a:cubicBezTo>
                  <a:pt x="2495" y="2197"/>
                  <a:pt x="2468" y="2171"/>
                  <a:pt x="2468" y="2139"/>
                </a:cubicBezTo>
                <a:lnTo>
                  <a:pt x="2468" y="1870"/>
                </a:lnTo>
                <a:lnTo>
                  <a:pt x="2639" y="1870"/>
                </a:lnTo>
                <a:lnTo>
                  <a:pt x="2639" y="2139"/>
                </a:lnTo>
                <a:close/>
                <a:moveTo>
                  <a:pt x="2789" y="1661"/>
                </a:moveTo>
                <a:cubicBezTo>
                  <a:pt x="2789" y="1694"/>
                  <a:pt x="2762" y="1720"/>
                  <a:pt x="2730" y="1720"/>
                </a:cubicBezTo>
                <a:lnTo>
                  <a:pt x="1120" y="1720"/>
                </a:lnTo>
                <a:cubicBezTo>
                  <a:pt x="1088" y="1720"/>
                  <a:pt x="1062" y="1694"/>
                  <a:pt x="1062" y="1661"/>
                </a:cubicBezTo>
                <a:lnTo>
                  <a:pt x="1062" y="1021"/>
                </a:lnTo>
                <a:cubicBezTo>
                  <a:pt x="1062" y="989"/>
                  <a:pt x="1088" y="963"/>
                  <a:pt x="1120" y="963"/>
                </a:cubicBezTo>
                <a:lnTo>
                  <a:pt x="2730" y="963"/>
                </a:lnTo>
                <a:cubicBezTo>
                  <a:pt x="2762" y="963"/>
                  <a:pt x="2789" y="989"/>
                  <a:pt x="2789" y="1021"/>
                </a:cubicBezTo>
                <a:lnTo>
                  <a:pt x="2789" y="1661"/>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72" name="Freeform 16">
            <a:extLst>
              <a:ext uri="{FF2B5EF4-FFF2-40B4-BE49-F238E27FC236}">
                <a16:creationId xmlns:a16="http://schemas.microsoft.com/office/drawing/2014/main" id="{6441252A-F1C1-D84A-B1FC-FF43C2203AE9}"/>
              </a:ext>
            </a:extLst>
          </p:cNvPr>
          <p:cNvSpPr>
            <a:spLocks noChangeAspect="1" noChangeArrowheads="1"/>
          </p:cNvSpPr>
          <p:nvPr/>
        </p:nvSpPr>
        <p:spPr bwMode="auto">
          <a:xfrm>
            <a:off x="1559199" y="5109255"/>
            <a:ext cx="435824" cy="347508"/>
          </a:xfrm>
          <a:custGeom>
            <a:avLst/>
            <a:gdLst>
              <a:gd name="T0" fmla="*/ 329388 w 2940"/>
              <a:gd name="T1" fmla="*/ 99439 h 2352"/>
              <a:gd name="T2" fmla="*/ 307592 w 2940"/>
              <a:gd name="T3" fmla="*/ 91488 h 2352"/>
              <a:gd name="T4" fmla="*/ 298776 w 2940"/>
              <a:gd name="T5" fmla="*/ 84517 h 2352"/>
              <a:gd name="T6" fmla="*/ 289837 w 2940"/>
              <a:gd name="T7" fmla="*/ 81459 h 2352"/>
              <a:gd name="T8" fmla="*/ 114735 w 2940"/>
              <a:gd name="T9" fmla="*/ 86841 h 2352"/>
              <a:gd name="T10" fmla="*/ 91102 w 2940"/>
              <a:gd name="T11" fmla="*/ 46967 h 2352"/>
              <a:gd name="T12" fmla="*/ 65388 w 2940"/>
              <a:gd name="T13" fmla="*/ 82193 h 2352"/>
              <a:gd name="T14" fmla="*/ 57673 w 2940"/>
              <a:gd name="T15" fmla="*/ 14433 h 2352"/>
              <a:gd name="T16" fmla="*/ 14449 w 2940"/>
              <a:gd name="T17" fmla="*/ 0 h 2352"/>
              <a:gd name="T18" fmla="*/ 0 w 2940"/>
              <a:gd name="T19" fmla="*/ 273120 h 2352"/>
              <a:gd name="T20" fmla="*/ 43224 w 2940"/>
              <a:gd name="T21" fmla="*/ 287553 h 2352"/>
              <a:gd name="T22" fmla="*/ 57673 w 2940"/>
              <a:gd name="T23" fmla="*/ 221505 h 2352"/>
              <a:gd name="T24" fmla="*/ 126000 w 2940"/>
              <a:gd name="T25" fmla="*/ 228721 h 2352"/>
              <a:gd name="T26" fmla="*/ 283837 w 2940"/>
              <a:gd name="T27" fmla="*/ 273120 h 2352"/>
              <a:gd name="T28" fmla="*/ 327061 w 2940"/>
              <a:gd name="T29" fmla="*/ 287553 h 2352"/>
              <a:gd name="T30" fmla="*/ 341510 w 2940"/>
              <a:gd name="T31" fmla="*/ 228721 h 2352"/>
              <a:gd name="T32" fmla="*/ 359878 w 2940"/>
              <a:gd name="T33" fmla="*/ 214411 h 2352"/>
              <a:gd name="T34" fmla="*/ 345429 w 2940"/>
              <a:gd name="T35" fmla="*/ 99439 h 2352"/>
              <a:gd name="T36" fmla="*/ 32082 w 2940"/>
              <a:gd name="T37" fmla="*/ 268839 h 2352"/>
              <a:gd name="T38" fmla="*/ 18367 w 2940"/>
              <a:gd name="T39" fmla="*/ 261623 h 2352"/>
              <a:gd name="T40" fmla="*/ 25592 w 2940"/>
              <a:gd name="T41" fmla="*/ 18714 h 2352"/>
              <a:gd name="T42" fmla="*/ 39306 w 2940"/>
              <a:gd name="T43" fmla="*/ 25930 h 2352"/>
              <a:gd name="T44" fmla="*/ 113020 w 2940"/>
              <a:gd name="T45" fmla="*/ 89654 h 2352"/>
              <a:gd name="T46" fmla="*/ 111673 w 2940"/>
              <a:gd name="T47" fmla="*/ 115461 h 2352"/>
              <a:gd name="T48" fmla="*/ 86327 w 2940"/>
              <a:gd name="T49" fmla="*/ 100417 h 2352"/>
              <a:gd name="T50" fmla="*/ 113020 w 2940"/>
              <a:gd name="T51" fmla="*/ 89654 h 2352"/>
              <a:gd name="T52" fmla="*/ 57673 w 2940"/>
              <a:gd name="T53" fmla="*/ 115461 h 2352"/>
              <a:gd name="T54" fmla="*/ 72367 w 2940"/>
              <a:gd name="T55" fmla="*/ 115461 h 2352"/>
              <a:gd name="T56" fmla="*/ 111673 w 2940"/>
              <a:gd name="T57" fmla="*/ 133808 h 2352"/>
              <a:gd name="T58" fmla="*/ 57673 w 2940"/>
              <a:gd name="T59" fmla="*/ 203281 h 2352"/>
              <a:gd name="T60" fmla="*/ 323143 w 2940"/>
              <a:gd name="T61" fmla="*/ 261623 h 2352"/>
              <a:gd name="T62" fmla="*/ 309429 w 2940"/>
              <a:gd name="T63" fmla="*/ 268839 h 2352"/>
              <a:gd name="T64" fmla="*/ 302204 w 2940"/>
              <a:gd name="T65" fmla="*/ 228721 h 2352"/>
              <a:gd name="T66" fmla="*/ 323143 w 2940"/>
              <a:gd name="T67" fmla="*/ 261623 h 2352"/>
              <a:gd name="T68" fmla="*/ 334286 w 2940"/>
              <a:gd name="T69" fmla="*/ 210375 h 2352"/>
              <a:gd name="T70" fmla="*/ 130041 w 2940"/>
              <a:gd name="T71" fmla="*/ 203281 h 2352"/>
              <a:gd name="T72" fmla="*/ 137143 w 2940"/>
              <a:gd name="T73" fmla="*/ 99806 h 2352"/>
              <a:gd name="T74" fmla="*/ 287633 w 2940"/>
              <a:gd name="T75" fmla="*/ 99806 h 2352"/>
              <a:gd name="T76" fmla="*/ 306735 w 2940"/>
              <a:gd name="T77" fmla="*/ 114728 h 2352"/>
              <a:gd name="T78" fmla="*/ 315551 w 2940"/>
              <a:gd name="T79" fmla="*/ 117785 h 2352"/>
              <a:gd name="T80" fmla="*/ 334286 w 2940"/>
              <a:gd name="T81" fmla="*/ 117785 h 2352"/>
              <a:gd name="T82" fmla="*/ 341510 w 2940"/>
              <a:gd name="T83" fmla="*/ 203281 h 235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940" h="2352">
                <a:moveTo>
                  <a:pt x="2821" y="813"/>
                </a:moveTo>
                <a:lnTo>
                  <a:pt x="2690" y="813"/>
                </a:lnTo>
                <a:lnTo>
                  <a:pt x="2596" y="813"/>
                </a:lnTo>
                <a:lnTo>
                  <a:pt x="2512" y="748"/>
                </a:lnTo>
                <a:lnTo>
                  <a:pt x="2440" y="692"/>
                </a:lnTo>
                <a:lnTo>
                  <a:pt x="2440" y="691"/>
                </a:lnTo>
                <a:cubicBezTo>
                  <a:pt x="2420" y="676"/>
                  <a:pt x="2395" y="666"/>
                  <a:pt x="2367" y="666"/>
                </a:cubicBezTo>
                <a:lnTo>
                  <a:pt x="1029" y="666"/>
                </a:lnTo>
                <a:cubicBezTo>
                  <a:pt x="992" y="666"/>
                  <a:pt x="959" y="683"/>
                  <a:pt x="937" y="710"/>
                </a:cubicBezTo>
                <a:cubicBezTo>
                  <a:pt x="955" y="679"/>
                  <a:pt x="964" y="643"/>
                  <a:pt x="964" y="604"/>
                </a:cubicBezTo>
                <a:cubicBezTo>
                  <a:pt x="964" y="483"/>
                  <a:pt x="866" y="384"/>
                  <a:pt x="744" y="384"/>
                </a:cubicBezTo>
                <a:cubicBezTo>
                  <a:pt x="622" y="384"/>
                  <a:pt x="524" y="483"/>
                  <a:pt x="524" y="604"/>
                </a:cubicBezTo>
                <a:cubicBezTo>
                  <a:pt x="524" y="628"/>
                  <a:pt x="527" y="651"/>
                  <a:pt x="534" y="672"/>
                </a:cubicBezTo>
                <a:cubicBezTo>
                  <a:pt x="514" y="664"/>
                  <a:pt x="493" y="659"/>
                  <a:pt x="471" y="655"/>
                </a:cubicBezTo>
                <a:lnTo>
                  <a:pt x="471" y="118"/>
                </a:lnTo>
                <a:cubicBezTo>
                  <a:pt x="471" y="53"/>
                  <a:pt x="418" y="0"/>
                  <a:pt x="353" y="0"/>
                </a:cubicBezTo>
                <a:lnTo>
                  <a:pt x="118" y="0"/>
                </a:lnTo>
                <a:cubicBezTo>
                  <a:pt x="53" y="0"/>
                  <a:pt x="0" y="53"/>
                  <a:pt x="0" y="118"/>
                </a:cubicBezTo>
                <a:lnTo>
                  <a:pt x="0" y="2233"/>
                </a:lnTo>
                <a:cubicBezTo>
                  <a:pt x="0" y="2298"/>
                  <a:pt x="53" y="2351"/>
                  <a:pt x="118" y="2351"/>
                </a:cubicBezTo>
                <a:lnTo>
                  <a:pt x="353" y="2351"/>
                </a:lnTo>
                <a:cubicBezTo>
                  <a:pt x="418" y="2351"/>
                  <a:pt x="471" y="2298"/>
                  <a:pt x="471" y="2233"/>
                </a:cubicBezTo>
                <a:lnTo>
                  <a:pt x="471" y="1811"/>
                </a:lnTo>
                <a:lnTo>
                  <a:pt x="927" y="1811"/>
                </a:lnTo>
                <a:cubicBezTo>
                  <a:pt x="948" y="1847"/>
                  <a:pt x="986" y="1870"/>
                  <a:pt x="1029" y="1870"/>
                </a:cubicBezTo>
                <a:lnTo>
                  <a:pt x="2318" y="1870"/>
                </a:lnTo>
                <a:lnTo>
                  <a:pt x="2318" y="2233"/>
                </a:lnTo>
                <a:cubicBezTo>
                  <a:pt x="2318" y="2298"/>
                  <a:pt x="2371" y="2351"/>
                  <a:pt x="2436" y="2351"/>
                </a:cubicBezTo>
                <a:lnTo>
                  <a:pt x="2671" y="2351"/>
                </a:lnTo>
                <a:cubicBezTo>
                  <a:pt x="2736" y="2351"/>
                  <a:pt x="2789" y="2298"/>
                  <a:pt x="2789" y="2233"/>
                </a:cubicBezTo>
                <a:lnTo>
                  <a:pt x="2789" y="1870"/>
                </a:lnTo>
                <a:lnTo>
                  <a:pt x="2821" y="1870"/>
                </a:lnTo>
                <a:cubicBezTo>
                  <a:pt x="2886" y="1870"/>
                  <a:pt x="2939" y="1818"/>
                  <a:pt x="2939" y="1753"/>
                </a:cubicBezTo>
                <a:lnTo>
                  <a:pt x="2939" y="931"/>
                </a:lnTo>
                <a:cubicBezTo>
                  <a:pt x="2939" y="866"/>
                  <a:pt x="2886" y="813"/>
                  <a:pt x="2821" y="813"/>
                </a:cubicBezTo>
                <a:close/>
                <a:moveTo>
                  <a:pt x="321" y="2139"/>
                </a:moveTo>
                <a:cubicBezTo>
                  <a:pt x="321" y="2171"/>
                  <a:pt x="294" y="2198"/>
                  <a:pt x="262" y="2198"/>
                </a:cubicBezTo>
                <a:lnTo>
                  <a:pt x="209" y="2198"/>
                </a:lnTo>
                <a:cubicBezTo>
                  <a:pt x="177" y="2198"/>
                  <a:pt x="150" y="2171"/>
                  <a:pt x="150" y="2139"/>
                </a:cubicBezTo>
                <a:lnTo>
                  <a:pt x="150" y="212"/>
                </a:lnTo>
                <a:cubicBezTo>
                  <a:pt x="150" y="180"/>
                  <a:pt x="177" y="153"/>
                  <a:pt x="209" y="153"/>
                </a:cubicBezTo>
                <a:lnTo>
                  <a:pt x="262" y="153"/>
                </a:lnTo>
                <a:cubicBezTo>
                  <a:pt x="294" y="153"/>
                  <a:pt x="321" y="180"/>
                  <a:pt x="321" y="212"/>
                </a:cubicBezTo>
                <a:lnTo>
                  <a:pt x="321" y="2139"/>
                </a:lnTo>
                <a:close/>
                <a:moveTo>
                  <a:pt x="923" y="733"/>
                </a:moveTo>
                <a:cubicBezTo>
                  <a:pt x="916" y="748"/>
                  <a:pt x="912" y="765"/>
                  <a:pt x="912" y="784"/>
                </a:cubicBezTo>
                <a:lnTo>
                  <a:pt x="912" y="944"/>
                </a:lnTo>
                <a:lnTo>
                  <a:pt x="742" y="944"/>
                </a:lnTo>
                <a:cubicBezTo>
                  <a:pt x="738" y="900"/>
                  <a:pt x="725" y="859"/>
                  <a:pt x="705" y="821"/>
                </a:cubicBezTo>
                <a:cubicBezTo>
                  <a:pt x="718" y="824"/>
                  <a:pt x="731" y="825"/>
                  <a:pt x="744" y="825"/>
                </a:cubicBezTo>
                <a:cubicBezTo>
                  <a:pt x="818" y="825"/>
                  <a:pt x="883" y="789"/>
                  <a:pt x="923" y="733"/>
                </a:cubicBezTo>
                <a:close/>
                <a:moveTo>
                  <a:pt x="591" y="944"/>
                </a:moveTo>
                <a:lnTo>
                  <a:pt x="471" y="944"/>
                </a:lnTo>
                <a:lnTo>
                  <a:pt x="471" y="809"/>
                </a:lnTo>
                <a:cubicBezTo>
                  <a:pt x="532" y="827"/>
                  <a:pt x="580" y="879"/>
                  <a:pt x="591" y="944"/>
                </a:cubicBezTo>
                <a:close/>
                <a:moveTo>
                  <a:pt x="471" y="1094"/>
                </a:moveTo>
                <a:lnTo>
                  <a:pt x="912" y="1094"/>
                </a:lnTo>
                <a:lnTo>
                  <a:pt x="912" y="1662"/>
                </a:lnTo>
                <a:lnTo>
                  <a:pt x="471" y="1662"/>
                </a:lnTo>
                <a:lnTo>
                  <a:pt x="471" y="1094"/>
                </a:lnTo>
                <a:close/>
                <a:moveTo>
                  <a:pt x="2639" y="2139"/>
                </a:moveTo>
                <a:cubicBezTo>
                  <a:pt x="2639" y="2171"/>
                  <a:pt x="2612" y="2198"/>
                  <a:pt x="2580" y="2198"/>
                </a:cubicBezTo>
                <a:lnTo>
                  <a:pt x="2527" y="2198"/>
                </a:lnTo>
                <a:cubicBezTo>
                  <a:pt x="2495" y="2198"/>
                  <a:pt x="2468" y="2171"/>
                  <a:pt x="2468" y="2139"/>
                </a:cubicBezTo>
                <a:lnTo>
                  <a:pt x="2468" y="1870"/>
                </a:lnTo>
                <a:lnTo>
                  <a:pt x="2639" y="1870"/>
                </a:lnTo>
                <a:lnTo>
                  <a:pt x="2639" y="2139"/>
                </a:lnTo>
                <a:close/>
                <a:moveTo>
                  <a:pt x="2789" y="1662"/>
                </a:moveTo>
                <a:cubicBezTo>
                  <a:pt x="2789" y="1694"/>
                  <a:pt x="2762" y="1720"/>
                  <a:pt x="2730" y="1720"/>
                </a:cubicBezTo>
                <a:lnTo>
                  <a:pt x="1120" y="1720"/>
                </a:lnTo>
                <a:cubicBezTo>
                  <a:pt x="1088" y="1720"/>
                  <a:pt x="1062" y="1694"/>
                  <a:pt x="1062" y="1662"/>
                </a:cubicBezTo>
                <a:lnTo>
                  <a:pt x="1062" y="875"/>
                </a:lnTo>
                <a:cubicBezTo>
                  <a:pt x="1062" y="842"/>
                  <a:pt x="1088" y="816"/>
                  <a:pt x="1120" y="816"/>
                </a:cubicBezTo>
                <a:lnTo>
                  <a:pt x="2254" y="816"/>
                </a:lnTo>
                <a:lnTo>
                  <a:pt x="2349" y="816"/>
                </a:lnTo>
                <a:lnTo>
                  <a:pt x="2432" y="881"/>
                </a:lnTo>
                <a:lnTo>
                  <a:pt x="2505" y="938"/>
                </a:lnTo>
                <a:cubicBezTo>
                  <a:pt x="2525" y="954"/>
                  <a:pt x="2550" y="963"/>
                  <a:pt x="2577" y="963"/>
                </a:cubicBezTo>
                <a:lnTo>
                  <a:pt x="2730" y="963"/>
                </a:lnTo>
                <a:cubicBezTo>
                  <a:pt x="2762" y="963"/>
                  <a:pt x="2789" y="989"/>
                  <a:pt x="2789" y="1022"/>
                </a:cubicBezTo>
                <a:lnTo>
                  <a:pt x="2789" y="1662"/>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73" name="Freeform 17">
            <a:extLst>
              <a:ext uri="{FF2B5EF4-FFF2-40B4-BE49-F238E27FC236}">
                <a16:creationId xmlns:a16="http://schemas.microsoft.com/office/drawing/2014/main" id="{F29CF878-5D49-4747-A781-1D08A77DB7C9}"/>
              </a:ext>
            </a:extLst>
          </p:cNvPr>
          <p:cNvSpPr>
            <a:spLocks noChangeAspect="1" noChangeArrowheads="1"/>
          </p:cNvSpPr>
          <p:nvPr/>
        </p:nvSpPr>
        <p:spPr bwMode="auto">
          <a:xfrm>
            <a:off x="7491795" y="4151209"/>
            <a:ext cx="485743" cy="435824"/>
          </a:xfrm>
          <a:custGeom>
            <a:avLst/>
            <a:gdLst>
              <a:gd name="T0" fmla="*/ 140538 w 2940"/>
              <a:gd name="T1" fmla="*/ 149977 h 2638"/>
              <a:gd name="T2" fmla="*/ 124559 w 2940"/>
              <a:gd name="T3" fmla="*/ 167718 h 2638"/>
              <a:gd name="T4" fmla="*/ 64328 w 2940"/>
              <a:gd name="T5" fmla="*/ 128415 h 2638"/>
              <a:gd name="T6" fmla="*/ 48212 w 2940"/>
              <a:gd name="T7" fmla="*/ 39030 h 2638"/>
              <a:gd name="T8" fmla="*/ 0 w 2940"/>
              <a:gd name="T9" fmla="*/ 55133 h 2638"/>
              <a:gd name="T10" fmla="*/ 16116 w 2940"/>
              <a:gd name="T11" fmla="*/ 359864 h 2638"/>
              <a:gd name="T12" fmla="*/ 64328 w 2940"/>
              <a:gd name="T13" fmla="*/ 343760 h 2638"/>
              <a:gd name="T14" fmla="*/ 126607 w 2940"/>
              <a:gd name="T15" fmla="*/ 286171 h 2638"/>
              <a:gd name="T16" fmla="*/ 316587 w 2940"/>
              <a:gd name="T17" fmla="*/ 294223 h 2638"/>
              <a:gd name="T18" fmla="*/ 332703 w 2940"/>
              <a:gd name="T19" fmla="*/ 359864 h 2638"/>
              <a:gd name="T20" fmla="*/ 380915 w 2940"/>
              <a:gd name="T21" fmla="*/ 343760 h 2638"/>
              <a:gd name="T22" fmla="*/ 385285 w 2940"/>
              <a:gd name="T23" fmla="*/ 294223 h 2638"/>
              <a:gd name="T24" fmla="*/ 401401 w 2940"/>
              <a:gd name="T25" fmla="*/ 165944 h 2638"/>
              <a:gd name="T26" fmla="*/ 43841 w 2940"/>
              <a:gd name="T27" fmla="*/ 330933 h 2638"/>
              <a:gd name="T28" fmla="*/ 28545 w 2940"/>
              <a:gd name="T29" fmla="*/ 338984 h 2638"/>
              <a:gd name="T30" fmla="*/ 20487 w 2940"/>
              <a:gd name="T31" fmla="*/ 67961 h 2638"/>
              <a:gd name="T32" fmla="*/ 35783 w 2940"/>
              <a:gd name="T33" fmla="*/ 59909 h 2638"/>
              <a:gd name="T34" fmla="*/ 43841 w 2940"/>
              <a:gd name="T35" fmla="*/ 330933 h 2638"/>
              <a:gd name="T36" fmla="*/ 64328 w 2940"/>
              <a:gd name="T37" fmla="*/ 167718 h 2638"/>
              <a:gd name="T38" fmla="*/ 80717 w 2940"/>
              <a:gd name="T39" fmla="*/ 167718 h 2638"/>
              <a:gd name="T40" fmla="*/ 124559 w 2940"/>
              <a:gd name="T41" fmla="*/ 188188 h 2638"/>
              <a:gd name="T42" fmla="*/ 64328 w 2940"/>
              <a:gd name="T43" fmla="*/ 265701 h 2638"/>
              <a:gd name="T44" fmla="*/ 360428 w 2940"/>
              <a:gd name="T45" fmla="*/ 330933 h 2638"/>
              <a:gd name="T46" fmla="*/ 345131 w 2940"/>
              <a:gd name="T47" fmla="*/ 338984 h 2638"/>
              <a:gd name="T48" fmla="*/ 337073 w 2940"/>
              <a:gd name="T49" fmla="*/ 294223 h 2638"/>
              <a:gd name="T50" fmla="*/ 360428 w 2940"/>
              <a:gd name="T51" fmla="*/ 330933 h 2638"/>
              <a:gd name="T52" fmla="*/ 372857 w 2940"/>
              <a:gd name="T53" fmla="*/ 273753 h 2638"/>
              <a:gd name="T54" fmla="*/ 145045 w 2940"/>
              <a:gd name="T55" fmla="*/ 265701 h 2638"/>
              <a:gd name="T56" fmla="*/ 152967 w 2940"/>
              <a:gd name="T57" fmla="*/ 170311 h 2638"/>
              <a:gd name="T58" fmla="*/ 380915 w 2940"/>
              <a:gd name="T59" fmla="*/ 178362 h 2638"/>
              <a:gd name="T60" fmla="*/ 201725 w 2940"/>
              <a:gd name="T61" fmla="*/ 45034 h 2638"/>
              <a:gd name="T62" fmla="*/ 227538 w 2940"/>
              <a:gd name="T63" fmla="*/ 60045 h 2638"/>
              <a:gd name="T64" fmla="*/ 253625 w 2940"/>
              <a:gd name="T65" fmla="*/ 45034 h 2638"/>
              <a:gd name="T66" fmla="*/ 253625 w 2940"/>
              <a:gd name="T67" fmla="*/ 15011 h 2638"/>
              <a:gd name="T68" fmla="*/ 227538 w 2940"/>
              <a:gd name="T69" fmla="*/ 0 h 2638"/>
              <a:gd name="T70" fmla="*/ 201725 w 2940"/>
              <a:gd name="T71" fmla="*/ 15011 h 2638"/>
              <a:gd name="T72" fmla="*/ 201725 w 2940"/>
              <a:gd name="T73" fmla="*/ 45034 h 2638"/>
              <a:gd name="T74" fmla="*/ 298285 w 2940"/>
              <a:gd name="T75" fmla="*/ 128279 h 2638"/>
              <a:gd name="T76" fmla="*/ 271243 w 2940"/>
              <a:gd name="T77" fmla="*/ 95390 h 2638"/>
              <a:gd name="T78" fmla="*/ 256902 w 2940"/>
              <a:gd name="T79" fmla="*/ 93207 h 2638"/>
              <a:gd name="T80" fmla="*/ 234094 w 2940"/>
              <a:gd name="T81" fmla="*/ 91160 h 2638"/>
              <a:gd name="T82" fmla="*/ 220846 w 2940"/>
              <a:gd name="T83" fmla="*/ 63048 h 2638"/>
              <a:gd name="T84" fmla="*/ 195579 w 2940"/>
              <a:gd name="T85" fmla="*/ 96346 h 2638"/>
              <a:gd name="T86" fmla="*/ 219480 w 2940"/>
              <a:gd name="T87" fmla="*/ 148749 h 2638"/>
              <a:gd name="T88" fmla="*/ 220436 w 2940"/>
              <a:gd name="T89" fmla="*/ 148749 h 2638"/>
              <a:gd name="T90" fmla="*/ 330791 w 2940"/>
              <a:gd name="T91" fmla="*/ 138787 h 2638"/>
              <a:gd name="T92" fmla="*/ 320684 w 2940"/>
              <a:gd name="T93" fmla="*/ 128279 h 2638"/>
              <a:gd name="T94" fmla="*/ 275067 w 2940"/>
              <a:gd name="T95" fmla="*/ 128279 h 2638"/>
              <a:gd name="T96" fmla="*/ 261273 w 2940"/>
              <a:gd name="T97" fmla="*/ 114223 h 2638"/>
              <a:gd name="T98" fmla="*/ 238328 w 2940"/>
              <a:gd name="T99" fmla="*/ 103715 h 2638"/>
              <a:gd name="T100" fmla="*/ 223577 w 2940"/>
              <a:gd name="T101" fmla="*/ 93889 h 26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40" h="2638">
                <a:moveTo>
                  <a:pt x="2821" y="1099"/>
                </a:moveTo>
                <a:lnTo>
                  <a:pt x="1029" y="1099"/>
                </a:lnTo>
                <a:cubicBezTo>
                  <a:pt x="964" y="1099"/>
                  <a:pt x="912" y="1152"/>
                  <a:pt x="912" y="1216"/>
                </a:cubicBezTo>
                <a:lnTo>
                  <a:pt x="912" y="1229"/>
                </a:lnTo>
                <a:lnTo>
                  <a:pt x="742" y="1229"/>
                </a:lnTo>
                <a:cubicBezTo>
                  <a:pt x="728" y="1082"/>
                  <a:pt x="615" y="964"/>
                  <a:pt x="471" y="941"/>
                </a:cubicBezTo>
                <a:lnTo>
                  <a:pt x="471" y="404"/>
                </a:lnTo>
                <a:cubicBezTo>
                  <a:pt x="471" y="339"/>
                  <a:pt x="418" y="286"/>
                  <a:pt x="353" y="286"/>
                </a:cubicBezTo>
                <a:lnTo>
                  <a:pt x="118" y="286"/>
                </a:lnTo>
                <a:cubicBezTo>
                  <a:pt x="53" y="286"/>
                  <a:pt x="0" y="339"/>
                  <a:pt x="0" y="404"/>
                </a:cubicBezTo>
                <a:lnTo>
                  <a:pt x="0" y="2519"/>
                </a:lnTo>
                <a:cubicBezTo>
                  <a:pt x="0" y="2584"/>
                  <a:pt x="53" y="2637"/>
                  <a:pt x="118" y="2637"/>
                </a:cubicBezTo>
                <a:lnTo>
                  <a:pt x="353" y="2637"/>
                </a:lnTo>
                <a:cubicBezTo>
                  <a:pt x="418" y="2637"/>
                  <a:pt x="471" y="2584"/>
                  <a:pt x="471" y="2519"/>
                </a:cubicBezTo>
                <a:lnTo>
                  <a:pt x="471" y="2097"/>
                </a:lnTo>
                <a:lnTo>
                  <a:pt x="927" y="2097"/>
                </a:lnTo>
                <a:cubicBezTo>
                  <a:pt x="948" y="2133"/>
                  <a:pt x="986" y="2156"/>
                  <a:pt x="1029" y="2156"/>
                </a:cubicBezTo>
                <a:lnTo>
                  <a:pt x="2318" y="2156"/>
                </a:lnTo>
                <a:lnTo>
                  <a:pt x="2318" y="2519"/>
                </a:lnTo>
                <a:cubicBezTo>
                  <a:pt x="2318" y="2584"/>
                  <a:pt x="2371" y="2637"/>
                  <a:pt x="2436" y="2637"/>
                </a:cubicBezTo>
                <a:lnTo>
                  <a:pt x="2671" y="2637"/>
                </a:lnTo>
                <a:cubicBezTo>
                  <a:pt x="2736" y="2637"/>
                  <a:pt x="2789" y="2584"/>
                  <a:pt x="2789" y="2519"/>
                </a:cubicBezTo>
                <a:lnTo>
                  <a:pt x="2789" y="2156"/>
                </a:lnTo>
                <a:lnTo>
                  <a:pt x="2821" y="2156"/>
                </a:lnTo>
                <a:cubicBezTo>
                  <a:pt x="2886" y="2156"/>
                  <a:pt x="2939" y="2104"/>
                  <a:pt x="2939" y="2039"/>
                </a:cubicBezTo>
                <a:lnTo>
                  <a:pt x="2939" y="1216"/>
                </a:lnTo>
                <a:cubicBezTo>
                  <a:pt x="2939" y="1152"/>
                  <a:pt x="2886" y="1099"/>
                  <a:pt x="2821" y="1099"/>
                </a:cubicBezTo>
                <a:close/>
                <a:moveTo>
                  <a:pt x="321" y="2425"/>
                </a:moveTo>
                <a:cubicBezTo>
                  <a:pt x="321" y="2457"/>
                  <a:pt x="294" y="2484"/>
                  <a:pt x="262" y="2484"/>
                </a:cubicBezTo>
                <a:lnTo>
                  <a:pt x="209" y="2484"/>
                </a:lnTo>
                <a:cubicBezTo>
                  <a:pt x="177" y="2484"/>
                  <a:pt x="150" y="2457"/>
                  <a:pt x="150" y="2425"/>
                </a:cubicBezTo>
                <a:lnTo>
                  <a:pt x="150" y="498"/>
                </a:lnTo>
                <a:cubicBezTo>
                  <a:pt x="150" y="465"/>
                  <a:pt x="177" y="439"/>
                  <a:pt x="209" y="439"/>
                </a:cubicBezTo>
                <a:lnTo>
                  <a:pt x="262" y="439"/>
                </a:lnTo>
                <a:cubicBezTo>
                  <a:pt x="294" y="439"/>
                  <a:pt x="321" y="465"/>
                  <a:pt x="321" y="498"/>
                </a:cubicBezTo>
                <a:lnTo>
                  <a:pt x="321" y="2425"/>
                </a:lnTo>
                <a:close/>
                <a:moveTo>
                  <a:pt x="591" y="1229"/>
                </a:moveTo>
                <a:lnTo>
                  <a:pt x="471" y="1229"/>
                </a:lnTo>
                <a:lnTo>
                  <a:pt x="471" y="1095"/>
                </a:lnTo>
                <a:cubicBezTo>
                  <a:pt x="532" y="1113"/>
                  <a:pt x="580" y="1165"/>
                  <a:pt x="591" y="1229"/>
                </a:cubicBezTo>
                <a:close/>
                <a:moveTo>
                  <a:pt x="471" y="1379"/>
                </a:moveTo>
                <a:lnTo>
                  <a:pt x="912" y="1379"/>
                </a:lnTo>
                <a:lnTo>
                  <a:pt x="912" y="1947"/>
                </a:lnTo>
                <a:lnTo>
                  <a:pt x="471" y="1947"/>
                </a:lnTo>
                <a:lnTo>
                  <a:pt x="471" y="1379"/>
                </a:lnTo>
                <a:close/>
                <a:moveTo>
                  <a:pt x="2639" y="2425"/>
                </a:moveTo>
                <a:cubicBezTo>
                  <a:pt x="2639" y="2457"/>
                  <a:pt x="2612" y="2484"/>
                  <a:pt x="2580" y="2484"/>
                </a:cubicBezTo>
                <a:lnTo>
                  <a:pt x="2527" y="2484"/>
                </a:lnTo>
                <a:cubicBezTo>
                  <a:pt x="2495" y="2484"/>
                  <a:pt x="2468" y="2457"/>
                  <a:pt x="2468" y="2425"/>
                </a:cubicBezTo>
                <a:lnTo>
                  <a:pt x="2468" y="2156"/>
                </a:lnTo>
                <a:lnTo>
                  <a:pt x="2639" y="2156"/>
                </a:lnTo>
                <a:lnTo>
                  <a:pt x="2639" y="2425"/>
                </a:lnTo>
                <a:close/>
                <a:moveTo>
                  <a:pt x="2789" y="1947"/>
                </a:moveTo>
                <a:cubicBezTo>
                  <a:pt x="2789" y="1980"/>
                  <a:pt x="2762" y="2006"/>
                  <a:pt x="2730" y="2006"/>
                </a:cubicBezTo>
                <a:lnTo>
                  <a:pt x="1120" y="2006"/>
                </a:lnTo>
                <a:cubicBezTo>
                  <a:pt x="1088" y="2006"/>
                  <a:pt x="1062" y="1980"/>
                  <a:pt x="1062" y="1947"/>
                </a:cubicBezTo>
                <a:lnTo>
                  <a:pt x="1062" y="1307"/>
                </a:lnTo>
                <a:cubicBezTo>
                  <a:pt x="1062" y="1274"/>
                  <a:pt x="1088" y="1248"/>
                  <a:pt x="1120" y="1248"/>
                </a:cubicBezTo>
                <a:lnTo>
                  <a:pt x="2730" y="1248"/>
                </a:lnTo>
                <a:cubicBezTo>
                  <a:pt x="2762" y="1248"/>
                  <a:pt x="2789" y="1274"/>
                  <a:pt x="2789" y="1307"/>
                </a:cubicBezTo>
                <a:lnTo>
                  <a:pt x="2789" y="1947"/>
                </a:lnTo>
                <a:close/>
                <a:moveTo>
                  <a:pt x="1477" y="330"/>
                </a:moveTo>
                <a:cubicBezTo>
                  <a:pt x="1497" y="365"/>
                  <a:pt x="1521" y="391"/>
                  <a:pt x="1556" y="411"/>
                </a:cubicBezTo>
                <a:cubicBezTo>
                  <a:pt x="1591" y="431"/>
                  <a:pt x="1626" y="440"/>
                  <a:pt x="1666" y="440"/>
                </a:cubicBezTo>
                <a:cubicBezTo>
                  <a:pt x="1707" y="440"/>
                  <a:pt x="1742" y="431"/>
                  <a:pt x="1777" y="411"/>
                </a:cubicBezTo>
                <a:cubicBezTo>
                  <a:pt x="1812" y="391"/>
                  <a:pt x="1837" y="365"/>
                  <a:pt x="1857" y="330"/>
                </a:cubicBezTo>
                <a:cubicBezTo>
                  <a:pt x="1878" y="295"/>
                  <a:pt x="1887" y="261"/>
                  <a:pt x="1887" y="220"/>
                </a:cubicBezTo>
                <a:cubicBezTo>
                  <a:pt x="1887" y="179"/>
                  <a:pt x="1878" y="145"/>
                  <a:pt x="1857" y="110"/>
                </a:cubicBezTo>
                <a:cubicBezTo>
                  <a:pt x="1837" y="75"/>
                  <a:pt x="1812" y="49"/>
                  <a:pt x="1777" y="29"/>
                </a:cubicBezTo>
                <a:cubicBezTo>
                  <a:pt x="1742" y="9"/>
                  <a:pt x="1707" y="0"/>
                  <a:pt x="1666" y="0"/>
                </a:cubicBezTo>
                <a:cubicBezTo>
                  <a:pt x="1626" y="0"/>
                  <a:pt x="1591" y="9"/>
                  <a:pt x="1556" y="29"/>
                </a:cubicBezTo>
                <a:cubicBezTo>
                  <a:pt x="1521" y="49"/>
                  <a:pt x="1497" y="75"/>
                  <a:pt x="1477" y="110"/>
                </a:cubicBezTo>
                <a:cubicBezTo>
                  <a:pt x="1456" y="145"/>
                  <a:pt x="1447" y="179"/>
                  <a:pt x="1447" y="220"/>
                </a:cubicBezTo>
                <a:cubicBezTo>
                  <a:pt x="1447" y="261"/>
                  <a:pt x="1456" y="295"/>
                  <a:pt x="1477" y="330"/>
                </a:cubicBezTo>
                <a:close/>
                <a:moveTo>
                  <a:pt x="2348" y="940"/>
                </a:moveTo>
                <a:lnTo>
                  <a:pt x="2184" y="940"/>
                </a:lnTo>
                <a:cubicBezTo>
                  <a:pt x="2187" y="919"/>
                  <a:pt x="2180" y="896"/>
                  <a:pt x="2164" y="879"/>
                </a:cubicBezTo>
                <a:lnTo>
                  <a:pt x="1986" y="699"/>
                </a:lnTo>
                <a:cubicBezTo>
                  <a:pt x="1974" y="681"/>
                  <a:pt x="1955" y="671"/>
                  <a:pt x="1934" y="669"/>
                </a:cubicBezTo>
                <a:cubicBezTo>
                  <a:pt x="1916" y="666"/>
                  <a:pt x="1897" y="671"/>
                  <a:pt x="1881" y="683"/>
                </a:cubicBezTo>
                <a:lnTo>
                  <a:pt x="1843" y="705"/>
                </a:lnTo>
                <a:cubicBezTo>
                  <a:pt x="1811" y="697"/>
                  <a:pt x="1730" y="685"/>
                  <a:pt x="1714" y="668"/>
                </a:cubicBezTo>
                <a:cubicBezTo>
                  <a:pt x="1704" y="657"/>
                  <a:pt x="1680" y="612"/>
                  <a:pt x="1658" y="575"/>
                </a:cubicBezTo>
                <a:cubicBezTo>
                  <a:pt x="1664" y="548"/>
                  <a:pt x="1671" y="486"/>
                  <a:pt x="1617" y="462"/>
                </a:cubicBezTo>
                <a:cubicBezTo>
                  <a:pt x="1617" y="462"/>
                  <a:pt x="1552" y="435"/>
                  <a:pt x="1513" y="478"/>
                </a:cubicBezTo>
                <a:cubicBezTo>
                  <a:pt x="1473" y="525"/>
                  <a:pt x="1436" y="616"/>
                  <a:pt x="1432" y="706"/>
                </a:cubicBezTo>
                <a:cubicBezTo>
                  <a:pt x="1425" y="875"/>
                  <a:pt x="1469" y="1048"/>
                  <a:pt x="1537" y="1080"/>
                </a:cubicBezTo>
                <a:cubicBezTo>
                  <a:pt x="1558" y="1090"/>
                  <a:pt x="1587" y="1089"/>
                  <a:pt x="1607" y="1090"/>
                </a:cubicBezTo>
                <a:cubicBezTo>
                  <a:pt x="1609" y="1090"/>
                  <a:pt x="1611" y="1090"/>
                  <a:pt x="1614" y="1090"/>
                </a:cubicBezTo>
                <a:lnTo>
                  <a:pt x="2348" y="1090"/>
                </a:lnTo>
                <a:cubicBezTo>
                  <a:pt x="2389" y="1090"/>
                  <a:pt x="2422" y="1057"/>
                  <a:pt x="2422" y="1017"/>
                </a:cubicBezTo>
                <a:lnTo>
                  <a:pt x="2422" y="1014"/>
                </a:lnTo>
                <a:cubicBezTo>
                  <a:pt x="2422" y="973"/>
                  <a:pt x="2389" y="940"/>
                  <a:pt x="2348" y="940"/>
                </a:cubicBezTo>
                <a:close/>
                <a:moveTo>
                  <a:pt x="1913" y="837"/>
                </a:moveTo>
                <a:lnTo>
                  <a:pt x="2014" y="940"/>
                </a:lnTo>
                <a:lnTo>
                  <a:pt x="1730" y="940"/>
                </a:lnTo>
                <a:lnTo>
                  <a:pt x="1913" y="837"/>
                </a:lnTo>
                <a:close/>
                <a:moveTo>
                  <a:pt x="1668" y="728"/>
                </a:moveTo>
                <a:cubicBezTo>
                  <a:pt x="1687" y="744"/>
                  <a:pt x="1714" y="754"/>
                  <a:pt x="1745" y="760"/>
                </a:cubicBezTo>
                <a:lnTo>
                  <a:pt x="1644" y="817"/>
                </a:lnTo>
                <a:cubicBezTo>
                  <a:pt x="1635" y="762"/>
                  <a:pt x="1636" y="716"/>
                  <a:pt x="1637" y="688"/>
                </a:cubicBezTo>
                <a:cubicBezTo>
                  <a:pt x="1648" y="705"/>
                  <a:pt x="1659" y="719"/>
                  <a:pt x="1668" y="72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74" name="Freeform 1">
            <a:extLst>
              <a:ext uri="{FF2B5EF4-FFF2-40B4-BE49-F238E27FC236}">
                <a16:creationId xmlns:a16="http://schemas.microsoft.com/office/drawing/2014/main" id="{69F1C61E-FD6D-DF45-B5ED-6C8549D37593}"/>
              </a:ext>
            </a:extLst>
          </p:cNvPr>
          <p:cNvSpPr>
            <a:spLocks noChangeAspect="1" noChangeArrowheads="1"/>
          </p:cNvSpPr>
          <p:nvPr/>
        </p:nvSpPr>
        <p:spPr bwMode="auto">
          <a:xfrm>
            <a:off x="3834321" y="4151209"/>
            <a:ext cx="378227" cy="435824"/>
          </a:xfrm>
          <a:custGeom>
            <a:avLst/>
            <a:gdLst>
              <a:gd name="T0" fmla="*/ 247320 w 2555"/>
              <a:gd name="T1" fmla="*/ 13988 h 2934"/>
              <a:gd name="T2" fmla="*/ 228182 w 2555"/>
              <a:gd name="T3" fmla="*/ 0 h 2934"/>
              <a:gd name="T4" fmla="*/ 85139 w 2555"/>
              <a:gd name="T5" fmla="*/ 0 h 2934"/>
              <a:gd name="T6" fmla="*/ 66001 w 2555"/>
              <a:gd name="T7" fmla="*/ 13988 h 2934"/>
              <a:gd name="T8" fmla="*/ 9201 w 2555"/>
              <a:gd name="T9" fmla="*/ 161718 h 2934"/>
              <a:gd name="T10" fmla="*/ 89310 w 2555"/>
              <a:gd name="T11" fmla="*/ 191043 h 2934"/>
              <a:gd name="T12" fmla="*/ 107098 w 2555"/>
              <a:gd name="T13" fmla="*/ 183681 h 2934"/>
              <a:gd name="T14" fmla="*/ 124764 w 2555"/>
              <a:gd name="T15" fmla="*/ 191043 h 2934"/>
              <a:gd name="T16" fmla="*/ 146601 w 2555"/>
              <a:gd name="T17" fmla="*/ 203067 h 2934"/>
              <a:gd name="T18" fmla="*/ 91396 w 2555"/>
              <a:gd name="T19" fmla="*/ 299632 h 2934"/>
              <a:gd name="T20" fmla="*/ 71399 w 2555"/>
              <a:gd name="T21" fmla="*/ 339755 h 2934"/>
              <a:gd name="T22" fmla="*/ 221803 w 2555"/>
              <a:gd name="T23" fmla="*/ 359877 h 2934"/>
              <a:gd name="T24" fmla="*/ 241800 w 2555"/>
              <a:gd name="T25" fmla="*/ 319755 h 2934"/>
              <a:gd name="T26" fmla="*/ 166598 w 2555"/>
              <a:gd name="T27" fmla="*/ 299632 h 2934"/>
              <a:gd name="T28" fmla="*/ 188557 w 2555"/>
              <a:gd name="T29" fmla="*/ 191043 h 2934"/>
              <a:gd name="T30" fmla="*/ 204015 w 2555"/>
              <a:gd name="T31" fmla="*/ 183804 h 2934"/>
              <a:gd name="T32" fmla="*/ 217632 w 2555"/>
              <a:gd name="T33" fmla="*/ 186380 h 2934"/>
              <a:gd name="T34" fmla="*/ 255908 w 2555"/>
              <a:gd name="T35" fmla="*/ 204294 h 2934"/>
              <a:gd name="T36" fmla="*/ 303752 w 2555"/>
              <a:gd name="T37" fmla="*/ 160613 h 2934"/>
              <a:gd name="T38" fmla="*/ 221803 w 2555"/>
              <a:gd name="T39" fmla="*/ 334847 h 2934"/>
              <a:gd name="T40" fmla="*/ 96425 w 2555"/>
              <a:gd name="T41" fmla="*/ 339755 h 2934"/>
              <a:gd name="T42" fmla="*/ 91396 w 2555"/>
              <a:gd name="T43" fmla="*/ 324785 h 2934"/>
              <a:gd name="T44" fmla="*/ 216773 w 2555"/>
              <a:gd name="T45" fmla="*/ 319755 h 2934"/>
              <a:gd name="T46" fmla="*/ 75079 w 2555"/>
              <a:gd name="T47" fmla="*/ 176933 h 2934"/>
              <a:gd name="T48" fmla="*/ 28829 w 2555"/>
              <a:gd name="T49" fmla="*/ 166380 h 2934"/>
              <a:gd name="T50" fmla="*/ 81581 w 2555"/>
              <a:gd name="T51" fmla="*/ 27362 h 2934"/>
              <a:gd name="T52" fmla="*/ 92990 w 2555"/>
              <a:gd name="T53" fmla="*/ 20123 h 2934"/>
              <a:gd name="T54" fmla="*/ 105136 w 2555"/>
              <a:gd name="T55" fmla="*/ 20123 h 2934"/>
              <a:gd name="T56" fmla="*/ 93113 w 2555"/>
              <a:gd name="T57" fmla="*/ 165890 h 2934"/>
              <a:gd name="T58" fmla="*/ 199598 w 2555"/>
              <a:gd name="T59" fmla="*/ 164172 h 2934"/>
              <a:gd name="T60" fmla="*/ 174326 w 2555"/>
              <a:gd name="T61" fmla="*/ 176933 h 2934"/>
              <a:gd name="T62" fmla="*/ 138995 w 2555"/>
              <a:gd name="T63" fmla="*/ 176933 h 2934"/>
              <a:gd name="T64" fmla="*/ 139118 w 2555"/>
              <a:gd name="T65" fmla="*/ 20123 h 2934"/>
              <a:gd name="T66" fmla="*/ 178865 w 2555"/>
              <a:gd name="T67" fmla="*/ 20123 h 2934"/>
              <a:gd name="T68" fmla="*/ 204260 w 2555"/>
              <a:gd name="T69" fmla="*/ 163804 h 2934"/>
              <a:gd name="T70" fmla="*/ 204751 w 2555"/>
              <a:gd name="T71" fmla="*/ 163804 h 2934"/>
              <a:gd name="T72" fmla="*/ 207450 w 2555"/>
              <a:gd name="T73" fmla="*/ 163804 h 2934"/>
              <a:gd name="T74" fmla="*/ 204751 w 2555"/>
              <a:gd name="T75" fmla="*/ 163804 h 2934"/>
              <a:gd name="T76" fmla="*/ 271365 w 2555"/>
              <a:gd name="T77" fmla="*/ 186748 h 2934"/>
              <a:gd name="T78" fmla="*/ 255908 w 2555"/>
              <a:gd name="T79" fmla="*/ 184172 h 2934"/>
              <a:gd name="T80" fmla="*/ 220208 w 2555"/>
              <a:gd name="T81" fmla="*/ 165890 h 2934"/>
              <a:gd name="T82" fmla="*/ 224870 w 2555"/>
              <a:gd name="T83" fmla="*/ 167730 h 2934"/>
              <a:gd name="T84" fmla="*/ 208186 w 2555"/>
              <a:gd name="T85" fmla="*/ 20123 h 2934"/>
              <a:gd name="T86" fmla="*/ 220454 w 2555"/>
              <a:gd name="T87" fmla="*/ 20123 h 2934"/>
              <a:gd name="T88" fmla="*/ 231740 w 2555"/>
              <a:gd name="T89" fmla="*/ 27362 h 2934"/>
              <a:gd name="T90" fmla="*/ 284492 w 2555"/>
              <a:gd name="T91" fmla="*/ 166380 h 293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555" h="2934">
                <a:moveTo>
                  <a:pt x="2476" y="1309"/>
                </a:moveTo>
                <a:lnTo>
                  <a:pt x="2016" y="114"/>
                </a:lnTo>
                <a:cubicBezTo>
                  <a:pt x="2014" y="108"/>
                  <a:pt x="2012" y="103"/>
                  <a:pt x="2010" y="97"/>
                </a:cubicBezTo>
                <a:cubicBezTo>
                  <a:pt x="1984" y="40"/>
                  <a:pt x="1927" y="0"/>
                  <a:pt x="1860" y="0"/>
                </a:cubicBezTo>
                <a:lnTo>
                  <a:pt x="1278" y="0"/>
                </a:lnTo>
                <a:lnTo>
                  <a:pt x="694" y="0"/>
                </a:lnTo>
                <a:cubicBezTo>
                  <a:pt x="627" y="0"/>
                  <a:pt x="570" y="40"/>
                  <a:pt x="544" y="97"/>
                </a:cubicBezTo>
                <a:cubicBezTo>
                  <a:pt x="542" y="103"/>
                  <a:pt x="540" y="108"/>
                  <a:pt x="538" y="114"/>
                </a:cubicBezTo>
                <a:lnTo>
                  <a:pt x="78" y="1309"/>
                </a:lnTo>
                <a:cubicBezTo>
                  <a:pt x="78" y="1309"/>
                  <a:pt x="116" y="1211"/>
                  <a:pt x="75" y="1318"/>
                </a:cubicBezTo>
                <a:cubicBezTo>
                  <a:pt x="0" y="1514"/>
                  <a:pt x="221" y="1661"/>
                  <a:pt x="468" y="1665"/>
                </a:cubicBezTo>
                <a:cubicBezTo>
                  <a:pt x="569" y="1665"/>
                  <a:pt x="661" y="1624"/>
                  <a:pt x="728" y="1557"/>
                </a:cubicBezTo>
                <a:cubicBezTo>
                  <a:pt x="743" y="1542"/>
                  <a:pt x="761" y="1529"/>
                  <a:pt x="780" y="1519"/>
                </a:cubicBezTo>
                <a:cubicBezTo>
                  <a:pt x="808" y="1505"/>
                  <a:pt x="839" y="1497"/>
                  <a:pt x="873" y="1497"/>
                </a:cubicBezTo>
                <a:cubicBezTo>
                  <a:pt x="879" y="1497"/>
                  <a:pt x="885" y="1497"/>
                  <a:pt x="891" y="1498"/>
                </a:cubicBezTo>
                <a:cubicBezTo>
                  <a:pt x="940" y="1502"/>
                  <a:pt x="984" y="1524"/>
                  <a:pt x="1017" y="1557"/>
                </a:cubicBezTo>
                <a:cubicBezTo>
                  <a:pt x="1065" y="1605"/>
                  <a:pt x="1127" y="1640"/>
                  <a:pt x="1195" y="1655"/>
                </a:cubicBezTo>
                <a:lnTo>
                  <a:pt x="1195" y="2442"/>
                </a:lnTo>
                <a:lnTo>
                  <a:pt x="745" y="2442"/>
                </a:lnTo>
                <a:cubicBezTo>
                  <a:pt x="655" y="2442"/>
                  <a:pt x="582" y="2515"/>
                  <a:pt x="582" y="2606"/>
                </a:cubicBezTo>
                <a:lnTo>
                  <a:pt x="582" y="2769"/>
                </a:lnTo>
                <a:cubicBezTo>
                  <a:pt x="582" y="2860"/>
                  <a:pt x="655" y="2933"/>
                  <a:pt x="745" y="2933"/>
                </a:cubicBezTo>
                <a:lnTo>
                  <a:pt x="1808" y="2933"/>
                </a:lnTo>
                <a:cubicBezTo>
                  <a:pt x="1898" y="2933"/>
                  <a:pt x="1971" y="2860"/>
                  <a:pt x="1971" y="2769"/>
                </a:cubicBezTo>
                <a:lnTo>
                  <a:pt x="1971" y="2606"/>
                </a:lnTo>
                <a:cubicBezTo>
                  <a:pt x="1971" y="2515"/>
                  <a:pt x="1898" y="2442"/>
                  <a:pt x="1808" y="2442"/>
                </a:cubicBezTo>
                <a:lnTo>
                  <a:pt x="1358" y="2442"/>
                </a:lnTo>
                <a:lnTo>
                  <a:pt x="1358" y="1656"/>
                </a:lnTo>
                <a:cubicBezTo>
                  <a:pt x="1427" y="1640"/>
                  <a:pt x="1489" y="1605"/>
                  <a:pt x="1537" y="1557"/>
                </a:cubicBezTo>
                <a:cubicBezTo>
                  <a:pt x="1570" y="1524"/>
                  <a:pt x="1614" y="1502"/>
                  <a:pt x="1663" y="1498"/>
                </a:cubicBezTo>
                <a:cubicBezTo>
                  <a:pt x="1669" y="1497"/>
                  <a:pt x="1675" y="1497"/>
                  <a:pt x="1681" y="1497"/>
                </a:cubicBezTo>
                <a:cubicBezTo>
                  <a:pt x="1715" y="1497"/>
                  <a:pt x="1746" y="1505"/>
                  <a:pt x="1774" y="1519"/>
                </a:cubicBezTo>
                <a:cubicBezTo>
                  <a:pt x="1794" y="1529"/>
                  <a:pt x="1811" y="1542"/>
                  <a:pt x="1826" y="1557"/>
                </a:cubicBezTo>
                <a:cubicBezTo>
                  <a:pt x="1893" y="1624"/>
                  <a:pt x="1985" y="1665"/>
                  <a:pt x="2086" y="1665"/>
                </a:cubicBezTo>
                <a:cubicBezTo>
                  <a:pt x="2333" y="1661"/>
                  <a:pt x="2554" y="1514"/>
                  <a:pt x="2479" y="1318"/>
                </a:cubicBezTo>
                <a:cubicBezTo>
                  <a:pt x="2438" y="1211"/>
                  <a:pt x="2476" y="1309"/>
                  <a:pt x="2476" y="1309"/>
                </a:cubicBezTo>
                <a:close/>
                <a:moveTo>
                  <a:pt x="1808" y="2647"/>
                </a:moveTo>
                <a:lnTo>
                  <a:pt x="1808" y="2729"/>
                </a:lnTo>
                <a:cubicBezTo>
                  <a:pt x="1808" y="2751"/>
                  <a:pt x="1790" y="2769"/>
                  <a:pt x="1767" y="2769"/>
                </a:cubicBezTo>
                <a:lnTo>
                  <a:pt x="786" y="2769"/>
                </a:lnTo>
                <a:cubicBezTo>
                  <a:pt x="764" y="2769"/>
                  <a:pt x="745" y="2751"/>
                  <a:pt x="745" y="2729"/>
                </a:cubicBezTo>
                <a:lnTo>
                  <a:pt x="745" y="2647"/>
                </a:lnTo>
                <a:cubicBezTo>
                  <a:pt x="745" y="2624"/>
                  <a:pt x="764" y="2606"/>
                  <a:pt x="786" y="2606"/>
                </a:cubicBezTo>
                <a:lnTo>
                  <a:pt x="1767" y="2606"/>
                </a:lnTo>
                <a:cubicBezTo>
                  <a:pt x="1790" y="2606"/>
                  <a:pt x="1808" y="2624"/>
                  <a:pt x="1808" y="2647"/>
                </a:cubicBezTo>
                <a:close/>
                <a:moveTo>
                  <a:pt x="612" y="1442"/>
                </a:moveTo>
                <a:cubicBezTo>
                  <a:pt x="575" y="1478"/>
                  <a:pt x="524" y="1501"/>
                  <a:pt x="468" y="1501"/>
                </a:cubicBezTo>
                <a:cubicBezTo>
                  <a:pt x="411" y="1501"/>
                  <a:pt x="207" y="1470"/>
                  <a:pt x="235" y="1356"/>
                </a:cubicBezTo>
                <a:cubicBezTo>
                  <a:pt x="250" y="1293"/>
                  <a:pt x="628" y="320"/>
                  <a:pt x="628" y="320"/>
                </a:cubicBezTo>
                <a:lnTo>
                  <a:pt x="665" y="223"/>
                </a:lnTo>
                <a:lnTo>
                  <a:pt x="670" y="210"/>
                </a:lnTo>
                <a:cubicBezTo>
                  <a:pt x="688" y="163"/>
                  <a:pt x="726" y="165"/>
                  <a:pt x="758" y="164"/>
                </a:cubicBezTo>
                <a:lnTo>
                  <a:pt x="763" y="164"/>
                </a:lnTo>
                <a:lnTo>
                  <a:pt x="857" y="164"/>
                </a:lnTo>
                <a:lnTo>
                  <a:pt x="968" y="164"/>
                </a:lnTo>
                <a:lnTo>
                  <a:pt x="759" y="1352"/>
                </a:lnTo>
                <a:cubicBezTo>
                  <a:pt x="703" y="1370"/>
                  <a:pt x="653" y="1402"/>
                  <a:pt x="612" y="1442"/>
                </a:cubicBezTo>
                <a:close/>
                <a:moveTo>
                  <a:pt x="1627" y="1338"/>
                </a:moveTo>
                <a:cubicBezTo>
                  <a:pt x="1547" y="1350"/>
                  <a:pt x="1476" y="1388"/>
                  <a:pt x="1421" y="1442"/>
                </a:cubicBezTo>
                <a:cubicBezTo>
                  <a:pt x="1384" y="1478"/>
                  <a:pt x="1333" y="1501"/>
                  <a:pt x="1278" y="1501"/>
                </a:cubicBezTo>
                <a:cubicBezTo>
                  <a:pt x="1221" y="1501"/>
                  <a:pt x="1170" y="1478"/>
                  <a:pt x="1133" y="1442"/>
                </a:cubicBezTo>
                <a:cubicBezTo>
                  <a:pt x="1079" y="1388"/>
                  <a:pt x="1007" y="1350"/>
                  <a:pt x="928" y="1338"/>
                </a:cubicBezTo>
                <a:lnTo>
                  <a:pt x="1134" y="164"/>
                </a:lnTo>
                <a:lnTo>
                  <a:pt x="1278" y="164"/>
                </a:lnTo>
                <a:lnTo>
                  <a:pt x="1458" y="164"/>
                </a:lnTo>
                <a:lnTo>
                  <a:pt x="1662" y="1335"/>
                </a:lnTo>
                <a:cubicBezTo>
                  <a:pt x="1663" y="1335"/>
                  <a:pt x="1664" y="1335"/>
                  <a:pt x="1665" y="1335"/>
                </a:cubicBezTo>
                <a:cubicBezTo>
                  <a:pt x="1652" y="1335"/>
                  <a:pt x="1639" y="1337"/>
                  <a:pt x="1627" y="1338"/>
                </a:cubicBezTo>
                <a:close/>
                <a:moveTo>
                  <a:pt x="1669" y="1335"/>
                </a:moveTo>
                <a:cubicBezTo>
                  <a:pt x="1673" y="1334"/>
                  <a:pt x="1677" y="1334"/>
                  <a:pt x="1681" y="1334"/>
                </a:cubicBezTo>
                <a:cubicBezTo>
                  <a:pt x="1685" y="1334"/>
                  <a:pt x="1688" y="1334"/>
                  <a:pt x="1691" y="1335"/>
                </a:cubicBezTo>
                <a:cubicBezTo>
                  <a:pt x="1688" y="1334"/>
                  <a:pt x="1685" y="1334"/>
                  <a:pt x="1681" y="1334"/>
                </a:cubicBezTo>
                <a:cubicBezTo>
                  <a:pt x="1677" y="1334"/>
                  <a:pt x="1673" y="1334"/>
                  <a:pt x="1669" y="1335"/>
                </a:cubicBezTo>
                <a:close/>
                <a:moveTo>
                  <a:pt x="2211" y="1521"/>
                </a:moveTo>
                <a:lnTo>
                  <a:pt x="2212" y="1522"/>
                </a:lnTo>
                <a:lnTo>
                  <a:pt x="2211" y="1521"/>
                </a:lnTo>
                <a:close/>
                <a:moveTo>
                  <a:pt x="2086" y="1501"/>
                </a:moveTo>
                <a:cubicBezTo>
                  <a:pt x="2030" y="1501"/>
                  <a:pt x="1979" y="1478"/>
                  <a:pt x="1942" y="1442"/>
                </a:cubicBezTo>
                <a:cubicBezTo>
                  <a:pt x="1901" y="1402"/>
                  <a:pt x="1851" y="1370"/>
                  <a:pt x="1795" y="1352"/>
                </a:cubicBezTo>
                <a:cubicBezTo>
                  <a:pt x="1782" y="1348"/>
                  <a:pt x="1769" y="1345"/>
                  <a:pt x="1755" y="1342"/>
                </a:cubicBezTo>
                <a:cubicBezTo>
                  <a:pt x="1783" y="1347"/>
                  <a:pt x="1809" y="1356"/>
                  <a:pt x="1833" y="1367"/>
                </a:cubicBezTo>
                <a:lnTo>
                  <a:pt x="1624" y="164"/>
                </a:lnTo>
                <a:lnTo>
                  <a:pt x="1697" y="164"/>
                </a:lnTo>
                <a:lnTo>
                  <a:pt x="1791" y="164"/>
                </a:lnTo>
                <a:lnTo>
                  <a:pt x="1797" y="164"/>
                </a:lnTo>
                <a:cubicBezTo>
                  <a:pt x="1828" y="165"/>
                  <a:pt x="1866" y="163"/>
                  <a:pt x="1884" y="210"/>
                </a:cubicBezTo>
                <a:lnTo>
                  <a:pt x="1889" y="223"/>
                </a:lnTo>
                <a:lnTo>
                  <a:pt x="1926" y="320"/>
                </a:lnTo>
                <a:cubicBezTo>
                  <a:pt x="1926" y="320"/>
                  <a:pt x="2304" y="1293"/>
                  <a:pt x="2319" y="1356"/>
                </a:cubicBezTo>
                <a:cubicBezTo>
                  <a:pt x="2347" y="1470"/>
                  <a:pt x="2143" y="1501"/>
                  <a:pt x="2086" y="1501"/>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75" name="Freeform 2">
            <a:extLst>
              <a:ext uri="{FF2B5EF4-FFF2-40B4-BE49-F238E27FC236}">
                <a16:creationId xmlns:a16="http://schemas.microsoft.com/office/drawing/2014/main" id="{D9762CEF-B58E-D04F-ACB6-F63521586CF1}"/>
              </a:ext>
            </a:extLst>
          </p:cNvPr>
          <p:cNvSpPr>
            <a:spLocks noChangeAspect="1" noChangeArrowheads="1"/>
          </p:cNvSpPr>
          <p:nvPr/>
        </p:nvSpPr>
        <p:spPr bwMode="auto">
          <a:xfrm>
            <a:off x="9663238" y="4224169"/>
            <a:ext cx="435825" cy="362867"/>
          </a:xfrm>
          <a:custGeom>
            <a:avLst/>
            <a:gdLst>
              <a:gd name="T0" fmla="*/ 336746 w 2926"/>
              <a:gd name="T1" fmla="*/ 96744 h 2439"/>
              <a:gd name="T2" fmla="*/ 318291 w 2926"/>
              <a:gd name="T3" fmla="*/ 9342 h 2439"/>
              <a:gd name="T4" fmla="*/ 294176 w 2926"/>
              <a:gd name="T5" fmla="*/ 9342 h 2439"/>
              <a:gd name="T6" fmla="*/ 287656 w 2926"/>
              <a:gd name="T7" fmla="*/ 12170 h 2439"/>
              <a:gd name="T8" fmla="*/ 271292 w 2926"/>
              <a:gd name="T9" fmla="*/ 18931 h 2439"/>
              <a:gd name="T10" fmla="*/ 251975 w 2926"/>
              <a:gd name="T11" fmla="*/ 9342 h 2439"/>
              <a:gd name="T12" fmla="*/ 199316 w 2926"/>
              <a:gd name="T13" fmla="*/ 9342 h 2439"/>
              <a:gd name="T14" fmla="*/ 196241 w 2926"/>
              <a:gd name="T15" fmla="*/ 12170 h 2439"/>
              <a:gd name="T16" fmla="*/ 163759 w 2926"/>
              <a:gd name="T17" fmla="*/ 12170 h 2439"/>
              <a:gd name="T18" fmla="*/ 160684 w 2926"/>
              <a:gd name="T19" fmla="*/ 9342 h 2439"/>
              <a:gd name="T20" fmla="*/ 108025 w 2926"/>
              <a:gd name="T21" fmla="*/ 9342 h 2439"/>
              <a:gd name="T22" fmla="*/ 88708 w 2926"/>
              <a:gd name="T23" fmla="*/ 18931 h 2439"/>
              <a:gd name="T24" fmla="*/ 72344 w 2926"/>
              <a:gd name="T25" fmla="*/ 12170 h 2439"/>
              <a:gd name="T26" fmla="*/ 65701 w 2926"/>
              <a:gd name="T27" fmla="*/ 9342 h 2439"/>
              <a:gd name="T28" fmla="*/ 41586 w 2926"/>
              <a:gd name="T29" fmla="*/ 9342 h 2439"/>
              <a:gd name="T30" fmla="*/ 23131 w 2926"/>
              <a:gd name="T31" fmla="*/ 96744 h 2439"/>
              <a:gd name="T32" fmla="*/ 0 w 2926"/>
              <a:gd name="T33" fmla="*/ 135589 h 2439"/>
              <a:gd name="T34" fmla="*/ 0 w 2926"/>
              <a:gd name="T35" fmla="*/ 250771 h 2439"/>
              <a:gd name="T36" fmla="*/ 23131 w 2926"/>
              <a:gd name="T37" fmla="*/ 269210 h 2439"/>
              <a:gd name="T38" fmla="*/ 41586 w 2926"/>
              <a:gd name="T39" fmla="*/ 299696 h 2439"/>
              <a:gd name="T40" fmla="*/ 336746 w 2926"/>
              <a:gd name="T41" fmla="*/ 281257 h 2439"/>
              <a:gd name="T42" fmla="*/ 341422 w 2926"/>
              <a:gd name="T43" fmla="*/ 269210 h 2439"/>
              <a:gd name="T44" fmla="*/ 359877 w 2926"/>
              <a:gd name="T45" fmla="*/ 135711 h 2439"/>
              <a:gd name="T46" fmla="*/ 359877 w 2926"/>
              <a:gd name="T47" fmla="*/ 135343 h 2439"/>
              <a:gd name="T48" fmla="*/ 50813 w 2926"/>
              <a:gd name="T49" fmla="*/ 27782 h 2439"/>
              <a:gd name="T50" fmla="*/ 88708 w 2926"/>
              <a:gd name="T51" fmla="*/ 37370 h 2439"/>
              <a:gd name="T52" fmla="*/ 117990 w 2926"/>
              <a:gd name="T53" fmla="*/ 25200 h 2439"/>
              <a:gd name="T54" fmla="*/ 150718 w 2926"/>
              <a:gd name="T55" fmla="*/ 25200 h 2439"/>
              <a:gd name="T56" fmla="*/ 153548 w 2926"/>
              <a:gd name="T57" fmla="*/ 27782 h 2439"/>
              <a:gd name="T58" fmla="*/ 206329 w 2926"/>
              <a:gd name="T59" fmla="*/ 27782 h 2439"/>
              <a:gd name="T60" fmla="*/ 209282 w 2926"/>
              <a:gd name="T61" fmla="*/ 25200 h 2439"/>
              <a:gd name="T62" fmla="*/ 241887 w 2926"/>
              <a:gd name="T63" fmla="*/ 25200 h 2439"/>
              <a:gd name="T64" fmla="*/ 271292 w 2926"/>
              <a:gd name="T65" fmla="*/ 37370 h 2439"/>
              <a:gd name="T66" fmla="*/ 309064 w 2926"/>
              <a:gd name="T67" fmla="*/ 27782 h 2439"/>
              <a:gd name="T68" fmla="*/ 318291 w 2926"/>
              <a:gd name="T69" fmla="*/ 91581 h 2439"/>
              <a:gd name="T70" fmla="*/ 272153 w 2926"/>
              <a:gd name="T71" fmla="*/ 135343 h 2439"/>
              <a:gd name="T72" fmla="*/ 272153 w 2926"/>
              <a:gd name="T73" fmla="*/ 135711 h 2439"/>
              <a:gd name="T74" fmla="*/ 262925 w 2926"/>
              <a:gd name="T75" fmla="*/ 156117 h 2439"/>
              <a:gd name="T76" fmla="*/ 87724 w 2926"/>
              <a:gd name="T77" fmla="*/ 146898 h 2439"/>
              <a:gd name="T78" fmla="*/ 87724 w 2926"/>
              <a:gd name="T79" fmla="*/ 135711 h 2439"/>
              <a:gd name="T80" fmla="*/ 43800 w 2926"/>
              <a:gd name="T81" fmla="*/ 91458 h 2439"/>
              <a:gd name="T82" fmla="*/ 41586 w 2926"/>
              <a:gd name="T83" fmla="*/ 37001 h 2439"/>
              <a:gd name="T84" fmla="*/ 309064 w 2926"/>
              <a:gd name="T85" fmla="*/ 281257 h 2439"/>
              <a:gd name="T86" fmla="*/ 41586 w 2926"/>
              <a:gd name="T87" fmla="*/ 272037 h 2439"/>
              <a:gd name="T88" fmla="*/ 318291 w 2926"/>
              <a:gd name="T89" fmla="*/ 269210 h 2439"/>
              <a:gd name="T90" fmla="*/ 341422 w 2926"/>
              <a:gd name="T91" fmla="*/ 241552 h 2439"/>
              <a:gd name="T92" fmla="*/ 27683 w 2926"/>
              <a:gd name="T93" fmla="*/ 250771 h 2439"/>
              <a:gd name="T94" fmla="*/ 18455 w 2926"/>
              <a:gd name="T95" fmla="*/ 144808 h 2439"/>
              <a:gd name="T96" fmla="*/ 43800 w 2926"/>
              <a:gd name="T97" fmla="*/ 109897 h 2439"/>
              <a:gd name="T98" fmla="*/ 69146 w 2926"/>
              <a:gd name="T99" fmla="*/ 135711 h 2439"/>
              <a:gd name="T100" fmla="*/ 69269 w 2926"/>
              <a:gd name="T101" fmla="*/ 156117 h 2439"/>
              <a:gd name="T102" fmla="*/ 272153 w 2926"/>
              <a:gd name="T103" fmla="*/ 174556 h 2439"/>
              <a:gd name="T104" fmla="*/ 290608 w 2926"/>
              <a:gd name="T105" fmla="*/ 135711 h 2439"/>
              <a:gd name="T106" fmla="*/ 290608 w 2926"/>
              <a:gd name="T107" fmla="*/ 135343 h 2439"/>
              <a:gd name="T108" fmla="*/ 341422 w 2926"/>
              <a:gd name="T109" fmla="*/ 135220 h 2439"/>
              <a:gd name="T110" fmla="*/ 341422 w 2926"/>
              <a:gd name="T111" fmla="*/ 135711 h 2439"/>
              <a:gd name="T112" fmla="*/ 341422 w 2926"/>
              <a:gd name="T113" fmla="*/ 144808 h 243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26" h="2439">
                <a:moveTo>
                  <a:pt x="2925" y="1101"/>
                </a:moveTo>
                <a:cubicBezTo>
                  <a:pt x="2925" y="965"/>
                  <a:pt x="2849" y="847"/>
                  <a:pt x="2737" y="787"/>
                </a:cubicBezTo>
                <a:lnTo>
                  <a:pt x="2737" y="226"/>
                </a:lnTo>
                <a:cubicBezTo>
                  <a:pt x="2737" y="144"/>
                  <a:pt x="2670" y="76"/>
                  <a:pt x="2587" y="76"/>
                </a:cubicBezTo>
                <a:lnTo>
                  <a:pt x="2391" y="76"/>
                </a:lnTo>
                <a:cubicBezTo>
                  <a:pt x="2370" y="76"/>
                  <a:pt x="2351" y="85"/>
                  <a:pt x="2338" y="99"/>
                </a:cubicBezTo>
                <a:lnTo>
                  <a:pt x="2337" y="99"/>
                </a:lnTo>
                <a:cubicBezTo>
                  <a:pt x="2304" y="133"/>
                  <a:pt x="2257" y="154"/>
                  <a:pt x="2205" y="154"/>
                </a:cubicBezTo>
                <a:cubicBezTo>
                  <a:pt x="2153" y="154"/>
                  <a:pt x="2106" y="133"/>
                  <a:pt x="2072" y="99"/>
                </a:cubicBezTo>
                <a:cubicBezTo>
                  <a:pt x="2064" y="91"/>
                  <a:pt x="2056" y="83"/>
                  <a:pt x="2048" y="76"/>
                </a:cubicBezTo>
                <a:cubicBezTo>
                  <a:pt x="1989" y="29"/>
                  <a:pt x="1915" y="0"/>
                  <a:pt x="1834" y="0"/>
                </a:cubicBezTo>
                <a:cubicBezTo>
                  <a:pt x="1752" y="0"/>
                  <a:pt x="1678" y="29"/>
                  <a:pt x="1620" y="76"/>
                </a:cubicBezTo>
                <a:cubicBezTo>
                  <a:pt x="1611" y="83"/>
                  <a:pt x="1603" y="91"/>
                  <a:pt x="1595" y="99"/>
                </a:cubicBezTo>
                <a:cubicBezTo>
                  <a:pt x="1561" y="133"/>
                  <a:pt x="1514" y="154"/>
                  <a:pt x="1463" y="154"/>
                </a:cubicBezTo>
                <a:cubicBezTo>
                  <a:pt x="1411" y="154"/>
                  <a:pt x="1365" y="133"/>
                  <a:pt x="1331" y="99"/>
                </a:cubicBezTo>
                <a:cubicBezTo>
                  <a:pt x="1323" y="91"/>
                  <a:pt x="1314" y="83"/>
                  <a:pt x="1306" y="76"/>
                </a:cubicBezTo>
                <a:cubicBezTo>
                  <a:pt x="1248" y="29"/>
                  <a:pt x="1173" y="0"/>
                  <a:pt x="1092" y="0"/>
                </a:cubicBezTo>
                <a:cubicBezTo>
                  <a:pt x="1011" y="0"/>
                  <a:pt x="936" y="29"/>
                  <a:pt x="878" y="76"/>
                </a:cubicBezTo>
                <a:cubicBezTo>
                  <a:pt x="869" y="83"/>
                  <a:pt x="861" y="91"/>
                  <a:pt x="853" y="99"/>
                </a:cubicBezTo>
                <a:cubicBezTo>
                  <a:pt x="819" y="133"/>
                  <a:pt x="772" y="154"/>
                  <a:pt x="721" y="154"/>
                </a:cubicBezTo>
                <a:cubicBezTo>
                  <a:pt x="669" y="154"/>
                  <a:pt x="622" y="133"/>
                  <a:pt x="588" y="99"/>
                </a:cubicBezTo>
                <a:cubicBezTo>
                  <a:pt x="576" y="87"/>
                  <a:pt x="560" y="78"/>
                  <a:pt x="542" y="76"/>
                </a:cubicBezTo>
                <a:cubicBezTo>
                  <a:pt x="540" y="76"/>
                  <a:pt x="537" y="76"/>
                  <a:pt x="534" y="76"/>
                </a:cubicBezTo>
                <a:cubicBezTo>
                  <a:pt x="531" y="76"/>
                  <a:pt x="528" y="76"/>
                  <a:pt x="526" y="76"/>
                </a:cubicBezTo>
                <a:lnTo>
                  <a:pt x="338" y="76"/>
                </a:lnTo>
                <a:cubicBezTo>
                  <a:pt x="255" y="76"/>
                  <a:pt x="188" y="144"/>
                  <a:pt x="188" y="226"/>
                </a:cubicBezTo>
                <a:lnTo>
                  <a:pt x="188" y="787"/>
                </a:lnTo>
                <a:cubicBezTo>
                  <a:pt x="76" y="847"/>
                  <a:pt x="0" y="965"/>
                  <a:pt x="0" y="1101"/>
                </a:cubicBezTo>
                <a:cubicBezTo>
                  <a:pt x="0" y="1101"/>
                  <a:pt x="0" y="1102"/>
                  <a:pt x="0" y="1103"/>
                </a:cubicBezTo>
                <a:cubicBezTo>
                  <a:pt x="0" y="1103"/>
                  <a:pt x="0" y="1103"/>
                  <a:pt x="0" y="1104"/>
                </a:cubicBezTo>
                <a:lnTo>
                  <a:pt x="0" y="2040"/>
                </a:lnTo>
                <a:cubicBezTo>
                  <a:pt x="0" y="2123"/>
                  <a:pt x="67" y="2190"/>
                  <a:pt x="150" y="2190"/>
                </a:cubicBezTo>
                <a:lnTo>
                  <a:pt x="188" y="2190"/>
                </a:lnTo>
                <a:lnTo>
                  <a:pt x="188" y="2288"/>
                </a:lnTo>
                <a:cubicBezTo>
                  <a:pt x="188" y="2371"/>
                  <a:pt x="255" y="2438"/>
                  <a:pt x="338" y="2438"/>
                </a:cubicBezTo>
                <a:lnTo>
                  <a:pt x="2587" y="2438"/>
                </a:lnTo>
                <a:cubicBezTo>
                  <a:pt x="2670" y="2438"/>
                  <a:pt x="2737" y="2371"/>
                  <a:pt x="2737" y="2288"/>
                </a:cubicBezTo>
                <a:lnTo>
                  <a:pt x="2737" y="2190"/>
                </a:lnTo>
                <a:lnTo>
                  <a:pt x="2775" y="2190"/>
                </a:lnTo>
                <a:cubicBezTo>
                  <a:pt x="2858" y="2190"/>
                  <a:pt x="2925" y="2123"/>
                  <a:pt x="2925" y="2040"/>
                </a:cubicBezTo>
                <a:lnTo>
                  <a:pt x="2925" y="1104"/>
                </a:lnTo>
                <a:cubicBezTo>
                  <a:pt x="2925" y="1103"/>
                  <a:pt x="2925" y="1103"/>
                  <a:pt x="2925" y="1103"/>
                </a:cubicBezTo>
                <a:cubicBezTo>
                  <a:pt x="2925" y="1102"/>
                  <a:pt x="2925" y="1101"/>
                  <a:pt x="2925" y="1101"/>
                </a:cubicBezTo>
                <a:close/>
                <a:moveTo>
                  <a:pt x="338" y="301"/>
                </a:moveTo>
                <a:cubicBezTo>
                  <a:pt x="338" y="260"/>
                  <a:pt x="371" y="226"/>
                  <a:pt x="413" y="226"/>
                </a:cubicBezTo>
                <a:lnTo>
                  <a:pt x="505" y="226"/>
                </a:lnTo>
                <a:cubicBezTo>
                  <a:pt x="564" y="275"/>
                  <a:pt x="639" y="304"/>
                  <a:pt x="721" y="304"/>
                </a:cubicBezTo>
                <a:cubicBezTo>
                  <a:pt x="802" y="304"/>
                  <a:pt x="877" y="275"/>
                  <a:pt x="936" y="226"/>
                </a:cubicBezTo>
                <a:cubicBezTo>
                  <a:pt x="944" y="220"/>
                  <a:pt x="952" y="212"/>
                  <a:pt x="959" y="205"/>
                </a:cubicBezTo>
                <a:cubicBezTo>
                  <a:pt x="993" y="171"/>
                  <a:pt x="1040" y="150"/>
                  <a:pt x="1092" y="150"/>
                </a:cubicBezTo>
                <a:cubicBezTo>
                  <a:pt x="1144" y="150"/>
                  <a:pt x="1191" y="171"/>
                  <a:pt x="1225" y="205"/>
                </a:cubicBezTo>
                <a:cubicBezTo>
                  <a:pt x="1232" y="212"/>
                  <a:pt x="1240" y="220"/>
                  <a:pt x="1248" y="226"/>
                </a:cubicBezTo>
                <a:cubicBezTo>
                  <a:pt x="1306" y="275"/>
                  <a:pt x="1381" y="304"/>
                  <a:pt x="1463" y="304"/>
                </a:cubicBezTo>
                <a:cubicBezTo>
                  <a:pt x="1544" y="304"/>
                  <a:pt x="1619" y="275"/>
                  <a:pt x="1677" y="226"/>
                </a:cubicBezTo>
                <a:cubicBezTo>
                  <a:pt x="1686" y="220"/>
                  <a:pt x="1693" y="212"/>
                  <a:pt x="1701" y="205"/>
                </a:cubicBezTo>
                <a:cubicBezTo>
                  <a:pt x="1735" y="171"/>
                  <a:pt x="1782" y="150"/>
                  <a:pt x="1834" y="150"/>
                </a:cubicBezTo>
                <a:cubicBezTo>
                  <a:pt x="1885" y="150"/>
                  <a:pt x="1932" y="171"/>
                  <a:pt x="1966" y="205"/>
                </a:cubicBezTo>
                <a:cubicBezTo>
                  <a:pt x="1974" y="212"/>
                  <a:pt x="1981" y="220"/>
                  <a:pt x="1990" y="226"/>
                </a:cubicBezTo>
                <a:cubicBezTo>
                  <a:pt x="2048" y="275"/>
                  <a:pt x="2123" y="304"/>
                  <a:pt x="2205" y="304"/>
                </a:cubicBezTo>
                <a:cubicBezTo>
                  <a:pt x="2287" y="304"/>
                  <a:pt x="2362" y="275"/>
                  <a:pt x="2420" y="226"/>
                </a:cubicBezTo>
                <a:lnTo>
                  <a:pt x="2512" y="226"/>
                </a:lnTo>
                <a:cubicBezTo>
                  <a:pt x="2554" y="226"/>
                  <a:pt x="2587" y="260"/>
                  <a:pt x="2587" y="301"/>
                </a:cubicBezTo>
                <a:lnTo>
                  <a:pt x="2587" y="745"/>
                </a:lnTo>
                <a:cubicBezTo>
                  <a:pt x="2581" y="745"/>
                  <a:pt x="2575" y="744"/>
                  <a:pt x="2569" y="744"/>
                </a:cubicBezTo>
                <a:cubicBezTo>
                  <a:pt x="2372" y="744"/>
                  <a:pt x="2212" y="904"/>
                  <a:pt x="2212" y="1101"/>
                </a:cubicBezTo>
                <a:cubicBezTo>
                  <a:pt x="2212" y="1102"/>
                  <a:pt x="2212" y="1103"/>
                  <a:pt x="2212" y="1104"/>
                </a:cubicBezTo>
                <a:lnTo>
                  <a:pt x="2212" y="1195"/>
                </a:lnTo>
                <a:cubicBezTo>
                  <a:pt x="2212" y="1236"/>
                  <a:pt x="2178" y="1270"/>
                  <a:pt x="2137" y="1270"/>
                </a:cubicBezTo>
                <a:lnTo>
                  <a:pt x="788" y="1270"/>
                </a:lnTo>
                <a:cubicBezTo>
                  <a:pt x="747" y="1270"/>
                  <a:pt x="713" y="1236"/>
                  <a:pt x="713" y="1195"/>
                </a:cubicBezTo>
                <a:lnTo>
                  <a:pt x="713" y="1104"/>
                </a:lnTo>
                <a:cubicBezTo>
                  <a:pt x="713" y="1103"/>
                  <a:pt x="713" y="1102"/>
                  <a:pt x="713" y="1101"/>
                </a:cubicBezTo>
                <a:cubicBezTo>
                  <a:pt x="713" y="904"/>
                  <a:pt x="553" y="744"/>
                  <a:pt x="356" y="744"/>
                </a:cubicBezTo>
                <a:cubicBezTo>
                  <a:pt x="350" y="744"/>
                  <a:pt x="344" y="745"/>
                  <a:pt x="338" y="745"/>
                </a:cubicBezTo>
                <a:lnTo>
                  <a:pt x="338" y="301"/>
                </a:lnTo>
                <a:close/>
                <a:moveTo>
                  <a:pt x="2587" y="2213"/>
                </a:moveTo>
                <a:cubicBezTo>
                  <a:pt x="2587" y="2254"/>
                  <a:pt x="2554" y="2288"/>
                  <a:pt x="2512" y="2288"/>
                </a:cubicBezTo>
                <a:lnTo>
                  <a:pt x="413" y="2288"/>
                </a:lnTo>
                <a:cubicBezTo>
                  <a:pt x="371" y="2288"/>
                  <a:pt x="338" y="2254"/>
                  <a:pt x="338" y="2213"/>
                </a:cubicBezTo>
                <a:lnTo>
                  <a:pt x="338" y="2190"/>
                </a:lnTo>
                <a:lnTo>
                  <a:pt x="2587" y="2190"/>
                </a:lnTo>
                <a:lnTo>
                  <a:pt x="2587" y="2213"/>
                </a:lnTo>
                <a:close/>
                <a:moveTo>
                  <a:pt x="2775" y="1965"/>
                </a:moveTo>
                <a:cubicBezTo>
                  <a:pt x="2775" y="2007"/>
                  <a:pt x="2741" y="2040"/>
                  <a:pt x="2700" y="2040"/>
                </a:cubicBezTo>
                <a:lnTo>
                  <a:pt x="225" y="2040"/>
                </a:lnTo>
                <a:cubicBezTo>
                  <a:pt x="184" y="2040"/>
                  <a:pt x="150" y="2007"/>
                  <a:pt x="150" y="1965"/>
                </a:cubicBezTo>
                <a:lnTo>
                  <a:pt x="150" y="1178"/>
                </a:lnTo>
                <a:lnTo>
                  <a:pt x="150" y="1093"/>
                </a:lnTo>
                <a:cubicBezTo>
                  <a:pt x="154" y="983"/>
                  <a:pt x="245" y="894"/>
                  <a:pt x="356" y="894"/>
                </a:cubicBezTo>
                <a:cubicBezTo>
                  <a:pt x="470" y="894"/>
                  <a:pt x="563" y="987"/>
                  <a:pt x="563" y="1101"/>
                </a:cubicBezTo>
                <a:cubicBezTo>
                  <a:pt x="563" y="1102"/>
                  <a:pt x="563" y="1103"/>
                  <a:pt x="562" y="1104"/>
                </a:cubicBezTo>
                <a:lnTo>
                  <a:pt x="563" y="1104"/>
                </a:lnTo>
                <a:lnTo>
                  <a:pt x="563" y="1270"/>
                </a:lnTo>
                <a:cubicBezTo>
                  <a:pt x="563" y="1353"/>
                  <a:pt x="630" y="1420"/>
                  <a:pt x="713" y="1420"/>
                </a:cubicBezTo>
                <a:lnTo>
                  <a:pt x="2212" y="1420"/>
                </a:lnTo>
                <a:cubicBezTo>
                  <a:pt x="2295" y="1420"/>
                  <a:pt x="2362" y="1353"/>
                  <a:pt x="2362" y="1270"/>
                </a:cubicBezTo>
                <a:lnTo>
                  <a:pt x="2362" y="1104"/>
                </a:lnTo>
                <a:cubicBezTo>
                  <a:pt x="2362" y="1103"/>
                  <a:pt x="2362" y="1102"/>
                  <a:pt x="2362" y="1101"/>
                </a:cubicBezTo>
                <a:cubicBezTo>
                  <a:pt x="2362" y="987"/>
                  <a:pt x="2455" y="894"/>
                  <a:pt x="2569" y="894"/>
                </a:cubicBezTo>
                <a:cubicBezTo>
                  <a:pt x="2682" y="894"/>
                  <a:pt x="2775" y="986"/>
                  <a:pt x="2775" y="1100"/>
                </a:cubicBezTo>
                <a:lnTo>
                  <a:pt x="2775" y="1102"/>
                </a:lnTo>
                <a:cubicBezTo>
                  <a:pt x="2775" y="1102"/>
                  <a:pt x="2775" y="1103"/>
                  <a:pt x="2775" y="1104"/>
                </a:cubicBezTo>
                <a:lnTo>
                  <a:pt x="2775" y="1178"/>
                </a:lnTo>
                <a:lnTo>
                  <a:pt x="2775" y="1965"/>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76" name="Freeform 4">
            <a:extLst>
              <a:ext uri="{FF2B5EF4-FFF2-40B4-BE49-F238E27FC236}">
                <a16:creationId xmlns:a16="http://schemas.microsoft.com/office/drawing/2014/main" id="{F02B3D4E-DE21-A24E-B297-ABC6E1A9B046}"/>
              </a:ext>
            </a:extLst>
          </p:cNvPr>
          <p:cNvSpPr>
            <a:spLocks noChangeAspect="1" noChangeArrowheads="1"/>
          </p:cNvSpPr>
          <p:nvPr/>
        </p:nvSpPr>
        <p:spPr bwMode="auto">
          <a:xfrm>
            <a:off x="8259765" y="4151209"/>
            <a:ext cx="403187" cy="435824"/>
          </a:xfrm>
          <a:custGeom>
            <a:avLst/>
            <a:gdLst>
              <a:gd name="T0" fmla="*/ 209079 w 2888"/>
              <a:gd name="T1" fmla="*/ 114462 h 3120"/>
              <a:gd name="T2" fmla="*/ 167563 w 2888"/>
              <a:gd name="T3" fmla="*/ 84462 h 3120"/>
              <a:gd name="T4" fmla="*/ 119359 w 2888"/>
              <a:gd name="T5" fmla="*/ 114462 h 3120"/>
              <a:gd name="T6" fmla="*/ 0 w 2888"/>
              <a:gd name="T7" fmla="*/ 132000 h 3120"/>
              <a:gd name="T8" fmla="*/ 17529 w 2888"/>
              <a:gd name="T9" fmla="*/ 245885 h 3120"/>
              <a:gd name="T10" fmla="*/ 44053 w 2888"/>
              <a:gd name="T11" fmla="*/ 342346 h 3120"/>
              <a:gd name="T12" fmla="*/ 157876 w 2888"/>
              <a:gd name="T13" fmla="*/ 359885 h 3120"/>
              <a:gd name="T14" fmla="*/ 271354 w 2888"/>
              <a:gd name="T15" fmla="*/ 359885 h 3120"/>
              <a:gd name="T16" fmla="*/ 288883 w 2888"/>
              <a:gd name="T17" fmla="*/ 245885 h 3120"/>
              <a:gd name="T18" fmla="*/ 332936 w 2888"/>
              <a:gd name="T19" fmla="*/ 228346 h 3120"/>
              <a:gd name="T20" fmla="*/ 315407 w 2888"/>
              <a:gd name="T21" fmla="*/ 114462 h 3120"/>
              <a:gd name="T22" fmla="*/ 149112 w 2888"/>
              <a:gd name="T23" fmla="*/ 342346 h 3120"/>
              <a:gd name="T24" fmla="*/ 61467 w 2888"/>
              <a:gd name="T25" fmla="*/ 333577 h 3120"/>
              <a:gd name="T26" fmla="*/ 62159 w 2888"/>
              <a:gd name="T27" fmla="*/ 251423 h 3120"/>
              <a:gd name="T28" fmla="*/ 103905 w 2888"/>
              <a:gd name="T29" fmla="*/ 245885 h 3120"/>
              <a:gd name="T30" fmla="*/ 106558 w 2888"/>
              <a:gd name="T31" fmla="*/ 243462 h 3120"/>
              <a:gd name="T32" fmla="*/ 137464 w 2888"/>
              <a:gd name="T33" fmla="*/ 243462 h 3120"/>
              <a:gd name="T34" fmla="*/ 140232 w 2888"/>
              <a:gd name="T35" fmla="*/ 245885 h 3120"/>
              <a:gd name="T36" fmla="*/ 157530 w 2888"/>
              <a:gd name="T37" fmla="*/ 336000 h 3120"/>
              <a:gd name="T38" fmla="*/ 157761 w 2888"/>
              <a:gd name="T39" fmla="*/ 236077 h 3120"/>
              <a:gd name="T40" fmla="*/ 146921 w 2888"/>
              <a:gd name="T41" fmla="*/ 228346 h 3120"/>
              <a:gd name="T42" fmla="*/ 122011 w 2888"/>
              <a:gd name="T43" fmla="*/ 219462 h 3120"/>
              <a:gd name="T44" fmla="*/ 97101 w 2888"/>
              <a:gd name="T45" fmla="*/ 228346 h 3120"/>
              <a:gd name="T46" fmla="*/ 78650 w 2888"/>
              <a:gd name="T47" fmla="*/ 237462 h 3120"/>
              <a:gd name="T48" fmla="*/ 63197 w 2888"/>
              <a:gd name="T49" fmla="*/ 231000 h 3120"/>
              <a:gd name="T50" fmla="*/ 56854 w 2888"/>
              <a:gd name="T51" fmla="*/ 228346 h 3120"/>
              <a:gd name="T52" fmla="*/ 26294 w 2888"/>
              <a:gd name="T53" fmla="*/ 228346 h 3120"/>
              <a:gd name="T54" fmla="*/ 17529 w 2888"/>
              <a:gd name="T55" fmla="*/ 140769 h 3120"/>
              <a:gd name="T56" fmla="*/ 148997 w 2888"/>
              <a:gd name="T57" fmla="*/ 132000 h 3120"/>
              <a:gd name="T58" fmla="*/ 157761 w 2888"/>
              <a:gd name="T59" fmla="*/ 219808 h 3120"/>
              <a:gd name="T60" fmla="*/ 92027 w 2888"/>
              <a:gd name="T61" fmla="*/ 44769 h 3120"/>
              <a:gd name="T62" fmla="*/ 205850 w 2888"/>
              <a:gd name="T63" fmla="*/ 71077 h 3120"/>
              <a:gd name="T64" fmla="*/ 179442 w 2888"/>
              <a:gd name="T65" fmla="*/ 114462 h 3120"/>
              <a:gd name="T66" fmla="*/ 271354 w 2888"/>
              <a:gd name="T67" fmla="*/ 333577 h 3120"/>
              <a:gd name="T68" fmla="*/ 183709 w 2888"/>
              <a:gd name="T69" fmla="*/ 342346 h 3120"/>
              <a:gd name="T70" fmla="*/ 175290 w 2888"/>
              <a:gd name="T71" fmla="*/ 253731 h 3120"/>
              <a:gd name="T72" fmla="*/ 190513 w 2888"/>
              <a:gd name="T73" fmla="*/ 245885 h 3120"/>
              <a:gd name="T74" fmla="*/ 193165 w 2888"/>
              <a:gd name="T75" fmla="*/ 243462 h 3120"/>
              <a:gd name="T76" fmla="*/ 224187 w 2888"/>
              <a:gd name="T77" fmla="*/ 243462 h 3120"/>
              <a:gd name="T78" fmla="*/ 226839 w 2888"/>
              <a:gd name="T79" fmla="*/ 245885 h 3120"/>
              <a:gd name="T80" fmla="*/ 270316 w 2888"/>
              <a:gd name="T81" fmla="*/ 250500 h 3120"/>
              <a:gd name="T82" fmla="*/ 271354 w 2888"/>
              <a:gd name="T83" fmla="*/ 333577 h 3120"/>
              <a:gd name="T84" fmla="*/ 306642 w 2888"/>
              <a:gd name="T85" fmla="*/ 228346 h 3120"/>
              <a:gd name="T86" fmla="*/ 273314 w 2888"/>
              <a:gd name="T87" fmla="*/ 228462 h 3120"/>
              <a:gd name="T88" fmla="*/ 267548 w 2888"/>
              <a:gd name="T89" fmla="*/ 231000 h 3120"/>
              <a:gd name="T90" fmla="*/ 236526 w 2888"/>
              <a:gd name="T91" fmla="*/ 231000 h 3120"/>
              <a:gd name="T92" fmla="*/ 233528 w 2888"/>
              <a:gd name="T93" fmla="*/ 228346 h 3120"/>
              <a:gd name="T94" fmla="*/ 183709 w 2888"/>
              <a:gd name="T95" fmla="*/ 228346 h 3120"/>
              <a:gd name="T96" fmla="*/ 183709 w 2888"/>
              <a:gd name="T97" fmla="*/ 228346 h 3120"/>
              <a:gd name="T98" fmla="*/ 175175 w 2888"/>
              <a:gd name="T99" fmla="*/ 235154 h 3120"/>
              <a:gd name="T100" fmla="*/ 175175 w 2888"/>
              <a:gd name="T101" fmla="*/ 140538 h 3120"/>
              <a:gd name="T102" fmla="*/ 306642 w 2888"/>
              <a:gd name="T103" fmla="*/ 132000 h 3120"/>
              <a:gd name="T104" fmla="*/ 315407 w 2888"/>
              <a:gd name="T105" fmla="*/ 219577 h 312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888" h="3120">
                <a:moveTo>
                  <a:pt x="2735" y="992"/>
                </a:moveTo>
                <a:lnTo>
                  <a:pt x="1813" y="992"/>
                </a:lnTo>
                <a:cubicBezTo>
                  <a:pt x="1993" y="850"/>
                  <a:pt x="2127" y="638"/>
                  <a:pt x="1862" y="485"/>
                </a:cubicBezTo>
                <a:cubicBezTo>
                  <a:pt x="1615" y="342"/>
                  <a:pt x="1496" y="523"/>
                  <a:pt x="1453" y="732"/>
                </a:cubicBezTo>
                <a:cubicBezTo>
                  <a:pt x="1314" y="398"/>
                  <a:pt x="982" y="0"/>
                  <a:pt x="691" y="280"/>
                </a:cubicBezTo>
                <a:cubicBezTo>
                  <a:pt x="428" y="532"/>
                  <a:pt x="727" y="830"/>
                  <a:pt x="1035" y="992"/>
                </a:cubicBezTo>
                <a:lnTo>
                  <a:pt x="152" y="992"/>
                </a:lnTo>
                <a:cubicBezTo>
                  <a:pt x="68" y="992"/>
                  <a:pt x="0" y="1060"/>
                  <a:pt x="0" y="1144"/>
                </a:cubicBezTo>
                <a:lnTo>
                  <a:pt x="0" y="1979"/>
                </a:lnTo>
                <a:cubicBezTo>
                  <a:pt x="0" y="2063"/>
                  <a:pt x="68" y="2131"/>
                  <a:pt x="152" y="2131"/>
                </a:cubicBezTo>
                <a:lnTo>
                  <a:pt x="382" y="2131"/>
                </a:lnTo>
                <a:lnTo>
                  <a:pt x="382" y="2967"/>
                </a:lnTo>
                <a:cubicBezTo>
                  <a:pt x="382" y="3051"/>
                  <a:pt x="450" y="3119"/>
                  <a:pt x="533" y="3119"/>
                </a:cubicBezTo>
                <a:lnTo>
                  <a:pt x="1369" y="3119"/>
                </a:lnTo>
                <a:cubicBezTo>
                  <a:pt x="1396" y="3119"/>
                  <a:pt x="1490" y="3119"/>
                  <a:pt x="1517" y="3119"/>
                </a:cubicBezTo>
                <a:lnTo>
                  <a:pt x="2353" y="3119"/>
                </a:lnTo>
                <a:cubicBezTo>
                  <a:pt x="2437" y="3119"/>
                  <a:pt x="2505" y="3051"/>
                  <a:pt x="2505" y="2967"/>
                </a:cubicBezTo>
                <a:lnTo>
                  <a:pt x="2505" y="2131"/>
                </a:lnTo>
                <a:lnTo>
                  <a:pt x="2735" y="2131"/>
                </a:lnTo>
                <a:cubicBezTo>
                  <a:pt x="2819" y="2131"/>
                  <a:pt x="2887" y="2063"/>
                  <a:pt x="2887" y="1979"/>
                </a:cubicBezTo>
                <a:lnTo>
                  <a:pt x="2887" y="1144"/>
                </a:lnTo>
                <a:cubicBezTo>
                  <a:pt x="2887" y="1060"/>
                  <a:pt x="2819" y="992"/>
                  <a:pt x="2735" y="992"/>
                </a:cubicBezTo>
                <a:close/>
                <a:moveTo>
                  <a:pt x="1366" y="2912"/>
                </a:moveTo>
                <a:cubicBezTo>
                  <a:pt x="1357" y="2944"/>
                  <a:pt x="1328" y="2967"/>
                  <a:pt x="1293" y="2967"/>
                </a:cubicBezTo>
                <a:lnTo>
                  <a:pt x="609" y="2967"/>
                </a:lnTo>
                <a:cubicBezTo>
                  <a:pt x="568" y="2967"/>
                  <a:pt x="533" y="2933"/>
                  <a:pt x="533" y="2891"/>
                </a:cubicBezTo>
                <a:lnTo>
                  <a:pt x="533" y="2207"/>
                </a:lnTo>
                <a:cubicBezTo>
                  <a:pt x="533" y="2197"/>
                  <a:pt x="535" y="2187"/>
                  <a:pt x="539" y="2179"/>
                </a:cubicBezTo>
                <a:cubicBezTo>
                  <a:pt x="583" y="2199"/>
                  <a:pt x="631" y="2210"/>
                  <a:pt x="682" y="2210"/>
                </a:cubicBezTo>
                <a:cubicBezTo>
                  <a:pt x="765" y="2210"/>
                  <a:pt x="841" y="2180"/>
                  <a:pt x="901" y="2131"/>
                </a:cubicBezTo>
                <a:cubicBezTo>
                  <a:pt x="909" y="2124"/>
                  <a:pt x="916" y="2117"/>
                  <a:pt x="924" y="2110"/>
                </a:cubicBezTo>
                <a:cubicBezTo>
                  <a:pt x="958" y="2075"/>
                  <a:pt x="1005" y="2054"/>
                  <a:pt x="1058" y="2054"/>
                </a:cubicBezTo>
                <a:cubicBezTo>
                  <a:pt x="1110" y="2054"/>
                  <a:pt x="1158" y="2075"/>
                  <a:pt x="1192" y="2110"/>
                </a:cubicBezTo>
                <a:cubicBezTo>
                  <a:pt x="1200" y="2117"/>
                  <a:pt x="1208" y="2124"/>
                  <a:pt x="1216" y="2131"/>
                </a:cubicBezTo>
                <a:cubicBezTo>
                  <a:pt x="1258" y="2167"/>
                  <a:pt x="1310" y="2192"/>
                  <a:pt x="1366" y="2203"/>
                </a:cubicBezTo>
                <a:lnTo>
                  <a:pt x="1366" y="2912"/>
                </a:lnTo>
                <a:close/>
                <a:moveTo>
                  <a:pt x="1368" y="1905"/>
                </a:moveTo>
                <a:lnTo>
                  <a:pt x="1368" y="2046"/>
                </a:lnTo>
                <a:cubicBezTo>
                  <a:pt x="1342" y="2036"/>
                  <a:pt x="1319" y="2021"/>
                  <a:pt x="1300" y="2002"/>
                </a:cubicBezTo>
                <a:cubicBezTo>
                  <a:pt x="1292" y="1994"/>
                  <a:pt x="1283" y="1986"/>
                  <a:pt x="1274" y="1979"/>
                </a:cubicBezTo>
                <a:cubicBezTo>
                  <a:pt x="1215" y="1931"/>
                  <a:pt x="1140" y="1902"/>
                  <a:pt x="1058" y="1902"/>
                </a:cubicBezTo>
                <a:cubicBezTo>
                  <a:pt x="976" y="1902"/>
                  <a:pt x="901" y="1931"/>
                  <a:pt x="842" y="1979"/>
                </a:cubicBezTo>
                <a:cubicBezTo>
                  <a:pt x="833" y="1986"/>
                  <a:pt x="825" y="1994"/>
                  <a:pt x="816" y="2002"/>
                </a:cubicBezTo>
                <a:cubicBezTo>
                  <a:pt x="782" y="2037"/>
                  <a:pt x="734" y="2058"/>
                  <a:pt x="682" y="2058"/>
                </a:cubicBezTo>
                <a:cubicBezTo>
                  <a:pt x="630" y="2058"/>
                  <a:pt x="582" y="2037"/>
                  <a:pt x="548" y="2002"/>
                </a:cubicBezTo>
                <a:cubicBezTo>
                  <a:pt x="537" y="1992"/>
                  <a:pt x="524" y="1984"/>
                  <a:pt x="509" y="1981"/>
                </a:cubicBezTo>
                <a:cubicBezTo>
                  <a:pt x="504" y="1980"/>
                  <a:pt x="499" y="1979"/>
                  <a:pt x="493" y="1979"/>
                </a:cubicBezTo>
                <a:lnTo>
                  <a:pt x="228" y="1979"/>
                </a:lnTo>
                <a:cubicBezTo>
                  <a:pt x="186" y="1979"/>
                  <a:pt x="152" y="1945"/>
                  <a:pt x="152" y="1903"/>
                </a:cubicBezTo>
                <a:lnTo>
                  <a:pt x="152" y="1220"/>
                </a:lnTo>
                <a:cubicBezTo>
                  <a:pt x="152" y="1178"/>
                  <a:pt x="186" y="1144"/>
                  <a:pt x="228" y="1144"/>
                </a:cubicBezTo>
                <a:lnTo>
                  <a:pt x="1292" y="1144"/>
                </a:lnTo>
                <a:cubicBezTo>
                  <a:pt x="1333" y="1144"/>
                  <a:pt x="1367" y="1177"/>
                  <a:pt x="1368" y="1218"/>
                </a:cubicBezTo>
                <a:lnTo>
                  <a:pt x="1368" y="1905"/>
                </a:lnTo>
                <a:close/>
                <a:moveTo>
                  <a:pt x="1388" y="980"/>
                </a:moveTo>
                <a:cubicBezTo>
                  <a:pt x="1345" y="1023"/>
                  <a:pt x="569" y="616"/>
                  <a:pt x="798" y="388"/>
                </a:cubicBezTo>
                <a:cubicBezTo>
                  <a:pt x="1027" y="159"/>
                  <a:pt x="1432" y="936"/>
                  <a:pt x="1388" y="980"/>
                </a:cubicBezTo>
                <a:close/>
                <a:moveTo>
                  <a:pt x="1785" y="616"/>
                </a:moveTo>
                <a:cubicBezTo>
                  <a:pt x="1981" y="730"/>
                  <a:pt x="1684" y="931"/>
                  <a:pt x="1586" y="992"/>
                </a:cubicBezTo>
                <a:lnTo>
                  <a:pt x="1556" y="992"/>
                </a:lnTo>
                <a:cubicBezTo>
                  <a:pt x="1558" y="901"/>
                  <a:pt x="1579" y="496"/>
                  <a:pt x="1785" y="616"/>
                </a:cubicBezTo>
                <a:close/>
                <a:moveTo>
                  <a:pt x="2353" y="2891"/>
                </a:moveTo>
                <a:cubicBezTo>
                  <a:pt x="2353" y="2933"/>
                  <a:pt x="2319" y="2967"/>
                  <a:pt x="2277" y="2967"/>
                </a:cubicBezTo>
                <a:lnTo>
                  <a:pt x="1593" y="2967"/>
                </a:lnTo>
                <a:cubicBezTo>
                  <a:pt x="1559" y="2967"/>
                  <a:pt x="1529" y="2944"/>
                  <a:pt x="1520" y="2912"/>
                </a:cubicBezTo>
                <a:lnTo>
                  <a:pt x="1520" y="2199"/>
                </a:lnTo>
                <a:cubicBezTo>
                  <a:pt x="1569" y="2186"/>
                  <a:pt x="1614" y="2162"/>
                  <a:pt x="1652" y="2131"/>
                </a:cubicBezTo>
                <a:cubicBezTo>
                  <a:pt x="1660" y="2124"/>
                  <a:pt x="1668" y="2117"/>
                  <a:pt x="1675" y="2110"/>
                </a:cubicBezTo>
                <a:cubicBezTo>
                  <a:pt x="1709" y="2075"/>
                  <a:pt x="1757" y="2054"/>
                  <a:pt x="1809" y="2054"/>
                </a:cubicBezTo>
                <a:cubicBezTo>
                  <a:pt x="1862" y="2054"/>
                  <a:pt x="1909" y="2075"/>
                  <a:pt x="1944" y="2110"/>
                </a:cubicBezTo>
                <a:cubicBezTo>
                  <a:pt x="1951" y="2117"/>
                  <a:pt x="1959" y="2124"/>
                  <a:pt x="1967" y="2131"/>
                </a:cubicBezTo>
                <a:cubicBezTo>
                  <a:pt x="2026" y="2180"/>
                  <a:pt x="2102" y="2210"/>
                  <a:pt x="2186" y="2210"/>
                </a:cubicBezTo>
                <a:cubicBezTo>
                  <a:pt x="2243" y="2210"/>
                  <a:pt x="2297" y="2196"/>
                  <a:pt x="2344" y="2171"/>
                </a:cubicBezTo>
                <a:cubicBezTo>
                  <a:pt x="2350" y="2182"/>
                  <a:pt x="2353" y="2194"/>
                  <a:pt x="2353" y="2207"/>
                </a:cubicBezTo>
                <a:lnTo>
                  <a:pt x="2353" y="2891"/>
                </a:lnTo>
                <a:close/>
                <a:moveTo>
                  <a:pt x="2735" y="1903"/>
                </a:moveTo>
                <a:cubicBezTo>
                  <a:pt x="2735" y="1945"/>
                  <a:pt x="2701" y="1979"/>
                  <a:pt x="2659" y="1979"/>
                </a:cubicBezTo>
                <a:lnTo>
                  <a:pt x="2357" y="1979"/>
                </a:lnTo>
                <a:cubicBezTo>
                  <a:pt x="2361" y="1979"/>
                  <a:pt x="2365" y="1979"/>
                  <a:pt x="2370" y="1980"/>
                </a:cubicBezTo>
                <a:cubicBezTo>
                  <a:pt x="2350" y="1981"/>
                  <a:pt x="2333" y="1989"/>
                  <a:pt x="2320" y="2002"/>
                </a:cubicBezTo>
                <a:cubicBezTo>
                  <a:pt x="2285" y="2037"/>
                  <a:pt x="2238" y="2058"/>
                  <a:pt x="2186" y="2058"/>
                </a:cubicBezTo>
                <a:cubicBezTo>
                  <a:pt x="2133" y="2058"/>
                  <a:pt x="2086" y="2037"/>
                  <a:pt x="2051" y="2002"/>
                </a:cubicBezTo>
                <a:cubicBezTo>
                  <a:pt x="2043" y="1994"/>
                  <a:pt x="2034" y="1986"/>
                  <a:pt x="2025" y="1979"/>
                </a:cubicBezTo>
                <a:cubicBezTo>
                  <a:pt x="1966" y="1931"/>
                  <a:pt x="1891" y="1902"/>
                  <a:pt x="1809" y="1902"/>
                </a:cubicBezTo>
                <a:cubicBezTo>
                  <a:pt x="1728" y="1902"/>
                  <a:pt x="1652" y="1931"/>
                  <a:pt x="1593" y="1979"/>
                </a:cubicBezTo>
                <a:cubicBezTo>
                  <a:pt x="1584" y="1986"/>
                  <a:pt x="1576" y="1994"/>
                  <a:pt x="1568" y="2002"/>
                </a:cubicBezTo>
                <a:cubicBezTo>
                  <a:pt x="1553" y="2017"/>
                  <a:pt x="1537" y="2028"/>
                  <a:pt x="1519" y="2038"/>
                </a:cubicBezTo>
                <a:lnTo>
                  <a:pt x="1519" y="1905"/>
                </a:lnTo>
                <a:lnTo>
                  <a:pt x="1519" y="1218"/>
                </a:lnTo>
                <a:cubicBezTo>
                  <a:pt x="1520" y="1177"/>
                  <a:pt x="1553" y="1144"/>
                  <a:pt x="1595" y="1144"/>
                </a:cubicBezTo>
                <a:lnTo>
                  <a:pt x="2659" y="1144"/>
                </a:lnTo>
                <a:cubicBezTo>
                  <a:pt x="2701" y="1144"/>
                  <a:pt x="2735" y="1178"/>
                  <a:pt x="2735" y="1220"/>
                </a:cubicBezTo>
                <a:lnTo>
                  <a:pt x="2735" y="1903"/>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77" name="Freeform 10">
            <a:extLst>
              <a:ext uri="{FF2B5EF4-FFF2-40B4-BE49-F238E27FC236}">
                <a16:creationId xmlns:a16="http://schemas.microsoft.com/office/drawing/2014/main" id="{040A57F6-5591-ED4D-8BDE-B535CE9E7CF4}"/>
              </a:ext>
            </a:extLst>
          </p:cNvPr>
          <p:cNvSpPr>
            <a:spLocks noChangeAspect="1" noChangeArrowheads="1"/>
          </p:cNvSpPr>
          <p:nvPr/>
        </p:nvSpPr>
        <p:spPr bwMode="auto">
          <a:xfrm>
            <a:off x="5001642" y="1565062"/>
            <a:ext cx="435825" cy="435825"/>
          </a:xfrm>
          <a:custGeom>
            <a:avLst/>
            <a:gdLst>
              <a:gd name="T0" fmla="*/ 33243 w 2950"/>
              <a:gd name="T1" fmla="*/ 312815 h 2945"/>
              <a:gd name="T2" fmla="*/ 144460 w 2950"/>
              <a:gd name="T3" fmla="*/ 237270 h 2945"/>
              <a:gd name="T4" fmla="*/ 123928 w 2950"/>
              <a:gd name="T5" fmla="*/ 233603 h 2945"/>
              <a:gd name="T6" fmla="*/ 103273 w 2950"/>
              <a:gd name="T7" fmla="*/ 198275 h 2945"/>
              <a:gd name="T8" fmla="*/ 111950 w 2950"/>
              <a:gd name="T9" fmla="*/ 205976 h 2945"/>
              <a:gd name="T10" fmla="*/ 113661 w 2950"/>
              <a:gd name="T11" fmla="*/ 221256 h 2945"/>
              <a:gd name="T12" fmla="*/ 152771 w 2950"/>
              <a:gd name="T13" fmla="*/ 219789 h 2945"/>
              <a:gd name="T14" fmla="*/ 131872 w 2950"/>
              <a:gd name="T15" fmla="*/ 263674 h 2945"/>
              <a:gd name="T16" fmla="*/ 174159 w 2950"/>
              <a:gd name="T17" fmla="*/ 225168 h 2945"/>
              <a:gd name="T18" fmla="*/ 175992 w 2950"/>
              <a:gd name="T19" fmla="*/ 206465 h 2945"/>
              <a:gd name="T20" fmla="*/ 252011 w 2950"/>
              <a:gd name="T21" fmla="*/ 147178 h 2945"/>
              <a:gd name="T22" fmla="*/ 208746 w 2950"/>
              <a:gd name="T23" fmla="*/ 168448 h 2945"/>
              <a:gd name="T24" fmla="*/ 174770 w 2950"/>
              <a:gd name="T25" fmla="*/ 128475 h 2945"/>
              <a:gd name="T26" fmla="*/ 215957 w 2950"/>
              <a:gd name="T27" fmla="*/ 145467 h 2945"/>
              <a:gd name="T28" fmla="*/ 188580 w 2950"/>
              <a:gd name="T29" fmla="*/ 131165 h 2945"/>
              <a:gd name="T30" fmla="*/ 215957 w 2950"/>
              <a:gd name="T31" fmla="*/ 145467 h 2945"/>
              <a:gd name="T32" fmla="*/ 210090 w 2950"/>
              <a:gd name="T33" fmla="*/ 93148 h 2945"/>
              <a:gd name="T34" fmla="*/ 228667 w 2950"/>
              <a:gd name="T35" fmla="*/ 91192 h 2945"/>
              <a:gd name="T36" fmla="*/ 264232 w 2950"/>
              <a:gd name="T37" fmla="*/ 94981 h 2945"/>
              <a:gd name="T38" fmla="*/ 278165 w 2950"/>
              <a:gd name="T39" fmla="*/ 104272 h 2945"/>
              <a:gd name="T40" fmla="*/ 343062 w 2950"/>
              <a:gd name="T41" fmla="*/ 37161 h 2945"/>
              <a:gd name="T42" fmla="*/ 228056 w 2950"/>
              <a:gd name="T43" fmla="*/ 122 h 2945"/>
              <a:gd name="T44" fmla="*/ 117817 w 2950"/>
              <a:gd name="T45" fmla="*/ 104027 h 2945"/>
              <a:gd name="T46" fmla="*/ 7700 w 2950"/>
              <a:gd name="T47" fmla="*/ 241793 h 2945"/>
              <a:gd name="T48" fmla="*/ 142505 w 2950"/>
              <a:gd name="T49" fmla="*/ 355966 h 2945"/>
              <a:gd name="T50" fmla="*/ 166215 w 2950"/>
              <a:gd name="T51" fmla="*/ 332618 h 2945"/>
              <a:gd name="T52" fmla="*/ 175503 w 2950"/>
              <a:gd name="T53" fmla="*/ 309148 h 2945"/>
              <a:gd name="T54" fmla="*/ 224023 w 2950"/>
              <a:gd name="T55" fmla="*/ 289100 h 2945"/>
              <a:gd name="T56" fmla="*/ 236978 w 2950"/>
              <a:gd name="T57" fmla="*/ 257806 h 2945"/>
              <a:gd name="T58" fmla="*/ 262155 w 2950"/>
              <a:gd name="T59" fmla="*/ 233358 h 2945"/>
              <a:gd name="T60" fmla="*/ 305786 w 2950"/>
              <a:gd name="T61" fmla="*/ 189229 h 2945"/>
              <a:gd name="T62" fmla="*/ 330351 w 2950"/>
              <a:gd name="T63" fmla="*/ 164781 h 2945"/>
              <a:gd name="T64" fmla="*/ 355161 w 2950"/>
              <a:gd name="T65" fmla="*/ 144244 h 2945"/>
              <a:gd name="T66" fmla="*/ 360417 w 2950"/>
              <a:gd name="T67" fmla="*/ 129087 h 2945"/>
              <a:gd name="T68" fmla="*/ 336707 w 2950"/>
              <a:gd name="T69" fmla="*/ 135810 h 2945"/>
              <a:gd name="T70" fmla="*/ 324118 w 2950"/>
              <a:gd name="T71" fmla="*/ 145589 h 2945"/>
              <a:gd name="T72" fmla="*/ 287453 w 2950"/>
              <a:gd name="T73" fmla="*/ 178594 h 2945"/>
              <a:gd name="T74" fmla="*/ 261544 w 2950"/>
              <a:gd name="T75" fmla="*/ 213677 h 2945"/>
              <a:gd name="T76" fmla="*/ 230378 w 2950"/>
              <a:gd name="T77" fmla="*/ 226635 h 2945"/>
              <a:gd name="T78" fmla="*/ 217301 w 2950"/>
              <a:gd name="T79" fmla="*/ 257806 h 2945"/>
              <a:gd name="T80" fmla="*/ 179781 w 2950"/>
              <a:gd name="T81" fmla="*/ 284333 h 2945"/>
              <a:gd name="T82" fmla="*/ 147027 w 2950"/>
              <a:gd name="T83" fmla="*/ 324061 h 2945"/>
              <a:gd name="T84" fmla="*/ 28599 w 2950"/>
              <a:gd name="T85" fmla="*/ 234825 h 2945"/>
              <a:gd name="T86" fmla="*/ 117817 w 2950"/>
              <a:gd name="T87" fmla="*/ 131776 h 2945"/>
              <a:gd name="T88" fmla="*/ 226101 w 2950"/>
              <a:gd name="T89" fmla="*/ 23348 h 2945"/>
              <a:gd name="T90" fmla="*/ 313608 w 2950"/>
              <a:gd name="T91" fmla="*/ 37161 h 2945"/>
              <a:gd name="T92" fmla="*/ 339884 w 2950"/>
              <a:gd name="T93" fmla="*/ 125297 h 294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950" h="2945">
                <a:moveTo>
                  <a:pt x="272" y="2559"/>
                </a:moveTo>
                <a:cubicBezTo>
                  <a:pt x="272" y="2557"/>
                  <a:pt x="272" y="2555"/>
                  <a:pt x="272" y="2553"/>
                </a:cubicBezTo>
                <a:cubicBezTo>
                  <a:pt x="272" y="2555"/>
                  <a:pt x="272" y="2557"/>
                  <a:pt x="272" y="2559"/>
                </a:cubicBezTo>
                <a:close/>
                <a:moveTo>
                  <a:pt x="995" y="2073"/>
                </a:moveTo>
                <a:cubicBezTo>
                  <a:pt x="1053" y="2068"/>
                  <a:pt x="1102" y="2045"/>
                  <a:pt x="1142" y="2005"/>
                </a:cubicBezTo>
                <a:cubicBezTo>
                  <a:pt x="1165" y="1982"/>
                  <a:pt x="1178" y="1961"/>
                  <a:pt x="1182" y="1941"/>
                </a:cubicBezTo>
                <a:cubicBezTo>
                  <a:pt x="1186" y="1922"/>
                  <a:pt x="1181" y="1906"/>
                  <a:pt x="1169" y="1894"/>
                </a:cubicBezTo>
                <a:cubicBezTo>
                  <a:pt x="1158" y="1883"/>
                  <a:pt x="1144" y="1878"/>
                  <a:pt x="1125" y="1877"/>
                </a:cubicBezTo>
                <a:cubicBezTo>
                  <a:pt x="1106" y="1877"/>
                  <a:pt x="1070" y="1888"/>
                  <a:pt x="1014" y="1911"/>
                </a:cubicBezTo>
                <a:cubicBezTo>
                  <a:pt x="927" y="1947"/>
                  <a:pt x="858" y="1939"/>
                  <a:pt x="808" y="1890"/>
                </a:cubicBezTo>
                <a:cubicBezTo>
                  <a:pt x="772" y="1853"/>
                  <a:pt x="757" y="1811"/>
                  <a:pt x="765" y="1763"/>
                </a:cubicBezTo>
                <a:cubicBezTo>
                  <a:pt x="773" y="1715"/>
                  <a:pt x="799" y="1668"/>
                  <a:pt x="845" y="1622"/>
                </a:cubicBezTo>
                <a:cubicBezTo>
                  <a:pt x="884" y="1583"/>
                  <a:pt x="921" y="1556"/>
                  <a:pt x="957" y="1540"/>
                </a:cubicBezTo>
                <a:lnTo>
                  <a:pt x="1036" y="1619"/>
                </a:lnTo>
                <a:cubicBezTo>
                  <a:pt x="991" y="1627"/>
                  <a:pt x="951" y="1649"/>
                  <a:pt x="916" y="1685"/>
                </a:cubicBezTo>
                <a:cubicBezTo>
                  <a:pt x="895" y="1705"/>
                  <a:pt x="883" y="1725"/>
                  <a:pt x="878" y="1745"/>
                </a:cubicBezTo>
                <a:cubicBezTo>
                  <a:pt x="873" y="1765"/>
                  <a:pt x="877" y="1781"/>
                  <a:pt x="890" y="1794"/>
                </a:cubicBezTo>
                <a:cubicBezTo>
                  <a:pt x="900" y="1804"/>
                  <a:pt x="913" y="1809"/>
                  <a:pt x="930" y="1810"/>
                </a:cubicBezTo>
                <a:cubicBezTo>
                  <a:pt x="947" y="1810"/>
                  <a:pt x="980" y="1800"/>
                  <a:pt x="1028" y="1781"/>
                </a:cubicBezTo>
                <a:cubicBezTo>
                  <a:pt x="1083" y="1759"/>
                  <a:pt x="1128" y="1750"/>
                  <a:pt x="1161" y="1754"/>
                </a:cubicBezTo>
                <a:cubicBezTo>
                  <a:pt x="1195" y="1758"/>
                  <a:pt x="1224" y="1773"/>
                  <a:pt x="1250" y="1798"/>
                </a:cubicBezTo>
                <a:cubicBezTo>
                  <a:pt x="1287" y="1836"/>
                  <a:pt x="1303" y="1878"/>
                  <a:pt x="1296" y="1925"/>
                </a:cubicBezTo>
                <a:cubicBezTo>
                  <a:pt x="1289" y="1971"/>
                  <a:pt x="1261" y="2019"/>
                  <a:pt x="1212" y="2068"/>
                </a:cubicBezTo>
                <a:cubicBezTo>
                  <a:pt x="1167" y="2113"/>
                  <a:pt x="1122" y="2143"/>
                  <a:pt x="1079" y="2157"/>
                </a:cubicBezTo>
                <a:lnTo>
                  <a:pt x="995" y="2073"/>
                </a:lnTo>
                <a:close/>
                <a:moveTo>
                  <a:pt x="1654" y="1611"/>
                </a:moveTo>
                <a:lnTo>
                  <a:pt x="1425" y="1842"/>
                </a:lnTo>
                <a:lnTo>
                  <a:pt x="1032" y="1449"/>
                </a:lnTo>
                <a:lnTo>
                  <a:pt x="1115" y="1366"/>
                </a:lnTo>
                <a:lnTo>
                  <a:pt x="1440" y="1689"/>
                </a:lnTo>
                <a:lnTo>
                  <a:pt x="1586" y="1542"/>
                </a:lnTo>
                <a:lnTo>
                  <a:pt x="1654" y="1611"/>
                </a:lnTo>
                <a:close/>
                <a:moveTo>
                  <a:pt x="2062" y="1204"/>
                </a:moveTo>
                <a:lnTo>
                  <a:pt x="1971" y="1296"/>
                </a:lnTo>
                <a:lnTo>
                  <a:pt x="1851" y="1235"/>
                </a:lnTo>
                <a:lnTo>
                  <a:pt x="1708" y="1378"/>
                </a:lnTo>
                <a:lnTo>
                  <a:pt x="1769" y="1496"/>
                </a:lnTo>
                <a:lnTo>
                  <a:pt x="1679" y="1587"/>
                </a:lnTo>
                <a:lnTo>
                  <a:pt x="1430" y="1051"/>
                </a:lnTo>
                <a:lnTo>
                  <a:pt x="1528" y="952"/>
                </a:lnTo>
                <a:lnTo>
                  <a:pt x="2062" y="1204"/>
                </a:lnTo>
                <a:close/>
                <a:moveTo>
                  <a:pt x="1767" y="1190"/>
                </a:moveTo>
                <a:lnTo>
                  <a:pt x="1586" y="1099"/>
                </a:lnTo>
                <a:cubicBezTo>
                  <a:pt x="1574" y="1093"/>
                  <a:pt x="1561" y="1083"/>
                  <a:pt x="1545" y="1070"/>
                </a:cubicBezTo>
                <a:lnTo>
                  <a:pt x="1543" y="1073"/>
                </a:lnTo>
                <a:cubicBezTo>
                  <a:pt x="1554" y="1085"/>
                  <a:pt x="1562" y="1099"/>
                  <a:pt x="1569" y="1113"/>
                </a:cubicBezTo>
                <a:lnTo>
                  <a:pt x="1662" y="1295"/>
                </a:lnTo>
                <a:lnTo>
                  <a:pt x="1767" y="1190"/>
                </a:lnTo>
                <a:close/>
                <a:moveTo>
                  <a:pt x="2344" y="922"/>
                </a:moveTo>
                <a:lnTo>
                  <a:pt x="2112" y="1155"/>
                </a:lnTo>
                <a:lnTo>
                  <a:pt x="1719" y="762"/>
                </a:lnTo>
                <a:lnTo>
                  <a:pt x="1942" y="538"/>
                </a:lnTo>
                <a:lnTo>
                  <a:pt x="2011" y="606"/>
                </a:lnTo>
                <a:lnTo>
                  <a:pt x="1871" y="746"/>
                </a:lnTo>
                <a:lnTo>
                  <a:pt x="1964" y="839"/>
                </a:lnTo>
                <a:lnTo>
                  <a:pt x="2093" y="709"/>
                </a:lnTo>
                <a:lnTo>
                  <a:pt x="2162" y="777"/>
                </a:lnTo>
                <a:lnTo>
                  <a:pt x="2032" y="907"/>
                </a:lnTo>
                <a:lnTo>
                  <a:pt x="2127" y="1002"/>
                </a:lnTo>
                <a:lnTo>
                  <a:pt x="2276" y="853"/>
                </a:lnTo>
                <a:lnTo>
                  <a:pt x="2344" y="922"/>
                </a:lnTo>
                <a:close/>
                <a:moveTo>
                  <a:pt x="2949" y="1056"/>
                </a:moveTo>
                <a:cubicBezTo>
                  <a:pt x="2949" y="1056"/>
                  <a:pt x="2831" y="418"/>
                  <a:pt x="2807" y="304"/>
                </a:cubicBezTo>
                <a:cubicBezTo>
                  <a:pt x="2782" y="189"/>
                  <a:pt x="2753" y="163"/>
                  <a:pt x="2646" y="143"/>
                </a:cubicBezTo>
                <a:cubicBezTo>
                  <a:pt x="2539" y="123"/>
                  <a:pt x="1894" y="1"/>
                  <a:pt x="1894" y="1"/>
                </a:cubicBezTo>
                <a:cubicBezTo>
                  <a:pt x="1884" y="0"/>
                  <a:pt x="1875" y="0"/>
                  <a:pt x="1866" y="1"/>
                </a:cubicBezTo>
                <a:cubicBezTo>
                  <a:pt x="1830" y="4"/>
                  <a:pt x="1794" y="20"/>
                  <a:pt x="1766" y="47"/>
                </a:cubicBezTo>
                <a:lnTo>
                  <a:pt x="1397" y="417"/>
                </a:lnTo>
                <a:lnTo>
                  <a:pt x="964" y="851"/>
                </a:lnTo>
                <a:lnTo>
                  <a:pt x="804" y="1011"/>
                </a:lnTo>
                <a:lnTo>
                  <a:pt x="63" y="1751"/>
                </a:lnTo>
                <a:cubicBezTo>
                  <a:pt x="0" y="1813"/>
                  <a:pt x="0" y="1915"/>
                  <a:pt x="63" y="1978"/>
                </a:cubicBezTo>
                <a:lnTo>
                  <a:pt x="972" y="2887"/>
                </a:lnTo>
                <a:cubicBezTo>
                  <a:pt x="977" y="2892"/>
                  <a:pt x="983" y="2897"/>
                  <a:pt x="989" y="2901"/>
                </a:cubicBezTo>
                <a:cubicBezTo>
                  <a:pt x="1040" y="2940"/>
                  <a:pt x="1110" y="2944"/>
                  <a:pt x="1166" y="2912"/>
                </a:cubicBezTo>
                <a:cubicBezTo>
                  <a:pt x="1199" y="2887"/>
                  <a:pt x="1272" y="2814"/>
                  <a:pt x="1351" y="2731"/>
                </a:cubicBezTo>
                <a:cubicBezTo>
                  <a:pt x="1352" y="2730"/>
                  <a:pt x="1353" y="2729"/>
                  <a:pt x="1354" y="2729"/>
                </a:cubicBezTo>
                <a:cubicBezTo>
                  <a:pt x="1356" y="2726"/>
                  <a:pt x="1358" y="2724"/>
                  <a:pt x="1360" y="2721"/>
                </a:cubicBezTo>
                <a:cubicBezTo>
                  <a:pt x="1372" y="2707"/>
                  <a:pt x="1377" y="2689"/>
                  <a:pt x="1377" y="2671"/>
                </a:cubicBezTo>
                <a:cubicBezTo>
                  <a:pt x="1377" y="2620"/>
                  <a:pt x="1397" y="2568"/>
                  <a:pt x="1436" y="2529"/>
                </a:cubicBezTo>
                <a:cubicBezTo>
                  <a:pt x="1474" y="2491"/>
                  <a:pt x="1523" y="2472"/>
                  <a:pt x="1572" y="2471"/>
                </a:cubicBezTo>
                <a:cubicBezTo>
                  <a:pt x="1574" y="2471"/>
                  <a:pt x="1576" y="2470"/>
                  <a:pt x="1577" y="2470"/>
                </a:cubicBezTo>
                <a:cubicBezTo>
                  <a:pt x="1670" y="2471"/>
                  <a:pt x="1762" y="2435"/>
                  <a:pt x="1833" y="2365"/>
                </a:cubicBezTo>
                <a:cubicBezTo>
                  <a:pt x="1899" y="2299"/>
                  <a:pt x="1935" y="2213"/>
                  <a:pt x="1939" y="2126"/>
                </a:cubicBezTo>
                <a:cubicBezTo>
                  <a:pt x="1939" y="2120"/>
                  <a:pt x="1939" y="2115"/>
                  <a:pt x="1939" y="2109"/>
                </a:cubicBezTo>
                <a:cubicBezTo>
                  <a:pt x="1939" y="2058"/>
                  <a:pt x="1959" y="2007"/>
                  <a:pt x="1998" y="1967"/>
                </a:cubicBezTo>
                <a:cubicBezTo>
                  <a:pt x="2037" y="1928"/>
                  <a:pt x="2089" y="1909"/>
                  <a:pt x="2140" y="1909"/>
                </a:cubicBezTo>
                <a:cubicBezTo>
                  <a:pt x="2142" y="1909"/>
                  <a:pt x="2143" y="1909"/>
                  <a:pt x="2145" y="1909"/>
                </a:cubicBezTo>
                <a:cubicBezTo>
                  <a:pt x="2236" y="1908"/>
                  <a:pt x="2326" y="1873"/>
                  <a:pt x="2396" y="1803"/>
                </a:cubicBezTo>
                <a:cubicBezTo>
                  <a:pt x="2462" y="1737"/>
                  <a:pt x="2497" y="1651"/>
                  <a:pt x="2501" y="1564"/>
                </a:cubicBezTo>
                <a:cubicBezTo>
                  <a:pt x="2502" y="1559"/>
                  <a:pt x="2502" y="1553"/>
                  <a:pt x="2502" y="1548"/>
                </a:cubicBezTo>
                <a:cubicBezTo>
                  <a:pt x="2502" y="1496"/>
                  <a:pt x="2522" y="1445"/>
                  <a:pt x="2561" y="1407"/>
                </a:cubicBezTo>
                <a:cubicBezTo>
                  <a:pt x="2600" y="1368"/>
                  <a:pt x="2651" y="1348"/>
                  <a:pt x="2703" y="1348"/>
                </a:cubicBezTo>
                <a:cubicBezTo>
                  <a:pt x="2724" y="1348"/>
                  <a:pt x="2745" y="1341"/>
                  <a:pt x="2761" y="1325"/>
                </a:cubicBezTo>
                <a:lnTo>
                  <a:pt x="2902" y="1183"/>
                </a:lnTo>
                <a:cubicBezTo>
                  <a:pt x="2903" y="1182"/>
                  <a:pt x="2905" y="1181"/>
                  <a:pt x="2906" y="1180"/>
                </a:cubicBezTo>
                <a:cubicBezTo>
                  <a:pt x="2912" y="1172"/>
                  <a:pt x="2918" y="1164"/>
                  <a:pt x="2924" y="1156"/>
                </a:cubicBezTo>
                <a:cubicBezTo>
                  <a:pt x="2938" y="1134"/>
                  <a:pt x="2946" y="1109"/>
                  <a:pt x="2949" y="1084"/>
                </a:cubicBezTo>
                <a:cubicBezTo>
                  <a:pt x="2949" y="1075"/>
                  <a:pt x="2949" y="1065"/>
                  <a:pt x="2949" y="1056"/>
                </a:cubicBezTo>
                <a:close/>
                <a:moveTo>
                  <a:pt x="2761" y="1105"/>
                </a:moveTo>
                <a:lnTo>
                  <a:pt x="2761" y="1105"/>
                </a:lnTo>
                <a:cubicBezTo>
                  <a:pt x="2759" y="1107"/>
                  <a:pt x="2757" y="1109"/>
                  <a:pt x="2755" y="1111"/>
                </a:cubicBezTo>
                <a:cubicBezTo>
                  <a:pt x="2739" y="1127"/>
                  <a:pt x="2719" y="1147"/>
                  <a:pt x="2697" y="1169"/>
                </a:cubicBezTo>
                <a:cubicBezTo>
                  <a:pt x="2684" y="1181"/>
                  <a:pt x="2668" y="1189"/>
                  <a:pt x="2652" y="1191"/>
                </a:cubicBezTo>
                <a:cubicBezTo>
                  <a:pt x="2577" y="1202"/>
                  <a:pt x="2505" y="1236"/>
                  <a:pt x="2447" y="1293"/>
                </a:cubicBezTo>
                <a:cubicBezTo>
                  <a:pt x="2399" y="1341"/>
                  <a:pt x="2367" y="1400"/>
                  <a:pt x="2352" y="1461"/>
                </a:cubicBezTo>
                <a:cubicBezTo>
                  <a:pt x="2345" y="1489"/>
                  <a:pt x="2341" y="1518"/>
                  <a:pt x="2341" y="1548"/>
                </a:cubicBezTo>
                <a:cubicBezTo>
                  <a:pt x="2341" y="1599"/>
                  <a:pt x="2322" y="1650"/>
                  <a:pt x="2282" y="1689"/>
                </a:cubicBezTo>
                <a:cubicBezTo>
                  <a:pt x="2243" y="1729"/>
                  <a:pt x="2192" y="1748"/>
                  <a:pt x="2140" y="1748"/>
                </a:cubicBezTo>
                <a:cubicBezTo>
                  <a:pt x="2105" y="1748"/>
                  <a:pt x="2070" y="1753"/>
                  <a:pt x="2036" y="1763"/>
                </a:cubicBezTo>
                <a:cubicBezTo>
                  <a:pt x="1981" y="1780"/>
                  <a:pt x="1928" y="1810"/>
                  <a:pt x="1885" y="1854"/>
                </a:cubicBezTo>
                <a:cubicBezTo>
                  <a:pt x="1836" y="1902"/>
                  <a:pt x="1804" y="1961"/>
                  <a:pt x="1789" y="2023"/>
                </a:cubicBezTo>
                <a:cubicBezTo>
                  <a:pt x="1782" y="2052"/>
                  <a:pt x="1779" y="2080"/>
                  <a:pt x="1778" y="2109"/>
                </a:cubicBezTo>
                <a:cubicBezTo>
                  <a:pt x="1778" y="2161"/>
                  <a:pt x="1759" y="2212"/>
                  <a:pt x="1720" y="2251"/>
                </a:cubicBezTo>
                <a:cubicBezTo>
                  <a:pt x="1680" y="2290"/>
                  <a:pt x="1629" y="2310"/>
                  <a:pt x="1578" y="2310"/>
                </a:cubicBezTo>
                <a:cubicBezTo>
                  <a:pt x="1541" y="2310"/>
                  <a:pt x="1505" y="2315"/>
                  <a:pt x="1471" y="2326"/>
                </a:cubicBezTo>
                <a:cubicBezTo>
                  <a:pt x="1417" y="2343"/>
                  <a:pt x="1366" y="2373"/>
                  <a:pt x="1323" y="2415"/>
                </a:cubicBezTo>
                <a:cubicBezTo>
                  <a:pt x="1267" y="2471"/>
                  <a:pt x="1233" y="2541"/>
                  <a:pt x="1221" y="2614"/>
                </a:cubicBezTo>
                <a:cubicBezTo>
                  <a:pt x="1219" y="2627"/>
                  <a:pt x="1212" y="2640"/>
                  <a:pt x="1203" y="2651"/>
                </a:cubicBezTo>
                <a:cubicBezTo>
                  <a:pt x="1166" y="2690"/>
                  <a:pt x="1137" y="2720"/>
                  <a:pt x="1130" y="2726"/>
                </a:cubicBezTo>
                <a:cubicBezTo>
                  <a:pt x="1103" y="2750"/>
                  <a:pt x="1056" y="2744"/>
                  <a:pt x="1029" y="2716"/>
                </a:cubicBezTo>
                <a:lnTo>
                  <a:pt x="234" y="1921"/>
                </a:lnTo>
                <a:cubicBezTo>
                  <a:pt x="202" y="1890"/>
                  <a:pt x="202" y="1839"/>
                  <a:pt x="234" y="1807"/>
                </a:cubicBezTo>
                <a:lnTo>
                  <a:pt x="803" y="1238"/>
                </a:lnTo>
                <a:lnTo>
                  <a:pt x="964" y="1078"/>
                </a:lnTo>
                <a:lnTo>
                  <a:pt x="1455" y="587"/>
                </a:lnTo>
                <a:lnTo>
                  <a:pt x="1823" y="218"/>
                </a:lnTo>
                <a:lnTo>
                  <a:pt x="1850" y="191"/>
                </a:lnTo>
                <a:cubicBezTo>
                  <a:pt x="1870" y="171"/>
                  <a:pt x="1899" y="165"/>
                  <a:pt x="1926" y="171"/>
                </a:cubicBezTo>
                <a:cubicBezTo>
                  <a:pt x="2074" y="201"/>
                  <a:pt x="2526" y="294"/>
                  <a:pt x="2566" y="304"/>
                </a:cubicBezTo>
                <a:cubicBezTo>
                  <a:pt x="2614" y="316"/>
                  <a:pt x="2637" y="344"/>
                  <a:pt x="2646" y="384"/>
                </a:cubicBezTo>
                <a:cubicBezTo>
                  <a:pt x="2653" y="417"/>
                  <a:pt x="2746" y="859"/>
                  <a:pt x="2780" y="1018"/>
                </a:cubicBezTo>
                <a:cubicBezTo>
                  <a:pt x="2780" y="1020"/>
                  <a:pt x="2781" y="1023"/>
                  <a:pt x="2781" y="1025"/>
                </a:cubicBezTo>
                <a:cubicBezTo>
                  <a:pt x="2782" y="1029"/>
                  <a:pt x="2783" y="1033"/>
                  <a:pt x="2784" y="1037"/>
                </a:cubicBezTo>
                <a:cubicBezTo>
                  <a:pt x="2787" y="1061"/>
                  <a:pt x="2780" y="1086"/>
                  <a:pt x="2761" y="110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78" name="Freeform 11">
            <a:extLst>
              <a:ext uri="{FF2B5EF4-FFF2-40B4-BE49-F238E27FC236}">
                <a16:creationId xmlns:a16="http://schemas.microsoft.com/office/drawing/2014/main" id="{992922D7-DC3B-C44A-9E76-37A637D63D3C}"/>
              </a:ext>
            </a:extLst>
          </p:cNvPr>
          <p:cNvSpPr>
            <a:spLocks noChangeAspect="1" noChangeArrowheads="1"/>
          </p:cNvSpPr>
          <p:nvPr/>
        </p:nvSpPr>
        <p:spPr bwMode="auto">
          <a:xfrm>
            <a:off x="4494780" y="4151209"/>
            <a:ext cx="451185" cy="435824"/>
          </a:xfrm>
          <a:custGeom>
            <a:avLst/>
            <a:gdLst>
              <a:gd name="T0" fmla="*/ 324532 w 2970"/>
              <a:gd name="T1" fmla="*/ 18670 h 2873"/>
              <a:gd name="T2" fmla="*/ 186074 w 2970"/>
              <a:gd name="T3" fmla="*/ 0 h 2873"/>
              <a:gd name="T4" fmla="*/ 47489 w 2970"/>
              <a:gd name="T5" fmla="*/ 18670 h 2873"/>
              <a:gd name="T6" fmla="*/ 19547 w 2970"/>
              <a:gd name="T7" fmla="*/ 186453 h 2873"/>
              <a:gd name="T8" fmla="*/ 38217 w 2970"/>
              <a:gd name="T9" fmla="*/ 341204 h 2873"/>
              <a:gd name="T10" fmla="*/ 186074 w 2970"/>
              <a:gd name="T11" fmla="*/ 359875 h 2873"/>
              <a:gd name="T12" fmla="*/ 333805 w 2970"/>
              <a:gd name="T13" fmla="*/ 341204 h 2873"/>
              <a:gd name="T14" fmla="*/ 352475 w 2970"/>
              <a:gd name="T15" fmla="*/ 186453 h 2873"/>
              <a:gd name="T16" fmla="*/ 222160 w 2970"/>
              <a:gd name="T17" fmla="*/ 18670 h 2873"/>
              <a:gd name="T18" fmla="*/ 234440 w 2970"/>
              <a:gd name="T19" fmla="*/ 158385 h 2873"/>
              <a:gd name="T20" fmla="*/ 202488 w 2970"/>
              <a:gd name="T21" fmla="*/ 170540 h 2873"/>
              <a:gd name="T22" fmla="*/ 186074 w 2970"/>
              <a:gd name="T23" fmla="*/ 177431 h 2873"/>
              <a:gd name="T24" fmla="*/ 169534 w 2970"/>
              <a:gd name="T25" fmla="*/ 170540 h 2873"/>
              <a:gd name="T26" fmla="*/ 138709 w 2970"/>
              <a:gd name="T27" fmla="*/ 158385 h 2873"/>
              <a:gd name="T28" fmla="*/ 150864 w 2970"/>
              <a:gd name="T29" fmla="*/ 18670 h 2873"/>
              <a:gd name="T30" fmla="*/ 222160 w 2970"/>
              <a:gd name="T31" fmla="*/ 18670 h 2873"/>
              <a:gd name="T32" fmla="*/ 21552 w 2970"/>
              <a:gd name="T33" fmla="*/ 168409 h 2873"/>
              <a:gd name="T34" fmla="*/ 75557 w 2970"/>
              <a:gd name="T35" fmla="*/ 18670 h 2873"/>
              <a:gd name="T36" fmla="*/ 119663 w 2970"/>
              <a:gd name="T37" fmla="*/ 161893 h 2873"/>
              <a:gd name="T38" fmla="*/ 110266 w 2970"/>
              <a:gd name="T39" fmla="*/ 170540 h 2873"/>
              <a:gd name="T40" fmla="*/ 110266 w 2970"/>
              <a:gd name="T41" fmla="*/ 170540 h 2873"/>
              <a:gd name="T42" fmla="*/ 77186 w 2970"/>
              <a:gd name="T43" fmla="*/ 170540 h 2873"/>
              <a:gd name="T44" fmla="*/ 47615 w 2970"/>
              <a:gd name="T45" fmla="*/ 158260 h 2873"/>
              <a:gd name="T46" fmla="*/ 315385 w 2970"/>
              <a:gd name="T47" fmla="*/ 331806 h 2873"/>
              <a:gd name="T48" fmla="*/ 186074 w 2970"/>
              <a:gd name="T49" fmla="*/ 341204 h 2873"/>
              <a:gd name="T50" fmla="*/ 56637 w 2970"/>
              <a:gd name="T51" fmla="*/ 331806 h 2873"/>
              <a:gd name="T52" fmla="*/ 64029 w 2970"/>
              <a:gd name="T53" fmla="*/ 183696 h 2873"/>
              <a:gd name="T54" fmla="*/ 67162 w 2970"/>
              <a:gd name="T55" fmla="*/ 186453 h 2873"/>
              <a:gd name="T56" fmla="*/ 123422 w 2970"/>
              <a:gd name="T57" fmla="*/ 183696 h 2873"/>
              <a:gd name="T58" fmla="*/ 156377 w 2970"/>
              <a:gd name="T59" fmla="*/ 183696 h 2873"/>
              <a:gd name="T60" fmla="*/ 186074 w 2970"/>
              <a:gd name="T61" fmla="*/ 195976 h 2873"/>
              <a:gd name="T62" fmla="*/ 215645 w 2970"/>
              <a:gd name="T63" fmla="*/ 183696 h 2873"/>
              <a:gd name="T64" fmla="*/ 248599 w 2970"/>
              <a:gd name="T65" fmla="*/ 183696 h 2873"/>
              <a:gd name="T66" fmla="*/ 304860 w 2970"/>
              <a:gd name="T67" fmla="*/ 186453 h 2873"/>
              <a:gd name="T68" fmla="*/ 307992 w 2970"/>
              <a:gd name="T69" fmla="*/ 183696 h 2873"/>
              <a:gd name="T70" fmla="*/ 315385 w 2970"/>
              <a:gd name="T71" fmla="*/ 331806 h 2873"/>
              <a:gd name="T72" fmla="*/ 324407 w 2970"/>
              <a:gd name="T73" fmla="*/ 158260 h 2873"/>
              <a:gd name="T74" fmla="*/ 294836 w 2970"/>
              <a:gd name="T75" fmla="*/ 170540 h 2873"/>
              <a:gd name="T76" fmla="*/ 261756 w 2970"/>
              <a:gd name="T77" fmla="*/ 170540 h 2873"/>
              <a:gd name="T78" fmla="*/ 261756 w 2970"/>
              <a:gd name="T79" fmla="*/ 170540 h 2873"/>
              <a:gd name="T80" fmla="*/ 253486 w 2970"/>
              <a:gd name="T81" fmla="*/ 161893 h 2873"/>
              <a:gd name="T82" fmla="*/ 296465 w 2970"/>
              <a:gd name="T83" fmla="*/ 18670 h 2873"/>
              <a:gd name="T84" fmla="*/ 350470 w 2970"/>
              <a:gd name="T85" fmla="*/ 168409 h 28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970" h="2873">
                <a:moveTo>
                  <a:pt x="2951" y="1340"/>
                </a:moveTo>
                <a:cubicBezTo>
                  <a:pt x="2933" y="1271"/>
                  <a:pt x="2590" y="149"/>
                  <a:pt x="2590" y="149"/>
                </a:cubicBezTo>
                <a:cubicBezTo>
                  <a:pt x="2564" y="66"/>
                  <a:pt x="2523" y="0"/>
                  <a:pt x="2441" y="0"/>
                </a:cubicBezTo>
                <a:lnTo>
                  <a:pt x="1485" y="0"/>
                </a:lnTo>
                <a:lnTo>
                  <a:pt x="528" y="0"/>
                </a:lnTo>
                <a:cubicBezTo>
                  <a:pt x="446" y="0"/>
                  <a:pt x="405" y="66"/>
                  <a:pt x="379" y="149"/>
                </a:cubicBezTo>
                <a:cubicBezTo>
                  <a:pt x="379" y="149"/>
                  <a:pt x="36" y="1271"/>
                  <a:pt x="18" y="1340"/>
                </a:cubicBezTo>
                <a:cubicBezTo>
                  <a:pt x="0" y="1410"/>
                  <a:pt x="80" y="1488"/>
                  <a:pt x="156" y="1488"/>
                </a:cubicBezTo>
                <a:cubicBezTo>
                  <a:pt x="232" y="1488"/>
                  <a:pt x="284" y="1436"/>
                  <a:pt x="305" y="1428"/>
                </a:cubicBezTo>
                <a:lnTo>
                  <a:pt x="305" y="2723"/>
                </a:lnTo>
                <a:cubicBezTo>
                  <a:pt x="305" y="2805"/>
                  <a:pt x="372" y="2872"/>
                  <a:pt x="454" y="2872"/>
                </a:cubicBezTo>
                <a:lnTo>
                  <a:pt x="1485" y="2872"/>
                </a:lnTo>
                <a:lnTo>
                  <a:pt x="2515" y="2872"/>
                </a:lnTo>
                <a:cubicBezTo>
                  <a:pt x="2597" y="2872"/>
                  <a:pt x="2664" y="2805"/>
                  <a:pt x="2664" y="2723"/>
                </a:cubicBezTo>
                <a:lnTo>
                  <a:pt x="2664" y="1428"/>
                </a:lnTo>
                <a:cubicBezTo>
                  <a:pt x="2685" y="1436"/>
                  <a:pt x="2737" y="1488"/>
                  <a:pt x="2813" y="1488"/>
                </a:cubicBezTo>
                <a:cubicBezTo>
                  <a:pt x="2889" y="1488"/>
                  <a:pt x="2969" y="1410"/>
                  <a:pt x="2951" y="1340"/>
                </a:cubicBezTo>
                <a:close/>
                <a:moveTo>
                  <a:pt x="1773" y="149"/>
                </a:moveTo>
                <a:cubicBezTo>
                  <a:pt x="1774" y="151"/>
                  <a:pt x="1774" y="153"/>
                  <a:pt x="1774" y="155"/>
                </a:cubicBezTo>
                <a:lnTo>
                  <a:pt x="1871" y="1264"/>
                </a:lnTo>
                <a:cubicBezTo>
                  <a:pt x="1865" y="1264"/>
                  <a:pt x="1859" y="1263"/>
                  <a:pt x="1852" y="1263"/>
                </a:cubicBezTo>
                <a:cubicBezTo>
                  <a:pt x="1760" y="1263"/>
                  <a:pt x="1676" y="1301"/>
                  <a:pt x="1616" y="1361"/>
                </a:cubicBezTo>
                <a:cubicBezTo>
                  <a:pt x="1582" y="1395"/>
                  <a:pt x="1535" y="1416"/>
                  <a:pt x="1485" y="1416"/>
                </a:cubicBezTo>
                <a:cubicBezTo>
                  <a:pt x="1434" y="1416"/>
                  <a:pt x="1387" y="1395"/>
                  <a:pt x="1353" y="1361"/>
                </a:cubicBezTo>
                <a:cubicBezTo>
                  <a:pt x="1293" y="1301"/>
                  <a:pt x="1209" y="1263"/>
                  <a:pt x="1117" y="1263"/>
                </a:cubicBezTo>
                <a:cubicBezTo>
                  <a:pt x="1113" y="1263"/>
                  <a:pt x="1110" y="1263"/>
                  <a:pt x="1107" y="1264"/>
                </a:cubicBezTo>
                <a:lnTo>
                  <a:pt x="1204" y="155"/>
                </a:lnTo>
                <a:cubicBezTo>
                  <a:pt x="1204" y="153"/>
                  <a:pt x="1204" y="151"/>
                  <a:pt x="1204" y="149"/>
                </a:cubicBezTo>
                <a:lnTo>
                  <a:pt x="1485" y="149"/>
                </a:lnTo>
                <a:lnTo>
                  <a:pt x="1773" y="149"/>
                </a:lnTo>
                <a:close/>
                <a:moveTo>
                  <a:pt x="235" y="1296"/>
                </a:moveTo>
                <a:cubicBezTo>
                  <a:pt x="194" y="1314"/>
                  <a:pt x="172" y="1344"/>
                  <a:pt x="172" y="1344"/>
                </a:cubicBezTo>
                <a:cubicBezTo>
                  <a:pt x="177" y="1326"/>
                  <a:pt x="477" y="267"/>
                  <a:pt x="491" y="224"/>
                </a:cubicBezTo>
                <a:cubicBezTo>
                  <a:pt x="505" y="181"/>
                  <a:pt x="562" y="149"/>
                  <a:pt x="603" y="149"/>
                </a:cubicBezTo>
                <a:lnTo>
                  <a:pt x="1055" y="149"/>
                </a:lnTo>
                <a:lnTo>
                  <a:pt x="955" y="1292"/>
                </a:lnTo>
                <a:cubicBezTo>
                  <a:pt x="955" y="1296"/>
                  <a:pt x="955" y="1300"/>
                  <a:pt x="955" y="1305"/>
                </a:cubicBezTo>
                <a:cubicBezTo>
                  <a:pt x="928" y="1320"/>
                  <a:pt x="902" y="1339"/>
                  <a:pt x="880" y="1361"/>
                </a:cubicBezTo>
                <a:cubicBezTo>
                  <a:pt x="846" y="1395"/>
                  <a:pt x="799" y="1416"/>
                  <a:pt x="748" y="1416"/>
                </a:cubicBezTo>
                <a:cubicBezTo>
                  <a:pt x="697" y="1416"/>
                  <a:pt x="650" y="1395"/>
                  <a:pt x="616" y="1361"/>
                </a:cubicBezTo>
                <a:cubicBezTo>
                  <a:pt x="607" y="1352"/>
                  <a:pt x="598" y="1344"/>
                  <a:pt x="587" y="1336"/>
                </a:cubicBezTo>
                <a:cubicBezTo>
                  <a:pt x="530" y="1290"/>
                  <a:pt x="458" y="1263"/>
                  <a:pt x="380" y="1263"/>
                </a:cubicBezTo>
                <a:cubicBezTo>
                  <a:pt x="328" y="1263"/>
                  <a:pt x="275" y="1278"/>
                  <a:pt x="235" y="1296"/>
                </a:cubicBezTo>
                <a:close/>
                <a:moveTo>
                  <a:pt x="2517" y="2648"/>
                </a:moveTo>
                <a:cubicBezTo>
                  <a:pt x="2517" y="2690"/>
                  <a:pt x="2483" y="2723"/>
                  <a:pt x="2442" y="2723"/>
                </a:cubicBezTo>
                <a:lnTo>
                  <a:pt x="1485" y="2723"/>
                </a:lnTo>
                <a:lnTo>
                  <a:pt x="527" y="2723"/>
                </a:lnTo>
                <a:cubicBezTo>
                  <a:pt x="486" y="2723"/>
                  <a:pt x="452" y="2690"/>
                  <a:pt x="452" y="2648"/>
                </a:cubicBezTo>
                <a:lnTo>
                  <a:pt x="452" y="1427"/>
                </a:lnTo>
                <a:cubicBezTo>
                  <a:pt x="474" y="1435"/>
                  <a:pt x="494" y="1449"/>
                  <a:pt x="511" y="1466"/>
                </a:cubicBezTo>
                <a:cubicBezTo>
                  <a:pt x="519" y="1474"/>
                  <a:pt x="527" y="1481"/>
                  <a:pt x="536" y="1488"/>
                </a:cubicBezTo>
                <a:cubicBezTo>
                  <a:pt x="594" y="1536"/>
                  <a:pt x="668" y="1564"/>
                  <a:pt x="748" y="1564"/>
                </a:cubicBezTo>
                <a:cubicBezTo>
                  <a:pt x="841" y="1564"/>
                  <a:pt x="924" y="1526"/>
                  <a:pt x="985" y="1466"/>
                </a:cubicBezTo>
                <a:cubicBezTo>
                  <a:pt x="1019" y="1432"/>
                  <a:pt x="1065" y="1412"/>
                  <a:pt x="1117" y="1412"/>
                </a:cubicBezTo>
                <a:cubicBezTo>
                  <a:pt x="1168" y="1412"/>
                  <a:pt x="1214" y="1432"/>
                  <a:pt x="1248" y="1466"/>
                </a:cubicBezTo>
                <a:cubicBezTo>
                  <a:pt x="1309" y="1526"/>
                  <a:pt x="1393" y="1564"/>
                  <a:pt x="1485" y="1564"/>
                </a:cubicBezTo>
                <a:cubicBezTo>
                  <a:pt x="1577" y="1564"/>
                  <a:pt x="1660" y="1526"/>
                  <a:pt x="1721" y="1466"/>
                </a:cubicBezTo>
                <a:cubicBezTo>
                  <a:pt x="1755" y="1432"/>
                  <a:pt x="1801" y="1412"/>
                  <a:pt x="1852" y="1412"/>
                </a:cubicBezTo>
                <a:cubicBezTo>
                  <a:pt x="1904" y="1412"/>
                  <a:pt x="1950" y="1432"/>
                  <a:pt x="1984" y="1466"/>
                </a:cubicBezTo>
                <a:cubicBezTo>
                  <a:pt x="2045" y="1526"/>
                  <a:pt x="2128" y="1564"/>
                  <a:pt x="2221" y="1564"/>
                </a:cubicBezTo>
                <a:cubicBezTo>
                  <a:pt x="2301" y="1564"/>
                  <a:pt x="2375" y="1536"/>
                  <a:pt x="2433" y="1488"/>
                </a:cubicBezTo>
                <a:cubicBezTo>
                  <a:pt x="2442" y="1481"/>
                  <a:pt x="2450" y="1474"/>
                  <a:pt x="2458" y="1466"/>
                </a:cubicBezTo>
                <a:cubicBezTo>
                  <a:pt x="2475" y="1449"/>
                  <a:pt x="2495" y="1435"/>
                  <a:pt x="2517" y="1427"/>
                </a:cubicBezTo>
                <a:lnTo>
                  <a:pt x="2517" y="2648"/>
                </a:lnTo>
                <a:close/>
                <a:moveTo>
                  <a:pt x="2734" y="1296"/>
                </a:moveTo>
                <a:cubicBezTo>
                  <a:pt x="2694" y="1278"/>
                  <a:pt x="2641" y="1263"/>
                  <a:pt x="2589" y="1263"/>
                </a:cubicBezTo>
                <a:cubicBezTo>
                  <a:pt x="2511" y="1263"/>
                  <a:pt x="2439" y="1290"/>
                  <a:pt x="2382" y="1336"/>
                </a:cubicBezTo>
                <a:cubicBezTo>
                  <a:pt x="2371" y="1344"/>
                  <a:pt x="2362" y="1352"/>
                  <a:pt x="2353" y="1361"/>
                </a:cubicBezTo>
                <a:cubicBezTo>
                  <a:pt x="2319" y="1395"/>
                  <a:pt x="2272" y="1416"/>
                  <a:pt x="2221" y="1416"/>
                </a:cubicBezTo>
                <a:cubicBezTo>
                  <a:pt x="2170" y="1416"/>
                  <a:pt x="2123" y="1395"/>
                  <a:pt x="2089" y="1361"/>
                </a:cubicBezTo>
                <a:cubicBezTo>
                  <a:pt x="2069" y="1341"/>
                  <a:pt x="2047" y="1324"/>
                  <a:pt x="2022" y="1309"/>
                </a:cubicBezTo>
                <a:cubicBezTo>
                  <a:pt x="2023" y="1304"/>
                  <a:pt x="2023" y="1298"/>
                  <a:pt x="2023" y="1292"/>
                </a:cubicBezTo>
                <a:lnTo>
                  <a:pt x="1923" y="149"/>
                </a:lnTo>
                <a:lnTo>
                  <a:pt x="2366" y="149"/>
                </a:lnTo>
                <a:cubicBezTo>
                  <a:pt x="2407" y="149"/>
                  <a:pt x="2464" y="181"/>
                  <a:pt x="2478" y="224"/>
                </a:cubicBezTo>
                <a:cubicBezTo>
                  <a:pt x="2492" y="267"/>
                  <a:pt x="2792" y="1326"/>
                  <a:pt x="2797" y="1344"/>
                </a:cubicBezTo>
                <a:cubicBezTo>
                  <a:pt x="2797" y="1344"/>
                  <a:pt x="2775" y="1314"/>
                  <a:pt x="2734" y="1296"/>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79" name="Freeform 12">
            <a:extLst>
              <a:ext uri="{FF2B5EF4-FFF2-40B4-BE49-F238E27FC236}">
                <a16:creationId xmlns:a16="http://schemas.microsoft.com/office/drawing/2014/main" id="{1D704CE9-935C-F048-9C2C-9D72DD803636}"/>
              </a:ext>
            </a:extLst>
          </p:cNvPr>
          <p:cNvSpPr>
            <a:spLocks noChangeAspect="1" noChangeArrowheads="1"/>
          </p:cNvSpPr>
          <p:nvPr/>
        </p:nvSpPr>
        <p:spPr bwMode="auto">
          <a:xfrm>
            <a:off x="2336774" y="5097738"/>
            <a:ext cx="435825" cy="359028"/>
          </a:xfrm>
          <a:custGeom>
            <a:avLst/>
            <a:gdLst>
              <a:gd name="T0" fmla="*/ 347849 w 2933"/>
              <a:gd name="T1" fmla="*/ 79077 h 2416"/>
              <a:gd name="T2" fmla="*/ 347849 w 2933"/>
              <a:gd name="T3" fmla="*/ 71710 h 2416"/>
              <a:gd name="T4" fmla="*/ 278254 w 2933"/>
              <a:gd name="T5" fmla="*/ 44205 h 2416"/>
              <a:gd name="T6" fmla="*/ 81746 w 2933"/>
              <a:gd name="T7" fmla="*/ 44205 h 2416"/>
              <a:gd name="T8" fmla="*/ 12151 w 2933"/>
              <a:gd name="T9" fmla="*/ 71710 h 2416"/>
              <a:gd name="T10" fmla="*/ 12151 w 2933"/>
              <a:gd name="T11" fmla="*/ 79077 h 2416"/>
              <a:gd name="T12" fmla="*/ 0 w 2933"/>
              <a:gd name="T13" fmla="*/ 157540 h 2416"/>
              <a:gd name="T14" fmla="*/ 0 w 2933"/>
              <a:gd name="T15" fmla="*/ 278980 h 2416"/>
              <a:gd name="T16" fmla="*/ 48360 w 2933"/>
              <a:gd name="T17" fmla="*/ 296539 h 2416"/>
              <a:gd name="T18" fmla="*/ 65912 w 2933"/>
              <a:gd name="T19" fmla="*/ 278980 h 2416"/>
              <a:gd name="T20" fmla="*/ 65912 w 2933"/>
              <a:gd name="T21" fmla="*/ 274560 h 2416"/>
              <a:gd name="T22" fmla="*/ 74749 w 2933"/>
              <a:gd name="T23" fmla="*/ 259456 h 2416"/>
              <a:gd name="T24" fmla="*/ 293965 w 2933"/>
              <a:gd name="T25" fmla="*/ 268175 h 2416"/>
              <a:gd name="T26" fmla="*/ 294088 w 2933"/>
              <a:gd name="T27" fmla="*/ 274560 h 2416"/>
              <a:gd name="T28" fmla="*/ 311640 w 2933"/>
              <a:gd name="T29" fmla="*/ 296539 h 2416"/>
              <a:gd name="T30" fmla="*/ 342325 w 2933"/>
              <a:gd name="T31" fmla="*/ 296539 h 2416"/>
              <a:gd name="T32" fmla="*/ 359877 w 2933"/>
              <a:gd name="T33" fmla="*/ 270139 h 2416"/>
              <a:gd name="T34" fmla="*/ 347849 w 2933"/>
              <a:gd name="T35" fmla="*/ 140841 h 2416"/>
              <a:gd name="T36" fmla="*/ 68367 w 2933"/>
              <a:gd name="T37" fmla="*/ 62009 h 2416"/>
              <a:gd name="T38" fmla="*/ 89110 w 2933"/>
              <a:gd name="T39" fmla="*/ 62746 h 2416"/>
              <a:gd name="T40" fmla="*/ 180061 w 2933"/>
              <a:gd name="T41" fmla="*/ 17682 h 2416"/>
              <a:gd name="T42" fmla="*/ 270767 w 2933"/>
              <a:gd name="T43" fmla="*/ 62746 h 2416"/>
              <a:gd name="T44" fmla="*/ 291633 w 2933"/>
              <a:gd name="T45" fmla="*/ 62009 h 2416"/>
              <a:gd name="T46" fmla="*/ 330297 w 2933"/>
              <a:gd name="T47" fmla="*/ 139981 h 2416"/>
              <a:gd name="T48" fmla="*/ 249165 w 2933"/>
              <a:gd name="T49" fmla="*/ 96759 h 2416"/>
              <a:gd name="T50" fmla="*/ 173679 w 2933"/>
              <a:gd name="T51" fmla="*/ 139981 h 2416"/>
              <a:gd name="T52" fmla="*/ 44064 w 2933"/>
              <a:gd name="T53" fmla="*/ 139981 h 2416"/>
              <a:gd name="T54" fmla="*/ 29703 w 2933"/>
              <a:gd name="T55" fmla="*/ 79077 h 2416"/>
              <a:gd name="T56" fmla="*/ 203996 w 2933"/>
              <a:gd name="T57" fmla="*/ 139981 h 2416"/>
              <a:gd name="T58" fmla="*/ 294333 w 2933"/>
              <a:gd name="T59" fmla="*/ 139981 h 2416"/>
              <a:gd name="T60" fmla="*/ 63580 w 2933"/>
              <a:gd name="T61" fmla="*/ 139981 h 2416"/>
              <a:gd name="T62" fmla="*/ 154040 w 2933"/>
              <a:gd name="T63" fmla="*/ 139981 h 2416"/>
              <a:gd name="T64" fmla="*/ 342325 w 2933"/>
              <a:gd name="T65" fmla="*/ 270262 h 2416"/>
              <a:gd name="T66" fmla="*/ 320355 w 2933"/>
              <a:gd name="T67" fmla="*/ 278980 h 2416"/>
              <a:gd name="T68" fmla="*/ 311640 w 2933"/>
              <a:gd name="T69" fmla="*/ 264245 h 2416"/>
              <a:gd name="T70" fmla="*/ 311640 w 2933"/>
              <a:gd name="T71" fmla="*/ 259334 h 2416"/>
              <a:gd name="T72" fmla="*/ 294088 w 2933"/>
              <a:gd name="T73" fmla="*/ 241775 h 2416"/>
              <a:gd name="T74" fmla="*/ 49710 w 2933"/>
              <a:gd name="T75" fmla="*/ 252703 h 2416"/>
              <a:gd name="T76" fmla="*/ 48360 w 2933"/>
              <a:gd name="T77" fmla="*/ 259334 h 2416"/>
              <a:gd name="T78" fmla="*/ 39523 w 2933"/>
              <a:gd name="T79" fmla="*/ 278980 h 2416"/>
              <a:gd name="T80" fmla="*/ 17552 w 2933"/>
              <a:gd name="T81" fmla="*/ 270139 h 2416"/>
              <a:gd name="T82" fmla="*/ 17552 w 2933"/>
              <a:gd name="T83" fmla="*/ 174731 h 2416"/>
              <a:gd name="T84" fmla="*/ 26389 w 2933"/>
              <a:gd name="T85" fmla="*/ 157540 h 2416"/>
              <a:gd name="T86" fmla="*/ 330297 w 2933"/>
              <a:gd name="T87" fmla="*/ 157540 h 2416"/>
              <a:gd name="T88" fmla="*/ 342325 w 2933"/>
              <a:gd name="T89" fmla="*/ 166258 h 2416"/>
              <a:gd name="T90" fmla="*/ 342325 w 2933"/>
              <a:gd name="T91" fmla="*/ 259334 h 24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933" h="2416">
                <a:moveTo>
                  <a:pt x="2834" y="1147"/>
                </a:moveTo>
                <a:lnTo>
                  <a:pt x="2834" y="644"/>
                </a:lnTo>
                <a:lnTo>
                  <a:pt x="2834" y="584"/>
                </a:lnTo>
                <a:cubicBezTo>
                  <a:pt x="2703" y="445"/>
                  <a:pt x="2518" y="358"/>
                  <a:pt x="2312" y="358"/>
                </a:cubicBezTo>
                <a:cubicBezTo>
                  <a:pt x="2297" y="358"/>
                  <a:pt x="2282" y="359"/>
                  <a:pt x="2267" y="360"/>
                </a:cubicBezTo>
                <a:cubicBezTo>
                  <a:pt x="2070" y="139"/>
                  <a:pt x="1784" y="0"/>
                  <a:pt x="1467" y="0"/>
                </a:cubicBezTo>
                <a:cubicBezTo>
                  <a:pt x="1148" y="0"/>
                  <a:pt x="862" y="139"/>
                  <a:pt x="666" y="360"/>
                </a:cubicBezTo>
                <a:cubicBezTo>
                  <a:pt x="651" y="359"/>
                  <a:pt x="636" y="358"/>
                  <a:pt x="620" y="358"/>
                </a:cubicBezTo>
                <a:cubicBezTo>
                  <a:pt x="415" y="358"/>
                  <a:pt x="229" y="445"/>
                  <a:pt x="99" y="584"/>
                </a:cubicBezTo>
                <a:lnTo>
                  <a:pt x="99" y="644"/>
                </a:lnTo>
                <a:lnTo>
                  <a:pt x="99" y="1147"/>
                </a:lnTo>
                <a:cubicBezTo>
                  <a:pt x="42" y="1166"/>
                  <a:pt x="0" y="1220"/>
                  <a:pt x="0" y="1283"/>
                </a:cubicBezTo>
                <a:lnTo>
                  <a:pt x="0" y="2200"/>
                </a:lnTo>
                <a:lnTo>
                  <a:pt x="0" y="2272"/>
                </a:lnTo>
                <a:cubicBezTo>
                  <a:pt x="0" y="2351"/>
                  <a:pt x="64" y="2415"/>
                  <a:pt x="143" y="2415"/>
                </a:cubicBezTo>
                <a:lnTo>
                  <a:pt x="394" y="2415"/>
                </a:lnTo>
                <a:cubicBezTo>
                  <a:pt x="473" y="2415"/>
                  <a:pt x="537" y="2351"/>
                  <a:pt x="537" y="2272"/>
                </a:cubicBezTo>
                <a:lnTo>
                  <a:pt x="537" y="2236"/>
                </a:lnTo>
                <a:lnTo>
                  <a:pt x="537" y="2184"/>
                </a:lnTo>
                <a:cubicBezTo>
                  <a:pt x="537" y="2145"/>
                  <a:pt x="569" y="2113"/>
                  <a:pt x="609" y="2113"/>
                </a:cubicBezTo>
                <a:lnTo>
                  <a:pt x="2324" y="2113"/>
                </a:lnTo>
                <a:cubicBezTo>
                  <a:pt x="2363" y="2113"/>
                  <a:pt x="2395" y="2145"/>
                  <a:pt x="2395" y="2184"/>
                </a:cubicBezTo>
                <a:lnTo>
                  <a:pt x="2395" y="2236"/>
                </a:lnTo>
                <a:lnTo>
                  <a:pt x="2396" y="2236"/>
                </a:lnTo>
                <a:lnTo>
                  <a:pt x="2396" y="2272"/>
                </a:lnTo>
                <a:cubicBezTo>
                  <a:pt x="2396" y="2351"/>
                  <a:pt x="2460" y="2415"/>
                  <a:pt x="2539" y="2415"/>
                </a:cubicBezTo>
                <a:lnTo>
                  <a:pt x="2789" y="2415"/>
                </a:lnTo>
                <a:cubicBezTo>
                  <a:pt x="2868" y="2415"/>
                  <a:pt x="2932" y="2351"/>
                  <a:pt x="2932" y="2272"/>
                </a:cubicBezTo>
                <a:lnTo>
                  <a:pt x="2932" y="2200"/>
                </a:lnTo>
                <a:lnTo>
                  <a:pt x="2932" y="1283"/>
                </a:lnTo>
                <a:cubicBezTo>
                  <a:pt x="2932" y="1220"/>
                  <a:pt x="2891" y="1166"/>
                  <a:pt x="2834" y="1147"/>
                </a:cubicBezTo>
                <a:close/>
                <a:moveTo>
                  <a:pt x="242" y="644"/>
                </a:moveTo>
                <a:cubicBezTo>
                  <a:pt x="328" y="569"/>
                  <a:pt x="437" y="518"/>
                  <a:pt x="557" y="505"/>
                </a:cubicBezTo>
                <a:cubicBezTo>
                  <a:pt x="578" y="503"/>
                  <a:pt x="599" y="501"/>
                  <a:pt x="620" y="501"/>
                </a:cubicBezTo>
                <a:cubicBezTo>
                  <a:pt x="656" y="501"/>
                  <a:pt x="692" y="505"/>
                  <a:pt x="726" y="511"/>
                </a:cubicBezTo>
                <a:cubicBezTo>
                  <a:pt x="759" y="468"/>
                  <a:pt x="795" y="428"/>
                  <a:pt x="835" y="391"/>
                </a:cubicBezTo>
                <a:cubicBezTo>
                  <a:pt x="1001" y="238"/>
                  <a:pt x="1223" y="144"/>
                  <a:pt x="1467" y="144"/>
                </a:cubicBezTo>
                <a:cubicBezTo>
                  <a:pt x="1710" y="144"/>
                  <a:pt x="1931" y="238"/>
                  <a:pt x="2097" y="391"/>
                </a:cubicBezTo>
                <a:cubicBezTo>
                  <a:pt x="2137" y="428"/>
                  <a:pt x="2173" y="468"/>
                  <a:pt x="2206" y="511"/>
                </a:cubicBezTo>
                <a:cubicBezTo>
                  <a:pt x="2241" y="505"/>
                  <a:pt x="2276" y="501"/>
                  <a:pt x="2312" y="501"/>
                </a:cubicBezTo>
                <a:cubicBezTo>
                  <a:pt x="2334" y="501"/>
                  <a:pt x="2355" y="503"/>
                  <a:pt x="2376" y="505"/>
                </a:cubicBezTo>
                <a:cubicBezTo>
                  <a:pt x="2496" y="518"/>
                  <a:pt x="2605" y="569"/>
                  <a:pt x="2691" y="644"/>
                </a:cubicBezTo>
                <a:lnTo>
                  <a:pt x="2691" y="1140"/>
                </a:lnTo>
                <a:lnTo>
                  <a:pt x="2558" y="1140"/>
                </a:lnTo>
                <a:cubicBezTo>
                  <a:pt x="2472" y="933"/>
                  <a:pt x="2268" y="788"/>
                  <a:pt x="2030" y="788"/>
                </a:cubicBezTo>
                <a:cubicBezTo>
                  <a:pt x="1792" y="788"/>
                  <a:pt x="1588" y="933"/>
                  <a:pt x="1502" y="1140"/>
                </a:cubicBezTo>
                <a:lnTo>
                  <a:pt x="1415" y="1140"/>
                </a:lnTo>
                <a:cubicBezTo>
                  <a:pt x="1329" y="933"/>
                  <a:pt x="1125" y="788"/>
                  <a:pt x="887" y="788"/>
                </a:cubicBezTo>
                <a:cubicBezTo>
                  <a:pt x="649" y="788"/>
                  <a:pt x="445" y="933"/>
                  <a:pt x="359" y="1140"/>
                </a:cubicBezTo>
                <a:lnTo>
                  <a:pt x="242" y="1140"/>
                </a:lnTo>
                <a:lnTo>
                  <a:pt x="242" y="644"/>
                </a:lnTo>
                <a:close/>
                <a:moveTo>
                  <a:pt x="2398" y="1140"/>
                </a:moveTo>
                <a:lnTo>
                  <a:pt x="1662" y="1140"/>
                </a:lnTo>
                <a:cubicBezTo>
                  <a:pt x="1737" y="1015"/>
                  <a:pt x="1874" y="931"/>
                  <a:pt x="2030" y="931"/>
                </a:cubicBezTo>
                <a:cubicBezTo>
                  <a:pt x="2187" y="931"/>
                  <a:pt x="2323" y="1015"/>
                  <a:pt x="2398" y="1140"/>
                </a:cubicBezTo>
                <a:close/>
                <a:moveTo>
                  <a:pt x="1255" y="1140"/>
                </a:moveTo>
                <a:lnTo>
                  <a:pt x="518" y="1140"/>
                </a:lnTo>
                <a:cubicBezTo>
                  <a:pt x="593" y="1015"/>
                  <a:pt x="730" y="931"/>
                  <a:pt x="887" y="931"/>
                </a:cubicBezTo>
                <a:cubicBezTo>
                  <a:pt x="1043" y="931"/>
                  <a:pt x="1180" y="1015"/>
                  <a:pt x="1255" y="1140"/>
                </a:cubicBezTo>
                <a:close/>
                <a:moveTo>
                  <a:pt x="2789" y="2200"/>
                </a:moveTo>
                <a:cubicBezTo>
                  <a:pt x="2789" y="2200"/>
                  <a:pt x="2789" y="2200"/>
                  <a:pt x="2789" y="2201"/>
                </a:cubicBezTo>
                <a:cubicBezTo>
                  <a:pt x="2789" y="2240"/>
                  <a:pt x="2757" y="2272"/>
                  <a:pt x="2718" y="2272"/>
                </a:cubicBezTo>
                <a:lnTo>
                  <a:pt x="2610" y="2272"/>
                </a:lnTo>
                <a:cubicBezTo>
                  <a:pt x="2571" y="2272"/>
                  <a:pt x="2539" y="2240"/>
                  <a:pt x="2539" y="2200"/>
                </a:cubicBezTo>
                <a:lnTo>
                  <a:pt x="2539" y="2152"/>
                </a:lnTo>
                <a:lnTo>
                  <a:pt x="2539" y="2112"/>
                </a:lnTo>
                <a:cubicBezTo>
                  <a:pt x="2539" y="2093"/>
                  <a:pt x="2535" y="2074"/>
                  <a:pt x="2528" y="2058"/>
                </a:cubicBezTo>
                <a:cubicBezTo>
                  <a:pt x="2506" y="2006"/>
                  <a:pt x="2455" y="1969"/>
                  <a:pt x="2396" y="1969"/>
                </a:cubicBezTo>
                <a:lnTo>
                  <a:pt x="537" y="1969"/>
                </a:lnTo>
                <a:cubicBezTo>
                  <a:pt x="477" y="1969"/>
                  <a:pt x="426" y="2006"/>
                  <a:pt x="405" y="2058"/>
                </a:cubicBezTo>
                <a:cubicBezTo>
                  <a:pt x="398" y="2074"/>
                  <a:pt x="394" y="2092"/>
                  <a:pt x="394" y="2112"/>
                </a:cubicBezTo>
                <a:lnTo>
                  <a:pt x="394" y="2201"/>
                </a:lnTo>
                <a:cubicBezTo>
                  <a:pt x="394" y="2240"/>
                  <a:pt x="362" y="2272"/>
                  <a:pt x="322" y="2272"/>
                </a:cubicBezTo>
                <a:lnTo>
                  <a:pt x="215" y="2272"/>
                </a:lnTo>
                <a:cubicBezTo>
                  <a:pt x="175" y="2272"/>
                  <a:pt x="143" y="2240"/>
                  <a:pt x="143" y="2200"/>
                </a:cubicBezTo>
                <a:lnTo>
                  <a:pt x="143" y="2057"/>
                </a:lnTo>
                <a:lnTo>
                  <a:pt x="143" y="1423"/>
                </a:lnTo>
                <a:lnTo>
                  <a:pt x="143" y="1354"/>
                </a:lnTo>
                <a:cubicBezTo>
                  <a:pt x="143" y="1314"/>
                  <a:pt x="175" y="1283"/>
                  <a:pt x="215" y="1283"/>
                </a:cubicBezTo>
                <a:lnTo>
                  <a:pt x="242" y="1283"/>
                </a:lnTo>
                <a:lnTo>
                  <a:pt x="2691" y="1283"/>
                </a:lnTo>
                <a:lnTo>
                  <a:pt x="2718" y="1283"/>
                </a:lnTo>
                <a:cubicBezTo>
                  <a:pt x="2757" y="1283"/>
                  <a:pt x="2789" y="1314"/>
                  <a:pt x="2789" y="1354"/>
                </a:cubicBezTo>
                <a:lnTo>
                  <a:pt x="2789" y="1423"/>
                </a:lnTo>
                <a:lnTo>
                  <a:pt x="2789" y="2112"/>
                </a:lnTo>
                <a:lnTo>
                  <a:pt x="2789" y="2200"/>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80" name="Freeform 13">
            <a:extLst>
              <a:ext uri="{FF2B5EF4-FFF2-40B4-BE49-F238E27FC236}">
                <a16:creationId xmlns:a16="http://schemas.microsoft.com/office/drawing/2014/main" id="{92C8A024-2E49-0B43-A8B2-0AA283547E07}"/>
              </a:ext>
            </a:extLst>
          </p:cNvPr>
          <p:cNvSpPr>
            <a:spLocks noChangeAspect="1" noChangeArrowheads="1"/>
          </p:cNvSpPr>
          <p:nvPr/>
        </p:nvSpPr>
        <p:spPr bwMode="auto">
          <a:xfrm>
            <a:off x="5946249" y="4277927"/>
            <a:ext cx="435825" cy="309109"/>
          </a:xfrm>
          <a:custGeom>
            <a:avLst/>
            <a:gdLst>
              <a:gd name="T0" fmla="*/ 228078 w 2939"/>
              <a:gd name="T1" fmla="*/ 50791 h 2084"/>
              <a:gd name="T2" fmla="*/ 140497 w 2939"/>
              <a:gd name="T3" fmla="*/ 51160 h 2084"/>
              <a:gd name="T4" fmla="*/ 140129 w 2939"/>
              <a:gd name="T5" fmla="*/ 50791 h 2084"/>
              <a:gd name="T6" fmla="*/ 124573 w 2939"/>
              <a:gd name="T7" fmla="*/ 57539 h 2084"/>
              <a:gd name="T8" fmla="*/ 141477 w 2939"/>
              <a:gd name="T9" fmla="*/ 98025 h 2084"/>
              <a:gd name="T10" fmla="*/ 174917 w 2939"/>
              <a:gd name="T11" fmla="*/ 116551 h 2084"/>
              <a:gd name="T12" fmla="*/ 141477 w 2939"/>
              <a:gd name="T13" fmla="*/ 144155 h 2084"/>
              <a:gd name="T14" fmla="*/ 174917 w 2939"/>
              <a:gd name="T15" fmla="*/ 162680 h 2084"/>
              <a:gd name="T16" fmla="*/ 193290 w 2939"/>
              <a:gd name="T17" fmla="*/ 207460 h 2084"/>
              <a:gd name="T18" fmla="*/ 235917 w 2939"/>
              <a:gd name="T19" fmla="*/ 153479 h 2084"/>
              <a:gd name="T20" fmla="*/ 193290 w 2939"/>
              <a:gd name="T21" fmla="*/ 116551 h 2084"/>
              <a:gd name="T22" fmla="*/ 235917 w 2939"/>
              <a:gd name="T23" fmla="*/ 107226 h 2084"/>
              <a:gd name="T24" fmla="*/ 241307 w 2939"/>
              <a:gd name="T25" fmla="*/ 63673 h 2084"/>
              <a:gd name="T26" fmla="*/ 241429 w 2939"/>
              <a:gd name="T27" fmla="*/ 50791 h 2084"/>
              <a:gd name="T28" fmla="*/ 345301 w 2939"/>
              <a:gd name="T29" fmla="*/ 158999 h 2084"/>
              <a:gd name="T30" fmla="*/ 350323 w 2939"/>
              <a:gd name="T31" fmla="*/ 153111 h 2084"/>
              <a:gd name="T32" fmla="*/ 348486 w 2939"/>
              <a:gd name="T33" fmla="*/ 100479 h 2084"/>
              <a:gd name="T34" fmla="*/ 342116 w 2939"/>
              <a:gd name="T35" fmla="*/ 85389 h 2084"/>
              <a:gd name="T36" fmla="*/ 359633 w 2939"/>
              <a:gd name="T37" fmla="*/ 42817 h 2084"/>
              <a:gd name="T38" fmla="*/ 179939 w 2939"/>
              <a:gd name="T39" fmla="*/ 0 h 2084"/>
              <a:gd name="T40" fmla="*/ 245 w 2939"/>
              <a:gd name="T41" fmla="*/ 42817 h 2084"/>
              <a:gd name="T42" fmla="*/ 17761 w 2939"/>
              <a:gd name="T43" fmla="*/ 85389 h 2084"/>
              <a:gd name="T44" fmla="*/ 11392 w 2939"/>
              <a:gd name="T45" fmla="*/ 100479 h 2084"/>
              <a:gd name="T46" fmla="*/ 9554 w 2939"/>
              <a:gd name="T47" fmla="*/ 153111 h 2084"/>
              <a:gd name="T48" fmla="*/ 14576 w 2939"/>
              <a:gd name="T49" fmla="*/ 158999 h 2084"/>
              <a:gd name="T50" fmla="*/ 11514 w 2939"/>
              <a:gd name="T51" fmla="*/ 185377 h 2084"/>
              <a:gd name="T52" fmla="*/ 37115 w 2939"/>
              <a:gd name="T53" fmla="*/ 255552 h 2084"/>
              <a:gd name="T54" fmla="*/ 325580 w 2939"/>
              <a:gd name="T55" fmla="*/ 255552 h 2084"/>
              <a:gd name="T56" fmla="*/ 342974 w 2939"/>
              <a:gd name="T57" fmla="*/ 175930 h 2084"/>
              <a:gd name="T58" fmla="*/ 36012 w 2939"/>
              <a:gd name="T59" fmla="*/ 236782 h 2084"/>
              <a:gd name="T60" fmla="*/ 25356 w 2939"/>
              <a:gd name="T61" fmla="*/ 197522 h 2084"/>
              <a:gd name="T62" fmla="*/ 36625 w 2939"/>
              <a:gd name="T63" fmla="*/ 170164 h 2084"/>
              <a:gd name="T64" fmla="*/ 18864 w 2939"/>
              <a:gd name="T65" fmla="*/ 127838 h 2084"/>
              <a:gd name="T66" fmla="*/ 26458 w 2939"/>
              <a:gd name="T67" fmla="*/ 111398 h 2084"/>
              <a:gd name="T68" fmla="*/ 27438 w 2939"/>
              <a:gd name="T69" fmla="*/ 60238 h 2084"/>
              <a:gd name="T70" fmla="*/ 19109 w 2939"/>
              <a:gd name="T71" fmla="*/ 42817 h 2084"/>
              <a:gd name="T72" fmla="*/ 323988 w 2939"/>
              <a:gd name="T73" fmla="*/ 18771 h 2084"/>
              <a:gd name="T74" fmla="*/ 334644 w 2939"/>
              <a:gd name="T75" fmla="*/ 58030 h 2084"/>
              <a:gd name="T76" fmla="*/ 323375 w 2939"/>
              <a:gd name="T77" fmla="*/ 85389 h 2084"/>
              <a:gd name="T78" fmla="*/ 334767 w 2939"/>
              <a:gd name="T79" fmla="*/ 112747 h 2084"/>
              <a:gd name="T80" fmla="*/ 333420 w 2939"/>
              <a:gd name="T81" fmla="*/ 144277 h 2084"/>
              <a:gd name="T82" fmla="*/ 332562 w 2939"/>
              <a:gd name="T83" fmla="*/ 195314 h 2084"/>
              <a:gd name="T84" fmla="*/ 340891 w 2939"/>
              <a:gd name="T85" fmla="*/ 212735 h 208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939" h="2084">
                <a:moveTo>
                  <a:pt x="1971" y="414"/>
                </a:moveTo>
                <a:cubicBezTo>
                  <a:pt x="1957" y="400"/>
                  <a:pt x="1938" y="391"/>
                  <a:pt x="1916" y="391"/>
                </a:cubicBezTo>
                <a:cubicBezTo>
                  <a:pt x="1895" y="391"/>
                  <a:pt x="1876" y="400"/>
                  <a:pt x="1862" y="414"/>
                </a:cubicBezTo>
                <a:lnTo>
                  <a:pt x="1502" y="774"/>
                </a:lnTo>
                <a:lnTo>
                  <a:pt x="1147" y="417"/>
                </a:lnTo>
                <a:lnTo>
                  <a:pt x="1144" y="415"/>
                </a:lnTo>
                <a:lnTo>
                  <a:pt x="1144" y="414"/>
                </a:lnTo>
                <a:cubicBezTo>
                  <a:pt x="1130" y="402"/>
                  <a:pt x="1112" y="394"/>
                  <a:pt x="1092" y="394"/>
                </a:cubicBezTo>
                <a:cubicBezTo>
                  <a:pt x="1072" y="394"/>
                  <a:pt x="1054" y="402"/>
                  <a:pt x="1041" y="414"/>
                </a:cubicBezTo>
                <a:cubicBezTo>
                  <a:pt x="1026" y="428"/>
                  <a:pt x="1017" y="448"/>
                  <a:pt x="1017" y="469"/>
                </a:cubicBezTo>
                <a:cubicBezTo>
                  <a:pt x="1017" y="491"/>
                  <a:pt x="1025" y="510"/>
                  <a:pt x="1040" y="523"/>
                </a:cubicBezTo>
                <a:lnTo>
                  <a:pt x="1315" y="799"/>
                </a:lnTo>
                <a:lnTo>
                  <a:pt x="1155" y="799"/>
                </a:lnTo>
                <a:cubicBezTo>
                  <a:pt x="1114" y="799"/>
                  <a:pt x="1080" y="832"/>
                  <a:pt x="1080" y="874"/>
                </a:cubicBezTo>
                <a:cubicBezTo>
                  <a:pt x="1080" y="916"/>
                  <a:pt x="1114" y="950"/>
                  <a:pt x="1155" y="950"/>
                </a:cubicBezTo>
                <a:lnTo>
                  <a:pt x="1428" y="950"/>
                </a:lnTo>
                <a:lnTo>
                  <a:pt x="1428" y="1175"/>
                </a:lnTo>
                <a:lnTo>
                  <a:pt x="1155" y="1175"/>
                </a:lnTo>
                <a:cubicBezTo>
                  <a:pt x="1114" y="1175"/>
                  <a:pt x="1080" y="1209"/>
                  <a:pt x="1080" y="1251"/>
                </a:cubicBezTo>
                <a:cubicBezTo>
                  <a:pt x="1080" y="1293"/>
                  <a:pt x="1114" y="1326"/>
                  <a:pt x="1155" y="1326"/>
                </a:cubicBezTo>
                <a:lnTo>
                  <a:pt x="1428" y="1326"/>
                </a:lnTo>
                <a:lnTo>
                  <a:pt x="1428" y="1691"/>
                </a:lnTo>
                <a:cubicBezTo>
                  <a:pt x="1428" y="1733"/>
                  <a:pt x="1462" y="1767"/>
                  <a:pt x="1502" y="1767"/>
                </a:cubicBezTo>
                <a:cubicBezTo>
                  <a:pt x="1544" y="1767"/>
                  <a:pt x="1578" y="1733"/>
                  <a:pt x="1578" y="1691"/>
                </a:cubicBezTo>
                <a:lnTo>
                  <a:pt x="1578" y="1326"/>
                </a:lnTo>
                <a:lnTo>
                  <a:pt x="1850" y="1326"/>
                </a:lnTo>
                <a:cubicBezTo>
                  <a:pt x="1892" y="1326"/>
                  <a:pt x="1926" y="1293"/>
                  <a:pt x="1926" y="1251"/>
                </a:cubicBezTo>
                <a:cubicBezTo>
                  <a:pt x="1926" y="1209"/>
                  <a:pt x="1892" y="1175"/>
                  <a:pt x="1850" y="1175"/>
                </a:cubicBezTo>
                <a:lnTo>
                  <a:pt x="1578" y="1175"/>
                </a:lnTo>
                <a:lnTo>
                  <a:pt x="1578" y="950"/>
                </a:lnTo>
                <a:lnTo>
                  <a:pt x="1850" y="950"/>
                </a:lnTo>
                <a:cubicBezTo>
                  <a:pt x="1892" y="950"/>
                  <a:pt x="1926" y="916"/>
                  <a:pt x="1926" y="874"/>
                </a:cubicBezTo>
                <a:cubicBezTo>
                  <a:pt x="1926" y="832"/>
                  <a:pt x="1892" y="799"/>
                  <a:pt x="1850" y="799"/>
                </a:cubicBezTo>
                <a:lnTo>
                  <a:pt x="1691" y="799"/>
                </a:lnTo>
                <a:lnTo>
                  <a:pt x="1970" y="519"/>
                </a:lnTo>
                <a:cubicBezTo>
                  <a:pt x="1984" y="506"/>
                  <a:pt x="1992" y="487"/>
                  <a:pt x="1992" y="467"/>
                </a:cubicBezTo>
                <a:cubicBezTo>
                  <a:pt x="1992" y="446"/>
                  <a:pt x="1984" y="428"/>
                  <a:pt x="1971" y="414"/>
                </a:cubicBezTo>
                <a:close/>
                <a:moveTo>
                  <a:pt x="2800" y="1434"/>
                </a:moveTo>
                <a:cubicBezTo>
                  <a:pt x="2795" y="1419"/>
                  <a:pt x="2793" y="1404"/>
                  <a:pt x="2793" y="1387"/>
                </a:cubicBezTo>
                <a:cubicBezTo>
                  <a:pt x="2793" y="1354"/>
                  <a:pt x="2803" y="1323"/>
                  <a:pt x="2819" y="1296"/>
                </a:cubicBezTo>
                <a:cubicBezTo>
                  <a:pt x="2827" y="1284"/>
                  <a:pt x="2835" y="1273"/>
                  <a:pt x="2845" y="1264"/>
                </a:cubicBezTo>
                <a:cubicBezTo>
                  <a:pt x="2850" y="1259"/>
                  <a:pt x="2855" y="1253"/>
                  <a:pt x="2860" y="1248"/>
                </a:cubicBezTo>
                <a:cubicBezTo>
                  <a:pt x="2908" y="1193"/>
                  <a:pt x="2937" y="1120"/>
                  <a:pt x="2938" y="1042"/>
                </a:cubicBezTo>
                <a:cubicBezTo>
                  <a:pt x="2937" y="963"/>
                  <a:pt x="2908" y="890"/>
                  <a:pt x="2860" y="835"/>
                </a:cubicBezTo>
                <a:cubicBezTo>
                  <a:pt x="2855" y="830"/>
                  <a:pt x="2850" y="824"/>
                  <a:pt x="2845" y="819"/>
                </a:cubicBezTo>
                <a:cubicBezTo>
                  <a:pt x="2835" y="810"/>
                  <a:pt x="2827" y="799"/>
                  <a:pt x="2819" y="787"/>
                </a:cubicBezTo>
                <a:cubicBezTo>
                  <a:pt x="2803" y="761"/>
                  <a:pt x="2793" y="729"/>
                  <a:pt x="2793" y="696"/>
                </a:cubicBezTo>
                <a:cubicBezTo>
                  <a:pt x="2793" y="680"/>
                  <a:pt x="2795" y="664"/>
                  <a:pt x="2800" y="649"/>
                </a:cubicBezTo>
                <a:cubicBezTo>
                  <a:pt x="2808" y="619"/>
                  <a:pt x="2823" y="593"/>
                  <a:pt x="2844" y="572"/>
                </a:cubicBezTo>
                <a:cubicBezTo>
                  <a:pt x="2901" y="515"/>
                  <a:pt x="2936" y="436"/>
                  <a:pt x="2936" y="349"/>
                </a:cubicBezTo>
                <a:cubicBezTo>
                  <a:pt x="2936" y="275"/>
                  <a:pt x="2898" y="0"/>
                  <a:pt x="2658" y="0"/>
                </a:cubicBezTo>
                <a:lnTo>
                  <a:pt x="2635" y="0"/>
                </a:lnTo>
                <a:lnTo>
                  <a:pt x="1469" y="0"/>
                </a:lnTo>
                <a:lnTo>
                  <a:pt x="303" y="0"/>
                </a:lnTo>
                <a:lnTo>
                  <a:pt x="280" y="0"/>
                </a:lnTo>
                <a:cubicBezTo>
                  <a:pt x="40" y="0"/>
                  <a:pt x="2" y="275"/>
                  <a:pt x="2" y="349"/>
                </a:cubicBezTo>
                <a:cubicBezTo>
                  <a:pt x="1" y="436"/>
                  <a:pt x="37" y="515"/>
                  <a:pt x="94" y="572"/>
                </a:cubicBezTo>
                <a:cubicBezTo>
                  <a:pt x="115" y="593"/>
                  <a:pt x="130" y="619"/>
                  <a:pt x="138" y="649"/>
                </a:cubicBezTo>
                <a:cubicBezTo>
                  <a:pt x="142" y="664"/>
                  <a:pt x="145" y="680"/>
                  <a:pt x="145" y="696"/>
                </a:cubicBezTo>
                <a:cubicBezTo>
                  <a:pt x="144" y="729"/>
                  <a:pt x="135" y="761"/>
                  <a:pt x="119" y="787"/>
                </a:cubicBezTo>
                <a:cubicBezTo>
                  <a:pt x="111" y="799"/>
                  <a:pt x="103" y="810"/>
                  <a:pt x="93" y="819"/>
                </a:cubicBezTo>
                <a:cubicBezTo>
                  <a:pt x="88" y="824"/>
                  <a:pt x="83" y="830"/>
                  <a:pt x="78" y="835"/>
                </a:cubicBezTo>
                <a:cubicBezTo>
                  <a:pt x="30" y="890"/>
                  <a:pt x="0" y="963"/>
                  <a:pt x="0" y="1042"/>
                </a:cubicBezTo>
                <a:cubicBezTo>
                  <a:pt x="0" y="1120"/>
                  <a:pt x="30" y="1193"/>
                  <a:pt x="78" y="1248"/>
                </a:cubicBezTo>
                <a:cubicBezTo>
                  <a:pt x="83" y="1253"/>
                  <a:pt x="88" y="1259"/>
                  <a:pt x="93" y="1264"/>
                </a:cubicBezTo>
                <a:cubicBezTo>
                  <a:pt x="103" y="1273"/>
                  <a:pt x="111" y="1284"/>
                  <a:pt x="119" y="1296"/>
                </a:cubicBezTo>
                <a:cubicBezTo>
                  <a:pt x="135" y="1323"/>
                  <a:pt x="144" y="1354"/>
                  <a:pt x="145" y="1387"/>
                </a:cubicBezTo>
                <a:cubicBezTo>
                  <a:pt x="145" y="1404"/>
                  <a:pt x="142" y="1419"/>
                  <a:pt x="138" y="1434"/>
                </a:cubicBezTo>
                <a:cubicBezTo>
                  <a:pt x="130" y="1464"/>
                  <a:pt x="115" y="1490"/>
                  <a:pt x="94" y="1511"/>
                </a:cubicBezTo>
                <a:cubicBezTo>
                  <a:pt x="37" y="1569"/>
                  <a:pt x="1" y="1647"/>
                  <a:pt x="2" y="1734"/>
                </a:cubicBezTo>
                <a:cubicBezTo>
                  <a:pt x="2" y="1808"/>
                  <a:pt x="40" y="2083"/>
                  <a:pt x="280" y="2083"/>
                </a:cubicBezTo>
                <a:lnTo>
                  <a:pt x="303" y="2083"/>
                </a:lnTo>
                <a:lnTo>
                  <a:pt x="1469" y="2083"/>
                </a:lnTo>
                <a:lnTo>
                  <a:pt x="2635" y="2083"/>
                </a:lnTo>
                <a:lnTo>
                  <a:pt x="2658" y="2083"/>
                </a:lnTo>
                <a:cubicBezTo>
                  <a:pt x="2898" y="2083"/>
                  <a:pt x="2936" y="1808"/>
                  <a:pt x="2936" y="1734"/>
                </a:cubicBezTo>
                <a:cubicBezTo>
                  <a:pt x="2936" y="1647"/>
                  <a:pt x="2901" y="1569"/>
                  <a:pt x="2844" y="1511"/>
                </a:cubicBezTo>
                <a:cubicBezTo>
                  <a:pt x="2823" y="1490"/>
                  <a:pt x="2808" y="1464"/>
                  <a:pt x="2800" y="1434"/>
                </a:cubicBezTo>
                <a:close/>
                <a:moveTo>
                  <a:pt x="2645" y="1930"/>
                </a:moveTo>
                <a:lnTo>
                  <a:pt x="1469" y="1930"/>
                </a:lnTo>
                <a:lnTo>
                  <a:pt x="294" y="1930"/>
                </a:lnTo>
                <a:cubicBezTo>
                  <a:pt x="261" y="1930"/>
                  <a:pt x="156" y="1909"/>
                  <a:pt x="156" y="1734"/>
                </a:cubicBezTo>
                <a:cubicBezTo>
                  <a:pt x="156" y="1724"/>
                  <a:pt x="157" y="1715"/>
                  <a:pt x="158" y="1706"/>
                </a:cubicBezTo>
                <a:cubicBezTo>
                  <a:pt x="164" y="1669"/>
                  <a:pt x="182" y="1636"/>
                  <a:pt x="207" y="1610"/>
                </a:cubicBezTo>
                <a:cubicBezTo>
                  <a:pt x="213" y="1604"/>
                  <a:pt x="218" y="1598"/>
                  <a:pt x="224" y="1592"/>
                </a:cubicBezTo>
                <a:cubicBezTo>
                  <a:pt x="260" y="1549"/>
                  <a:pt x="285" y="1497"/>
                  <a:pt x="294" y="1440"/>
                </a:cubicBezTo>
                <a:cubicBezTo>
                  <a:pt x="297" y="1423"/>
                  <a:pt x="299" y="1405"/>
                  <a:pt x="299" y="1387"/>
                </a:cubicBezTo>
                <a:cubicBezTo>
                  <a:pt x="298" y="1306"/>
                  <a:pt x="267" y="1231"/>
                  <a:pt x="216" y="1176"/>
                </a:cubicBezTo>
                <a:cubicBezTo>
                  <a:pt x="213" y="1172"/>
                  <a:pt x="209" y="1168"/>
                  <a:pt x="206" y="1164"/>
                </a:cubicBezTo>
                <a:cubicBezTo>
                  <a:pt x="174" y="1133"/>
                  <a:pt x="155" y="1089"/>
                  <a:pt x="154" y="1042"/>
                </a:cubicBezTo>
                <a:cubicBezTo>
                  <a:pt x="155" y="994"/>
                  <a:pt x="174" y="950"/>
                  <a:pt x="206" y="919"/>
                </a:cubicBezTo>
                <a:cubicBezTo>
                  <a:pt x="209" y="915"/>
                  <a:pt x="213" y="911"/>
                  <a:pt x="216" y="908"/>
                </a:cubicBezTo>
                <a:cubicBezTo>
                  <a:pt x="267" y="852"/>
                  <a:pt x="298" y="777"/>
                  <a:pt x="299" y="696"/>
                </a:cubicBezTo>
                <a:cubicBezTo>
                  <a:pt x="299" y="678"/>
                  <a:pt x="297" y="660"/>
                  <a:pt x="294" y="643"/>
                </a:cubicBezTo>
                <a:cubicBezTo>
                  <a:pt x="285" y="586"/>
                  <a:pt x="260" y="534"/>
                  <a:pt x="224" y="491"/>
                </a:cubicBezTo>
                <a:cubicBezTo>
                  <a:pt x="218" y="485"/>
                  <a:pt x="213" y="479"/>
                  <a:pt x="207" y="473"/>
                </a:cubicBezTo>
                <a:cubicBezTo>
                  <a:pt x="182" y="448"/>
                  <a:pt x="164" y="414"/>
                  <a:pt x="158" y="378"/>
                </a:cubicBezTo>
                <a:cubicBezTo>
                  <a:pt x="157" y="368"/>
                  <a:pt x="156" y="359"/>
                  <a:pt x="156" y="349"/>
                </a:cubicBezTo>
                <a:cubicBezTo>
                  <a:pt x="156" y="174"/>
                  <a:pt x="261" y="153"/>
                  <a:pt x="294" y="153"/>
                </a:cubicBezTo>
                <a:lnTo>
                  <a:pt x="1469" y="153"/>
                </a:lnTo>
                <a:lnTo>
                  <a:pt x="2645" y="153"/>
                </a:lnTo>
                <a:cubicBezTo>
                  <a:pt x="2678" y="153"/>
                  <a:pt x="2783" y="174"/>
                  <a:pt x="2783" y="349"/>
                </a:cubicBezTo>
                <a:cubicBezTo>
                  <a:pt x="2783" y="359"/>
                  <a:pt x="2782" y="368"/>
                  <a:pt x="2781" y="378"/>
                </a:cubicBezTo>
                <a:cubicBezTo>
                  <a:pt x="2775" y="414"/>
                  <a:pt x="2757" y="448"/>
                  <a:pt x="2732" y="473"/>
                </a:cubicBezTo>
                <a:cubicBezTo>
                  <a:pt x="2726" y="479"/>
                  <a:pt x="2720" y="485"/>
                  <a:pt x="2715" y="491"/>
                </a:cubicBezTo>
                <a:cubicBezTo>
                  <a:pt x="2679" y="534"/>
                  <a:pt x="2654" y="586"/>
                  <a:pt x="2644" y="643"/>
                </a:cubicBezTo>
                <a:cubicBezTo>
                  <a:pt x="2642" y="660"/>
                  <a:pt x="2640" y="678"/>
                  <a:pt x="2640" y="696"/>
                </a:cubicBezTo>
                <a:cubicBezTo>
                  <a:pt x="2640" y="777"/>
                  <a:pt x="2671" y="852"/>
                  <a:pt x="2722" y="908"/>
                </a:cubicBezTo>
                <a:cubicBezTo>
                  <a:pt x="2726" y="911"/>
                  <a:pt x="2729" y="915"/>
                  <a:pt x="2733" y="919"/>
                </a:cubicBezTo>
                <a:cubicBezTo>
                  <a:pt x="2765" y="950"/>
                  <a:pt x="2784" y="994"/>
                  <a:pt x="2784" y="1042"/>
                </a:cubicBezTo>
                <a:cubicBezTo>
                  <a:pt x="2784" y="1089"/>
                  <a:pt x="2765" y="1133"/>
                  <a:pt x="2733" y="1164"/>
                </a:cubicBezTo>
                <a:cubicBezTo>
                  <a:pt x="2729" y="1168"/>
                  <a:pt x="2726" y="1172"/>
                  <a:pt x="2722" y="1176"/>
                </a:cubicBezTo>
                <a:cubicBezTo>
                  <a:pt x="2671" y="1231"/>
                  <a:pt x="2640" y="1306"/>
                  <a:pt x="2640" y="1387"/>
                </a:cubicBezTo>
                <a:cubicBezTo>
                  <a:pt x="2640" y="1405"/>
                  <a:pt x="2642" y="1423"/>
                  <a:pt x="2644" y="1440"/>
                </a:cubicBezTo>
                <a:cubicBezTo>
                  <a:pt x="2654" y="1497"/>
                  <a:pt x="2679" y="1549"/>
                  <a:pt x="2715" y="1592"/>
                </a:cubicBezTo>
                <a:cubicBezTo>
                  <a:pt x="2720" y="1598"/>
                  <a:pt x="2726" y="1604"/>
                  <a:pt x="2732" y="1610"/>
                </a:cubicBezTo>
                <a:cubicBezTo>
                  <a:pt x="2757" y="1636"/>
                  <a:pt x="2775" y="1669"/>
                  <a:pt x="2781" y="1706"/>
                </a:cubicBezTo>
                <a:cubicBezTo>
                  <a:pt x="2782" y="1715"/>
                  <a:pt x="2783" y="1724"/>
                  <a:pt x="2783" y="1734"/>
                </a:cubicBezTo>
                <a:cubicBezTo>
                  <a:pt x="2783" y="1909"/>
                  <a:pt x="2678" y="1930"/>
                  <a:pt x="2645" y="1930"/>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81" name="Freeform 21">
            <a:extLst>
              <a:ext uri="{FF2B5EF4-FFF2-40B4-BE49-F238E27FC236}">
                <a16:creationId xmlns:a16="http://schemas.microsoft.com/office/drawing/2014/main" id="{F83F594B-72F7-E14E-B53B-62DF305D84B0}"/>
              </a:ext>
            </a:extLst>
          </p:cNvPr>
          <p:cNvSpPr>
            <a:spLocks noChangeAspect="1" noChangeArrowheads="1"/>
          </p:cNvSpPr>
          <p:nvPr/>
        </p:nvSpPr>
        <p:spPr bwMode="auto">
          <a:xfrm>
            <a:off x="11097427" y="4218408"/>
            <a:ext cx="435824" cy="368627"/>
          </a:xfrm>
          <a:custGeom>
            <a:avLst/>
            <a:gdLst>
              <a:gd name="T0" fmla="*/ 162443 w 3045"/>
              <a:gd name="T1" fmla="*/ 287994 h 2579"/>
              <a:gd name="T2" fmla="*/ 195783 w 3045"/>
              <a:gd name="T3" fmla="*/ 287994 h 2579"/>
              <a:gd name="T4" fmla="*/ 294384 w 3045"/>
              <a:gd name="T5" fmla="*/ 271331 h 2579"/>
              <a:gd name="T6" fmla="*/ 294384 w 3045"/>
              <a:gd name="T7" fmla="*/ 304657 h 2579"/>
              <a:gd name="T8" fmla="*/ 294384 w 3045"/>
              <a:gd name="T9" fmla="*/ 271331 h 2579"/>
              <a:gd name="T10" fmla="*/ 329734 w 3045"/>
              <a:gd name="T11" fmla="*/ 61924 h 2579"/>
              <a:gd name="T12" fmla="*/ 288355 w 3045"/>
              <a:gd name="T13" fmla="*/ 79060 h 2579"/>
              <a:gd name="T14" fmla="*/ 246975 w 3045"/>
              <a:gd name="T15" fmla="*/ 61924 h 2579"/>
              <a:gd name="T16" fmla="*/ 205714 w 3045"/>
              <a:gd name="T17" fmla="*/ 79060 h 2579"/>
              <a:gd name="T18" fmla="*/ 164453 w 3045"/>
              <a:gd name="T19" fmla="*/ 61924 h 2579"/>
              <a:gd name="T20" fmla="*/ 123074 w 3045"/>
              <a:gd name="T21" fmla="*/ 79060 h 2579"/>
              <a:gd name="T22" fmla="*/ 108887 w 3045"/>
              <a:gd name="T23" fmla="*/ 73151 h 2579"/>
              <a:gd name="T24" fmla="*/ 81103 w 3045"/>
              <a:gd name="T25" fmla="*/ 8154 h 2579"/>
              <a:gd name="T26" fmla="*/ 65734 w 3045"/>
              <a:gd name="T27" fmla="*/ 0 h 2579"/>
              <a:gd name="T28" fmla="*/ 11586 w 3045"/>
              <a:gd name="T29" fmla="*/ 118 h 2579"/>
              <a:gd name="T30" fmla="*/ 0 w 3045"/>
              <a:gd name="T31" fmla="*/ 9572 h 2579"/>
              <a:gd name="T32" fmla="*/ 10522 w 3045"/>
              <a:gd name="T33" fmla="*/ 19144 h 2579"/>
              <a:gd name="T34" fmla="*/ 51783 w 3045"/>
              <a:gd name="T35" fmla="*/ 19263 h 2579"/>
              <a:gd name="T36" fmla="*/ 59113 w 3045"/>
              <a:gd name="T37" fmla="*/ 19263 h 2579"/>
              <a:gd name="T38" fmla="*/ 72118 w 3045"/>
              <a:gd name="T39" fmla="*/ 34507 h 2579"/>
              <a:gd name="T40" fmla="*/ 131704 w 3045"/>
              <a:gd name="T41" fmla="*/ 194635 h 2579"/>
              <a:gd name="T42" fmla="*/ 155941 w 3045"/>
              <a:gd name="T43" fmla="*/ 240606 h 2579"/>
              <a:gd name="T44" fmla="*/ 285281 w 3045"/>
              <a:gd name="T45" fmla="*/ 240960 h 2579"/>
              <a:gd name="T46" fmla="*/ 285281 w 3045"/>
              <a:gd name="T47" fmla="*/ 221698 h 2579"/>
              <a:gd name="T48" fmla="*/ 152749 w 3045"/>
              <a:gd name="T49" fmla="*/ 199362 h 2579"/>
              <a:gd name="T50" fmla="*/ 315192 w 3045"/>
              <a:gd name="T51" fmla="*/ 199362 h 2579"/>
              <a:gd name="T52" fmla="*/ 318266 w 3045"/>
              <a:gd name="T53" fmla="*/ 198653 h 2579"/>
              <a:gd name="T54" fmla="*/ 320867 w 3045"/>
              <a:gd name="T55" fmla="*/ 196881 h 2579"/>
              <a:gd name="T56" fmla="*/ 322640 w 3045"/>
              <a:gd name="T57" fmla="*/ 194163 h 2579"/>
              <a:gd name="T58" fmla="*/ 358345 w 3045"/>
              <a:gd name="T59" fmla="*/ 81659 h 2579"/>
              <a:gd name="T60" fmla="*/ 308571 w 3045"/>
              <a:gd name="T61" fmla="*/ 181163 h 2579"/>
              <a:gd name="T62" fmla="*/ 115862 w 3045"/>
              <a:gd name="T63" fmla="*/ 99149 h 2579"/>
              <a:gd name="T64" fmla="*/ 149675 w 3045"/>
              <a:gd name="T65" fmla="*/ 88277 h 2579"/>
              <a:gd name="T66" fmla="*/ 179232 w 3045"/>
              <a:gd name="T67" fmla="*/ 88277 h 2579"/>
              <a:gd name="T68" fmla="*/ 232197 w 3045"/>
              <a:gd name="T69" fmla="*/ 88277 h 2579"/>
              <a:gd name="T70" fmla="*/ 261754 w 3045"/>
              <a:gd name="T71" fmla="*/ 88277 h 2579"/>
              <a:gd name="T72" fmla="*/ 314956 w 3045"/>
              <a:gd name="T73" fmla="*/ 88277 h 2579"/>
              <a:gd name="T74" fmla="*/ 329025 w 3045"/>
              <a:gd name="T75" fmla="*/ 82250 h 2579"/>
              <a:gd name="T76" fmla="*/ 308571 w 3045"/>
              <a:gd name="T77" fmla="*/ 181163 h 257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3045" h="2579">
                <a:moveTo>
                  <a:pt x="1516" y="2296"/>
                </a:moveTo>
                <a:cubicBezTo>
                  <a:pt x="1437" y="2296"/>
                  <a:pt x="1374" y="2359"/>
                  <a:pt x="1374" y="2437"/>
                </a:cubicBezTo>
                <a:cubicBezTo>
                  <a:pt x="1374" y="2515"/>
                  <a:pt x="1437" y="2578"/>
                  <a:pt x="1516" y="2578"/>
                </a:cubicBezTo>
                <a:cubicBezTo>
                  <a:pt x="1593" y="2578"/>
                  <a:pt x="1656" y="2515"/>
                  <a:pt x="1656" y="2437"/>
                </a:cubicBezTo>
                <a:cubicBezTo>
                  <a:pt x="1656" y="2359"/>
                  <a:pt x="1593" y="2296"/>
                  <a:pt x="1516" y="2296"/>
                </a:cubicBezTo>
                <a:close/>
                <a:moveTo>
                  <a:pt x="2490" y="2296"/>
                </a:moveTo>
                <a:cubicBezTo>
                  <a:pt x="2412" y="2296"/>
                  <a:pt x="2348" y="2359"/>
                  <a:pt x="2348" y="2437"/>
                </a:cubicBezTo>
                <a:cubicBezTo>
                  <a:pt x="2348" y="2515"/>
                  <a:pt x="2412" y="2578"/>
                  <a:pt x="2490" y="2578"/>
                </a:cubicBezTo>
                <a:cubicBezTo>
                  <a:pt x="2568" y="2578"/>
                  <a:pt x="2631" y="2515"/>
                  <a:pt x="2631" y="2437"/>
                </a:cubicBezTo>
                <a:cubicBezTo>
                  <a:pt x="2631" y="2359"/>
                  <a:pt x="2568" y="2296"/>
                  <a:pt x="2490" y="2296"/>
                </a:cubicBezTo>
                <a:close/>
                <a:moveTo>
                  <a:pt x="3010" y="614"/>
                </a:moveTo>
                <a:cubicBezTo>
                  <a:pt x="2953" y="559"/>
                  <a:pt x="2875" y="524"/>
                  <a:pt x="2789" y="524"/>
                </a:cubicBezTo>
                <a:cubicBezTo>
                  <a:pt x="2701" y="524"/>
                  <a:pt x="2622" y="560"/>
                  <a:pt x="2564" y="617"/>
                </a:cubicBezTo>
                <a:cubicBezTo>
                  <a:pt x="2532" y="649"/>
                  <a:pt x="2488" y="669"/>
                  <a:pt x="2439" y="669"/>
                </a:cubicBezTo>
                <a:cubicBezTo>
                  <a:pt x="2390" y="669"/>
                  <a:pt x="2346" y="649"/>
                  <a:pt x="2314" y="617"/>
                </a:cubicBezTo>
                <a:cubicBezTo>
                  <a:pt x="2257" y="560"/>
                  <a:pt x="2177" y="524"/>
                  <a:pt x="2089" y="524"/>
                </a:cubicBezTo>
                <a:cubicBezTo>
                  <a:pt x="2002" y="524"/>
                  <a:pt x="1922" y="560"/>
                  <a:pt x="1865" y="617"/>
                </a:cubicBezTo>
                <a:cubicBezTo>
                  <a:pt x="1833" y="649"/>
                  <a:pt x="1788" y="669"/>
                  <a:pt x="1740" y="669"/>
                </a:cubicBezTo>
                <a:cubicBezTo>
                  <a:pt x="1691" y="669"/>
                  <a:pt x="1647" y="649"/>
                  <a:pt x="1615" y="617"/>
                </a:cubicBezTo>
                <a:cubicBezTo>
                  <a:pt x="1557" y="560"/>
                  <a:pt x="1479" y="524"/>
                  <a:pt x="1391" y="524"/>
                </a:cubicBezTo>
                <a:cubicBezTo>
                  <a:pt x="1303" y="524"/>
                  <a:pt x="1224" y="560"/>
                  <a:pt x="1166" y="617"/>
                </a:cubicBezTo>
                <a:cubicBezTo>
                  <a:pt x="1134" y="649"/>
                  <a:pt x="1090" y="669"/>
                  <a:pt x="1041" y="669"/>
                </a:cubicBezTo>
                <a:cubicBezTo>
                  <a:pt x="992" y="669"/>
                  <a:pt x="954" y="651"/>
                  <a:pt x="922" y="619"/>
                </a:cubicBezTo>
                <a:lnTo>
                  <a:pt x="921" y="619"/>
                </a:lnTo>
                <a:cubicBezTo>
                  <a:pt x="916" y="614"/>
                  <a:pt x="910" y="610"/>
                  <a:pt x="904" y="607"/>
                </a:cubicBezTo>
                <a:lnTo>
                  <a:pt x="686" y="69"/>
                </a:lnTo>
                <a:lnTo>
                  <a:pt x="685" y="67"/>
                </a:lnTo>
                <a:cubicBezTo>
                  <a:pt x="661" y="24"/>
                  <a:pt x="609" y="0"/>
                  <a:pt x="556" y="0"/>
                </a:cubicBezTo>
                <a:lnTo>
                  <a:pt x="98" y="0"/>
                </a:lnTo>
                <a:lnTo>
                  <a:pt x="98" y="1"/>
                </a:lnTo>
                <a:cubicBezTo>
                  <a:pt x="97" y="0"/>
                  <a:pt x="95" y="0"/>
                  <a:pt x="94" y="0"/>
                </a:cubicBezTo>
                <a:cubicBezTo>
                  <a:pt x="54" y="0"/>
                  <a:pt x="0" y="24"/>
                  <a:pt x="0" y="81"/>
                </a:cubicBezTo>
                <a:cubicBezTo>
                  <a:pt x="0" y="137"/>
                  <a:pt x="45" y="163"/>
                  <a:pt x="84" y="163"/>
                </a:cubicBezTo>
                <a:cubicBezTo>
                  <a:pt x="86" y="163"/>
                  <a:pt x="87" y="162"/>
                  <a:pt x="89" y="162"/>
                </a:cubicBezTo>
                <a:lnTo>
                  <a:pt x="89" y="163"/>
                </a:lnTo>
                <a:lnTo>
                  <a:pt x="438" y="163"/>
                </a:lnTo>
                <a:lnTo>
                  <a:pt x="492" y="163"/>
                </a:lnTo>
                <a:lnTo>
                  <a:pt x="500" y="163"/>
                </a:lnTo>
                <a:cubicBezTo>
                  <a:pt x="550" y="165"/>
                  <a:pt x="568" y="193"/>
                  <a:pt x="586" y="237"/>
                </a:cubicBezTo>
                <a:lnTo>
                  <a:pt x="610" y="292"/>
                </a:lnTo>
                <a:cubicBezTo>
                  <a:pt x="610" y="292"/>
                  <a:pt x="1113" y="1644"/>
                  <a:pt x="1114" y="1646"/>
                </a:cubicBezTo>
                <a:cubicBezTo>
                  <a:pt x="1114" y="1646"/>
                  <a:pt x="1114" y="1646"/>
                  <a:pt x="1114" y="1647"/>
                </a:cubicBezTo>
                <a:lnTo>
                  <a:pt x="1239" y="1982"/>
                </a:lnTo>
                <a:cubicBezTo>
                  <a:pt x="1251" y="2015"/>
                  <a:pt x="1283" y="2035"/>
                  <a:pt x="1319" y="2036"/>
                </a:cubicBezTo>
                <a:cubicBezTo>
                  <a:pt x="1325" y="2038"/>
                  <a:pt x="1331" y="2039"/>
                  <a:pt x="1337" y="2039"/>
                </a:cubicBezTo>
                <a:lnTo>
                  <a:pt x="2413" y="2039"/>
                </a:lnTo>
                <a:cubicBezTo>
                  <a:pt x="2455" y="2039"/>
                  <a:pt x="2490" y="2002"/>
                  <a:pt x="2490" y="1957"/>
                </a:cubicBezTo>
                <a:cubicBezTo>
                  <a:pt x="2490" y="1913"/>
                  <a:pt x="2455" y="1876"/>
                  <a:pt x="2413" y="1876"/>
                </a:cubicBezTo>
                <a:lnTo>
                  <a:pt x="1363" y="1876"/>
                </a:lnTo>
                <a:lnTo>
                  <a:pt x="1292" y="1687"/>
                </a:lnTo>
                <a:lnTo>
                  <a:pt x="2663" y="1687"/>
                </a:lnTo>
                <a:cubicBezTo>
                  <a:pt x="2664" y="1687"/>
                  <a:pt x="2665" y="1687"/>
                  <a:pt x="2666" y="1687"/>
                </a:cubicBezTo>
                <a:cubicBezTo>
                  <a:pt x="2672" y="1687"/>
                  <a:pt x="2677" y="1685"/>
                  <a:pt x="2683" y="1683"/>
                </a:cubicBezTo>
                <a:cubicBezTo>
                  <a:pt x="2686" y="1683"/>
                  <a:pt x="2689" y="1682"/>
                  <a:pt x="2692" y="1681"/>
                </a:cubicBezTo>
                <a:cubicBezTo>
                  <a:pt x="2698" y="1678"/>
                  <a:pt x="2704" y="1674"/>
                  <a:pt x="2709" y="1669"/>
                </a:cubicBezTo>
                <a:cubicBezTo>
                  <a:pt x="2711" y="1668"/>
                  <a:pt x="2712" y="1667"/>
                  <a:pt x="2714" y="1666"/>
                </a:cubicBezTo>
                <a:cubicBezTo>
                  <a:pt x="2719" y="1661"/>
                  <a:pt x="2722" y="1655"/>
                  <a:pt x="2726" y="1648"/>
                </a:cubicBezTo>
                <a:cubicBezTo>
                  <a:pt x="2726" y="1647"/>
                  <a:pt x="2728" y="1645"/>
                  <a:pt x="2729" y="1643"/>
                </a:cubicBezTo>
                <a:cubicBezTo>
                  <a:pt x="2729" y="1642"/>
                  <a:pt x="2730" y="1641"/>
                  <a:pt x="2731" y="1640"/>
                </a:cubicBezTo>
                <a:cubicBezTo>
                  <a:pt x="2731" y="1640"/>
                  <a:pt x="3018" y="735"/>
                  <a:pt x="3031" y="691"/>
                </a:cubicBezTo>
                <a:cubicBezTo>
                  <a:pt x="3044" y="646"/>
                  <a:pt x="3011" y="615"/>
                  <a:pt x="3010" y="614"/>
                </a:cubicBezTo>
                <a:close/>
                <a:moveTo>
                  <a:pt x="2610" y="1533"/>
                </a:moveTo>
                <a:lnTo>
                  <a:pt x="1238" y="1534"/>
                </a:lnTo>
                <a:lnTo>
                  <a:pt x="980" y="839"/>
                </a:lnTo>
                <a:cubicBezTo>
                  <a:pt x="1001" y="844"/>
                  <a:pt x="1018" y="840"/>
                  <a:pt x="1041" y="840"/>
                </a:cubicBezTo>
                <a:cubicBezTo>
                  <a:pt x="1129" y="840"/>
                  <a:pt x="1208" y="805"/>
                  <a:pt x="1266" y="747"/>
                </a:cubicBezTo>
                <a:cubicBezTo>
                  <a:pt x="1298" y="715"/>
                  <a:pt x="1342" y="696"/>
                  <a:pt x="1391" y="696"/>
                </a:cubicBezTo>
                <a:cubicBezTo>
                  <a:pt x="1439" y="696"/>
                  <a:pt x="1484" y="715"/>
                  <a:pt x="1516" y="747"/>
                </a:cubicBezTo>
                <a:cubicBezTo>
                  <a:pt x="1572" y="805"/>
                  <a:pt x="1652" y="840"/>
                  <a:pt x="1739" y="840"/>
                </a:cubicBezTo>
                <a:cubicBezTo>
                  <a:pt x="1827" y="840"/>
                  <a:pt x="1907" y="805"/>
                  <a:pt x="1964" y="747"/>
                </a:cubicBezTo>
                <a:cubicBezTo>
                  <a:pt x="1996" y="715"/>
                  <a:pt x="2040" y="696"/>
                  <a:pt x="2089" y="696"/>
                </a:cubicBezTo>
                <a:cubicBezTo>
                  <a:pt x="2138" y="696"/>
                  <a:pt x="2182" y="715"/>
                  <a:pt x="2214" y="747"/>
                </a:cubicBezTo>
                <a:cubicBezTo>
                  <a:pt x="2272" y="805"/>
                  <a:pt x="2351" y="840"/>
                  <a:pt x="2439" y="840"/>
                </a:cubicBezTo>
                <a:cubicBezTo>
                  <a:pt x="2527" y="840"/>
                  <a:pt x="2606" y="805"/>
                  <a:pt x="2664" y="747"/>
                </a:cubicBezTo>
                <a:cubicBezTo>
                  <a:pt x="2696" y="715"/>
                  <a:pt x="2734" y="696"/>
                  <a:pt x="2783" y="696"/>
                </a:cubicBezTo>
                <a:cubicBezTo>
                  <a:pt x="2817" y="696"/>
                  <a:pt x="2832" y="702"/>
                  <a:pt x="2860" y="719"/>
                </a:cubicBezTo>
                <a:lnTo>
                  <a:pt x="2610" y="1533"/>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82" name="Freeform 22">
            <a:extLst>
              <a:ext uri="{FF2B5EF4-FFF2-40B4-BE49-F238E27FC236}">
                <a16:creationId xmlns:a16="http://schemas.microsoft.com/office/drawing/2014/main" id="{8AB4681E-1C60-124B-930E-A2CBA67C5ACA}"/>
              </a:ext>
            </a:extLst>
          </p:cNvPr>
          <p:cNvSpPr>
            <a:spLocks noChangeAspect="1" noChangeArrowheads="1"/>
          </p:cNvSpPr>
          <p:nvPr/>
        </p:nvSpPr>
        <p:spPr bwMode="auto">
          <a:xfrm>
            <a:off x="5228194" y="4151209"/>
            <a:ext cx="435825" cy="435824"/>
          </a:xfrm>
          <a:custGeom>
            <a:avLst/>
            <a:gdLst>
              <a:gd name="T0" fmla="*/ 31998 w 3024"/>
              <a:gd name="T1" fmla="*/ 297215 h 3016"/>
              <a:gd name="T2" fmla="*/ 315802 w 3024"/>
              <a:gd name="T3" fmla="*/ 55265 h 3016"/>
              <a:gd name="T4" fmla="*/ 0 w 3024"/>
              <a:gd name="T5" fmla="*/ 100385 h 3016"/>
              <a:gd name="T6" fmla="*/ 39162 w 3024"/>
              <a:gd name="T7" fmla="*/ 179761 h 3016"/>
              <a:gd name="T8" fmla="*/ 48236 w 3024"/>
              <a:gd name="T9" fmla="*/ 170928 h 3016"/>
              <a:gd name="T10" fmla="*/ 47042 w 3024"/>
              <a:gd name="T11" fmla="*/ 166393 h 3016"/>
              <a:gd name="T12" fmla="*/ 54206 w 3024"/>
              <a:gd name="T13" fmla="*/ 73408 h 3016"/>
              <a:gd name="T14" fmla="*/ 99337 w 3024"/>
              <a:gd name="T15" fmla="*/ 170928 h 3016"/>
              <a:gd name="T16" fmla="*/ 99337 w 3024"/>
              <a:gd name="T17" fmla="*/ 171645 h 3016"/>
              <a:gd name="T18" fmla="*/ 171452 w 3024"/>
              <a:gd name="T19" fmla="*/ 305809 h 3016"/>
              <a:gd name="T20" fmla="*/ 112829 w 3024"/>
              <a:gd name="T21" fmla="*/ 323833 h 3016"/>
              <a:gd name="T22" fmla="*/ 130858 w 3024"/>
              <a:gd name="T23" fmla="*/ 359881 h 3016"/>
              <a:gd name="T24" fmla="*/ 248105 w 3024"/>
              <a:gd name="T25" fmla="*/ 341857 h 3016"/>
              <a:gd name="T26" fmla="*/ 230076 w 3024"/>
              <a:gd name="T27" fmla="*/ 305809 h 3016"/>
              <a:gd name="T28" fmla="*/ 189481 w 3024"/>
              <a:gd name="T29" fmla="*/ 260451 h 3016"/>
              <a:gd name="T30" fmla="*/ 261596 w 3024"/>
              <a:gd name="T31" fmla="*/ 170928 h 3016"/>
              <a:gd name="T32" fmla="*/ 261596 w 3024"/>
              <a:gd name="T33" fmla="*/ 73408 h 3016"/>
              <a:gd name="T34" fmla="*/ 338368 w 3024"/>
              <a:gd name="T35" fmla="*/ 109456 h 3016"/>
              <a:gd name="T36" fmla="*/ 312936 w 3024"/>
              <a:gd name="T37" fmla="*/ 167347 h 3016"/>
              <a:gd name="T38" fmla="*/ 313414 w 3024"/>
              <a:gd name="T39" fmla="*/ 176300 h 3016"/>
              <a:gd name="T40" fmla="*/ 328697 w 3024"/>
              <a:gd name="T41" fmla="*/ 176300 h 3016"/>
              <a:gd name="T42" fmla="*/ 315802 w 3024"/>
              <a:gd name="T43" fmla="*/ 55265 h 3016"/>
              <a:gd name="T44" fmla="*/ 230076 w 3024"/>
              <a:gd name="T45" fmla="*/ 337321 h 3016"/>
              <a:gd name="T46" fmla="*/ 135395 w 3024"/>
              <a:gd name="T47" fmla="*/ 341857 h 3016"/>
              <a:gd name="T48" fmla="*/ 130858 w 3024"/>
              <a:gd name="T49" fmla="*/ 328369 h 3016"/>
              <a:gd name="T50" fmla="*/ 225539 w 3024"/>
              <a:gd name="T51" fmla="*/ 323833 h 3016"/>
              <a:gd name="T52" fmla="*/ 243568 w 3024"/>
              <a:gd name="T53" fmla="*/ 129629 h 3016"/>
              <a:gd name="T54" fmla="*/ 180527 w 3024"/>
              <a:gd name="T55" fmla="*/ 244695 h 3016"/>
              <a:gd name="T56" fmla="*/ 117366 w 3024"/>
              <a:gd name="T57" fmla="*/ 129629 h 3016"/>
              <a:gd name="T58" fmla="*/ 243568 w 3024"/>
              <a:gd name="T59" fmla="*/ 73408 h 3016"/>
              <a:gd name="T60" fmla="*/ 108053 w 3024"/>
              <a:gd name="T61" fmla="*/ 24708 h 3016"/>
              <a:gd name="T62" fmla="*/ 136708 w 3024"/>
              <a:gd name="T63" fmla="*/ 36525 h 3016"/>
              <a:gd name="T64" fmla="*/ 181482 w 3024"/>
              <a:gd name="T65" fmla="*/ 18024 h 3016"/>
              <a:gd name="T66" fmla="*/ 226016 w 3024"/>
              <a:gd name="T67" fmla="*/ 36525 h 3016"/>
              <a:gd name="T68" fmla="*/ 257417 w 3024"/>
              <a:gd name="T69" fmla="*/ 18263 h 3016"/>
              <a:gd name="T70" fmla="*/ 242015 w 3024"/>
              <a:gd name="T71" fmla="*/ 11936 h 3016"/>
              <a:gd name="T72" fmla="*/ 226016 w 3024"/>
              <a:gd name="T73" fmla="*/ 18501 h 3016"/>
              <a:gd name="T74" fmla="*/ 181482 w 3024"/>
              <a:gd name="T75" fmla="*/ 0 h 3016"/>
              <a:gd name="T76" fmla="*/ 136708 w 3024"/>
              <a:gd name="T77" fmla="*/ 18501 h 3016"/>
              <a:gd name="T78" fmla="*/ 120829 w 3024"/>
              <a:gd name="T79" fmla="*/ 11936 h 3016"/>
              <a:gd name="T80" fmla="*/ 105307 w 3024"/>
              <a:gd name="T81" fmla="*/ 18143 h 301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024" h="3016">
                <a:moveTo>
                  <a:pt x="267" y="2496"/>
                </a:moveTo>
                <a:cubicBezTo>
                  <a:pt x="268" y="2494"/>
                  <a:pt x="268" y="2492"/>
                  <a:pt x="268" y="2490"/>
                </a:cubicBezTo>
                <a:cubicBezTo>
                  <a:pt x="268" y="2492"/>
                  <a:pt x="267" y="2494"/>
                  <a:pt x="267" y="2496"/>
                </a:cubicBezTo>
                <a:close/>
                <a:moveTo>
                  <a:pt x="2645" y="463"/>
                </a:moveTo>
                <a:lnTo>
                  <a:pt x="378" y="463"/>
                </a:lnTo>
                <a:cubicBezTo>
                  <a:pt x="169" y="463"/>
                  <a:pt x="0" y="618"/>
                  <a:pt x="0" y="841"/>
                </a:cubicBezTo>
                <a:cubicBezTo>
                  <a:pt x="0" y="934"/>
                  <a:pt x="253" y="1459"/>
                  <a:pt x="267" y="1477"/>
                </a:cubicBezTo>
                <a:cubicBezTo>
                  <a:pt x="281" y="1495"/>
                  <a:pt x="303" y="1506"/>
                  <a:pt x="328" y="1506"/>
                </a:cubicBezTo>
                <a:cubicBezTo>
                  <a:pt x="352" y="1506"/>
                  <a:pt x="374" y="1495"/>
                  <a:pt x="388" y="1477"/>
                </a:cubicBezTo>
                <a:cubicBezTo>
                  <a:pt x="398" y="1464"/>
                  <a:pt x="404" y="1449"/>
                  <a:pt x="404" y="1432"/>
                </a:cubicBezTo>
                <a:cubicBezTo>
                  <a:pt x="404" y="1419"/>
                  <a:pt x="401" y="1408"/>
                  <a:pt x="396" y="1398"/>
                </a:cubicBezTo>
                <a:cubicBezTo>
                  <a:pt x="395" y="1397"/>
                  <a:pt x="394" y="1395"/>
                  <a:pt x="394" y="1394"/>
                </a:cubicBezTo>
                <a:cubicBezTo>
                  <a:pt x="299" y="1212"/>
                  <a:pt x="211" y="982"/>
                  <a:pt x="189" y="917"/>
                </a:cubicBezTo>
                <a:cubicBezTo>
                  <a:pt x="129" y="736"/>
                  <a:pt x="287" y="615"/>
                  <a:pt x="454" y="615"/>
                </a:cubicBezTo>
                <a:lnTo>
                  <a:pt x="832" y="615"/>
                </a:lnTo>
                <a:lnTo>
                  <a:pt x="832" y="1432"/>
                </a:lnTo>
                <a:cubicBezTo>
                  <a:pt x="832" y="1434"/>
                  <a:pt x="832" y="1436"/>
                  <a:pt x="832" y="1438"/>
                </a:cubicBezTo>
                <a:cubicBezTo>
                  <a:pt x="832" y="1730"/>
                  <a:pt x="1228" y="2096"/>
                  <a:pt x="1436" y="2182"/>
                </a:cubicBezTo>
                <a:lnTo>
                  <a:pt x="1436" y="2562"/>
                </a:lnTo>
                <a:lnTo>
                  <a:pt x="1096" y="2562"/>
                </a:lnTo>
                <a:cubicBezTo>
                  <a:pt x="1013" y="2562"/>
                  <a:pt x="945" y="2629"/>
                  <a:pt x="945" y="2713"/>
                </a:cubicBezTo>
                <a:lnTo>
                  <a:pt x="945" y="2864"/>
                </a:lnTo>
                <a:cubicBezTo>
                  <a:pt x="945" y="2947"/>
                  <a:pt x="1013" y="3015"/>
                  <a:pt x="1096" y="3015"/>
                </a:cubicBezTo>
                <a:lnTo>
                  <a:pt x="1927" y="3015"/>
                </a:lnTo>
                <a:cubicBezTo>
                  <a:pt x="2010" y="3015"/>
                  <a:pt x="2078" y="2947"/>
                  <a:pt x="2078" y="2864"/>
                </a:cubicBezTo>
                <a:lnTo>
                  <a:pt x="2078" y="2713"/>
                </a:lnTo>
                <a:cubicBezTo>
                  <a:pt x="2078" y="2629"/>
                  <a:pt x="2010" y="2562"/>
                  <a:pt x="1927" y="2562"/>
                </a:cubicBezTo>
                <a:lnTo>
                  <a:pt x="1587" y="2562"/>
                </a:lnTo>
                <a:lnTo>
                  <a:pt x="1587" y="2182"/>
                </a:lnTo>
                <a:cubicBezTo>
                  <a:pt x="1795" y="2096"/>
                  <a:pt x="2191" y="1730"/>
                  <a:pt x="2191" y="1438"/>
                </a:cubicBezTo>
                <a:cubicBezTo>
                  <a:pt x="2191" y="1436"/>
                  <a:pt x="2191" y="1434"/>
                  <a:pt x="2191" y="1432"/>
                </a:cubicBezTo>
                <a:lnTo>
                  <a:pt x="2191" y="615"/>
                </a:lnTo>
                <a:lnTo>
                  <a:pt x="2569" y="615"/>
                </a:lnTo>
                <a:cubicBezTo>
                  <a:pt x="2736" y="615"/>
                  <a:pt x="2872" y="709"/>
                  <a:pt x="2834" y="917"/>
                </a:cubicBezTo>
                <a:cubicBezTo>
                  <a:pt x="2821" y="990"/>
                  <a:pt x="2721" y="1219"/>
                  <a:pt x="2623" y="1397"/>
                </a:cubicBezTo>
                <a:cubicBezTo>
                  <a:pt x="2622" y="1399"/>
                  <a:pt x="2621" y="1400"/>
                  <a:pt x="2621" y="1402"/>
                </a:cubicBezTo>
                <a:cubicBezTo>
                  <a:pt x="2615" y="1412"/>
                  <a:pt x="2612" y="1424"/>
                  <a:pt x="2612" y="1436"/>
                </a:cubicBezTo>
                <a:cubicBezTo>
                  <a:pt x="2612" y="1451"/>
                  <a:pt x="2617" y="1465"/>
                  <a:pt x="2625" y="1477"/>
                </a:cubicBezTo>
                <a:cubicBezTo>
                  <a:pt x="2638" y="1497"/>
                  <a:pt x="2662" y="1511"/>
                  <a:pt x="2689" y="1511"/>
                </a:cubicBezTo>
                <a:cubicBezTo>
                  <a:pt x="2716" y="1511"/>
                  <a:pt x="2740" y="1497"/>
                  <a:pt x="2753" y="1477"/>
                </a:cubicBezTo>
                <a:cubicBezTo>
                  <a:pt x="2766" y="1457"/>
                  <a:pt x="3023" y="929"/>
                  <a:pt x="3023" y="841"/>
                </a:cubicBezTo>
                <a:cubicBezTo>
                  <a:pt x="3023" y="633"/>
                  <a:pt x="2854" y="463"/>
                  <a:pt x="2645" y="463"/>
                </a:cubicBezTo>
                <a:close/>
                <a:moveTo>
                  <a:pt x="1927" y="2751"/>
                </a:moveTo>
                <a:lnTo>
                  <a:pt x="1927" y="2826"/>
                </a:lnTo>
                <a:cubicBezTo>
                  <a:pt x="1927" y="2847"/>
                  <a:pt x="1910" y="2864"/>
                  <a:pt x="1889" y="2864"/>
                </a:cubicBezTo>
                <a:lnTo>
                  <a:pt x="1134" y="2864"/>
                </a:lnTo>
                <a:cubicBezTo>
                  <a:pt x="1113" y="2864"/>
                  <a:pt x="1096" y="2847"/>
                  <a:pt x="1096" y="2826"/>
                </a:cubicBezTo>
                <a:lnTo>
                  <a:pt x="1096" y="2751"/>
                </a:lnTo>
                <a:cubicBezTo>
                  <a:pt x="1096" y="2730"/>
                  <a:pt x="1113" y="2713"/>
                  <a:pt x="1134" y="2713"/>
                </a:cubicBezTo>
                <a:lnTo>
                  <a:pt x="1889" y="2713"/>
                </a:lnTo>
                <a:cubicBezTo>
                  <a:pt x="1910" y="2713"/>
                  <a:pt x="1927" y="2730"/>
                  <a:pt x="1927" y="2751"/>
                </a:cubicBezTo>
                <a:close/>
                <a:moveTo>
                  <a:pt x="2040" y="1086"/>
                </a:moveTo>
                <a:lnTo>
                  <a:pt x="2040" y="1432"/>
                </a:lnTo>
                <a:cubicBezTo>
                  <a:pt x="2040" y="1705"/>
                  <a:pt x="1636" y="2050"/>
                  <a:pt x="1512" y="2050"/>
                </a:cubicBezTo>
                <a:cubicBezTo>
                  <a:pt x="1387" y="2050"/>
                  <a:pt x="983" y="1705"/>
                  <a:pt x="983" y="1432"/>
                </a:cubicBezTo>
                <a:lnTo>
                  <a:pt x="983" y="1086"/>
                </a:lnTo>
                <a:lnTo>
                  <a:pt x="983" y="615"/>
                </a:lnTo>
                <a:lnTo>
                  <a:pt x="2040" y="615"/>
                </a:lnTo>
                <a:lnTo>
                  <a:pt x="2040" y="1086"/>
                </a:lnTo>
                <a:close/>
                <a:moveTo>
                  <a:pt x="905" y="207"/>
                </a:moveTo>
                <a:lnTo>
                  <a:pt x="905" y="207"/>
                </a:lnTo>
                <a:cubicBezTo>
                  <a:pt x="967" y="268"/>
                  <a:pt x="1052" y="306"/>
                  <a:pt x="1145" y="306"/>
                </a:cubicBezTo>
                <a:cubicBezTo>
                  <a:pt x="1239" y="306"/>
                  <a:pt x="1324" y="268"/>
                  <a:pt x="1386" y="207"/>
                </a:cubicBezTo>
                <a:cubicBezTo>
                  <a:pt x="1420" y="173"/>
                  <a:pt x="1467" y="151"/>
                  <a:pt x="1520" y="151"/>
                </a:cubicBezTo>
                <a:cubicBezTo>
                  <a:pt x="1571" y="151"/>
                  <a:pt x="1618" y="173"/>
                  <a:pt x="1652" y="207"/>
                </a:cubicBezTo>
                <a:cubicBezTo>
                  <a:pt x="1714" y="268"/>
                  <a:pt x="1799" y="306"/>
                  <a:pt x="1893" y="306"/>
                </a:cubicBezTo>
                <a:cubicBezTo>
                  <a:pt x="1985" y="306"/>
                  <a:pt x="2069" y="269"/>
                  <a:pt x="2131" y="209"/>
                </a:cubicBezTo>
                <a:cubicBezTo>
                  <a:pt x="2146" y="196"/>
                  <a:pt x="2156" y="175"/>
                  <a:pt x="2156" y="153"/>
                </a:cubicBezTo>
                <a:cubicBezTo>
                  <a:pt x="2156" y="111"/>
                  <a:pt x="2122" y="77"/>
                  <a:pt x="2081" y="77"/>
                </a:cubicBezTo>
                <a:cubicBezTo>
                  <a:pt x="2059" y="77"/>
                  <a:pt x="2040" y="86"/>
                  <a:pt x="2027" y="100"/>
                </a:cubicBezTo>
                <a:cubicBezTo>
                  <a:pt x="1992" y="134"/>
                  <a:pt x="1945" y="155"/>
                  <a:pt x="1893" y="155"/>
                </a:cubicBezTo>
                <a:cubicBezTo>
                  <a:pt x="1841" y="155"/>
                  <a:pt x="1793" y="134"/>
                  <a:pt x="1759" y="100"/>
                </a:cubicBezTo>
                <a:cubicBezTo>
                  <a:pt x="1698" y="38"/>
                  <a:pt x="1613" y="0"/>
                  <a:pt x="1520" y="0"/>
                </a:cubicBezTo>
                <a:cubicBezTo>
                  <a:pt x="1426" y="0"/>
                  <a:pt x="1341" y="38"/>
                  <a:pt x="1279" y="100"/>
                </a:cubicBezTo>
                <a:cubicBezTo>
                  <a:pt x="1245" y="134"/>
                  <a:pt x="1198" y="155"/>
                  <a:pt x="1145" y="155"/>
                </a:cubicBezTo>
                <a:cubicBezTo>
                  <a:pt x="1093" y="155"/>
                  <a:pt x="1046" y="134"/>
                  <a:pt x="1012" y="100"/>
                </a:cubicBezTo>
                <a:cubicBezTo>
                  <a:pt x="998" y="86"/>
                  <a:pt x="979" y="77"/>
                  <a:pt x="958" y="77"/>
                </a:cubicBezTo>
                <a:cubicBezTo>
                  <a:pt x="916" y="77"/>
                  <a:pt x="882" y="111"/>
                  <a:pt x="882" y="152"/>
                </a:cubicBezTo>
                <a:cubicBezTo>
                  <a:pt x="882" y="174"/>
                  <a:pt x="891" y="193"/>
                  <a:pt x="905" y="207"/>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83" name="Freeform 23">
            <a:extLst>
              <a:ext uri="{FF2B5EF4-FFF2-40B4-BE49-F238E27FC236}">
                <a16:creationId xmlns:a16="http://schemas.microsoft.com/office/drawing/2014/main" id="{D8FF637C-F286-A242-AE82-558A354CF8C3}"/>
              </a:ext>
            </a:extLst>
          </p:cNvPr>
          <p:cNvSpPr>
            <a:spLocks noChangeAspect="1" noChangeArrowheads="1"/>
          </p:cNvSpPr>
          <p:nvPr/>
        </p:nvSpPr>
        <p:spPr bwMode="auto">
          <a:xfrm>
            <a:off x="10381294" y="4272164"/>
            <a:ext cx="433905" cy="314869"/>
          </a:xfrm>
          <a:custGeom>
            <a:avLst/>
            <a:gdLst>
              <a:gd name="T0" fmla="*/ 31768 w 3037"/>
              <a:gd name="T1" fmla="*/ 260606 h 2199"/>
              <a:gd name="T2" fmla="*/ 358815 w 3037"/>
              <a:gd name="T3" fmla="*/ 136113 h 2199"/>
              <a:gd name="T4" fmla="*/ 291604 w 3037"/>
              <a:gd name="T5" fmla="*/ 46833 h 2199"/>
              <a:gd name="T6" fmla="*/ 258176 w 3037"/>
              <a:gd name="T7" fmla="*/ 5335 h 2199"/>
              <a:gd name="T8" fmla="*/ 92104 w 3037"/>
              <a:gd name="T9" fmla="*/ 8774 h 2199"/>
              <a:gd name="T10" fmla="*/ 241343 w 3037"/>
              <a:gd name="T11" fmla="*/ 140381 h 2199"/>
              <a:gd name="T12" fmla="*/ 241462 w 3037"/>
              <a:gd name="T13" fmla="*/ 141923 h 2199"/>
              <a:gd name="T14" fmla="*/ 242884 w 3037"/>
              <a:gd name="T15" fmla="*/ 145361 h 2199"/>
              <a:gd name="T16" fmla="*/ 243951 w 3037"/>
              <a:gd name="T17" fmla="*/ 146665 h 2199"/>
              <a:gd name="T18" fmla="*/ 342338 w 3037"/>
              <a:gd name="T19" fmla="*/ 212232 h 2199"/>
              <a:gd name="T20" fmla="*/ 229371 w 3037"/>
              <a:gd name="T21" fmla="*/ 212232 h 2199"/>
              <a:gd name="T22" fmla="*/ 82147 w 3037"/>
              <a:gd name="T23" fmla="*/ 212232 h 2199"/>
              <a:gd name="T24" fmla="*/ 35680 w 3037"/>
              <a:gd name="T25" fmla="*/ 229898 h 2199"/>
              <a:gd name="T26" fmla="*/ 159197 w 3037"/>
              <a:gd name="T27" fmla="*/ 229898 h 2199"/>
              <a:gd name="T28" fmla="*/ 306421 w 3037"/>
              <a:gd name="T29" fmla="*/ 229898 h 2199"/>
              <a:gd name="T30" fmla="*/ 359881 w 3037"/>
              <a:gd name="T31" fmla="*/ 140263 h 2199"/>
              <a:gd name="T32" fmla="*/ 258887 w 3037"/>
              <a:gd name="T33" fmla="*/ 64381 h 2199"/>
              <a:gd name="T34" fmla="*/ 333329 w 3037"/>
              <a:gd name="T35" fmla="*/ 131607 h 2199"/>
              <a:gd name="T36" fmla="*/ 98742 w 3037"/>
              <a:gd name="T37" fmla="*/ 221124 h 2199"/>
              <a:gd name="T38" fmla="*/ 120672 w 3037"/>
              <a:gd name="T39" fmla="*/ 243059 h 2199"/>
              <a:gd name="T40" fmla="*/ 267896 w 3037"/>
              <a:gd name="T41" fmla="*/ 199071 h 2199"/>
              <a:gd name="T42" fmla="*/ 176503 w 3037"/>
              <a:gd name="T43" fmla="*/ 54659 h 2199"/>
              <a:gd name="T44" fmla="*/ 191439 w 3037"/>
              <a:gd name="T45" fmla="*/ 48493 h 2199"/>
              <a:gd name="T46" fmla="*/ 133000 w 3037"/>
              <a:gd name="T47" fmla="*/ 42209 h 2199"/>
              <a:gd name="T48" fmla="*/ 176503 w 3037"/>
              <a:gd name="T49" fmla="*/ 54659 h 2199"/>
              <a:gd name="T50" fmla="*/ 30583 w 3037"/>
              <a:gd name="T51" fmla="*/ 66159 h 2199"/>
              <a:gd name="T52" fmla="*/ 89615 w 3037"/>
              <a:gd name="T53" fmla="*/ 54659 h 2199"/>
              <a:gd name="T54" fmla="*/ 133000 w 3037"/>
              <a:gd name="T55" fmla="*/ 42209 h 2199"/>
              <a:gd name="T56" fmla="*/ 74086 w 3037"/>
              <a:gd name="T57" fmla="*/ 30590 h 2199"/>
              <a:gd name="T58" fmla="*/ 15054 w 3037"/>
              <a:gd name="T59" fmla="*/ 42209 h 2199"/>
              <a:gd name="T60" fmla="*/ 0 w 3037"/>
              <a:gd name="T61" fmla="*/ 48256 h 2199"/>
              <a:gd name="T62" fmla="*/ 176503 w 3037"/>
              <a:gd name="T63" fmla="*/ 107302 h 2199"/>
              <a:gd name="T64" fmla="*/ 188475 w 3037"/>
              <a:gd name="T65" fmla="*/ 94615 h 2199"/>
              <a:gd name="T66" fmla="*/ 145446 w 3037"/>
              <a:gd name="T67" fmla="*/ 107302 h 2199"/>
              <a:gd name="T68" fmla="*/ 2608 w 3037"/>
              <a:gd name="T69" fmla="*/ 107302 h 2199"/>
              <a:gd name="T70" fmla="*/ 58558 w 3037"/>
              <a:gd name="T71" fmla="*/ 107302 h 2199"/>
              <a:gd name="T72" fmla="*/ 117471 w 3037"/>
              <a:gd name="T73" fmla="*/ 118921 h 2199"/>
              <a:gd name="T74" fmla="*/ 117471 w 3037"/>
              <a:gd name="T75" fmla="*/ 101373 h 2199"/>
              <a:gd name="T76" fmla="*/ 46111 w 3037"/>
              <a:gd name="T77" fmla="*/ 94971 h 2199"/>
              <a:gd name="T78" fmla="*/ 15054 w 3037"/>
              <a:gd name="T79" fmla="*/ 94971 h 2199"/>
              <a:gd name="T80" fmla="*/ 2608 w 3037"/>
              <a:gd name="T81" fmla="*/ 107302 h 2199"/>
              <a:gd name="T82" fmla="*/ 74086 w 3037"/>
              <a:gd name="T83" fmla="*/ 153542 h 2199"/>
              <a:gd name="T84" fmla="*/ 145446 w 3037"/>
              <a:gd name="T85" fmla="*/ 159945 h 2199"/>
              <a:gd name="T86" fmla="*/ 176503 w 3037"/>
              <a:gd name="T87" fmla="*/ 159945 h 2199"/>
              <a:gd name="T88" fmla="*/ 188475 w 3037"/>
              <a:gd name="T89" fmla="*/ 147139 h 2199"/>
              <a:gd name="T90" fmla="*/ 117471 w 3037"/>
              <a:gd name="T91" fmla="*/ 153898 h 2199"/>
              <a:gd name="T92" fmla="*/ 46111 w 3037"/>
              <a:gd name="T93" fmla="*/ 147495 h 2199"/>
              <a:gd name="T94" fmla="*/ 8772 w 3037"/>
              <a:gd name="T95" fmla="*/ 144768 h 2199"/>
              <a:gd name="T96" fmla="*/ 2608 w 3037"/>
              <a:gd name="T97" fmla="*/ 159945 h 219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037" h="2199">
                <a:moveTo>
                  <a:pt x="268" y="2198"/>
                </a:moveTo>
                <a:cubicBezTo>
                  <a:pt x="268" y="2196"/>
                  <a:pt x="268" y="2194"/>
                  <a:pt x="268" y="2192"/>
                </a:cubicBezTo>
                <a:cubicBezTo>
                  <a:pt x="268" y="2194"/>
                  <a:pt x="268" y="2196"/>
                  <a:pt x="268" y="2198"/>
                </a:cubicBezTo>
                <a:close/>
                <a:moveTo>
                  <a:pt x="3036" y="1181"/>
                </a:moveTo>
                <a:cubicBezTo>
                  <a:pt x="3036" y="1180"/>
                  <a:pt x="3036" y="1180"/>
                  <a:pt x="3036" y="1179"/>
                </a:cubicBezTo>
                <a:cubicBezTo>
                  <a:pt x="3035" y="1168"/>
                  <a:pt x="3032" y="1157"/>
                  <a:pt x="3027" y="1148"/>
                </a:cubicBezTo>
                <a:lnTo>
                  <a:pt x="2585" y="463"/>
                </a:lnTo>
                <a:cubicBezTo>
                  <a:pt x="2583" y="460"/>
                  <a:pt x="2581" y="457"/>
                  <a:pt x="2579" y="454"/>
                </a:cubicBezTo>
                <a:cubicBezTo>
                  <a:pt x="2552" y="418"/>
                  <a:pt x="2509" y="395"/>
                  <a:pt x="2460" y="395"/>
                </a:cubicBezTo>
                <a:lnTo>
                  <a:pt x="2184" y="395"/>
                </a:lnTo>
                <a:lnTo>
                  <a:pt x="2184" y="74"/>
                </a:lnTo>
                <a:cubicBezTo>
                  <a:pt x="2184" y="64"/>
                  <a:pt x="2182" y="54"/>
                  <a:pt x="2178" y="45"/>
                </a:cubicBezTo>
                <a:cubicBezTo>
                  <a:pt x="2167" y="19"/>
                  <a:pt x="2141" y="0"/>
                  <a:pt x="2110" y="0"/>
                </a:cubicBezTo>
                <a:lnTo>
                  <a:pt x="851" y="0"/>
                </a:lnTo>
                <a:cubicBezTo>
                  <a:pt x="810" y="0"/>
                  <a:pt x="777" y="33"/>
                  <a:pt x="777" y="74"/>
                </a:cubicBezTo>
                <a:cubicBezTo>
                  <a:pt x="777" y="115"/>
                  <a:pt x="810" y="148"/>
                  <a:pt x="851" y="148"/>
                </a:cubicBezTo>
                <a:lnTo>
                  <a:pt x="2036" y="148"/>
                </a:lnTo>
                <a:lnTo>
                  <a:pt x="2036" y="1184"/>
                </a:lnTo>
                <a:cubicBezTo>
                  <a:pt x="2036" y="1188"/>
                  <a:pt x="2036" y="1191"/>
                  <a:pt x="2037" y="1195"/>
                </a:cubicBezTo>
                <a:cubicBezTo>
                  <a:pt x="2037" y="1196"/>
                  <a:pt x="2037" y="1197"/>
                  <a:pt x="2037" y="1197"/>
                </a:cubicBezTo>
                <a:cubicBezTo>
                  <a:pt x="2037" y="1198"/>
                  <a:pt x="2037" y="1198"/>
                  <a:pt x="2037" y="1199"/>
                </a:cubicBezTo>
                <a:cubicBezTo>
                  <a:pt x="2039" y="1209"/>
                  <a:pt x="2043" y="1218"/>
                  <a:pt x="2049" y="1225"/>
                </a:cubicBezTo>
                <a:cubicBezTo>
                  <a:pt x="2049" y="1225"/>
                  <a:pt x="2049" y="1225"/>
                  <a:pt x="2049" y="1226"/>
                </a:cubicBezTo>
                <a:cubicBezTo>
                  <a:pt x="2051" y="1229"/>
                  <a:pt x="2054" y="1233"/>
                  <a:pt x="2057" y="1236"/>
                </a:cubicBezTo>
                <a:cubicBezTo>
                  <a:pt x="2057" y="1236"/>
                  <a:pt x="2058" y="1236"/>
                  <a:pt x="2058" y="1236"/>
                </a:cubicBezTo>
                <a:cubicBezTo>
                  <a:pt x="2059" y="1237"/>
                  <a:pt x="2058" y="1237"/>
                  <a:pt x="2058" y="1237"/>
                </a:cubicBezTo>
                <a:cubicBezTo>
                  <a:pt x="2072" y="1250"/>
                  <a:pt x="2090" y="1258"/>
                  <a:pt x="2110" y="1258"/>
                </a:cubicBezTo>
                <a:lnTo>
                  <a:pt x="2888" y="1258"/>
                </a:lnTo>
                <a:lnTo>
                  <a:pt x="2888" y="1790"/>
                </a:lnTo>
                <a:lnTo>
                  <a:pt x="2585" y="1790"/>
                </a:lnTo>
                <a:cubicBezTo>
                  <a:pt x="2552" y="1642"/>
                  <a:pt x="2419" y="1531"/>
                  <a:pt x="2260" y="1531"/>
                </a:cubicBezTo>
                <a:cubicBezTo>
                  <a:pt x="2102" y="1531"/>
                  <a:pt x="1969" y="1642"/>
                  <a:pt x="1935" y="1790"/>
                </a:cubicBezTo>
                <a:lnTo>
                  <a:pt x="1343" y="1790"/>
                </a:lnTo>
                <a:cubicBezTo>
                  <a:pt x="1310" y="1642"/>
                  <a:pt x="1176" y="1531"/>
                  <a:pt x="1018" y="1531"/>
                </a:cubicBezTo>
                <a:cubicBezTo>
                  <a:pt x="859" y="1531"/>
                  <a:pt x="727" y="1642"/>
                  <a:pt x="693" y="1790"/>
                </a:cubicBezTo>
                <a:lnTo>
                  <a:pt x="301" y="1790"/>
                </a:lnTo>
                <a:cubicBezTo>
                  <a:pt x="260" y="1790"/>
                  <a:pt x="226" y="1824"/>
                  <a:pt x="226" y="1865"/>
                </a:cubicBezTo>
                <a:cubicBezTo>
                  <a:pt x="226" y="1905"/>
                  <a:pt x="260" y="1939"/>
                  <a:pt x="301" y="1939"/>
                </a:cubicBezTo>
                <a:lnTo>
                  <a:pt x="693" y="1939"/>
                </a:lnTo>
                <a:cubicBezTo>
                  <a:pt x="727" y="2087"/>
                  <a:pt x="859" y="2198"/>
                  <a:pt x="1018" y="2198"/>
                </a:cubicBezTo>
                <a:cubicBezTo>
                  <a:pt x="1176" y="2198"/>
                  <a:pt x="1310" y="2087"/>
                  <a:pt x="1343" y="1939"/>
                </a:cubicBezTo>
                <a:lnTo>
                  <a:pt x="1935" y="1939"/>
                </a:lnTo>
                <a:cubicBezTo>
                  <a:pt x="1969" y="2087"/>
                  <a:pt x="2102" y="2198"/>
                  <a:pt x="2260" y="2198"/>
                </a:cubicBezTo>
                <a:cubicBezTo>
                  <a:pt x="2419" y="2198"/>
                  <a:pt x="2552" y="2087"/>
                  <a:pt x="2585" y="1939"/>
                </a:cubicBezTo>
                <a:lnTo>
                  <a:pt x="2962" y="1939"/>
                </a:lnTo>
                <a:cubicBezTo>
                  <a:pt x="3003" y="1939"/>
                  <a:pt x="3036" y="1905"/>
                  <a:pt x="3036" y="1865"/>
                </a:cubicBezTo>
                <a:lnTo>
                  <a:pt x="3036" y="1183"/>
                </a:lnTo>
                <a:cubicBezTo>
                  <a:pt x="3036" y="1183"/>
                  <a:pt x="3036" y="1182"/>
                  <a:pt x="3036" y="1181"/>
                </a:cubicBezTo>
                <a:close/>
                <a:moveTo>
                  <a:pt x="2184" y="1110"/>
                </a:moveTo>
                <a:lnTo>
                  <a:pt x="2184" y="543"/>
                </a:lnTo>
                <a:lnTo>
                  <a:pt x="2201" y="543"/>
                </a:lnTo>
                <a:lnTo>
                  <a:pt x="2434" y="543"/>
                </a:lnTo>
                <a:lnTo>
                  <a:pt x="2812" y="1110"/>
                </a:lnTo>
                <a:lnTo>
                  <a:pt x="2184" y="1110"/>
                </a:lnTo>
                <a:close/>
                <a:moveTo>
                  <a:pt x="1018" y="2050"/>
                </a:moveTo>
                <a:cubicBezTo>
                  <a:pt x="916" y="2050"/>
                  <a:pt x="833" y="1967"/>
                  <a:pt x="833" y="1865"/>
                </a:cubicBezTo>
                <a:cubicBezTo>
                  <a:pt x="833" y="1762"/>
                  <a:pt x="915" y="1679"/>
                  <a:pt x="1018" y="1679"/>
                </a:cubicBezTo>
                <a:cubicBezTo>
                  <a:pt x="1120" y="1679"/>
                  <a:pt x="1203" y="1762"/>
                  <a:pt x="1203" y="1865"/>
                </a:cubicBezTo>
                <a:cubicBezTo>
                  <a:pt x="1203" y="1967"/>
                  <a:pt x="1121" y="2050"/>
                  <a:pt x="1018" y="2050"/>
                </a:cubicBezTo>
                <a:close/>
                <a:moveTo>
                  <a:pt x="2260" y="2050"/>
                </a:moveTo>
                <a:cubicBezTo>
                  <a:pt x="2158" y="2050"/>
                  <a:pt x="2075" y="1967"/>
                  <a:pt x="2075" y="1865"/>
                </a:cubicBezTo>
                <a:cubicBezTo>
                  <a:pt x="2075" y="1762"/>
                  <a:pt x="2158" y="1679"/>
                  <a:pt x="2260" y="1679"/>
                </a:cubicBezTo>
                <a:cubicBezTo>
                  <a:pt x="2363" y="1679"/>
                  <a:pt x="2446" y="1762"/>
                  <a:pt x="2446" y="1865"/>
                </a:cubicBezTo>
                <a:cubicBezTo>
                  <a:pt x="2446" y="1967"/>
                  <a:pt x="2363" y="2050"/>
                  <a:pt x="2260" y="2050"/>
                </a:cubicBezTo>
                <a:close/>
                <a:moveTo>
                  <a:pt x="1489" y="461"/>
                </a:moveTo>
                <a:lnTo>
                  <a:pt x="1489" y="461"/>
                </a:lnTo>
                <a:cubicBezTo>
                  <a:pt x="1503" y="474"/>
                  <a:pt x="1521" y="483"/>
                  <a:pt x="1542" y="483"/>
                </a:cubicBezTo>
                <a:cubicBezTo>
                  <a:pt x="1582" y="483"/>
                  <a:pt x="1615" y="450"/>
                  <a:pt x="1615" y="409"/>
                </a:cubicBezTo>
                <a:cubicBezTo>
                  <a:pt x="1615" y="387"/>
                  <a:pt x="1606" y="367"/>
                  <a:pt x="1590" y="353"/>
                </a:cubicBezTo>
                <a:cubicBezTo>
                  <a:pt x="1531" y="295"/>
                  <a:pt x="1449" y="258"/>
                  <a:pt x="1358" y="258"/>
                </a:cubicBezTo>
                <a:cubicBezTo>
                  <a:pt x="1266" y="258"/>
                  <a:pt x="1183" y="296"/>
                  <a:pt x="1122" y="356"/>
                </a:cubicBezTo>
                <a:lnTo>
                  <a:pt x="1227" y="461"/>
                </a:lnTo>
                <a:cubicBezTo>
                  <a:pt x="1261" y="427"/>
                  <a:pt x="1307" y="406"/>
                  <a:pt x="1358" y="406"/>
                </a:cubicBezTo>
                <a:cubicBezTo>
                  <a:pt x="1409" y="406"/>
                  <a:pt x="1456" y="427"/>
                  <a:pt x="1489" y="461"/>
                </a:cubicBezTo>
                <a:close/>
                <a:moveTo>
                  <a:pt x="22" y="461"/>
                </a:moveTo>
                <a:lnTo>
                  <a:pt x="22" y="461"/>
                </a:lnTo>
                <a:cubicBezTo>
                  <a:pt x="83" y="521"/>
                  <a:pt x="166" y="558"/>
                  <a:pt x="258" y="558"/>
                </a:cubicBezTo>
                <a:cubicBezTo>
                  <a:pt x="350" y="558"/>
                  <a:pt x="433" y="521"/>
                  <a:pt x="494" y="461"/>
                </a:cubicBezTo>
                <a:cubicBezTo>
                  <a:pt x="527" y="427"/>
                  <a:pt x="574" y="406"/>
                  <a:pt x="625" y="406"/>
                </a:cubicBezTo>
                <a:cubicBezTo>
                  <a:pt x="676" y="406"/>
                  <a:pt x="722" y="427"/>
                  <a:pt x="756" y="461"/>
                </a:cubicBezTo>
                <a:cubicBezTo>
                  <a:pt x="816" y="521"/>
                  <a:pt x="899" y="558"/>
                  <a:pt x="991" y="558"/>
                </a:cubicBezTo>
                <a:cubicBezTo>
                  <a:pt x="1083" y="558"/>
                  <a:pt x="1167" y="521"/>
                  <a:pt x="1227" y="461"/>
                </a:cubicBezTo>
                <a:lnTo>
                  <a:pt x="1122" y="356"/>
                </a:lnTo>
                <a:cubicBezTo>
                  <a:pt x="1089" y="389"/>
                  <a:pt x="1042" y="410"/>
                  <a:pt x="991" y="410"/>
                </a:cubicBezTo>
                <a:cubicBezTo>
                  <a:pt x="939" y="410"/>
                  <a:pt x="894" y="389"/>
                  <a:pt x="860" y="356"/>
                </a:cubicBezTo>
                <a:cubicBezTo>
                  <a:pt x="800" y="296"/>
                  <a:pt x="717" y="258"/>
                  <a:pt x="625" y="258"/>
                </a:cubicBezTo>
                <a:cubicBezTo>
                  <a:pt x="533" y="258"/>
                  <a:pt x="449" y="296"/>
                  <a:pt x="389" y="356"/>
                </a:cubicBezTo>
                <a:cubicBezTo>
                  <a:pt x="355" y="389"/>
                  <a:pt x="309" y="410"/>
                  <a:pt x="258" y="410"/>
                </a:cubicBezTo>
                <a:cubicBezTo>
                  <a:pt x="207" y="410"/>
                  <a:pt x="161" y="389"/>
                  <a:pt x="127" y="356"/>
                </a:cubicBezTo>
                <a:cubicBezTo>
                  <a:pt x="114" y="342"/>
                  <a:pt x="95" y="333"/>
                  <a:pt x="74" y="333"/>
                </a:cubicBezTo>
                <a:cubicBezTo>
                  <a:pt x="33" y="333"/>
                  <a:pt x="0" y="367"/>
                  <a:pt x="0" y="407"/>
                </a:cubicBezTo>
                <a:cubicBezTo>
                  <a:pt x="0" y="428"/>
                  <a:pt x="8" y="447"/>
                  <a:pt x="22" y="461"/>
                </a:cubicBezTo>
                <a:close/>
                <a:moveTo>
                  <a:pt x="1489" y="905"/>
                </a:moveTo>
                <a:lnTo>
                  <a:pt x="1489" y="905"/>
                </a:lnTo>
                <a:cubicBezTo>
                  <a:pt x="1503" y="919"/>
                  <a:pt x="1521" y="927"/>
                  <a:pt x="1542" y="927"/>
                </a:cubicBezTo>
                <a:cubicBezTo>
                  <a:pt x="1582" y="927"/>
                  <a:pt x="1615" y="894"/>
                  <a:pt x="1615" y="853"/>
                </a:cubicBezTo>
                <a:cubicBezTo>
                  <a:pt x="1615" y="831"/>
                  <a:pt x="1606" y="812"/>
                  <a:pt x="1590" y="798"/>
                </a:cubicBezTo>
                <a:cubicBezTo>
                  <a:pt x="1531" y="739"/>
                  <a:pt x="1449" y="703"/>
                  <a:pt x="1358" y="703"/>
                </a:cubicBezTo>
                <a:cubicBezTo>
                  <a:pt x="1266" y="703"/>
                  <a:pt x="1183" y="740"/>
                  <a:pt x="1122" y="801"/>
                </a:cubicBezTo>
                <a:lnTo>
                  <a:pt x="1227" y="905"/>
                </a:lnTo>
                <a:cubicBezTo>
                  <a:pt x="1261" y="872"/>
                  <a:pt x="1307" y="851"/>
                  <a:pt x="1358" y="851"/>
                </a:cubicBezTo>
                <a:cubicBezTo>
                  <a:pt x="1409" y="851"/>
                  <a:pt x="1456" y="872"/>
                  <a:pt x="1489" y="905"/>
                </a:cubicBezTo>
                <a:close/>
                <a:moveTo>
                  <a:pt x="22" y="905"/>
                </a:moveTo>
                <a:lnTo>
                  <a:pt x="22" y="905"/>
                </a:lnTo>
                <a:cubicBezTo>
                  <a:pt x="83" y="966"/>
                  <a:pt x="166" y="1003"/>
                  <a:pt x="258" y="1003"/>
                </a:cubicBezTo>
                <a:cubicBezTo>
                  <a:pt x="350" y="1003"/>
                  <a:pt x="433" y="966"/>
                  <a:pt x="494" y="905"/>
                </a:cubicBezTo>
                <a:cubicBezTo>
                  <a:pt x="527" y="872"/>
                  <a:pt x="574" y="851"/>
                  <a:pt x="625" y="851"/>
                </a:cubicBezTo>
                <a:cubicBezTo>
                  <a:pt x="676" y="851"/>
                  <a:pt x="722" y="872"/>
                  <a:pt x="756" y="905"/>
                </a:cubicBezTo>
                <a:cubicBezTo>
                  <a:pt x="816" y="966"/>
                  <a:pt x="899" y="1003"/>
                  <a:pt x="991" y="1003"/>
                </a:cubicBezTo>
                <a:cubicBezTo>
                  <a:pt x="1083" y="1003"/>
                  <a:pt x="1167" y="966"/>
                  <a:pt x="1227" y="905"/>
                </a:cubicBezTo>
                <a:lnTo>
                  <a:pt x="1122" y="801"/>
                </a:lnTo>
                <a:cubicBezTo>
                  <a:pt x="1089" y="834"/>
                  <a:pt x="1042" y="855"/>
                  <a:pt x="991" y="855"/>
                </a:cubicBezTo>
                <a:cubicBezTo>
                  <a:pt x="939" y="855"/>
                  <a:pt x="894" y="834"/>
                  <a:pt x="860" y="801"/>
                </a:cubicBezTo>
                <a:cubicBezTo>
                  <a:pt x="800" y="740"/>
                  <a:pt x="717" y="703"/>
                  <a:pt x="625" y="703"/>
                </a:cubicBezTo>
                <a:cubicBezTo>
                  <a:pt x="533" y="703"/>
                  <a:pt x="449" y="740"/>
                  <a:pt x="389" y="801"/>
                </a:cubicBezTo>
                <a:cubicBezTo>
                  <a:pt x="355" y="834"/>
                  <a:pt x="309" y="855"/>
                  <a:pt x="258" y="855"/>
                </a:cubicBezTo>
                <a:cubicBezTo>
                  <a:pt x="207" y="855"/>
                  <a:pt x="161" y="834"/>
                  <a:pt x="127" y="801"/>
                </a:cubicBezTo>
                <a:cubicBezTo>
                  <a:pt x="114" y="787"/>
                  <a:pt x="95" y="778"/>
                  <a:pt x="74" y="778"/>
                </a:cubicBezTo>
                <a:cubicBezTo>
                  <a:pt x="33" y="778"/>
                  <a:pt x="0" y="811"/>
                  <a:pt x="0" y="852"/>
                </a:cubicBezTo>
                <a:cubicBezTo>
                  <a:pt x="0" y="873"/>
                  <a:pt x="8" y="892"/>
                  <a:pt x="22" y="905"/>
                </a:cubicBezTo>
                <a:close/>
                <a:moveTo>
                  <a:pt x="258" y="1446"/>
                </a:moveTo>
                <a:cubicBezTo>
                  <a:pt x="350" y="1446"/>
                  <a:pt x="433" y="1409"/>
                  <a:pt x="494" y="1349"/>
                </a:cubicBezTo>
                <a:cubicBezTo>
                  <a:pt x="527" y="1315"/>
                  <a:pt x="574" y="1295"/>
                  <a:pt x="625" y="1295"/>
                </a:cubicBezTo>
                <a:cubicBezTo>
                  <a:pt x="676" y="1295"/>
                  <a:pt x="722" y="1315"/>
                  <a:pt x="756" y="1349"/>
                </a:cubicBezTo>
                <a:cubicBezTo>
                  <a:pt x="816" y="1409"/>
                  <a:pt x="899" y="1446"/>
                  <a:pt x="991" y="1446"/>
                </a:cubicBezTo>
                <a:cubicBezTo>
                  <a:pt x="1083" y="1446"/>
                  <a:pt x="1167" y="1409"/>
                  <a:pt x="1227" y="1349"/>
                </a:cubicBezTo>
                <a:cubicBezTo>
                  <a:pt x="1261" y="1315"/>
                  <a:pt x="1307" y="1295"/>
                  <a:pt x="1358" y="1295"/>
                </a:cubicBezTo>
                <a:cubicBezTo>
                  <a:pt x="1409" y="1295"/>
                  <a:pt x="1456" y="1315"/>
                  <a:pt x="1489" y="1349"/>
                </a:cubicBezTo>
                <a:cubicBezTo>
                  <a:pt x="1503" y="1362"/>
                  <a:pt x="1521" y="1371"/>
                  <a:pt x="1542" y="1371"/>
                </a:cubicBezTo>
                <a:cubicBezTo>
                  <a:pt x="1582" y="1371"/>
                  <a:pt x="1615" y="1338"/>
                  <a:pt x="1615" y="1297"/>
                </a:cubicBezTo>
                <a:cubicBezTo>
                  <a:pt x="1615" y="1275"/>
                  <a:pt x="1605" y="1255"/>
                  <a:pt x="1590" y="1241"/>
                </a:cubicBezTo>
                <a:cubicBezTo>
                  <a:pt x="1531" y="1183"/>
                  <a:pt x="1449" y="1146"/>
                  <a:pt x="1358" y="1146"/>
                </a:cubicBezTo>
                <a:cubicBezTo>
                  <a:pt x="1266" y="1146"/>
                  <a:pt x="1183" y="1184"/>
                  <a:pt x="1122" y="1244"/>
                </a:cubicBezTo>
                <a:cubicBezTo>
                  <a:pt x="1089" y="1278"/>
                  <a:pt x="1042" y="1298"/>
                  <a:pt x="991" y="1298"/>
                </a:cubicBezTo>
                <a:cubicBezTo>
                  <a:pt x="939" y="1298"/>
                  <a:pt x="894" y="1278"/>
                  <a:pt x="860" y="1244"/>
                </a:cubicBezTo>
                <a:cubicBezTo>
                  <a:pt x="800" y="1184"/>
                  <a:pt x="717" y="1146"/>
                  <a:pt x="625" y="1146"/>
                </a:cubicBezTo>
                <a:cubicBezTo>
                  <a:pt x="533" y="1146"/>
                  <a:pt x="449" y="1184"/>
                  <a:pt x="389" y="1244"/>
                </a:cubicBezTo>
                <a:cubicBezTo>
                  <a:pt x="355" y="1278"/>
                  <a:pt x="309" y="1298"/>
                  <a:pt x="258" y="1298"/>
                </a:cubicBezTo>
                <a:cubicBezTo>
                  <a:pt x="207" y="1298"/>
                  <a:pt x="161" y="1278"/>
                  <a:pt x="127" y="1244"/>
                </a:cubicBezTo>
                <a:cubicBezTo>
                  <a:pt x="114" y="1230"/>
                  <a:pt x="95" y="1221"/>
                  <a:pt x="74" y="1221"/>
                </a:cubicBezTo>
                <a:cubicBezTo>
                  <a:pt x="33" y="1221"/>
                  <a:pt x="0" y="1255"/>
                  <a:pt x="0" y="1296"/>
                </a:cubicBezTo>
                <a:cubicBezTo>
                  <a:pt x="0" y="1316"/>
                  <a:pt x="8" y="1335"/>
                  <a:pt x="22" y="1349"/>
                </a:cubicBezTo>
                <a:cubicBezTo>
                  <a:pt x="83" y="1409"/>
                  <a:pt x="166" y="1446"/>
                  <a:pt x="258" y="1446"/>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84" name="Freeform 25">
            <a:extLst>
              <a:ext uri="{FF2B5EF4-FFF2-40B4-BE49-F238E27FC236}">
                <a16:creationId xmlns:a16="http://schemas.microsoft.com/office/drawing/2014/main" id="{EEC206D6-C2C5-6041-BD45-B0B64E02F682}"/>
              </a:ext>
            </a:extLst>
          </p:cNvPr>
          <p:cNvSpPr>
            <a:spLocks noChangeAspect="1" noChangeArrowheads="1"/>
          </p:cNvSpPr>
          <p:nvPr/>
        </p:nvSpPr>
        <p:spPr bwMode="auto">
          <a:xfrm>
            <a:off x="3903437" y="5020942"/>
            <a:ext cx="364787" cy="435825"/>
          </a:xfrm>
          <a:custGeom>
            <a:avLst/>
            <a:gdLst>
              <a:gd name="T0" fmla="*/ 290169 w 2588"/>
              <a:gd name="T1" fmla="*/ 264163 h 3084"/>
              <a:gd name="T2" fmla="*/ 251153 w 2588"/>
              <a:gd name="T3" fmla="*/ 222724 h 3084"/>
              <a:gd name="T4" fmla="*/ 214122 w 2588"/>
              <a:gd name="T5" fmla="*/ 246070 h 3084"/>
              <a:gd name="T6" fmla="*/ 174405 w 2588"/>
              <a:gd name="T7" fmla="*/ 170895 h 3084"/>
              <a:gd name="T8" fmla="*/ 151276 w 2588"/>
              <a:gd name="T9" fmla="*/ 109961 h 3084"/>
              <a:gd name="T10" fmla="*/ 198703 w 2588"/>
              <a:gd name="T11" fmla="*/ 99105 h 3084"/>
              <a:gd name="T12" fmla="*/ 191811 w 2588"/>
              <a:gd name="T13" fmla="*/ 45992 h 3084"/>
              <a:gd name="T14" fmla="*/ 145318 w 2588"/>
              <a:gd name="T15" fmla="*/ 584 h 3084"/>
              <a:gd name="T16" fmla="*/ 101863 w 2588"/>
              <a:gd name="T17" fmla="*/ 19961 h 3084"/>
              <a:gd name="T18" fmla="*/ 55254 w 2588"/>
              <a:gd name="T19" fmla="*/ 80428 h 3084"/>
              <a:gd name="T20" fmla="*/ 94270 w 2588"/>
              <a:gd name="T21" fmla="*/ 207899 h 3084"/>
              <a:gd name="T22" fmla="*/ 141113 w 2588"/>
              <a:gd name="T23" fmla="*/ 298132 h 3084"/>
              <a:gd name="T24" fmla="*/ 113311 w 2588"/>
              <a:gd name="T25" fmla="*/ 307121 h 3084"/>
              <a:gd name="T26" fmla="*/ 92635 w 2588"/>
              <a:gd name="T27" fmla="*/ 311790 h 3084"/>
              <a:gd name="T28" fmla="*/ 74879 w 2588"/>
              <a:gd name="T29" fmla="*/ 300467 h 3084"/>
              <a:gd name="T30" fmla="*/ 42754 w 2588"/>
              <a:gd name="T31" fmla="*/ 280156 h 3084"/>
              <a:gd name="T32" fmla="*/ 6191 w 2588"/>
              <a:gd name="T33" fmla="*/ 288093 h 3084"/>
              <a:gd name="T34" fmla="*/ 935 w 2588"/>
              <a:gd name="T35" fmla="*/ 295681 h 3084"/>
              <a:gd name="T36" fmla="*/ 9929 w 2588"/>
              <a:gd name="T37" fmla="*/ 308405 h 3084"/>
              <a:gd name="T38" fmla="*/ 18340 w 2588"/>
              <a:gd name="T39" fmla="*/ 306537 h 3084"/>
              <a:gd name="T40" fmla="*/ 18340 w 2588"/>
              <a:gd name="T41" fmla="*/ 306537 h 3084"/>
              <a:gd name="T42" fmla="*/ 38899 w 2588"/>
              <a:gd name="T43" fmla="*/ 301868 h 3084"/>
              <a:gd name="T44" fmla="*/ 56772 w 2588"/>
              <a:gd name="T45" fmla="*/ 313191 h 3084"/>
              <a:gd name="T46" fmla="*/ 88896 w 2588"/>
              <a:gd name="T47" fmla="*/ 333502 h 3084"/>
              <a:gd name="T48" fmla="*/ 126044 w 2588"/>
              <a:gd name="T49" fmla="*/ 325214 h 3084"/>
              <a:gd name="T50" fmla="*/ 146603 w 2588"/>
              <a:gd name="T51" fmla="*/ 320545 h 3084"/>
              <a:gd name="T52" fmla="*/ 162490 w 2588"/>
              <a:gd name="T53" fmla="*/ 329533 h 3084"/>
              <a:gd name="T54" fmla="*/ 172536 w 2588"/>
              <a:gd name="T55" fmla="*/ 342023 h 3084"/>
              <a:gd name="T56" fmla="*/ 251620 w 2588"/>
              <a:gd name="T57" fmla="*/ 348560 h 3084"/>
              <a:gd name="T58" fmla="*/ 292622 w 2588"/>
              <a:gd name="T59" fmla="*/ 329300 h 3084"/>
              <a:gd name="T60" fmla="*/ 292622 w 2588"/>
              <a:gd name="T61" fmla="*/ 329300 h 3084"/>
              <a:gd name="T62" fmla="*/ 292973 w 2588"/>
              <a:gd name="T63" fmla="*/ 329183 h 3084"/>
              <a:gd name="T64" fmla="*/ 290169 w 2588"/>
              <a:gd name="T65" fmla="*/ 264163 h 3084"/>
              <a:gd name="T66" fmla="*/ 276268 w 2588"/>
              <a:gd name="T67" fmla="*/ 311440 h 3084"/>
              <a:gd name="T68" fmla="*/ 244144 w 2588"/>
              <a:gd name="T69" fmla="*/ 330117 h 3084"/>
              <a:gd name="T70" fmla="*/ 186554 w 2588"/>
              <a:gd name="T71" fmla="*/ 323696 h 3084"/>
              <a:gd name="T72" fmla="*/ 111909 w 2588"/>
              <a:gd name="T73" fmla="*/ 198210 h 3084"/>
              <a:gd name="T74" fmla="*/ 76981 w 2588"/>
              <a:gd name="T75" fmla="*/ 80778 h 3084"/>
              <a:gd name="T76" fmla="*/ 110274 w 2588"/>
              <a:gd name="T77" fmla="*/ 37121 h 3084"/>
              <a:gd name="T78" fmla="*/ 144267 w 2588"/>
              <a:gd name="T79" fmla="*/ 21012 h 3084"/>
              <a:gd name="T80" fmla="*/ 167864 w 2588"/>
              <a:gd name="T81" fmla="*/ 41323 h 3084"/>
              <a:gd name="T82" fmla="*/ 185970 w 2588"/>
              <a:gd name="T83" fmla="*/ 76576 h 3084"/>
              <a:gd name="T84" fmla="*/ 145785 w 2588"/>
              <a:gd name="T85" fmla="*/ 91401 h 3084"/>
              <a:gd name="T86" fmla="*/ 130833 w 2588"/>
              <a:gd name="T87" fmla="*/ 112412 h 3084"/>
              <a:gd name="T88" fmla="*/ 132819 w 2588"/>
              <a:gd name="T89" fmla="*/ 118366 h 3084"/>
              <a:gd name="T90" fmla="*/ 157117 w 2588"/>
              <a:gd name="T91" fmla="*/ 180233 h 3084"/>
              <a:gd name="T92" fmla="*/ 196250 w 2588"/>
              <a:gd name="T93" fmla="*/ 254358 h 3084"/>
              <a:gd name="T94" fmla="*/ 199521 w 2588"/>
              <a:gd name="T95" fmla="*/ 259961 h 3084"/>
              <a:gd name="T96" fmla="*/ 227439 w 2588"/>
              <a:gd name="T97" fmla="*/ 264163 h 3084"/>
              <a:gd name="T98" fmla="*/ 263068 w 2588"/>
              <a:gd name="T99" fmla="*/ 252957 h 3084"/>
              <a:gd name="T100" fmla="*/ 276619 w 2588"/>
              <a:gd name="T101" fmla="*/ 288210 h 3084"/>
              <a:gd name="T102" fmla="*/ 276268 w 2588"/>
              <a:gd name="T103" fmla="*/ 311440 h 308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588" h="3084">
                <a:moveTo>
                  <a:pt x="2484" y="2263"/>
                </a:moveTo>
                <a:cubicBezTo>
                  <a:pt x="2345" y="1901"/>
                  <a:pt x="2197" y="1895"/>
                  <a:pt x="2150" y="1908"/>
                </a:cubicBezTo>
                <a:cubicBezTo>
                  <a:pt x="2102" y="1921"/>
                  <a:pt x="1833" y="2108"/>
                  <a:pt x="1833" y="2108"/>
                </a:cubicBezTo>
                <a:cubicBezTo>
                  <a:pt x="1729" y="1938"/>
                  <a:pt x="1609" y="1721"/>
                  <a:pt x="1493" y="1464"/>
                </a:cubicBezTo>
                <a:cubicBezTo>
                  <a:pt x="1400" y="1257"/>
                  <a:pt x="1267" y="972"/>
                  <a:pt x="1295" y="942"/>
                </a:cubicBezTo>
                <a:cubicBezTo>
                  <a:pt x="1323" y="913"/>
                  <a:pt x="1660" y="876"/>
                  <a:pt x="1701" y="849"/>
                </a:cubicBezTo>
                <a:cubicBezTo>
                  <a:pt x="1742" y="822"/>
                  <a:pt x="1820" y="738"/>
                  <a:pt x="1642" y="394"/>
                </a:cubicBezTo>
                <a:cubicBezTo>
                  <a:pt x="1509" y="136"/>
                  <a:pt x="1308" y="9"/>
                  <a:pt x="1244" y="5"/>
                </a:cubicBezTo>
                <a:cubicBezTo>
                  <a:pt x="1179" y="0"/>
                  <a:pt x="1078" y="32"/>
                  <a:pt x="872" y="171"/>
                </a:cubicBezTo>
                <a:cubicBezTo>
                  <a:pt x="666" y="310"/>
                  <a:pt x="462" y="569"/>
                  <a:pt x="473" y="689"/>
                </a:cubicBezTo>
                <a:cubicBezTo>
                  <a:pt x="484" y="809"/>
                  <a:pt x="461" y="1008"/>
                  <a:pt x="807" y="1781"/>
                </a:cubicBezTo>
                <a:cubicBezTo>
                  <a:pt x="964" y="2130"/>
                  <a:pt x="1099" y="2378"/>
                  <a:pt x="1208" y="2554"/>
                </a:cubicBezTo>
                <a:cubicBezTo>
                  <a:pt x="1121" y="2555"/>
                  <a:pt x="1038" y="2583"/>
                  <a:pt x="970" y="2631"/>
                </a:cubicBezTo>
                <a:cubicBezTo>
                  <a:pt x="920" y="2666"/>
                  <a:pt x="858" y="2682"/>
                  <a:pt x="793" y="2671"/>
                </a:cubicBezTo>
                <a:cubicBezTo>
                  <a:pt x="729" y="2660"/>
                  <a:pt x="675" y="2624"/>
                  <a:pt x="641" y="2574"/>
                </a:cubicBezTo>
                <a:cubicBezTo>
                  <a:pt x="578" y="2485"/>
                  <a:pt x="481" y="2420"/>
                  <a:pt x="366" y="2400"/>
                </a:cubicBezTo>
                <a:cubicBezTo>
                  <a:pt x="252" y="2380"/>
                  <a:pt x="141" y="2407"/>
                  <a:pt x="53" y="2468"/>
                </a:cubicBezTo>
                <a:cubicBezTo>
                  <a:pt x="30" y="2482"/>
                  <a:pt x="13" y="2505"/>
                  <a:pt x="8" y="2533"/>
                </a:cubicBezTo>
                <a:cubicBezTo>
                  <a:pt x="0" y="2584"/>
                  <a:pt x="34" y="2633"/>
                  <a:pt x="85" y="2642"/>
                </a:cubicBezTo>
                <a:cubicBezTo>
                  <a:pt x="111" y="2646"/>
                  <a:pt x="137" y="2640"/>
                  <a:pt x="157" y="2626"/>
                </a:cubicBezTo>
                <a:cubicBezTo>
                  <a:pt x="206" y="2591"/>
                  <a:pt x="269" y="2575"/>
                  <a:pt x="333" y="2586"/>
                </a:cubicBezTo>
                <a:cubicBezTo>
                  <a:pt x="398" y="2597"/>
                  <a:pt x="451" y="2633"/>
                  <a:pt x="486" y="2683"/>
                </a:cubicBezTo>
                <a:cubicBezTo>
                  <a:pt x="549" y="2772"/>
                  <a:pt x="645" y="2837"/>
                  <a:pt x="761" y="2857"/>
                </a:cubicBezTo>
                <a:cubicBezTo>
                  <a:pt x="877" y="2877"/>
                  <a:pt x="990" y="2849"/>
                  <a:pt x="1079" y="2786"/>
                </a:cubicBezTo>
                <a:cubicBezTo>
                  <a:pt x="1128" y="2751"/>
                  <a:pt x="1191" y="2735"/>
                  <a:pt x="1255" y="2746"/>
                </a:cubicBezTo>
                <a:cubicBezTo>
                  <a:pt x="1310" y="2756"/>
                  <a:pt x="1357" y="2784"/>
                  <a:pt x="1391" y="2823"/>
                </a:cubicBezTo>
                <a:cubicBezTo>
                  <a:pt x="1428" y="2872"/>
                  <a:pt x="1457" y="2906"/>
                  <a:pt x="1477" y="2930"/>
                </a:cubicBezTo>
                <a:cubicBezTo>
                  <a:pt x="1560" y="3031"/>
                  <a:pt x="1869" y="3083"/>
                  <a:pt x="2154" y="2986"/>
                </a:cubicBezTo>
                <a:cubicBezTo>
                  <a:pt x="2455" y="2885"/>
                  <a:pt x="2505" y="2821"/>
                  <a:pt x="2505" y="2821"/>
                </a:cubicBezTo>
                <a:cubicBezTo>
                  <a:pt x="2506" y="2821"/>
                  <a:pt x="2508" y="2821"/>
                  <a:pt x="2508" y="2820"/>
                </a:cubicBezTo>
                <a:cubicBezTo>
                  <a:pt x="2555" y="2773"/>
                  <a:pt x="2587" y="2533"/>
                  <a:pt x="2484" y="2263"/>
                </a:cubicBezTo>
                <a:close/>
                <a:moveTo>
                  <a:pt x="2365" y="2668"/>
                </a:moveTo>
                <a:cubicBezTo>
                  <a:pt x="2348" y="2710"/>
                  <a:pt x="2270" y="2763"/>
                  <a:pt x="2090" y="2828"/>
                </a:cubicBezTo>
                <a:cubicBezTo>
                  <a:pt x="1911" y="2894"/>
                  <a:pt x="1676" y="2864"/>
                  <a:pt x="1597" y="2773"/>
                </a:cubicBezTo>
                <a:cubicBezTo>
                  <a:pt x="1534" y="2703"/>
                  <a:pt x="1262" y="2376"/>
                  <a:pt x="958" y="1698"/>
                </a:cubicBezTo>
                <a:cubicBezTo>
                  <a:pt x="654" y="1020"/>
                  <a:pt x="655" y="752"/>
                  <a:pt x="659" y="692"/>
                </a:cubicBezTo>
                <a:cubicBezTo>
                  <a:pt x="663" y="631"/>
                  <a:pt x="813" y="418"/>
                  <a:pt x="944" y="318"/>
                </a:cubicBezTo>
                <a:cubicBezTo>
                  <a:pt x="1061" y="228"/>
                  <a:pt x="1160" y="180"/>
                  <a:pt x="1235" y="180"/>
                </a:cubicBezTo>
                <a:cubicBezTo>
                  <a:pt x="1297" y="180"/>
                  <a:pt x="1362" y="247"/>
                  <a:pt x="1437" y="354"/>
                </a:cubicBezTo>
                <a:cubicBezTo>
                  <a:pt x="1490" y="430"/>
                  <a:pt x="1549" y="560"/>
                  <a:pt x="1592" y="656"/>
                </a:cubicBezTo>
                <a:cubicBezTo>
                  <a:pt x="1630" y="743"/>
                  <a:pt x="1451" y="737"/>
                  <a:pt x="1248" y="783"/>
                </a:cubicBezTo>
                <a:cubicBezTo>
                  <a:pt x="1066" y="824"/>
                  <a:pt x="1120" y="963"/>
                  <a:pt x="1120" y="963"/>
                </a:cubicBezTo>
                <a:lnTo>
                  <a:pt x="1137" y="1014"/>
                </a:lnTo>
                <a:cubicBezTo>
                  <a:pt x="1186" y="1159"/>
                  <a:pt x="1252" y="1337"/>
                  <a:pt x="1345" y="1544"/>
                </a:cubicBezTo>
                <a:cubicBezTo>
                  <a:pt x="1459" y="1802"/>
                  <a:pt x="1580" y="2009"/>
                  <a:pt x="1680" y="2179"/>
                </a:cubicBezTo>
                <a:lnTo>
                  <a:pt x="1708" y="2227"/>
                </a:lnTo>
                <a:cubicBezTo>
                  <a:pt x="1708" y="2227"/>
                  <a:pt x="1797" y="2374"/>
                  <a:pt x="1947" y="2263"/>
                </a:cubicBezTo>
                <a:cubicBezTo>
                  <a:pt x="2173" y="2096"/>
                  <a:pt x="2200" y="2088"/>
                  <a:pt x="2252" y="2167"/>
                </a:cubicBezTo>
                <a:cubicBezTo>
                  <a:pt x="2307" y="2251"/>
                  <a:pt x="2355" y="2374"/>
                  <a:pt x="2368" y="2469"/>
                </a:cubicBezTo>
                <a:cubicBezTo>
                  <a:pt x="2387" y="2596"/>
                  <a:pt x="2383" y="2625"/>
                  <a:pt x="2365" y="266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85" name="Freeform 5">
            <a:extLst>
              <a:ext uri="{FF2B5EF4-FFF2-40B4-BE49-F238E27FC236}">
                <a16:creationId xmlns:a16="http://schemas.microsoft.com/office/drawing/2014/main" id="{91DCC5F8-583C-2443-ABB3-015A9B63EFC3}"/>
              </a:ext>
            </a:extLst>
          </p:cNvPr>
          <p:cNvSpPr>
            <a:spLocks noChangeAspect="1" noChangeArrowheads="1"/>
          </p:cNvSpPr>
          <p:nvPr/>
        </p:nvSpPr>
        <p:spPr bwMode="auto">
          <a:xfrm>
            <a:off x="4611893" y="5020942"/>
            <a:ext cx="383987" cy="435825"/>
          </a:xfrm>
          <a:custGeom>
            <a:avLst/>
            <a:gdLst>
              <a:gd name="T0" fmla="*/ 301624 w 2600"/>
              <a:gd name="T1" fmla="*/ 71681 h 2938"/>
              <a:gd name="T2" fmla="*/ 301378 w 2600"/>
              <a:gd name="T3" fmla="*/ 58693 h 2938"/>
              <a:gd name="T4" fmla="*/ 265439 w 2600"/>
              <a:gd name="T5" fmla="*/ 81852 h 2938"/>
              <a:gd name="T6" fmla="*/ 168659 w 2600"/>
              <a:gd name="T7" fmla="*/ 18380 h 2938"/>
              <a:gd name="T8" fmla="*/ 200919 w 2600"/>
              <a:gd name="T9" fmla="*/ 9435 h 2938"/>
              <a:gd name="T10" fmla="*/ 191842 w 2600"/>
              <a:gd name="T11" fmla="*/ 0 h 2938"/>
              <a:gd name="T12" fmla="*/ 159460 w 2600"/>
              <a:gd name="T13" fmla="*/ 0 h 2938"/>
              <a:gd name="T14" fmla="*/ 118123 w 2600"/>
              <a:gd name="T15" fmla="*/ 9067 h 2938"/>
              <a:gd name="T16" fmla="*/ 127200 w 2600"/>
              <a:gd name="T17" fmla="*/ 18380 h 2938"/>
              <a:gd name="T18" fmla="*/ 150383 w 2600"/>
              <a:gd name="T19" fmla="*/ 41661 h 2938"/>
              <a:gd name="T20" fmla="*/ 30420 w 2600"/>
              <a:gd name="T21" fmla="*/ 58693 h 2938"/>
              <a:gd name="T22" fmla="*/ 17418 w 2600"/>
              <a:gd name="T23" fmla="*/ 58938 h 2938"/>
              <a:gd name="T24" fmla="*/ 40478 w 2600"/>
              <a:gd name="T25" fmla="*/ 94717 h 2938"/>
              <a:gd name="T26" fmla="*/ 159460 w 2600"/>
              <a:gd name="T27" fmla="*/ 359877 h 2938"/>
              <a:gd name="T28" fmla="*/ 278441 w 2600"/>
              <a:gd name="T29" fmla="*/ 94840 h 2938"/>
              <a:gd name="T30" fmla="*/ 18399 w 2600"/>
              <a:gd name="T31" fmla="*/ 200585 h 2938"/>
              <a:gd name="T32" fmla="*/ 53603 w 2600"/>
              <a:gd name="T33" fmla="*/ 107828 h 2938"/>
              <a:gd name="T34" fmla="*/ 66482 w 2600"/>
              <a:gd name="T35" fmla="*/ 94717 h 2938"/>
              <a:gd name="T36" fmla="*/ 150383 w 2600"/>
              <a:gd name="T37" fmla="*/ 60041 h 2938"/>
              <a:gd name="T38" fmla="*/ 157252 w 2600"/>
              <a:gd name="T39" fmla="*/ 59796 h 2938"/>
              <a:gd name="T40" fmla="*/ 159950 w 2600"/>
              <a:gd name="T41" fmla="*/ 59796 h 2938"/>
              <a:gd name="T42" fmla="*/ 162649 w 2600"/>
              <a:gd name="T43" fmla="*/ 59796 h 2938"/>
              <a:gd name="T44" fmla="*/ 164734 w 2600"/>
              <a:gd name="T45" fmla="*/ 59918 h 2938"/>
              <a:gd name="T46" fmla="*/ 300397 w 2600"/>
              <a:gd name="T47" fmla="*/ 200585 h 2938"/>
              <a:gd name="T48" fmla="*/ 159460 w 2600"/>
              <a:gd name="T49" fmla="*/ 74745 h 2938"/>
              <a:gd name="T50" fmla="*/ 159460 w 2600"/>
              <a:gd name="T51" fmla="*/ 326671 h 2938"/>
              <a:gd name="T52" fmla="*/ 159460 w 2600"/>
              <a:gd name="T53" fmla="*/ 74745 h 2938"/>
              <a:gd name="T54" fmla="*/ 51763 w 2600"/>
              <a:gd name="T55" fmla="*/ 200585 h 2938"/>
              <a:gd name="T56" fmla="*/ 267156 w 2600"/>
              <a:gd name="T57" fmla="*/ 200585 h 2938"/>
              <a:gd name="T58" fmla="*/ 238821 w 2600"/>
              <a:gd name="T59" fmla="*/ 169952 h 2938"/>
              <a:gd name="T60" fmla="*/ 206439 w 2600"/>
              <a:gd name="T61" fmla="*/ 164316 h 2938"/>
              <a:gd name="T62" fmla="*/ 176877 w 2600"/>
              <a:gd name="T63" fmla="*/ 192743 h 2938"/>
              <a:gd name="T64" fmla="*/ 163262 w 2600"/>
              <a:gd name="T65" fmla="*/ 192376 h 2938"/>
              <a:gd name="T66" fmla="*/ 150996 w 2600"/>
              <a:gd name="T67" fmla="*/ 204139 h 2938"/>
              <a:gd name="T68" fmla="*/ 156025 w 2600"/>
              <a:gd name="T69" fmla="*/ 209285 h 2938"/>
              <a:gd name="T70" fmla="*/ 203372 w 2600"/>
              <a:gd name="T71" fmla="*/ 190660 h 2938"/>
              <a:gd name="T72" fmla="*/ 226678 w 2600"/>
              <a:gd name="T73" fmla="*/ 181593 h 2938"/>
              <a:gd name="T74" fmla="*/ 233669 w 2600"/>
              <a:gd name="T75" fmla="*/ 181715 h 29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600" h="2938">
                <a:moveTo>
                  <a:pt x="2270" y="774"/>
                </a:moveTo>
                <a:lnTo>
                  <a:pt x="2459" y="585"/>
                </a:lnTo>
                <a:cubicBezTo>
                  <a:pt x="2488" y="556"/>
                  <a:pt x="2488" y="510"/>
                  <a:pt x="2459" y="481"/>
                </a:cubicBezTo>
                <a:lnTo>
                  <a:pt x="2457" y="479"/>
                </a:lnTo>
                <a:cubicBezTo>
                  <a:pt x="2428" y="450"/>
                  <a:pt x="2382" y="450"/>
                  <a:pt x="2353" y="479"/>
                </a:cubicBezTo>
                <a:lnTo>
                  <a:pt x="2164" y="668"/>
                </a:lnTo>
                <a:cubicBezTo>
                  <a:pt x="1952" y="479"/>
                  <a:pt x="1677" y="358"/>
                  <a:pt x="1375" y="340"/>
                </a:cubicBezTo>
                <a:lnTo>
                  <a:pt x="1375" y="150"/>
                </a:lnTo>
                <a:lnTo>
                  <a:pt x="1564" y="150"/>
                </a:lnTo>
                <a:cubicBezTo>
                  <a:pt x="1605" y="150"/>
                  <a:pt x="1638" y="117"/>
                  <a:pt x="1638" y="77"/>
                </a:cubicBezTo>
                <a:lnTo>
                  <a:pt x="1638" y="74"/>
                </a:lnTo>
                <a:cubicBezTo>
                  <a:pt x="1638" y="33"/>
                  <a:pt x="1605" y="0"/>
                  <a:pt x="1564" y="0"/>
                </a:cubicBezTo>
                <a:lnTo>
                  <a:pt x="1301" y="0"/>
                </a:lnTo>
                <a:lnTo>
                  <a:pt x="1300" y="0"/>
                </a:lnTo>
                <a:lnTo>
                  <a:pt x="1037" y="0"/>
                </a:lnTo>
                <a:cubicBezTo>
                  <a:pt x="996" y="0"/>
                  <a:pt x="963" y="33"/>
                  <a:pt x="963" y="74"/>
                </a:cubicBezTo>
                <a:lnTo>
                  <a:pt x="963" y="77"/>
                </a:lnTo>
                <a:cubicBezTo>
                  <a:pt x="963" y="117"/>
                  <a:pt x="996" y="150"/>
                  <a:pt x="1037" y="150"/>
                </a:cubicBezTo>
                <a:lnTo>
                  <a:pt x="1226" y="150"/>
                </a:lnTo>
                <a:lnTo>
                  <a:pt x="1226" y="340"/>
                </a:lnTo>
                <a:cubicBezTo>
                  <a:pt x="923" y="357"/>
                  <a:pt x="648" y="478"/>
                  <a:pt x="436" y="667"/>
                </a:cubicBezTo>
                <a:lnTo>
                  <a:pt x="248" y="479"/>
                </a:lnTo>
                <a:cubicBezTo>
                  <a:pt x="219" y="450"/>
                  <a:pt x="173" y="450"/>
                  <a:pt x="144" y="479"/>
                </a:cubicBezTo>
                <a:lnTo>
                  <a:pt x="142" y="481"/>
                </a:lnTo>
                <a:cubicBezTo>
                  <a:pt x="113" y="510"/>
                  <a:pt x="113" y="556"/>
                  <a:pt x="142" y="585"/>
                </a:cubicBezTo>
                <a:lnTo>
                  <a:pt x="330" y="773"/>
                </a:lnTo>
                <a:cubicBezTo>
                  <a:pt x="125" y="1003"/>
                  <a:pt x="0" y="1306"/>
                  <a:pt x="0" y="1637"/>
                </a:cubicBezTo>
                <a:cubicBezTo>
                  <a:pt x="0" y="2355"/>
                  <a:pt x="582" y="2937"/>
                  <a:pt x="1300" y="2937"/>
                </a:cubicBezTo>
                <a:cubicBezTo>
                  <a:pt x="2017" y="2937"/>
                  <a:pt x="2599" y="2355"/>
                  <a:pt x="2599" y="1637"/>
                </a:cubicBezTo>
                <a:cubicBezTo>
                  <a:pt x="2599" y="1306"/>
                  <a:pt x="2475" y="1004"/>
                  <a:pt x="2270" y="774"/>
                </a:cubicBezTo>
                <a:close/>
                <a:moveTo>
                  <a:pt x="1300" y="2788"/>
                </a:moveTo>
                <a:cubicBezTo>
                  <a:pt x="665" y="2788"/>
                  <a:pt x="150" y="2273"/>
                  <a:pt x="150" y="1637"/>
                </a:cubicBezTo>
                <a:cubicBezTo>
                  <a:pt x="150" y="1347"/>
                  <a:pt x="258" y="1082"/>
                  <a:pt x="436" y="879"/>
                </a:cubicBezTo>
                <a:cubicBezTo>
                  <a:pt x="436" y="879"/>
                  <a:pt x="436" y="879"/>
                  <a:pt x="437" y="880"/>
                </a:cubicBezTo>
                <a:cubicBezTo>
                  <a:pt x="470" y="842"/>
                  <a:pt x="505" y="807"/>
                  <a:pt x="542" y="774"/>
                </a:cubicBezTo>
                <a:cubicBezTo>
                  <a:pt x="542" y="774"/>
                  <a:pt x="542" y="774"/>
                  <a:pt x="542" y="773"/>
                </a:cubicBezTo>
                <a:cubicBezTo>
                  <a:pt x="727" y="611"/>
                  <a:pt x="965" y="507"/>
                  <a:pt x="1226" y="490"/>
                </a:cubicBezTo>
                <a:cubicBezTo>
                  <a:pt x="1245" y="489"/>
                  <a:pt x="1263" y="489"/>
                  <a:pt x="1282" y="488"/>
                </a:cubicBezTo>
                <a:cubicBezTo>
                  <a:pt x="1288" y="488"/>
                  <a:pt x="1295" y="488"/>
                  <a:pt x="1301" y="488"/>
                </a:cubicBezTo>
                <a:cubicBezTo>
                  <a:pt x="1301" y="488"/>
                  <a:pt x="1302" y="488"/>
                  <a:pt x="1304" y="488"/>
                </a:cubicBezTo>
                <a:cubicBezTo>
                  <a:pt x="1308" y="488"/>
                  <a:pt x="1312" y="488"/>
                  <a:pt x="1316" y="488"/>
                </a:cubicBezTo>
                <a:cubicBezTo>
                  <a:pt x="1319" y="488"/>
                  <a:pt x="1322" y="488"/>
                  <a:pt x="1326" y="488"/>
                </a:cubicBezTo>
                <a:cubicBezTo>
                  <a:pt x="1327" y="488"/>
                  <a:pt x="1329" y="488"/>
                  <a:pt x="1331" y="488"/>
                </a:cubicBezTo>
                <a:cubicBezTo>
                  <a:pt x="1335" y="489"/>
                  <a:pt x="1339" y="489"/>
                  <a:pt x="1343" y="489"/>
                </a:cubicBezTo>
                <a:cubicBezTo>
                  <a:pt x="1344" y="489"/>
                  <a:pt x="1344" y="489"/>
                  <a:pt x="1344" y="489"/>
                </a:cubicBezTo>
                <a:cubicBezTo>
                  <a:pt x="1959" y="512"/>
                  <a:pt x="2449" y="1018"/>
                  <a:pt x="2449" y="1637"/>
                </a:cubicBezTo>
                <a:cubicBezTo>
                  <a:pt x="2449" y="2273"/>
                  <a:pt x="1934" y="2788"/>
                  <a:pt x="1300" y="2788"/>
                </a:cubicBezTo>
                <a:close/>
                <a:moveTo>
                  <a:pt x="1300" y="610"/>
                </a:moveTo>
                <a:cubicBezTo>
                  <a:pt x="732" y="610"/>
                  <a:pt x="272" y="1070"/>
                  <a:pt x="272" y="1637"/>
                </a:cubicBezTo>
                <a:cubicBezTo>
                  <a:pt x="272" y="2205"/>
                  <a:pt x="732" y="2666"/>
                  <a:pt x="1300" y="2666"/>
                </a:cubicBezTo>
                <a:cubicBezTo>
                  <a:pt x="1867" y="2666"/>
                  <a:pt x="2328" y="2205"/>
                  <a:pt x="2328" y="1637"/>
                </a:cubicBezTo>
                <a:cubicBezTo>
                  <a:pt x="2328" y="1070"/>
                  <a:pt x="1867" y="610"/>
                  <a:pt x="1300" y="610"/>
                </a:cubicBezTo>
                <a:close/>
                <a:moveTo>
                  <a:pt x="1300" y="2516"/>
                </a:moveTo>
                <a:cubicBezTo>
                  <a:pt x="815" y="2516"/>
                  <a:pt x="422" y="2122"/>
                  <a:pt x="422" y="1637"/>
                </a:cubicBezTo>
                <a:cubicBezTo>
                  <a:pt x="422" y="1153"/>
                  <a:pt x="815" y="760"/>
                  <a:pt x="1300" y="760"/>
                </a:cubicBezTo>
                <a:cubicBezTo>
                  <a:pt x="1784" y="760"/>
                  <a:pt x="2178" y="1153"/>
                  <a:pt x="2178" y="1637"/>
                </a:cubicBezTo>
                <a:cubicBezTo>
                  <a:pt x="2178" y="2122"/>
                  <a:pt x="1784" y="2516"/>
                  <a:pt x="1300" y="2516"/>
                </a:cubicBezTo>
                <a:close/>
                <a:moveTo>
                  <a:pt x="1947" y="1387"/>
                </a:moveTo>
                <a:cubicBezTo>
                  <a:pt x="1939" y="1366"/>
                  <a:pt x="1923" y="1351"/>
                  <a:pt x="1904" y="1344"/>
                </a:cubicBezTo>
                <a:cubicBezTo>
                  <a:pt x="1836" y="1316"/>
                  <a:pt x="1757" y="1312"/>
                  <a:pt x="1683" y="1341"/>
                </a:cubicBezTo>
                <a:cubicBezTo>
                  <a:pt x="1608" y="1371"/>
                  <a:pt x="1551" y="1428"/>
                  <a:pt x="1521" y="1496"/>
                </a:cubicBezTo>
                <a:cubicBezTo>
                  <a:pt x="1506" y="1530"/>
                  <a:pt x="1479" y="1558"/>
                  <a:pt x="1442" y="1573"/>
                </a:cubicBezTo>
                <a:cubicBezTo>
                  <a:pt x="1405" y="1587"/>
                  <a:pt x="1365" y="1585"/>
                  <a:pt x="1331" y="1570"/>
                </a:cubicBezTo>
                <a:cubicBezTo>
                  <a:pt x="1313" y="1562"/>
                  <a:pt x="1293" y="1561"/>
                  <a:pt x="1274" y="1569"/>
                </a:cubicBezTo>
                <a:cubicBezTo>
                  <a:pt x="1235" y="1584"/>
                  <a:pt x="1216" y="1627"/>
                  <a:pt x="1231" y="1666"/>
                </a:cubicBezTo>
                <a:cubicBezTo>
                  <a:pt x="1239" y="1686"/>
                  <a:pt x="1254" y="1700"/>
                  <a:pt x="1272" y="1708"/>
                </a:cubicBezTo>
                <a:cubicBezTo>
                  <a:pt x="1340" y="1738"/>
                  <a:pt x="1421" y="1742"/>
                  <a:pt x="1496" y="1712"/>
                </a:cubicBezTo>
                <a:cubicBezTo>
                  <a:pt x="1572" y="1683"/>
                  <a:pt x="1628" y="1625"/>
                  <a:pt x="1658" y="1556"/>
                </a:cubicBezTo>
                <a:cubicBezTo>
                  <a:pt x="1673" y="1523"/>
                  <a:pt x="1701" y="1494"/>
                  <a:pt x="1738" y="1480"/>
                </a:cubicBezTo>
                <a:cubicBezTo>
                  <a:pt x="1775" y="1465"/>
                  <a:pt x="1814" y="1467"/>
                  <a:pt x="1848" y="1482"/>
                </a:cubicBezTo>
                <a:cubicBezTo>
                  <a:pt x="1865" y="1490"/>
                  <a:pt x="1886" y="1491"/>
                  <a:pt x="1905" y="1483"/>
                </a:cubicBezTo>
                <a:cubicBezTo>
                  <a:pt x="1943" y="1468"/>
                  <a:pt x="1962" y="1425"/>
                  <a:pt x="1947" y="1387"/>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5186" name="Freeform 17">
            <a:extLst>
              <a:ext uri="{FF2B5EF4-FFF2-40B4-BE49-F238E27FC236}">
                <a16:creationId xmlns:a16="http://schemas.microsoft.com/office/drawing/2014/main" id="{269D30CE-8B3C-D643-9B69-160DD72250DE}"/>
              </a:ext>
            </a:extLst>
          </p:cNvPr>
          <p:cNvSpPr>
            <a:spLocks noChangeAspect="1" noChangeArrowheads="1"/>
          </p:cNvSpPr>
          <p:nvPr/>
        </p:nvSpPr>
        <p:spPr bwMode="auto">
          <a:xfrm>
            <a:off x="5339547" y="5020942"/>
            <a:ext cx="456944" cy="435825"/>
          </a:xfrm>
          <a:custGeom>
            <a:avLst/>
            <a:gdLst>
              <a:gd name="T0" fmla="*/ 303276 w 3081"/>
              <a:gd name="T1" fmla="*/ 164872 h 2939"/>
              <a:gd name="T2" fmla="*/ 186037 w 3081"/>
              <a:gd name="T3" fmla="*/ 0 h 2939"/>
              <a:gd name="T4" fmla="*/ 68798 w 3081"/>
              <a:gd name="T5" fmla="*/ 164872 h 2939"/>
              <a:gd name="T6" fmla="*/ 0 w 3081"/>
              <a:gd name="T7" fmla="*/ 290180 h 2939"/>
              <a:gd name="T8" fmla="*/ 10424 w 3081"/>
              <a:gd name="T9" fmla="*/ 304389 h 2939"/>
              <a:gd name="T10" fmla="*/ 93325 w 3081"/>
              <a:gd name="T11" fmla="*/ 350691 h 2939"/>
              <a:gd name="T12" fmla="*/ 171444 w 3081"/>
              <a:gd name="T13" fmla="*/ 247064 h 2939"/>
              <a:gd name="T14" fmla="*/ 200631 w 3081"/>
              <a:gd name="T15" fmla="*/ 247064 h 2939"/>
              <a:gd name="T16" fmla="*/ 278749 w 3081"/>
              <a:gd name="T17" fmla="*/ 350691 h 2939"/>
              <a:gd name="T18" fmla="*/ 361650 w 3081"/>
              <a:gd name="T19" fmla="*/ 304389 h 2939"/>
              <a:gd name="T20" fmla="*/ 103994 w 3081"/>
              <a:gd name="T21" fmla="*/ 331705 h 2939"/>
              <a:gd name="T22" fmla="*/ 21093 w 3081"/>
              <a:gd name="T23" fmla="*/ 285403 h 2939"/>
              <a:gd name="T24" fmla="*/ 153416 w 3081"/>
              <a:gd name="T25" fmla="*/ 243511 h 2939"/>
              <a:gd name="T26" fmla="*/ 191188 w 3081"/>
              <a:gd name="T27" fmla="*/ 230405 h 2939"/>
              <a:gd name="T28" fmla="*/ 180764 w 3081"/>
              <a:gd name="T29" fmla="*/ 230405 h 2939"/>
              <a:gd name="T30" fmla="*/ 87929 w 3081"/>
              <a:gd name="T31" fmla="*/ 166220 h 2939"/>
              <a:gd name="T32" fmla="*/ 79345 w 3081"/>
              <a:gd name="T33" fmla="*/ 123961 h 2939"/>
              <a:gd name="T34" fmla="*/ 292729 w 3081"/>
              <a:gd name="T35" fmla="*/ 123961 h 2939"/>
              <a:gd name="T36" fmla="*/ 284022 w 3081"/>
              <a:gd name="T37" fmla="*/ 166220 h 2939"/>
              <a:gd name="T38" fmla="*/ 191188 w 3081"/>
              <a:gd name="T39" fmla="*/ 230405 h 2939"/>
              <a:gd name="T40" fmla="*/ 268080 w 3081"/>
              <a:gd name="T41" fmla="*/ 331705 h 2939"/>
              <a:gd name="T42" fmla="*/ 294324 w 3081"/>
              <a:gd name="T43" fmla="*/ 184471 h 2939"/>
              <a:gd name="T44" fmla="*/ 288437 w 3081"/>
              <a:gd name="T45" fmla="*/ 270459 h 2939"/>
              <a:gd name="T46" fmla="*/ 180273 w 3081"/>
              <a:gd name="T47" fmla="*/ 148336 h 2939"/>
              <a:gd name="T48" fmla="*/ 184811 w 3081"/>
              <a:gd name="T49" fmla="*/ 127268 h 2939"/>
              <a:gd name="T50" fmla="*/ 174387 w 3081"/>
              <a:gd name="T51" fmla="*/ 147969 h 2939"/>
              <a:gd name="T52" fmla="*/ 186037 w 3081"/>
              <a:gd name="T53" fmla="*/ 35645 h 2939"/>
              <a:gd name="T54" fmla="*/ 186037 w 3081"/>
              <a:gd name="T55" fmla="*/ 212276 h 2939"/>
              <a:gd name="T56" fmla="*/ 145935 w 3081"/>
              <a:gd name="T57" fmla="*/ 74719 h 2939"/>
              <a:gd name="T58" fmla="*/ 147039 w 3081"/>
              <a:gd name="T59" fmla="*/ 100565 h 2939"/>
              <a:gd name="T60" fmla="*/ 145935 w 3081"/>
              <a:gd name="T61" fmla="*/ 74719 h 2939"/>
              <a:gd name="T62" fmla="*/ 139068 w 3081"/>
              <a:gd name="T63" fmla="*/ 151276 h 2939"/>
              <a:gd name="T64" fmla="*/ 132200 w 3081"/>
              <a:gd name="T65" fmla="*/ 120041 h 2939"/>
              <a:gd name="T66" fmla="*/ 151699 w 3081"/>
              <a:gd name="T67" fmla="*/ 106077 h 2939"/>
              <a:gd name="T68" fmla="*/ 157831 w 3081"/>
              <a:gd name="T69" fmla="*/ 136455 h 2939"/>
              <a:gd name="T70" fmla="*/ 143115 w 3081"/>
              <a:gd name="T71" fmla="*/ 170629 h 2939"/>
              <a:gd name="T72" fmla="*/ 234846 w 3081"/>
              <a:gd name="T73" fmla="*/ 169527 h 2939"/>
              <a:gd name="T74" fmla="*/ 209092 w 3081"/>
              <a:gd name="T75" fmla="*/ 164015 h 2939"/>
              <a:gd name="T76" fmla="*/ 184198 w 3081"/>
              <a:gd name="T77" fmla="*/ 169282 h 2939"/>
              <a:gd name="T78" fmla="*/ 201121 w 3081"/>
              <a:gd name="T79" fmla="*/ 103627 h 2939"/>
              <a:gd name="T80" fmla="*/ 176226 w 3081"/>
              <a:gd name="T81" fmla="*/ 114896 h 2939"/>
              <a:gd name="T82" fmla="*/ 196216 w 3081"/>
              <a:gd name="T83" fmla="*/ 144416 h 2939"/>
              <a:gd name="T84" fmla="*/ 175368 w 3081"/>
              <a:gd name="T85" fmla="*/ 161443 h 2939"/>
              <a:gd name="T86" fmla="*/ 162123 w 3081"/>
              <a:gd name="T87" fmla="*/ 179326 h 2939"/>
              <a:gd name="T88" fmla="*/ 163104 w 3081"/>
              <a:gd name="T89" fmla="*/ 127023 h 2939"/>
              <a:gd name="T90" fmla="*/ 200876 w 3081"/>
              <a:gd name="T91" fmla="*/ 90521 h 2939"/>
              <a:gd name="T92" fmla="*/ 214734 w 3081"/>
              <a:gd name="T93" fmla="*/ 73739 h 2939"/>
              <a:gd name="T94" fmla="*/ 224544 w 3081"/>
              <a:gd name="T95" fmla="*/ 90521 h 2939"/>
              <a:gd name="T96" fmla="*/ 222950 w 3081"/>
              <a:gd name="T97" fmla="*/ 74597 h 2939"/>
              <a:gd name="T98" fmla="*/ 230186 w 3081"/>
              <a:gd name="T99" fmla="*/ 90521 h 2939"/>
              <a:gd name="T100" fmla="*/ 237053 w 3081"/>
              <a:gd name="T101" fmla="*/ 103627 h 2939"/>
              <a:gd name="T102" fmla="*/ 216083 w 3081"/>
              <a:gd name="T103" fmla="*/ 132535 h 2939"/>
              <a:gd name="T104" fmla="*/ 236440 w 3081"/>
              <a:gd name="T105" fmla="*/ 117836 h 2939"/>
              <a:gd name="T106" fmla="*/ 221233 w 3081"/>
              <a:gd name="T107" fmla="*/ 157523 h 2939"/>
              <a:gd name="T108" fmla="*/ 227978 w 3081"/>
              <a:gd name="T109" fmla="*/ 158993 h 2939"/>
              <a:gd name="T110" fmla="*/ 238034 w 3081"/>
              <a:gd name="T111" fmla="*/ 149439 h 293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081" h="2939">
                <a:moveTo>
                  <a:pt x="3003" y="2292"/>
                </a:moveTo>
                <a:lnTo>
                  <a:pt x="2473" y="1346"/>
                </a:lnTo>
                <a:cubicBezTo>
                  <a:pt x="2510" y="1241"/>
                  <a:pt x="2529" y="1129"/>
                  <a:pt x="2529" y="1012"/>
                </a:cubicBezTo>
                <a:cubicBezTo>
                  <a:pt x="2529" y="453"/>
                  <a:pt x="2076" y="0"/>
                  <a:pt x="1517" y="0"/>
                </a:cubicBezTo>
                <a:cubicBezTo>
                  <a:pt x="957" y="0"/>
                  <a:pt x="504" y="453"/>
                  <a:pt x="504" y="1012"/>
                </a:cubicBezTo>
                <a:cubicBezTo>
                  <a:pt x="504" y="1129"/>
                  <a:pt x="524" y="1241"/>
                  <a:pt x="561" y="1346"/>
                </a:cubicBezTo>
                <a:lnTo>
                  <a:pt x="30" y="2292"/>
                </a:lnTo>
                <a:cubicBezTo>
                  <a:pt x="14" y="2321"/>
                  <a:pt x="4" y="2347"/>
                  <a:pt x="0" y="2369"/>
                </a:cubicBezTo>
                <a:lnTo>
                  <a:pt x="0" y="2423"/>
                </a:lnTo>
                <a:cubicBezTo>
                  <a:pt x="11" y="2469"/>
                  <a:pt x="50" y="2489"/>
                  <a:pt x="85" y="2485"/>
                </a:cubicBezTo>
                <a:cubicBezTo>
                  <a:pt x="144" y="2478"/>
                  <a:pt x="595" y="2363"/>
                  <a:pt x="595" y="2363"/>
                </a:cubicBezTo>
                <a:cubicBezTo>
                  <a:pt x="595" y="2363"/>
                  <a:pt x="715" y="2767"/>
                  <a:pt x="761" y="2863"/>
                </a:cubicBezTo>
                <a:cubicBezTo>
                  <a:pt x="788" y="2922"/>
                  <a:pt x="883" y="2938"/>
                  <a:pt x="955" y="2809"/>
                </a:cubicBezTo>
                <a:lnTo>
                  <a:pt x="1398" y="2017"/>
                </a:lnTo>
                <a:cubicBezTo>
                  <a:pt x="1437" y="2021"/>
                  <a:pt x="1477" y="2024"/>
                  <a:pt x="1517" y="2024"/>
                </a:cubicBezTo>
                <a:cubicBezTo>
                  <a:pt x="1557" y="2024"/>
                  <a:pt x="1597" y="2021"/>
                  <a:pt x="1636" y="2017"/>
                </a:cubicBezTo>
                <a:lnTo>
                  <a:pt x="2079" y="2809"/>
                </a:lnTo>
                <a:cubicBezTo>
                  <a:pt x="2150" y="2938"/>
                  <a:pt x="2246" y="2922"/>
                  <a:pt x="2273" y="2863"/>
                </a:cubicBezTo>
                <a:cubicBezTo>
                  <a:pt x="2319" y="2767"/>
                  <a:pt x="2439" y="2363"/>
                  <a:pt x="2439" y="2363"/>
                </a:cubicBezTo>
                <a:cubicBezTo>
                  <a:pt x="2439" y="2363"/>
                  <a:pt x="2890" y="2478"/>
                  <a:pt x="2949" y="2485"/>
                </a:cubicBezTo>
                <a:cubicBezTo>
                  <a:pt x="3008" y="2492"/>
                  <a:pt x="3080" y="2428"/>
                  <a:pt x="3003" y="2292"/>
                </a:cubicBezTo>
                <a:close/>
                <a:moveTo>
                  <a:pt x="848" y="2708"/>
                </a:moveTo>
                <a:lnTo>
                  <a:pt x="682" y="2208"/>
                </a:lnTo>
                <a:lnTo>
                  <a:pt x="172" y="2330"/>
                </a:lnTo>
                <a:lnTo>
                  <a:pt x="633" y="1506"/>
                </a:lnTo>
                <a:cubicBezTo>
                  <a:pt x="765" y="1740"/>
                  <a:pt x="986" y="1916"/>
                  <a:pt x="1251" y="1988"/>
                </a:cubicBezTo>
                <a:lnTo>
                  <a:pt x="848" y="2708"/>
                </a:lnTo>
                <a:close/>
                <a:moveTo>
                  <a:pt x="1559" y="1881"/>
                </a:moveTo>
                <a:cubicBezTo>
                  <a:pt x="1545" y="1881"/>
                  <a:pt x="1532" y="1882"/>
                  <a:pt x="1517" y="1882"/>
                </a:cubicBezTo>
                <a:cubicBezTo>
                  <a:pt x="1503" y="1882"/>
                  <a:pt x="1489" y="1881"/>
                  <a:pt x="1474" y="1881"/>
                </a:cubicBezTo>
                <a:cubicBezTo>
                  <a:pt x="1423" y="1878"/>
                  <a:pt x="1372" y="1871"/>
                  <a:pt x="1323" y="1860"/>
                </a:cubicBezTo>
                <a:cubicBezTo>
                  <a:pt x="1050" y="1798"/>
                  <a:pt x="826" y="1607"/>
                  <a:pt x="717" y="1357"/>
                </a:cubicBezTo>
                <a:cubicBezTo>
                  <a:pt x="692" y="1297"/>
                  <a:pt x="672" y="1233"/>
                  <a:pt x="660" y="1168"/>
                </a:cubicBezTo>
                <a:cubicBezTo>
                  <a:pt x="651" y="1117"/>
                  <a:pt x="647" y="1065"/>
                  <a:pt x="647" y="1012"/>
                </a:cubicBezTo>
                <a:cubicBezTo>
                  <a:pt x="647" y="531"/>
                  <a:pt x="1036" y="142"/>
                  <a:pt x="1517" y="142"/>
                </a:cubicBezTo>
                <a:cubicBezTo>
                  <a:pt x="1997" y="142"/>
                  <a:pt x="2387" y="531"/>
                  <a:pt x="2387" y="1012"/>
                </a:cubicBezTo>
                <a:cubicBezTo>
                  <a:pt x="2387" y="1065"/>
                  <a:pt x="2382" y="1117"/>
                  <a:pt x="2373" y="1168"/>
                </a:cubicBezTo>
                <a:cubicBezTo>
                  <a:pt x="2361" y="1234"/>
                  <a:pt x="2342" y="1297"/>
                  <a:pt x="2316" y="1357"/>
                </a:cubicBezTo>
                <a:cubicBezTo>
                  <a:pt x="2208" y="1607"/>
                  <a:pt x="1984" y="1798"/>
                  <a:pt x="1711" y="1860"/>
                </a:cubicBezTo>
                <a:cubicBezTo>
                  <a:pt x="1662" y="1871"/>
                  <a:pt x="1611" y="1878"/>
                  <a:pt x="1559" y="1881"/>
                </a:cubicBezTo>
                <a:close/>
                <a:moveTo>
                  <a:pt x="2352" y="2208"/>
                </a:moveTo>
                <a:lnTo>
                  <a:pt x="2186" y="2708"/>
                </a:lnTo>
                <a:lnTo>
                  <a:pt x="1783" y="1988"/>
                </a:lnTo>
                <a:cubicBezTo>
                  <a:pt x="2047" y="1916"/>
                  <a:pt x="2269" y="1740"/>
                  <a:pt x="2400" y="1506"/>
                </a:cubicBezTo>
                <a:lnTo>
                  <a:pt x="2862" y="2330"/>
                </a:lnTo>
                <a:lnTo>
                  <a:pt x="2352" y="2208"/>
                </a:lnTo>
                <a:close/>
                <a:moveTo>
                  <a:pt x="1422" y="1208"/>
                </a:moveTo>
                <a:cubicBezTo>
                  <a:pt x="1437" y="1210"/>
                  <a:pt x="1453" y="1211"/>
                  <a:pt x="1470" y="1211"/>
                </a:cubicBezTo>
                <a:cubicBezTo>
                  <a:pt x="1492" y="1211"/>
                  <a:pt x="1503" y="1199"/>
                  <a:pt x="1503" y="1175"/>
                </a:cubicBezTo>
                <a:cubicBezTo>
                  <a:pt x="1506" y="1128"/>
                  <a:pt x="1507" y="1083"/>
                  <a:pt x="1507" y="1039"/>
                </a:cubicBezTo>
                <a:lnTo>
                  <a:pt x="1437" y="1039"/>
                </a:lnTo>
                <a:cubicBezTo>
                  <a:pt x="1436" y="1099"/>
                  <a:pt x="1431" y="1156"/>
                  <a:pt x="1422" y="1208"/>
                </a:cubicBezTo>
                <a:close/>
                <a:moveTo>
                  <a:pt x="2238" y="1012"/>
                </a:moveTo>
                <a:cubicBezTo>
                  <a:pt x="2238" y="614"/>
                  <a:pt x="1915" y="291"/>
                  <a:pt x="1517" y="291"/>
                </a:cubicBezTo>
                <a:cubicBezTo>
                  <a:pt x="1119" y="291"/>
                  <a:pt x="796" y="614"/>
                  <a:pt x="796" y="1012"/>
                </a:cubicBezTo>
                <a:cubicBezTo>
                  <a:pt x="796" y="1411"/>
                  <a:pt x="1119" y="1733"/>
                  <a:pt x="1517" y="1733"/>
                </a:cubicBezTo>
                <a:cubicBezTo>
                  <a:pt x="1915" y="1733"/>
                  <a:pt x="2238" y="1411"/>
                  <a:pt x="2238" y="1012"/>
                </a:cubicBezTo>
                <a:close/>
                <a:moveTo>
                  <a:pt x="1190" y="610"/>
                </a:moveTo>
                <a:cubicBezTo>
                  <a:pt x="1225" y="655"/>
                  <a:pt x="1260" y="705"/>
                  <a:pt x="1296" y="759"/>
                </a:cubicBezTo>
                <a:cubicBezTo>
                  <a:pt x="1259" y="783"/>
                  <a:pt x="1227" y="803"/>
                  <a:pt x="1199" y="821"/>
                </a:cubicBezTo>
                <a:cubicBezTo>
                  <a:pt x="1168" y="769"/>
                  <a:pt x="1135" y="718"/>
                  <a:pt x="1101" y="666"/>
                </a:cubicBezTo>
                <a:lnTo>
                  <a:pt x="1190" y="610"/>
                </a:lnTo>
                <a:close/>
                <a:moveTo>
                  <a:pt x="1108" y="1309"/>
                </a:moveTo>
                <a:cubicBezTo>
                  <a:pt x="1124" y="1290"/>
                  <a:pt x="1133" y="1265"/>
                  <a:pt x="1134" y="1235"/>
                </a:cubicBezTo>
                <a:lnTo>
                  <a:pt x="1134" y="980"/>
                </a:lnTo>
                <a:lnTo>
                  <a:pt x="1078" y="980"/>
                </a:lnTo>
                <a:lnTo>
                  <a:pt x="1078" y="866"/>
                </a:lnTo>
                <a:lnTo>
                  <a:pt x="1237" y="866"/>
                </a:lnTo>
                <a:lnTo>
                  <a:pt x="1237" y="1173"/>
                </a:lnTo>
                <a:cubicBezTo>
                  <a:pt x="1253" y="1153"/>
                  <a:pt x="1270" y="1133"/>
                  <a:pt x="1287" y="1114"/>
                </a:cubicBezTo>
                <a:cubicBezTo>
                  <a:pt x="1287" y="1158"/>
                  <a:pt x="1290" y="1203"/>
                  <a:pt x="1297" y="1248"/>
                </a:cubicBezTo>
                <a:cubicBezTo>
                  <a:pt x="1253" y="1291"/>
                  <a:pt x="1210" y="1339"/>
                  <a:pt x="1167" y="1393"/>
                </a:cubicBezTo>
                <a:lnTo>
                  <a:pt x="1108" y="1309"/>
                </a:lnTo>
                <a:close/>
                <a:moveTo>
                  <a:pt x="1915" y="1384"/>
                </a:moveTo>
                <a:cubicBezTo>
                  <a:pt x="1899" y="1435"/>
                  <a:pt x="1874" y="1460"/>
                  <a:pt x="1839" y="1460"/>
                </a:cubicBezTo>
                <a:cubicBezTo>
                  <a:pt x="1785" y="1460"/>
                  <a:pt x="1741" y="1420"/>
                  <a:pt x="1705" y="1339"/>
                </a:cubicBezTo>
                <a:cubicBezTo>
                  <a:pt x="1667" y="1384"/>
                  <a:pt x="1625" y="1424"/>
                  <a:pt x="1580" y="1460"/>
                </a:cubicBezTo>
                <a:cubicBezTo>
                  <a:pt x="1558" y="1436"/>
                  <a:pt x="1533" y="1409"/>
                  <a:pt x="1502" y="1382"/>
                </a:cubicBezTo>
                <a:cubicBezTo>
                  <a:pt x="1566" y="1332"/>
                  <a:pt x="1622" y="1277"/>
                  <a:pt x="1671" y="1218"/>
                </a:cubicBezTo>
                <a:cubicBezTo>
                  <a:pt x="1655" y="1133"/>
                  <a:pt x="1645" y="1009"/>
                  <a:pt x="1640" y="846"/>
                </a:cubicBezTo>
                <a:lnTo>
                  <a:pt x="1437" y="846"/>
                </a:lnTo>
                <a:lnTo>
                  <a:pt x="1437" y="938"/>
                </a:lnTo>
                <a:lnTo>
                  <a:pt x="1606" y="938"/>
                </a:lnTo>
                <a:cubicBezTo>
                  <a:pt x="1606" y="995"/>
                  <a:pt x="1604" y="1075"/>
                  <a:pt x="1600" y="1179"/>
                </a:cubicBezTo>
                <a:cubicBezTo>
                  <a:pt x="1596" y="1266"/>
                  <a:pt x="1562" y="1312"/>
                  <a:pt x="1501" y="1318"/>
                </a:cubicBezTo>
                <a:cubicBezTo>
                  <a:pt x="1469" y="1319"/>
                  <a:pt x="1446" y="1320"/>
                  <a:pt x="1430" y="1318"/>
                </a:cubicBezTo>
                <a:cubicBezTo>
                  <a:pt x="1426" y="1288"/>
                  <a:pt x="1422" y="1259"/>
                  <a:pt x="1417" y="1232"/>
                </a:cubicBezTo>
                <a:cubicBezTo>
                  <a:pt x="1399" y="1321"/>
                  <a:pt x="1367" y="1398"/>
                  <a:pt x="1322" y="1464"/>
                </a:cubicBezTo>
                <a:cubicBezTo>
                  <a:pt x="1288" y="1436"/>
                  <a:pt x="1257" y="1411"/>
                  <a:pt x="1229" y="1391"/>
                </a:cubicBezTo>
                <a:cubicBezTo>
                  <a:pt x="1297" y="1306"/>
                  <a:pt x="1330" y="1187"/>
                  <a:pt x="1330" y="1037"/>
                </a:cubicBezTo>
                <a:lnTo>
                  <a:pt x="1330" y="739"/>
                </a:lnTo>
                <a:lnTo>
                  <a:pt x="1638" y="739"/>
                </a:lnTo>
                <a:cubicBezTo>
                  <a:pt x="1637" y="696"/>
                  <a:pt x="1637" y="650"/>
                  <a:pt x="1638" y="602"/>
                </a:cubicBezTo>
                <a:lnTo>
                  <a:pt x="1751" y="602"/>
                </a:lnTo>
                <a:cubicBezTo>
                  <a:pt x="1750" y="651"/>
                  <a:pt x="1750" y="696"/>
                  <a:pt x="1750" y="739"/>
                </a:cubicBezTo>
                <a:lnTo>
                  <a:pt x="1831" y="739"/>
                </a:lnTo>
                <a:cubicBezTo>
                  <a:pt x="1812" y="720"/>
                  <a:pt x="1787" y="698"/>
                  <a:pt x="1757" y="671"/>
                </a:cubicBezTo>
                <a:lnTo>
                  <a:pt x="1818" y="609"/>
                </a:lnTo>
                <a:cubicBezTo>
                  <a:pt x="1856" y="639"/>
                  <a:pt x="1891" y="668"/>
                  <a:pt x="1921" y="695"/>
                </a:cubicBezTo>
                <a:lnTo>
                  <a:pt x="1877" y="739"/>
                </a:lnTo>
                <a:lnTo>
                  <a:pt x="1933" y="739"/>
                </a:lnTo>
                <a:lnTo>
                  <a:pt x="1933" y="846"/>
                </a:lnTo>
                <a:lnTo>
                  <a:pt x="1751" y="846"/>
                </a:lnTo>
                <a:cubicBezTo>
                  <a:pt x="1752" y="937"/>
                  <a:pt x="1755" y="1016"/>
                  <a:pt x="1762" y="1082"/>
                </a:cubicBezTo>
                <a:cubicBezTo>
                  <a:pt x="1790" y="1031"/>
                  <a:pt x="1814" y="978"/>
                  <a:pt x="1832" y="921"/>
                </a:cubicBezTo>
                <a:lnTo>
                  <a:pt x="1928" y="962"/>
                </a:lnTo>
                <a:cubicBezTo>
                  <a:pt x="1888" y="1063"/>
                  <a:pt x="1840" y="1154"/>
                  <a:pt x="1786" y="1233"/>
                </a:cubicBezTo>
                <a:cubicBezTo>
                  <a:pt x="1791" y="1254"/>
                  <a:pt x="1797" y="1271"/>
                  <a:pt x="1804" y="1286"/>
                </a:cubicBezTo>
                <a:cubicBezTo>
                  <a:pt x="1812" y="1305"/>
                  <a:pt x="1823" y="1316"/>
                  <a:pt x="1836" y="1319"/>
                </a:cubicBezTo>
                <a:cubicBezTo>
                  <a:pt x="1848" y="1319"/>
                  <a:pt x="1856" y="1312"/>
                  <a:pt x="1859" y="1298"/>
                </a:cubicBezTo>
                <a:cubicBezTo>
                  <a:pt x="1865" y="1268"/>
                  <a:pt x="1869" y="1230"/>
                  <a:pt x="1871" y="1183"/>
                </a:cubicBezTo>
                <a:cubicBezTo>
                  <a:pt x="1891" y="1195"/>
                  <a:pt x="1914" y="1207"/>
                  <a:pt x="1941" y="1220"/>
                </a:cubicBezTo>
                <a:cubicBezTo>
                  <a:pt x="1936" y="1279"/>
                  <a:pt x="1927" y="1334"/>
                  <a:pt x="1915" y="138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9" name="形状">
            <a:extLst>
              <a:ext uri="{FF2B5EF4-FFF2-40B4-BE49-F238E27FC236}">
                <a16:creationId xmlns:a16="http://schemas.microsoft.com/office/drawing/2014/main" id="{2FB6A840-BB7A-4246-8824-8FFF740BC6A3}"/>
              </a:ext>
            </a:extLst>
          </p:cNvPr>
          <p:cNvSpPr>
            <a:spLocks noChangeAspect="1"/>
          </p:cNvSpPr>
          <p:nvPr/>
        </p:nvSpPr>
        <p:spPr>
          <a:xfrm>
            <a:off x="6138240" y="5020942"/>
            <a:ext cx="335989" cy="435825"/>
          </a:xfrm>
          <a:custGeom>
            <a:avLst/>
            <a:gdLst/>
            <a:ahLst/>
            <a:cxnLst>
              <a:cxn ang="0">
                <a:pos x="wd2" y="hd2"/>
              </a:cxn>
              <a:cxn ang="5400000">
                <a:pos x="wd2" y="hd2"/>
              </a:cxn>
              <a:cxn ang="10800000">
                <a:pos x="wd2" y="hd2"/>
              </a:cxn>
              <a:cxn ang="16200000">
                <a:pos x="wd2" y="hd2"/>
              </a:cxn>
            </a:cxnLst>
            <a:rect l="0" t="0" r="r" b="b"/>
            <a:pathLst>
              <a:path w="21276" h="21600" extrusionOk="0">
                <a:moveTo>
                  <a:pt x="14479" y="0"/>
                </a:moveTo>
                <a:cubicBezTo>
                  <a:pt x="14361" y="0"/>
                  <a:pt x="14275" y="25"/>
                  <a:pt x="14181" y="71"/>
                </a:cubicBezTo>
                <a:cubicBezTo>
                  <a:pt x="14169" y="71"/>
                  <a:pt x="14154" y="81"/>
                  <a:pt x="14142" y="81"/>
                </a:cubicBezTo>
                <a:lnTo>
                  <a:pt x="7989" y="3208"/>
                </a:lnTo>
                <a:cubicBezTo>
                  <a:pt x="7471" y="3474"/>
                  <a:pt x="7715" y="4101"/>
                  <a:pt x="8338" y="4101"/>
                </a:cubicBezTo>
                <a:lnTo>
                  <a:pt x="13792" y="4101"/>
                </a:lnTo>
                <a:lnTo>
                  <a:pt x="13792" y="8770"/>
                </a:lnTo>
                <a:lnTo>
                  <a:pt x="6887" y="8770"/>
                </a:lnTo>
                <a:lnTo>
                  <a:pt x="6887" y="5390"/>
                </a:lnTo>
                <a:cubicBezTo>
                  <a:pt x="6887" y="5307"/>
                  <a:pt x="6857" y="5239"/>
                  <a:pt x="6810" y="5156"/>
                </a:cubicBezTo>
                <a:cubicBezTo>
                  <a:pt x="6751" y="5083"/>
                  <a:pt x="6696" y="5030"/>
                  <a:pt x="6603" y="4984"/>
                </a:cubicBezTo>
                <a:lnTo>
                  <a:pt x="942" y="2223"/>
                </a:lnTo>
                <a:cubicBezTo>
                  <a:pt x="649" y="2076"/>
                  <a:pt x="275" y="2145"/>
                  <a:pt x="100" y="2365"/>
                </a:cubicBezTo>
                <a:cubicBezTo>
                  <a:pt x="-88" y="2595"/>
                  <a:pt x="0" y="2898"/>
                  <a:pt x="281" y="3045"/>
                </a:cubicBezTo>
                <a:lnTo>
                  <a:pt x="5670" y="5664"/>
                </a:lnTo>
                <a:lnTo>
                  <a:pt x="5670" y="8770"/>
                </a:lnTo>
                <a:lnTo>
                  <a:pt x="2600" y="8770"/>
                </a:lnTo>
                <a:cubicBezTo>
                  <a:pt x="2520" y="8770"/>
                  <a:pt x="2462" y="8810"/>
                  <a:pt x="2392" y="8831"/>
                </a:cubicBezTo>
                <a:cubicBezTo>
                  <a:pt x="2312" y="8841"/>
                  <a:pt x="2254" y="8868"/>
                  <a:pt x="2185" y="8902"/>
                </a:cubicBezTo>
                <a:cubicBezTo>
                  <a:pt x="2174" y="8910"/>
                  <a:pt x="2157" y="8914"/>
                  <a:pt x="2146" y="8922"/>
                </a:cubicBezTo>
                <a:cubicBezTo>
                  <a:pt x="2068" y="8967"/>
                  <a:pt x="1985" y="9002"/>
                  <a:pt x="1939" y="9074"/>
                </a:cubicBezTo>
                <a:cubicBezTo>
                  <a:pt x="1163" y="10310"/>
                  <a:pt x="734" y="11686"/>
                  <a:pt x="734" y="13124"/>
                </a:cubicBezTo>
                <a:cubicBezTo>
                  <a:pt x="734" y="17790"/>
                  <a:pt x="5138" y="21600"/>
                  <a:pt x="10592" y="21600"/>
                </a:cubicBezTo>
                <a:cubicBezTo>
                  <a:pt x="16035" y="21600"/>
                  <a:pt x="20412" y="17790"/>
                  <a:pt x="20412" y="13124"/>
                </a:cubicBezTo>
                <a:cubicBezTo>
                  <a:pt x="20412" y="11714"/>
                  <a:pt x="20024" y="10352"/>
                  <a:pt x="19272" y="9135"/>
                </a:cubicBezTo>
                <a:cubicBezTo>
                  <a:pt x="19220" y="9055"/>
                  <a:pt x="19116" y="9019"/>
                  <a:pt x="19026" y="8973"/>
                </a:cubicBezTo>
                <a:cubicBezTo>
                  <a:pt x="18914" y="8859"/>
                  <a:pt x="18759" y="8770"/>
                  <a:pt x="18559" y="8770"/>
                </a:cubicBezTo>
                <a:lnTo>
                  <a:pt x="15023" y="8770"/>
                </a:lnTo>
                <a:lnTo>
                  <a:pt x="15023" y="4101"/>
                </a:lnTo>
                <a:lnTo>
                  <a:pt x="20658" y="4101"/>
                </a:lnTo>
                <a:cubicBezTo>
                  <a:pt x="21269" y="4101"/>
                  <a:pt x="21512" y="3474"/>
                  <a:pt x="20995" y="3208"/>
                </a:cubicBezTo>
                <a:lnTo>
                  <a:pt x="14828" y="81"/>
                </a:lnTo>
                <a:cubicBezTo>
                  <a:pt x="14817" y="81"/>
                  <a:pt x="14801" y="71"/>
                  <a:pt x="14790" y="71"/>
                </a:cubicBezTo>
                <a:cubicBezTo>
                  <a:pt x="14695" y="25"/>
                  <a:pt x="14596" y="0"/>
                  <a:pt x="14479" y="0"/>
                </a:cubicBezTo>
                <a:close/>
                <a:moveTo>
                  <a:pt x="14479" y="1056"/>
                </a:moveTo>
                <a:lnTo>
                  <a:pt x="18572" y="3136"/>
                </a:lnTo>
                <a:lnTo>
                  <a:pt x="10398" y="3136"/>
                </a:lnTo>
                <a:lnTo>
                  <a:pt x="14479" y="1056"/>
                </a:lnTo>
                <a:close/>
                <a:moveTo>
                  <a:pt x="2936" y="9744"/>
                </a:moveTo>
                <a:lnTo>
                  <a:pt x="14297" y="9744"/>
                </a:lnTo>
                <a:cubicBezTo>
                  <a:pt x="14341" y="9752"/>
                  <a:pt x="14368" y="9785"/>
                  <a:pt x="14414" y="9785"/>
                </a:cubicBezTo>
                <a:cubicBezTo>
                  <a:pt x="14459" y="9785"/>
                  <a:pt x="14488" y="9752"/>
                  <a:pt x="14530" y="9744"/>
                </a:cubicBezTo>
                <a:lnTo>
                  <a:pt x="18222" y="9744"/>
                </a:lnTo>
                <a:cubicBezTo>
                  <a:pt x="18835" y="10772"/>
                  <a:pt x="19181" y="11920"/>
                  <a:pt x="19181" y="13124"/>
                </a:cubicBezTo>
                <a:cubicBezTo>
                  <a:pt x="19181" y="17273"/>
                  <a:pt x="15330" y="20626"/>
                  <a:pt x="10592" y="20626"/>
                </a:cubicBezTo>
                <a:cubicBezTo>
                  <a:pt x="5843" y="20626"/>
                  <a:pt x="1978" y="17273"/>
                  <a:pt x="1978" y="13124"/>
                </a:cubicBezTo>
                <a:cubicBezTo>
                  <a:pt x="1978" y="11921"/>
                  <a:pt x="2330" y="10777"/>
                  <a:pt x="2936" y="9744"/>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0" name="形状">
            <a:extLst>
              <a:ext uri="{FF2B5EF4-FFF2-40B4-BE49-F238E27FC236}">
                <a16:creationId xmlns:a16="http://schemas.microsoft.com/office/drawing/2014/main" id="{B5C249DB-B4EE-FC4C-9085-127047B2215E}"/>
              </a:ext>
            </a:extLst>
          </p:cNvPr>
          <p:cNvSpPr>
            <a:spLocks noChangeAspect="1"/>
          </p:cNvSpPr>
          <p:nvPr/>
        </p:nvSpPr>
        <p:spPr>
          <a:xfrm>
            <a:off x="7595468" y="5020942"/>
            <a:ext cx="314869" cy="435825"/>
          </a:xfrm>
          <a:custGeom>
            <a:avLst/>
            <a:gdLst/>
            <a:ahLst/>
            <a:cxnLst>
              <a:cxn ang="0">
                <a:pos x="wd2" y="hd2"/>
              </a:cxn>
              <a:cxn ang="5400000">
                <a:pos x="wd2" y="hd2"/>
              </a:cxn>
              <a:cxn ang="10800000">
                <a:pos x="wd2" y="hd2"/>
              </a:cxn>
              <a:cxn ang="16200000">
                <a:pos x="wd2" y="hd2"/>
              </a:cxn>
            </a:cxnLst>
            <a:rect l="0" t="0" r="r" b="b"/>
            <a:pathLst>
              <a:path w="21015" h="21533" extrusionOk="0">
                <a:moveTo>
                  <a:pt x="7307" y="20"/>
                </a:moveTo>
                <a:lnTo>
                  <a:pt x="486" y="1474"/>
                </a:lnTo>
                <a:cubicBezTo>
                  <a:pt x="121" y="1551"/>
                  <a:pt x="-76" y="1830"/>
                  <a:pt x="28" y="2100"/>
                </a:cubicBezTo>
                <a:cubicBezTo>
                  <a:pt x="132" y="2369"/>
                  <a:pt x="508" y="2527"/>
                  <a:pt x="872" y="2450"/>
                </a:cubicBezTo>
                <a:lnTo>
                  <a:pt x="6878" y="1155"/>
                </a:lnTo>
                <a:lnTo>
                  <a:pt x="7192" y="4212"/>
                </a:lnTo>
                <a:lnTo>
                  <a:pt x="3260" y="4212"/>
                </a:lnTo>
                <a:cubicBezTo>
                  <a:pt x="2754" y="4212"/>
                  <a:pt x="2437" y="4596"/>
                  <a:pt x="2645" y="4934"/>
                </a:cubicBezTo>
                <a:cubicBezTo>
                  <a:pt x="3722" y="6687"/>
                  <a:pt x="4112" y="8898"/>
                  <a:pt x="3775" y="11556"/>
                </a:cubicBezTo>
                <a:cubicBezTo>
                  <a:pt x="3775" y="11566"/>
                  <a:pt x="3775" y="11589"/>
                  <a:pt x="3775" y="11599"/>
                </a:cubicBezTo>
                <a:cubicBezTo>
                  <a:pt x="3775" y="13063"/>
                  <a:pt x="4112" y="14240"/>
                  <a:pt x="4761" y="15165"/>
                </a:cubicBezTo>
                <a:cubicBezTo>
                  <a:pt x="5319" y="15974"/>
                  <a:pt x="6099" y="16563"/>
                  <a:pt x="7021" y="16948"/>
                </a:cubicBezTo>
                <a:cubicBezTo>
                  <a:pt x="7631" y="17208"/>
                  <a:pt x="8275" y="17371"/>
                  <a:pt x="8937" y="17457"/>
                </a:cubicBezTo>
                <a:cubicBezTo>
                  <a:pt x="9102" y="17476"/>
                  <a:pt x="9255" y="17489"/>
                  <a:pt x="9409" y="17500"/>
                </a:cubicBezTo>
                <a:lnTo>
                  <a:pt x="9409" y="20514"/>
                </a:lnTo>
                <a:lnTo>
                  <a:pt x="5791" y="20514"/>
                </a:lnTo>
                <a:cubicBezTo>
                  <a:pt x="5416" y="20514"/>
                  <a:pt x="5104" y="20745"/>
                  <a:pt x="5104" y="21024"/>
                </a:cubicBezTo>
                <a:cubicBezTo>
                  <a:pt x="5104" y="21303"/>
                  <a:pt x="5416" y="21533"/>
                  <a:pt x="5791" y="21533"/>
                </a:cubicBezTo>
                <a:lnTo>
                  <a:pt x="14542" y="21533"/>
                </a:lnTo>
                <a:cubicBezTo>
                  <a:pt x="14918" y="21533"/>
                  <a:pt x="15229" y="21303"/>
                  <a:pt x="15229" y="21024"/>
                </a:cubicBezTo>
                <a:cubicBezTo>
                  <a:pt x="15229" y="20745"/>
                  <a:pt x="14918" y="20514"/>
                  <a:pt x="14542" y="20514"/>
                </a:cubicBezTo>
                <a:lnTo>
                  <a:pt x="10767" y="20514"/>
                </a:lnTo>
                <a:lnTo>
                  <a:pt x="10767" y="17447"/>
                </a:lnTo>
                <a:cubicBezTo>
                  <a:pt x="12137" y="17322"/>
                  <a:pt x="13311" y="17007"/>
                  <a:pt x="14199" y="16449"/>
                </a:cubicBezTo>
                <a:cubicBezTo>
                  <a:pt x="15056" y="15910"/>
                  <a:pt x="15669" y="15198"/>
                  <a:pt x="16058" y="14380"/>
                </a:cubicBezTo>
                <a:cubicBezTo>
                  <a:pt x="16344" y="13744"/>
                  <a:pt x="16505" y="13092"/>
                  <a:pt x="16544" y="12437"/>
                </a:cubicBezTo>
                <a:cubicBezTo>
                  <a:pt x="16557" y="12206"/>
                  <a:pt x="16559" y="11993"/>
                  <a:pt x="16559" y="11800"/>
                </a:cubicBezTo>
                <a:cubicBezTo>
                  <a:pt x="16546" y="11733"/>
                  <a:pt x="16543" y="11668"/>
                  <a:pt x="16530" y="11620"/>
                </a:cubicBezTo>
                <a:cubicBezTo>
                  <a:pt x="16530" y="11582"/>
                  <a:pt x="16530" y="11565"/>
                  <a:pt x="16530" y="11546"/>
                </a:cubicBezTo>
                <a:lnTo>
                  <a:pt x="16530" y="11535"/>
                </a:lnTo>
                <a:cubicBezTo>
                  <a:pt x="16250" y="9808"/>
                  <a:pt x="16305" y="8380"/>
                  <a:pt x="16616" y="7184"/>
                </a:cubicBezTo>
                <a:lnTo>
                  <a:pt x="18403" y="8500"/>
                </a:lnTo>
                <a:cubicBezTo>
                  <a:pt x="18688" y="8712"/>
                  <a:pt x="19187" y="8677"/>
                  <a:pt x="19433" y="8436"/>
                </a:cubicBezTo>
                <a:cubicBezTo>
                  <a:pt x="21312" y="6519"/>
                  <a:pt x="21524" y="4706"/>
                  <a:pt x="20033" y="3097"/>
                </a:cubicBezTo>
                <a:cubicBezTo>
                  <a:pt x="20008" y="3069"/>
                  <a:pt x="19987" y="3042"/>
                  <a:pt x="19948" y="3023"/>
                </a:cubicBezTo>
                <a:cubicBezTo>
                  <a:pt x="17368" y="1164"/>
                  <a:pt x="14444" y="992"/>
                  <a:pt x="11411" y="2514"/>
                </a:cubicBezTo>
                <a:cubicBezTo>
                  <a:pt x="11048" y="2687"/>
                  <a:pt x="11012" y="3057"/>
                  <a:pt x="11311" y="3289"/>
                </a:cubicBezTo>
                <a:lnTo>
                  <a:pt x="12569" y="4212"/>
                </a:lnTo>
                <a:lnTo>
                  <a:pt x="8565" y="4212"/>
                </a:lnTo>
                <a:lnTo>
                  <a:pt x="8179" y="465"/>
                </a:lnTo>
                <a:cubicBezTo>
                  <a:pt x="8153" y="148"/>
                  <a:pt x="7723" y="-67"/>
                  <a:pt x="7307" y="20"/>
                </a:cubicBezTo>
                <a:close/>
                <a:moveTo>
                  <a:pt x="16030" y="2535"/>
                </a:moveTo>
                <a:cubicBezTo>
                  <a:pt x="17032" y="2649"/>
                  <a:pt x="18000" y="3039"/>
                  <a:pt x="18947" y="3713"/>
                </a:cubicBezTo>
                <a:cubicBezTo>
                  <a:pt x="19932" y="4802"/>
                  <a:pt x="19888" y="5995"/>
                  <a:pt x="18761" y="7353"/>
                </a:cubicBezTo>
                <a:lnTo>
                  <a:pt x="17002" y="6048"/>
                </a:lnTo>
                <a:cubicBezTo>
                  <a:pt x="17192" y="5665"/>
                  <a:pt x="17418" y="5306"/>
                  <a:pt x="17688" y="4997"/>
                </a:cubicBezTo>
                <a:cubicBezTo>
                  <a:pt x="17987" y="4660"/>
                  <a:pt x="17661" y="4212"/>
                  <a:pt x="17116" y="4212"/>
                </a:cubicBezTo>
                <a:lnTo>
                  <a:pt x="14514" y="4212"/>
                </a:lnTo>
                <a:lnTo>
                  <a:pt x="12898" y="3023"/>
                </a:lnTo>
                <a:cubicBezTo>
                  <a:pt x="13993" y="2585"/>
                  <a:pt x="15027" y="2421"/>
                  <a:pt x="16030" y="2535"/>
                </a:cubicBezTo>
                <a:close/>
                <a:moveTo>
                  <a:pt x="4275" y="5231"/>
                </a:moveTo>
                <a:lnTo>
                  <a:pt x="7292" y="5231"/>
                </a:lnTo>
                <a:lnTo>
                  <a:pt x="7621" y="8372"/>
                </a:lnTo>
                <a:lnTo>
                  <a:pt x="5147" y="8372"/>
                </a:lnTo>
                <a:cubicBezTo>
                  <a:pt x="5016" y="7233"/>
                  <a:pt x="4742" y="6174"/>
                  <a:pt x="4275" y="5231"/>
                </a:cubicBezTo>
                <a:close/>
                <a:moveTo>
                  <a:pt x="8665" y="5231"/>
                </a:moveTo>
                <a:lnTo>
                  <a:pt x="15972" y="5231"/>
                </a:lnTo>
                <a:cubicBezTo>
                  <a:pt x="15436" y="6107"/>
                  <a:pt x="15133" y="7161"/>
                  <a:pt x="15029" y="8372"/>
                </a:cubicBezTo>
                <a:lnTo>
                  <a:pt x="8994" y="8372"/>
                </a:lnTo>
                <a:lnTo>
                  <a:pt x="8665" y="5231"/>
                </a:lnTo>
                <a:close/>
                <a:moveTo>
                  <a:pt x="5147" y="9391"/>
                </a:moveTo>
                <a:lnTo>
                  <a:pt x="7721" y="9391"/>
                </a:lnTo>
                <a:lnTo>
                  <a:pt x="8293" y="14931"/>
                </a:lnTo>
                <a:cubicBezTo>
                  <a:pt x="8332" y="15201"/>
                  <a:pt x="8660" y="15418"/>
                  <a:pt x="9037" y="15398"/>
                </a:cubicBezTo>
                <a:cubicBezTo>
                  <a:pt x="9414" y="15379"/>
                  <a:pt x="9692" y="15136"/>
                  <a:pt x="9666" y="14857"/>
                </a:cubicBezTo>
                <a:lnTo>
                  <a:pt x="9108" y="9391"/>
                </a:lnTo>
                <a:lnTo>
                  <a:pt x="15000" y="9391"/>
                </a:lnTo>
                <a:cubicBezTo>
                  <a:pt x="15006" y="10099"/>
                  <a:pt x="15039" y="10844"/>
                  <a:pt x="15172" y="11652"/>
                </a:cubicBezTo>
                <a:cubicBezTo>
                  <a:pt x="15172" y="11662"/>
                  <a:pt x="15172" y="11675"/>
                  <a:pt x="15172" y="11694"/>
                </a:cubicBezTo>
                <a:cubicBezTo>
                  <a:pt x="15171" y="11752"/>
                  <a:pt x="15173" y="11784"/>
                  <a:pt x="15186" y="11832"/>
                </a:cubicBezTo>
                <a:cubicBezTo>
                  <a:pt x="15186" y="11996"/>
                  <a:pt x="15184" y="12182"/>
                  <a:pt x="15172" y="12384"/>
                </a:cubicBezTo>
                <a:cubicBezTo>
                  <a:pt x="15133" y="12943"/>
                  <a:pt x="15003" y="13510"/>
                  <a:pt x="14757" y="14040"/>
                </a:cubicBezTo>
                <a:cubicBezTo>
                  <a:pt x="14445" y="14704"/>
                  <a:pt x="13989" y="15251"/>
                  <a:pt x="13327" y="15674"/>
                </a:cubicBezTo>
                <a:cubicBezTo>
                  <a:pt x="12548" y="16166"/>
                  <a:pt x="11503" y="16456"/>
                  <a:pt x="10167" y="16523"/>
                </a:cubicBezTo>
                <a:lnTo>
                  <a:pt x="10124" y="16523"/>
                </a:lnTo>
                <a:cubicBezTo>
                  <a:pt x="9760" y="16514"/>
                  <a:pt x="9516" y="16508"/>
                  <a:pt x="9166" y="16460"/>
                </a:cubicBezTo>
                <a:cubicBezTo>
                  <a:pt x="8647" y="16392"/>
                  <a:pt x="8160" y="16270"/>
                  <a:pt x="7693" y="16078"/>
                </a:cubicBezTo>
                <a:cubicBezTo>
                  <a:pt x="6992" y="15779"/>
                  <a:pt x="6404" y="15335"/>
                  <a:pt x="5962" y="14709"/>
                </a:cubicBezTo>
                <a:cubicBezTo>
                  <a:pt x="5430" y="13938"/>
                  <a:pt x="5133" y="12920"/>
                  <a:pt x="5133" y="11620"/>
                </a:cubicBezTo>
                <a:cubicBezTo>
                  <a:pt x="5229" y="10820"/>
                  <a:pt x="5171" y="10120"/>
                  <a:pt x="5147" y="9391"/>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1" name="形状">
            <a:extLst>
              <a:ext uri="{FF2B5EF4-FFF2-40B4-BE49-F238E27FC236}">
                <a16:creationId xmlns:a16="http://schemas.microsoft.com/office/drawing/2014/main" id="{3A301620-987D-824D-9E50-074B8EF15F5B}"/>
              </a:ext>
            </a:extLst>
          </p:cNvPr>
          <p:cNvSpPr>
            <a:spLocks noChangeAspect="1"/>
          </p:cNvSpPr>
          <p:nvPr/>
        </p:nvSpPr>
        <p:spPr>
          <a:xfrm>
            <a:off x="8252085" y="5030542"/>
            <a:ext cx="435824" cy="426225"/>
          </a:xfrm>
          <a:custGeom>
            <a:avLst/>
            <a:gdLst/>
            <a:ahLst/>
            <a:cxnLst>
              <a:cxn ang="0">
                <a:pos x="wd2" y="hd2"/>
              </a:cxn>
              <a:cxn ang="5400000">
                <a:pos x="wd2" y="hd2"/>
              </a:cxn>
              <a:cxn ang="10800000">
                <a:pos x="wd2" y="hd2"/>
              </a:cxn>
              <a:cxn ang="16200000">
                <a:pos x="wd2" y="hd2"/>
              </a:cxn>
            </a:cxnLst>
            <a:rect l="0" t="0" r="r" b="b"/>
            <a:pathLst>
              <a:path w="21461" h="21600" extrusionOk="0">
                <a:moveTo>
                  <a:pt x="10569" y="0"/>
                </a:moveTo>
                <a:cubicBezTo>
                  <a:pt x="7803" y="0"/>
                  <a:pt x="5651" y="1210"/>
                  <a:pt x="4181" y="3573"/>
                </a:cubicBezTo>
                <a:cubicBezTo>
                  <a:pt x="2751" y="5862"/>
                  <a:pt x="1956" y="9259"/>
                  <a:pt x="1802" y="13733"/>
                </a:cubicBezTo>
                <a:cubicBezTo>
                  <a:pt x="1781" y="14049"/>
                  <a:pt x="2026" y="14315"/>
                  <a:pt x="2334" y="14315"/>
                </a:cubicBezTo>
                <a:lnTo>
                  <a:pt x="6151" y="14315"/>
                </a:lnTo>
                <a:cubicBezTo>
                  <a:pt x="6281" y="14493"/>
                  <a:pt x="6411" y="14665"/>
                  <a:pt x="6559" y="14827"/>
                </a:cubicBezTo>
                <a:cubicBezTo>
                  <a:pt x="5081" y="14888"/>
                  <a:pt x="3724" y="15142"/>
                  <a:pt x="2629" y="15711"/>
                </a:cubicBezTo>
                <a:cubicBezTo>
                  <a:pt x="1467" y="16312"/>
                  <a:pt x="595" y="17145"/>
                  <a:pt x="205" y="17946"/>
                </a:cubicBezTo>
                <a:cubicBezTo>
                  <a:pt x="205" y="17946"/>
                  <a:pt x="193" y="17958"/>
                  <a:pt x="193" y="17969"/>
                </a:cubicBezTo>
                <a:cubicBezTo>
                  <a:pt x="-115" y="18654"/>
                  <a:pt x="-56" y="19328"/>
                  <a:pt x="386" y="19866"/>
                </a:cubicBezTo>
                <a:cubicBezTo>
                  <a:pt x="777" y="20340"/>
                  <a:pt x="1433" y="20695"/>
                  <a:pt x="2368" y="20948"/>
                </a:cubicBezTo>
                <a:cubicBezTo>
                  <a:pt x="3564" y="21289"/>
                  <a:pt x="5444" y="21442"/>
                  <a:pt x="7635" y="21507"/>
                </a:cubicBezTo>
                <a:cubicBezTo>
                  <a:pt x="7703" y="21540"/>
                  <a:pt x="7758" y="21600"/>
                  <a:pt x="7839" y="21600"/>
                </a:cubicBezTo>
                <a:cubicBezTo>
                  <a:pt x="7918" y="21600"/>
                  <a:pt x="7975" y="21539"/>
                  <a:pt x="8043" y="21507"/>
                </a:cubicBezTo>
                <a:cubicBezTo>
                  <a:pt x="8930" y="21526"/>
                  <a:pt x="9696" y="21576"/>
                  <a:pt x="10739" y="21553"/>
                </a:cubicBezTo>
                <a:cubicBezTo>
                  <a:pt x="11745" y="21547"/>
                  <a:pt x="12562" y="21507"/>
                  <a:pt x="13423" y="21472"/>
                </a:cubicBezTo>
                <a:cubicBezTo>
                  <a:pt x="15237" y="21398"/>
                  <a:pt x="16851" y="21288"/>
                  <a:pt x="18022" y="21088"/>
                </a:cubicBezTo>
                <a:cubicBezTo>
                  <a:pt x="19883" y="20772"/>
                  <a:pt x="20985" y="20299"/>
                  <a:pt x="21386" y="19540"/>
                </a:cubicBezTo>
                <a:cubicBezTo>
                  <a:pt x="21427" y="19466"/>
                  <a:pt x="21454" y="19392"/>
                  <a:pt x="21454" y="19307"/>
                </a:cubicBezTo>
                <a:cubicBezTo>
                  <a:pt x="21485" y="18854"/>
                  <a:pt x="21412" y="18386"/>
                  <a:pt x="21216" y="17922"/>
                </a:cubicBezTo>
                <a:cubicBezTo>
                  <a:pt x="20990" y="17353"/>
                  <a:pt x="20605" y="16829"/>
                  <a:pt x="20050" y="16386"/>
                </a:cubicBezTo>
                <a:cubicBezTo>
                  <a:pt x="18911" y="15474"/>
                  <a:pt x="17093" y="14937"/>
                  <a:pt x="14590" y="14803"/>
                </a:cubicBezTo>
                <a:cubicBezTo>
                  <a:pt x="14732" y="14648"/>
                  <a:pt x="14863" y="14486"/>
                  <a:pt x="14986" y="14315"/>
                </a:cubicBezTo>
                <a:cubicBezTo>
                  <a:pt x="17190" y="14332"/>
                  <a:pt x="18731" y="14335"/>
                  <a:pt x="19325" y="14315"/>
                </a:cubicBezTo>
                <a:cubicBezTo>
                  <a:pt x="19602" y="14304"/>
                  <a:pt x="19825" y="14076"/>
                  <a:pt x="19846" y="13791"/>
                </a:cubicBezTo>
                <a:cubicBezTo>
                  <a:pt x="20082" y="10288"/>
                  <a:pt x="19680" y="7480"/>
                  <a:pt x="18713" y="5307"/>
                </a:cubicBezTo>
                <a:cubicBezTo>
                  <a:pt x="17901" y="3461"/>
                  <a:pt x="16706" y="2121"/>
                  <a:pt x="15236" y="1245"/>
                </a:cubicBezTo>
                <a:cubicBezTo>
                  <a:pt x="14310" y="686"/>
                  <a:pt x="13333" y="342"/>
                  <a:pt x="12336" y="163"/>
                </a:cubicBezTo>
                <a:cubicBezTo>
                  <a:pt x="11678" y="47"/>
                  <a:pt x="11173" y="1"/>
                  <a:pt x="10648" y="12"/>
                </a:cubicBezTo>
                <a:cubicBezTo>
                  <a:pt x="10667" y="15"/>
                  <a:pt x="10692" y="23"/>
                  <a:pt x="10705" y="23"/>
                </a:cubicBezTo>
                <a:cubicBezTo>
                  <a:pt x="10736" y="34"/>
                  <a:pt x="10764" y="59"/>
                  <a:pt x="10784" y="70"/>
                </a:cubicBezTo>
                <a:cubicBezTo>
                  <a:pt x="10733" y="42"/>
                  <a:pt x="10679" y="13"/>
                  <a:pt x="10614" y="12"/>
                </a:cubicBezTo>
                <a:cubicBezTo>
                  <a:pt x="10609" y="12"/>
                  <a:pt x="10607" y="12"/>
                  <a:pt x="10603" y="12"/>
                </a:cubicBezTo>
                <a:cubicBezTo>
                  <a:pt x="10593" y="12"/>
                  <a:pt x="10592" y="12"/>
                  <a:pt x="10592" y="12"/>
                </a:cubicBezTo>
                <a:cubicBezTo>
                  <a:pt x="10581" y="9"/>
                  <a:pt x="10576" y="0"/>
                  <a:pt x="10569" y="0"/>
                </a:cubicBezTo>
                <a:close/>
                <a:moveTo>
                  <a:pt x="10524" y="1117"/>
                </a:moveTo>
                <a:cubicBezTo>
                  <a:pt x="10544" y="1128"/>
                  <a:pt x="10560" y="1129"/>
                  <a:pt x="10580" y="1129"/>
                </a:cubicBezTo>
                <a:cubicBezTo>
                  <a:pt x="10591" y="1129"/>
                  <a:pt x="10594" y="1129"/>
                  <a:pt x="10614" y="1129"/>
                </a:cubicBezTo>
                <a:cubicBezTo>
                  <a:pt x="10625" y="1129"/>
                  <a:pt x="10639" y="1129"/>
                  <a:pt x="10660" y="1129"/>
                </a:cubicBezTo>
                <a:cubicBezTo>
                  <a:pt x="11122" y="1118"/>
                  <a:pt x="11568" y="1140"/>
                  <a:pt x="12143" y="1245"/>
                </a:cubicBezTo>
                <a:cubicBezTo>
                  <a:pt x="13028" y="1414"/>
                  <a:pt x="13890" y="1725"/>
                  <a:pt x="14692" y="2200"/>
                </a:cubicBezTo>
                <a:cubicBezTo>
                  <a:pt x="15967" y="2970"/>
                  <a:pt x="17008" y="4125"/>
                  <a:pt x="17728" y="5761"/>
                </a:cubicBezTo>
                <a:cubicBezTo>
                  <a:pt x="18561" y="7660"/>
                  <a:pt x="18947" y="10118"/>
                  <a:pt x="18792" y="13209"/>
                </a:cubicBezTo>
                <a:cubicBezTo>
                  <a:pt x="18187" y="13217"/>
                  <a:pt x="16932" y="13219"/>
                  <a:pt x="15621" y="13209"/>
                </a:cubicBezTo>
                <a:cubicBezTo>
                  <a:pt x="15916" y="12514"/>
                  <a:pt x="16085" y="11747"/>
                  <a:pt x="16085" y="10940"/>
                </a:cubicBezTo>
                <a:lnTo>
                  <a:pt x="16085" y="8519"/>
                </a:lnTo>
                <a:cubicBezTo>
                  <a:pt x="16085" y="8213"/>
                  <a:pt x="15851" y="7960"/>
                  <a:pt x="15553" y="7960"/>
                </a:cubicBezTo>
                <a:lnTo>
                  <a:pt x="5585" y="7960"/>
                </a:lnTo>
                <a:cubicBezTo>
                  <a:pt x="5287" y="7960"/>
                  <a:pt x="5041" y="8213"/>
                  <a:pt x="5041" y="8519"/>
                </a:cubicBezTo>
                <a:lnTo>
                  <a:pt x="5041" y="10940"/>
                </a:lnTo>
                <a:cubicBezTo>
                  <a:pt x="5041" y="11747"/>
                  <a:pt x="5221" y="12514"/>
                  <a:pt x="5517" y="13209"/>
                </a:cubicBezTo>
                <a:lnTo>
                  <a:pt x="2901" y="13209"/>
                </a:lnTo>
                <a:cubicBezTo>
                  <a:pt x="3096" y="9200"/>
                  <a:pt x="3842" y="6171"/>
                  <a:pt x="5087" y="4166"/>
                </a:cubicBezTo>
                <a:cubicBezTo>
                  <a:pt x="6352" y="2141"/>
                  <a:pt x="8148" y="1128"/>
                  <a:pt x="10524" y="1117"/>
                </a:cubicBezTo>
                <a:close/>
                <a:moveTo>
                  <a:pt x="6129" y="9078"/>
                </a:moveTo>
                <a:lnTo>
                  <a:pt x="15020" y="9078"/>
                </a:lnTo>
                <a:lnTo>
                  <a:pt x="15020" y="10940"/>
                </a:lnTo>
                <a:cubicBezTo>
                  <a:pt x="15020" y="13460"/>
                  <a:pt x="13024" y="15502"/>
                  <a:pt x="10569" y="15502"/>
                </a:cubicBezTo>
                <a:cubicBezTo>
                  <a:pt x="8113" y="15502"/>
                  <a:pt x="6129" y="13460"/>
                  <a:pt x="6129" y="10940"/>
                </a:cubicBezTo>
                <a:lnTo>
                  <a:pt x="6129" y="9078"/>
                </a:lnTo>
                <a:close/>
                <a:moveTo>
                  <a:pt x="10524" y="12057"/>
                </a:moveTo>
                <a:cubicBezTo>
                  <a:pt x="10115" y="12057"/>
                  <a:pt x="9721" y="12132"/>
                  <a:pt x="9425" y="12290"/>
                </a:cubicBezTo>
                <a:cubicBezTo>
                  <a:pt x="9047" y="12468"/>
                  <a:pt x="8802" y="12760"/>
                  <a:pt x="8802" y="13128"/>
                </a:cubicBezTo>
                <a:cubicBezTo>
                  <a:pt x="8802" y="13505"/>
                  <a:pt x="9047" y="13787"/>
                  <a:pt x="9425" y="13966"/>
                </a:cubicBezTo>
                <a:cubicBezTo>
                  <a:pt x="9721" y="14113"/>
                  <a:pt x="10115" y="14198"/>
                  <a:pt x="10524" y="14198"/>
                </a:cubicBezTo>
                <a:cubicBezTo>
                  <a:pt x="10922" y="14198"/>
                  <a:pt x="11304" y="14112"/>
                  <a:pt x="11611" y="13966"/>
                </a:cubicBezTo>
                <a:cubicBezTo>
                  <a:pt x="11979" y="13787"/>
                  <a:pt x="12234" y="13505"/>
                  <a:pt x="12234" y="13128"/>
                </a:cubicBezTo>
                <a:cubicBezTo>
                  <a:pt x="12234" y="12760"/>
                  <a:pt x="11979" y="12468"/>
                  <a:pt x="11611" y="12290"/>
                </a:cubicBezTo>
                <a:cubicBezTo>
                  <a:pt x="11304" y="12132"/>
                  <a:pt x="10922" y="12057"/>
                  <a:pt x="10524" y="12057"/>
                </a:cubicBezTo>
                <a:close/>
                <a:moveTo>
                  <a:pt x="10524" y="12918"/>
                </a:moveTo>
                <a:cubicBezTo>
                  <a:pt x="10810" y="12918"/>
                  <a:pt x="11076" y="12974"/>
                  <a:pt x="11260" y="13058"/>
                </a:cubicBezTo>
                <a:cubicBezTo>
                  <a:pt x="11301" y="13079"/>
                  <a:pt x="11341" y="13107"/>
                  <a:pt x="11362" y="13128"/>
                </a:cubicBezTo>
                <a:cubicBezTo>
                  <a:pt x="11341" y="13149"/>
                  <a:pt x="11301" y="13165"/>
                  <a:pt x="11260" y="13186"/>
                </a:cubicBezTo>
                <a:cubicBezTo>
                  <a:pt x="11076" y="13280"/>
                  <a:pt x="10810" y="13337"/>
                  <a:pt x="10524" y="13337"/>
                </a:cubicBezTo>
                <a:cubicBezTo>
                  <a:pt x="10238" y="13337"/>
                  <a:pt x="9971" y="13280"/>
                  <a:pt x="9787" y="13186"/>
                </a:cubicBezTo>
                <a:cubicBezTo>
                  <a:pt x="9736" y="13165"/>
                  <a:pt x="9705" y="13149"/>
                  <a:pt x="9674" y="13128"/>
                </a:cubicBezTo>
                <a:cubicBezTo>
                  <a:pt x="9705" y="13107"/>
                  <a:pt x="9736" y="13079"/>
                  <a:pt x="9787" y="13058"/>
                </a:cubicBezTo>
                <a:cubicBezTo>
                  <a:pt x="9971" y="12974"/>
                  <a:pt x="10238" y="12918"/>
                  <a:pt x="10524" y="12918"/>
                </a:cubicBezTo>
                <a:close/>
                <a:moveTo>
                  <a:pt x="7307" y="15874"/>
                </a:moveTo>
                <a:lnTo>
                  <a:pt x="7307" y="20390"/>
                </a:lnTo>
                <a:cubicBezTo>
                  <a:pt x="5364" y="20314"/>
                  <a:pt x="3695" y="20170"/>
                  <a:pt x="2651" y="19878"/>
                </a:cubicBezTo>
                <a:cubicBezTo>
                  <a:pt x="1911" y="19667"/>
                  <a:pt x="1428" y="19420"/>
                  <a:pt x="1202" y="19156"/>
                </a:cubicBezTo>
                <a:cubicBezTo>
                  <a:pt x="1037" y="18956"/>
                  <a:pt x="1024" y="18739"/>
                  <a:pt x="1168" y="18423"/>
                </a:cubicBezTo>
                <a:cubicBezTo>
                  <a:pt x="1455" y="17854"/>
                  <a:pt x="2148" y="17184"/>
                  <a:pt x="3104" y="16689"/>
                </a:cubicBezTo>
                <a:cubicBezTo>
                  <a:pt x="4242" y="16106"/>
                  <a:pt x="5675" y="15833"/>
                  <a:pt x="7307" y="15874"/>
                </a:cubicBezTo>
                <a:close/>
                <a:moveTo>
                  <a:pt x="13956" y="15874"/>
                </a:moveTo>
                <a:cubicBezTo>
                  <a:pt x="16573" y="15940"/>
                  <a:pt x="18365" y="16443"/>
                  <a:pt x="19381" y="17259"/>
                </a:cubicBezTo>
                <a:cubicBezTo>
                  <a:pt x="19793" y="17586"/>
                  <a:pt x="20065" y="17951"/>
                  <a:pt x="20220" y="18341"/>
                </a:cubicBezTo>
                <a:cubicBezTo>
                  <a:pt x="20322" y="18594"/>
                  <a:pt x="20368" y="18855"/>
                  <a:pt x="20378" y="19098"/>
                </a:cubicBezTo>
                <a:cubicBezTo>
                  <a:pt x="20265" y="19224"/>
                  <a:pt x="20063" y="19368"/>
                  <a:pt x="19744" y="19505"/>
                </a:cubicBezTo>
                <a:cubicBezTo>
                  <a:pt x="19291" y="19695"/>
                  <a:pt x="18653" y="19857"/>
                  <a:pt x="17841" y="19994"/>
                </a:cubicBezTo>
                <a:cubicBezTo>
                  <a:pt x="16833" y="20166"/>
                  <a:pt x="15481" y="20278"/>
                  <a:pt x="13956" y="20355"/>
                </a:cubicBezTo>
                <a:lnTo>
                  <a:pt x="13956" y="15874"/>
                </a:lnTo>
                <a:close/>
                <a:moveTo>
                  <a:pt x="12880" y="16072"/>
                </a:moveTo>
                <a:lnTo>
                  <a:pt x="12880" y="20390"/>
                </a:lnTo>
                <a:cubicBezTo>
                  <a:pt x="12168" y="20414"/>
                  <a:pt x="11536" y="20451"/>
                  <a:pt x="10728" y="20459"/>
                </a:cubicBezTo>
                <a:cubicBezTo>
                  <a:pt x="9815" y="20477"/>
                  <a:pt x="9169" y="20427"/>
                  <a:pt x="8383" y="20413"/>
                </a:cubicBezTo>
                <a:lnTo>
                  <a:pt x="8383" y="16142"/>
                </a:lnTo>
                <a:cubicBezTo>
                  <a:pt x="9054" y="16440"/>
                  <a:pt x="9791" y="16619"/>
                  <a:pt x="10569" y="16619"/>
                </a:cubicBezTo>
                <a:cubicBezTo>
                  <a:pt x="11397" y="16619"/>
                  <a:pt x="12175" y="16407"/>
                  <a:pt x="12880" y="16072"/>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2" name="形状">
            <a:extLst>
              <a:ext uri="{FF2B5EF4-FFF2-40B4-BE49-F238E27FC236}">
                <a16:creationId xmlns:a16="http://schemas.microsoft.com/office/drawing/2014/main" id="{AB01115F-EAF9-6A4B-A59E-EF4C40366586}"/>
              </a:ext>
            </a:extLst>
          </p:cNvPr>
          <p:cNvSpPr>
            <a:spLocks noChangeAspect="1"/>
          </p:cNvSpPr>
          <p:nvPr/>
        </p:nvSpPr>
        <p:spPr>
          <a:xfrm>
            <a:off x="6817898" y="5053577"/>
            <a:ext cx="433905" cy="403187"/>
          </a:xfrm>
          <a:custGeom>
            <a:avLst/>
            <a:gdLst/>
            <a:ahLst/>
            <a:cxnLst>
              <a:cxn ang="0">
                <a:pos x="wd2" y="hd2"/>
              </a:cxn>
              <a:cxn ang="5400000">
                <a:pos x="wd2" y="hd2"/>
              </a:cxn>
              <a:cxn ang="10800000">
                <a:pos x="wd2" y="hd2"/>
              </a:cxn>
              <a:cxn ang="16200000">
                <a:pos x="wd2" y="hd2"/>
              </a:cxn>
            </a:cxnLst>
            <a:rect l="0" t="0" r="r" b="b"/>
            <a:pathLst>
              <a:path w="21591" h="21543" extrusionOk="0">
                <a:moveTo>
                  <a:pt x="4241" y="0"/>
                </a:moveTo>
                <a:cubicBezTo>
                  <a:pt x="4148" y="0"/>
                  <a:pt x="4050" y="30"/>
                  <a:pt x="3968" y="86"/>
                </a:cubicBezTo>
                <a:cubicBezTo>
                  <a:pt x="3885" y="130"/>
                  <a:pt x="3826" y="206"/>
                  <a:pt x="3775" y="305"/>
                </a:cubicBezTo>
                <a:cubicBezTo>
                  <a:pt x="3754" y="328"/>
                  <a:pt x="3739" y="358"/>
                  <a:pt x="3729" y="391"/>
                </a:cubicBezTo>
                <a:cubicBezTo>
                  <a:pt x="3409" y="1344"/>
                  <a:pt x="3808" y="2435"/>
                  <a:pt x="4798" y="3665"/>
                </a:cubicBezTo>
                <a:cubicBezTo>
                  <a:pt x="4798" y="4308"/>
                  <a:pt x="4798" y="5153"/>
                  <a:pt x="4798" y="6194"/>
                </a:cubicBezTo>
                <a:cubicBezTo>
                  <a:pt x="4354" y="6693"/>
                  <a:pt x="4138" y="7365"/>
                  <a:pt x="4138" y="8174"/>
                </a:cubicBezTo>
                <a:cubicBezTo>
                  <a:pt x="4138" y="8949"/>
                  <a:pt x="4276" y="9557"/>
                  <a:pt x="4616" y="9945"/>
                </a:cubicBezTo>
                <a:cubicBezTo>
                  <a:pt x="4764" y="11811"/>
                  <a:pt x="5246" y="13239"/>
                  <a:pt x="6071" y="14234"/>
                </a:cubicBezTo>
                <a:cubicBezTo>
                  <a:pt x="4335" y="14602"/>
                  <a:pt x="2879" y="15116"/>
                  <a:pt x="1887" y="15883"/>
                </a:cubicBezTo>
                <a:cubicBezTo>
                  <a:pt x="640" y="16860"/>
                  <a:pt x="0" y="18169"/>
                  <a:pt x="0" y="19768"/>
                </a:cubicBezTo>
                <a:cubicBezTo>
                  <a:pt x="0" y="19868"/>
                  <a:pt x="28" y="19962"/>
                  <a:pt x="80" y="20062"/>
                </a:cubicBezTo>
                <a:cubicBezTo>
                  <a:pt x="90" y="20095"/>
                  <a:pt x="106" y="20114"/>
                  <a:pt x="136" y="20147"/>
                </a:cubicBezTo>
                <a:cubicBezTo>
                  <a:pt x="291" y="20336"/>
                  <a:pt x="529" y="20430"/>
                  <a:pt x="1023" y="20575"/>
                </a:cubicBezTo>
                <a:cubicBezTo>
                  <a:pt x="1415" y="20675"/>
                  <a:pt x="1927" y="20793"/>
                  <a:pt x="2535" y="20892"/>
                </a:cubicBezTo>
                <a:cubicBezTo>
                  <a:pt x="3957" y="21159"/>
                  <a:pt x="5690" y="21367"/>
                  <a:pt x="7504" y="21467"/>
                </a:cubicBezTo>
                <a:cubicBezTo>
                  <a:pt x="9709" y="21600"/>
                  <a:pt x="11933" y="21557"/>
                  <a:pt x="14098" y="21357"/>
                </a:cubicBezTo>
                <a:cubicBezTo>
                  <a:pt x="16622" y="21113"/>
                  <a:pt x="19004" y="20635"/>
                  <a:pt x="21158" y="19891"/>
                </a:cubicBezTo>
                <a:cubicBezTo>
                  <a:pt x="21199" y="19880"/>
                  <a:pt x="21229" y="19876"/>
                  <a:pt x="21260" y="19854"/>
                </a:cubicBezTo>
                <a:cubicBezTo>
                  <a:pt x="21425" y="19743"/>
                  <a:pt x="21504" y="19592"/>
                  <a:pt x="21556" y="19414"/>
                </a:cubicBezTo>
                <a:cubicBezTo>
                  <a:pt x="21576" y="19325"/>
                  <a:pt x="21590" y="19232"/>
                  <a:pt x="21590" y="19121"/>
                </a:cubicBezTo>
                <a:cubicBezTo>
                  <a:pt x="21600" y="18921"/>
                  <a:pt x="21562" y="18680"/>
                  <a:pt x="21510" y="18424"/>
                </a:cubicBezTo>
                <a:cubicBezTo>
                  <a:pt x="21376" y="17814"/>
                  <a:pt x="21077" y="17180"/>
                  <a:pt x="20623" y="16592"/>
                </a:cubicBezTo>
                <a:cubicBezTo>
                  <a:pt x="20067" y="15881"/>
                  <a:pt x="19305" y="15277"/>
                  <a:pt x="18315" y="14832"/>
                </a:cubicBezTo>
                <a:cubicBezTo>
                  <a:pt x="17391" y="14407"/>
                  <a:pt x="16242" y="14178"/>
                  <a:pt x="14962" y="14063"/>
                </a:cubicBezTo>
                <a:cubicBezTo>
                  <a:pt x="15833" y="13022"/>
                  <a:pt x="16311" y="11670"/>
                  <a:pt x="16360" y="9994"/>
                </a:cubicBezTo>
                <a:cubicBezTo>
                  <a:pt x="16752" y="9606"/>
                  <a:pt x="16997" y="8925"/>
                  <a:pt x="16997" y="8027"/>
                </a:cubicBezTo>
                <a:cubicBezTo>
                  <a:pt x="16997" y="7551"/>
                  <a:pt x="16935" y="7140"/>
                  <a:pt x="16781" y="6830"/>
                </a:cubicBezTo>
                <a:cubicBezTo>
                  <a:pt x="16678" y="6619"/>
                  <a:pt x="16536" y="6452"/>
                  <a:pt x="16371" y="6341"/>
                </a:cubicBezTo>
                <a:cubicBezTo>
                  <a:pt x="16371" y="5587"/>
                  <a:pt x="16371" y="4631"/>
                  <a:pt x="16371" y="3445"/>
                </a:cubicBezTo>
                <a:cubicBezTo>
                  <a:pt x="16371" y="3445"/>
                  <a:pt x="16370" y="3433"/>
                  <a:pt x="16360" y="3433"/>
                </a:cubicBezTo>
                <a:cubicBezTo>
                  <a:pt x="16308" y="1217"/>
                  <a:pt x="15197" y="0"/>
                  <a:pt x="13177" y="0"/>
                </a:cubicBezTo>
                <a:lnTo>
                  <a:pt x="4241" y="0"/>
                </a:lnTo>
                <a:close/>
                <a:moveTo>
                  <a:pt x="4718" y="1173"/>
                </a:moveTo>
                <a:lnTo>
                  <a:pt x="13177" y="1173"/>
                </a:lnTo>
                <a:cubicBezTo>
                  <a:pt x="14599" y="1173"/>
                  <a:pt x="15250" y="1873"/>
                  <a:pt x="15291" y="3458"/>
                </a:cubicBezTo>
                <a:cubicBezTo>
                  <a:pt x="15291" y="4531"/>
                  <a:pt x="15291" y="5259"/>
                  <a:pt x="15291" y="5975"/>
                </a:cubicBezTo>
                <a:lnTo>
                  <a:pt x="10823" y="5975"/>
                </a:lnTo>
                <a:cubicBezTo>
                  <a:pt x="9495" y="5975"/>
                  <a:pt x="7791" y="5018"/>
                  <a:pt x="5741" y="3054"/>
                </a:cubicBezTo>
                <a:cubicBezTo>
                  <a:pt x="5082" y="2279"/>
                  <a:pt x="4770" y="1649"/>
                  <a:pt x="4718" y="1173"/>
                </a:cubicBezTo>
                <a:close/>
                <a:moveTo>
                  <a:pt x="5878" y="4679"/>
                </a:moveTo>
                <a:cubicBezTo>
                  <a:pt x="7735" y="6281"/>
                  <a:pt x="9388" y="7147"/>
                  <a:pt x="10823" y="7147"/>
                </a:cubicBezTo>
                <a:lnTo>
                  <a:pt x="15439" y="7147"/>
                </a:lnTo>
                <a:cubicBezTo>
                  <a:pt x="15534" y="7258"/>
                  <a:pt x="15655" y="7337"/>
                  <a:pt x="15803" y="7343"/>
                </a:cubicBezTo>
                <a:cubicBezTo>
                  <a:pt x="15803" y="7354"/>
                  <a:pt x="15804" y="7356"/>
                  <a:pt x="15814" y="7367"/>
                </a:cubicBezTo>
                <a:lnTo>
                  <a:pt x="15814" y="7380"/>
                </a:lnTo>
                <a:cubicBezTo>
                  <a:pt x="15876" y="7501"/>
                  <a:pt x="15917" y="7717"/>
                  <a:pt x="15917" y="8027"/>
                </a:cubicBezTo>
                <a:cubicBezTo>
                  <a:pt x="15917" y="8426"/>
                  <a:pt x="15862" y="8721"/>
                  <a:pt x="15769" y="8931"/>
                </a:cubicBezTo>
                <a:cubicBezTo>
                  <a:pt x="15728" y="8998"/>
                  <a:pt x="15696" y="9069"/>
                  <a:pt x="15655" y="9102"/>
                </a:cubicBezTo>
                <a:cubicBezTo>
                  <a:pt x="15634" y="9136"/>
                  <a:pt x="15597" y="9152"/>
                  <a:pt x="15587" y="9163"/>
                </a:cubicBezTo>
                <a:cubicBezTo>
                  <a:pt x="15577" y="9174"/>
                  <a:pt x="15574" y="9165"/>
                  <a:pt x="15564" y="9176"/>
                </a:cubicBezTo>
                <a:cubicBezTo>
                  <a:pt x="15471" y="9231"/>
                  <a:pt x="15401" y="9307"/>
                  <a:pt x="15359" y="9396"/>
                </a:cubicBezTo>
                <a:cubicBezTo>
                  <a:pt x="15308" y="9484"/>
                  <a:pt x="15291" y="9577"/>
                  <a:pt x="15291" y="9677"/>
                </a:cubicBezTo>
                <a:cubicBezTo>
                  <a:pt x="15291" y="12768"/>
                  <a:pt x="13770" y="14552"/>
                  <a:pt x="10585" y="15150"/>
                </a:cubicBezTo>
                <a:cubicBezTo>
                  <a:pt x="9273" y="14996"/>
                  <a:pt x="8286" y="14682"/>
                  <a:pt x="7617" y="14209"/>
                </a:cubicBezTo>
                <a:cubicBezTo>
                  <a:pt x="7567" y="14143"/>
                  <a:pt x="7518" y="14100"/>
                  <a:pt x="7447" y="14063"/>
                </a:cubicBezTo>
                <a:cubicBezTo>
                  <a:pt x="7281" y="13926"/>
                  <a:pt x="7123" y="13782"/>
                  <a:pt x="7003" y="13623"/>
                </a:cubicBezTo>
                <a:cubicBezTo>
                  <a:pt x="6993" y="13612"/>
                  <a:pt x="6979" y="13597"/>
                  <a:pt x="6969" y="13586"/>
                </a:cubicBezTo>
                <a:cubicBezTo>
                  <a:pt x="6227" y="12766"/>
                  <a:pt x="5798" y="11469"/>
                  <a:pt x="5684" y="9652"/>
                </a:cubicBezTo>
                <a:cubicBezTo>
                  <a:pt x="5674" y="9552"/>
                  <a:pt x="5658" y="9473"/>
                  <a:pt x="5616" y="9396"/>
                </a:cubicBezTo>
                <a:cubicBezTo>
                  <a:pt x="5575" y="9329"/>
                  <a:pt x="5530" y="9268"/>
                  <a:pt x="5468" y="9212"/>
                </a:cubicBezTo>
                <a:cubicBezTo>
                  <a:pt x="5324" y="9101"/>
                  <a:pt x="5218" y="8761"/>
                  <a:pt x="5218" y="8174"/>
                </a:cubicBezTo>
                <a:cubicBezTo>
                  <a:pt x="5218" y="7575"/>
                  <a:pt x="5375" y="7168"/>
                  <a:pt x="5684" y="6891"/>
                </a:cubicBezTo>
                <a:cubicBezTo>
                  <a:pt x="5736" y="6835"/>
                  <a:pt x="5779" y="6787"/>
                  <a:pt x="5810" y="6732"/>
                </a:cubicBezTo>
                <a:cubicBezTo>
                  <a:pt x="5861" y="6632"/>
                  <a:pt x="5878" y="6550"/>
                  <a:pt x="5878" y="6439"/>
                </a:cubicBezTo>
                <a:cubicBezTo>
                  <a:pt x="5878" y="5680"/>
                  <a:pt x="5878" y="5235"/>
                  <a:pt x="5878" y="4679"/>
                </a:cubicBezTo>
                <a:close/>
                <a:moveTo>
                  <a:pt x="10562" y="11314"/>
                </a:moveTo>
                <a:cubicBezTo>
                  <a:pt x="10191" y="11314"/>
                  <a:pt x="9839" y="11404"/>
                  <a:pt x="9561" y="11570"/>
                </a:cubicBezTo>
                <a:cubicBezTo>
                  <a:pt x="9232" y="11770"/>
                  <a:pt x="9016" y="12084"/>
                  <a:pt x="9016" y="12450"/>
                </a:cubicBezTo>
                <a:cubicBezTo>
                  <a:pt x="9016" y="12827"/>
                  <a:pt x="9232" y="13130"/>
                  <a:pt x="9561" y="13330"/>
                </a:cubicBezTo>
                <a:cubicBezTo>
                  <a:pt x="9839" y="13496"/>
                  <a:pt x="10191" y="13586"/>
                  <a:pt x="10562" y="13586"/>
                </a:cubicBezTo>
                <a:cubicBezTo>
                  <a:pt x="10922" y="13586"/>
                  <a:pt x="11284" y="13496"/>
                  <a:pt x="11562" y="13330"/>
                </a:cubicBezTo>
                <a:cubicBezTo>
                  <a:pt x="11892" y="13130"/>
                  <a:pt x="12108" y="12827"/>
                  <a:pt x="12108" y="12450"/>
                </a:cubicBezTo>
                <a:cubicBezTo>
                  <a:pt x="12108" y="12084"/>
                  <a:pt x="11892" y="11770"/>
                  <a:pt x="11562" y="11570"/>
                </a:cubicBezTo>
                <a:cubicBezTo>
                  <a:pt x="11284" y="11404"/>
                  <a:pt x="10922" y="11314"/>
                  <a:pt x="10562" y="11314"/>
                </a:cubicBezTo>
                <a:close/>
                <a:moveTo>
                  <a:pt x="10562" y="12230"/>
                </a:moveTo>
                <a:cubicBezTo>
                  <a:pt x="10788" y="12230"/>
                  <a:pt x="11009" y="12288"/>
                  <a:pt x="11153" y="12377"/>
                </a:cubicBezTo>
                <a:cubicBezTo>
                  <a:pt x="11204" y="12399"/>
                  <a:pt x="11246" y="12428"/>
                  <a:pt x="11267" y="12450"/>
                </a:cubicBezTo>
                <a:cubicBezTo>
                  <a:pt x="11246" y="12472"/>
                  <a:pt x="11204" y="12502"/>
                  <a:pt x="11153" y="12536"/>
                </a:cubicBezTo>
                <a:cubicBezTo>
                  <a:pt x="11009" y="12624"/>
                  <a:pt x="10788" y="12682"/>
                  <a:pt x="10562" y="12682"/>
                </a:cubicBezTo>
                <a:cubicBezTo>
                  <a:pt x="10325" y="12682"/>
                  <a:pt x="10115" y="12624"/>
                  <a:pt x="9971" y="12536"/>
                </a:cubicBezTo>
                <a:cubicBezTo>
                  <a:pt x="9919" y="12502"/>
                  <a:pt x="9889" y="12472"/>
                  <a:pt x="9868" y="12450"/>
                </a:cubicBezTo>
                <a:cubicBezTo>
                  <a:pt x="9889" y="12428"/>
                  <a:pt x="9919" y="12399"/>
                  <a:pt x="9971" y="12377"/>
                </a:cubicBezTo>
                <a:cubicBezTo>
                  <a:pt x="10115" y="12288"/>
                  <a:pt x="10325" y="12230"/>
                  <a:pt x="10562" y="12230"/>
                </a:cubicBezTo>
                <a:close/>
                <a:moveTo>
                  <a:pt x="13893" y="15040"/>
                </a:moveTo>
                <a:cubicBezTo>
                  <a:pt x="13958" y="15072"/>
                  <a:pt x="14011" y="15135"/>
                  <a:pt x="14086" y="15138"/>
                </a:cubicBezTo>
                <a:cubicBezTo>
                  <a:pt x="14111" y="15139"/>
                  <a:pt x="14129" y="15149"/>
                  <a:pt x="14154" y="15150"/>
                </a:cubicBezTo>
                <a:lnTo>
                  <a:pt x="15303" y="15908"/>
                </a:lnTo>
                <a:lnTo>
                  <a:pt x="12563" y="20269"/>
                </a:lnTo>
                <a:cubicBezTo>
                  <a:pt x="12082" y="20298"/>
                  <a:pt x="11604" y="20343"/>
                  <a:pt x="11119" y="20355"/>
                </a:cubicBezTo>
                <a:lnTo>
                  <a:pt x="11119" y="17704"/>
                </a:lnTo>
                <a:cubicBezTo>
                  <a:pt x="11119" y="17383"/>
                  <a:pt x="10873" y="17129"/>
                  <a:pt x="10585" y="17129"/>
                </a:cubicBezTo>
                <a:cubicBezTo>
                  <a:pt x="10285" y="17129"/>
                  <a:pt x="10050" y="17383"/>
                  <a:pt x="10050" y="17704"/>
                </a:cubicBezTo>
                <a:lnTo>
                  <a:pt x="10050" y="20355"/>
                </a:lnTo>
                <a:cubicBezTo>
                  <a:pt x="9712" y="20355"/>
                  <a:pt x="9377" y="20338"/>
                  <a:pt x="9038" y="20330"/>
                </a:cubicBezTo>
                <a:lnTo>
                  <a:pt x="5935" y="15883"/>
                </a:lnTo>
                <a:lnTo>
                  <a:pt x="7003" y="15211"/>
                </a:lnTo>
                <a:cubicBezTo>
                  <a:pt x="7028" y="15207"/>
                  <a:pt x="7046" y="15203"/>
                  <a:pt x="7072" y="15199"/>
                </a:cubicBezTo>
                <a:cubicBezTo>
                  <a:pt x="7918" y="15780"/>
                  <a:pt x="9071" y="16158"/>
                  <a:pt x="10539" y="16323"/>
                </a:cubicBezTo>
                <a:cubicBezTo>
                  <a:pt x="10560" y="16323"/>
                  <a:pt x="10574" y="16323"/>
                  <a:pt x="10585" y="16323"/>
                </a:cubicBezTo>
                <a:cubicBezTo>
                  <a:pt x="10615" y="16323"/>
                  <a:pt x="10656" y="16322"/>
                  <a:pt x="10687" y="16311"/>
                </a:cubicBezTo>
                <a:cubicBezTo>
                  <a:pt x="11973" y="16079"/>
                  <a:pt x="13036" y="15642"/>
                  <a:pt x="13893" y="15040"/>
                </a:cubicBezTo>
                <a:close/>
                <a:moveTo>
                  <a:pt x="16496" y="15456"/>
                </a:moveTo>
                <a:cubicBezTo>
                  <a:pt x="16997" y="15576"/>
                  <a:pt x="17485" y="15709"/>
                  <a:pt x="17895" y="15895"/>
                </a:cubicBezTo>
                <a:cubicBezTo>
                  <a:pt x="18730" y="16273"/>
                  <a:pt x="19362" y="16760"/>
                  <a:pt x="19805" y="17337"/>
                </a:cubicBezTo>
                <a:cubicBezTo>
                  <a:pt x="20145" y="17781"/>
                  <a:pt x="20361" y="18249"/>
                  <a:pt x="20464" y="18693"/>
                </a:cubicBezTo>
                <a:cubicBezTo>
                  <a:pt x="20474" y="18760"/>
                  <a:pt x="20477" y="18834"/>
                  <a:pt x="20487" y="18901"/>
                </a:cubicBezTo>
                <a:cubicBezTo>
                  <a:pt x="18508" y="19556"/>
                  <a:pt x="16325" y="19974"/>
                  <a:pt x="14007" y="20196"/>
                </a:cubicBezTo>
                <a:cubicBezTo>
                  <a:pt x="13973" y="20199"/>
                  <a:pt x="13938" y="20193"/>
                  <a:pt x="13904" y="20196"/>
                </a:cubicBezTo>
                <a:lnTo>
                  <a:pt x="16519" y="16054"/>
                </a:lnTo>
                <a:cubicBezTo>
                  <a:pt x="16635" y="15860"/>
                  <a:pt x="16596" y="15641"/>
                  <a:pt x="16496" y="15456"/>
                </a:cubicBezTo>
                <a:close/>
                <a:moveTo>
                  <a:pt x="4639" y="15761"/>
                </a:moveTo>
                <a:cubicBezTo>
                  <a:pt x="4646" y="15866"/>
                  <a:pt x="4634" y="15976"/>
                  <a:pt x="4695" y="16066"/>
                </a:cubicBezTo>
                <a:lnTo>
                  <a:pt x="7674" y="20306"/>
                </a:lnTo>
                <a:cubicBezTo>
                  <a:pt x="7640" y="20304"/>
                  <a:pt x="7606" y="20308"/>
                  <a:pt x="7572" y="20306"/>
                </a:cubicBezTo>
                <a:cubicBezTo>
                  <a:pt x="5799" y="20195"/>
                  <a:pt x="4108" y="20001"/>
                  <a:pt x="2717" y="19756"/>
                </a:cubicBezTo>
                <a:cubicBezTo>
                  <a:pt x="2140" y="19656"/>
                  <a:pt x="1646" y="19539"/>
                  <a:pt x="1296" y="19439"/>
                </a:cubicBezTo>
                <a:cubicBezTo>
                  <a:pt x="1224" y="19416"/>
                  <a:pt x="1153" y="19412"/>
                  <a:pt x="1091" y="19390"/>
                </a:cubicBezTo>
                <a:cubicBezTo>
                  <a:pt x="1184" y="18357"/>
                  <a:pt x="1648" y="17525"/>
                  <a:pt x="2524" y="16836"/>
                </a:cubicBezTo>
                <a:cubicBezTo>
                  <a:pt x="3065" y="16417"/>
                  <a:pt x="3789" y="16053"/>
                  <a:pt x="4639" y="15761"/>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3" name="形状">
            <a:extLst>
              <a:ext uri="{FF2B5EF4-FFF2-40B4-BE49-F238E27FC236}">
                <a16:creationId xmlns:a16="http://schemas.microsoft.com/office/drawing/2014/main" id="{260F6239-0C4B-8347-8E14-069DBD7479BF}"/>
              </a:ext>
            </a:extLst>
          </p:cNvPr>
          <p:cNvSpPr/>
          <p:nvPr/>
        </p:nvSpPr>
        <p:spPr>
          <a:xfrm>
            <a:off x="9686277" y="5042061"/>
            <a:ext cx="422385" cy="414705"/>
          </a:xfrm>
          <a:custGeom>
            <a:avLst/>
            <a:gdLst/>
            <a:ahLst/>
            <a:cxnLst>
              <a:cxn ang="0">
                <a:pos x="wd2" y="hd2"/>
              </a:cxn>
              <a:cxn ang="5400000">
                <a:pos x="wd2" y="hd2"/>
              </a:cxn>
              <a:cxn ang="10800000">
                <a:pos x="wd2" y="hd2"/>
              </a:cxn>
              <a:cxn ang="16200000">
                <a:pos x="wd2" y="hd2"/>
              </a:cxn>
            </a:cxnLst>
            <a:rect l="0" t="0" r="r" b="b"/>
            <a:pathLst>
              <a:path w="21543" h="21551" extrusionOk="0">
                <a:moveTo>
                  <a:pt x="10389" y="0"/>
                </a:moveTo>
                <a:cubicBezTo>
                  <a:pt x="4656" y="0"/>
                  <a:pt x="0" y="4736"/>
                  <a:pt x="0" y="10553"/>
                </a:cubicBezTo>
                <a:cubicBezTo>
                  <a:pt x="0" y="13721"/>
                  <a:pt x="1405" y="16528"/>
                  <a:pt x="3581" y="18463"/>
                </a:cubicBezTo>
                <a:lnTo>
                  <a:pt x="1366" y="20705"/>
                </a:lnTo>
                <a:cubicBezTo>
                  <a:pt x="1182" y="20891"/>
                  <a:pt x="1182" y="21209"/>
                  <a:pt x="1366" y="21404"/>
                </a:cubicBezTo>
                <a:cubicBezTo>
                  <a:pt x="1558" y="21600"/>
                  <a:pt x="1861" y="21600"/>
                  <a:pt x="2053" y="21404"/>
                </a:cubicBezTo>
                <a:lnTo>
                  <a:pt x="4329" y="19090"/>
                </a:lnTo>
                <a:cubicBezTo>
                  <a:pt x="6037" y="20343"/>
                  <a:pt x="8122" y="21106"/>
                  <a:pt x="10389" y="21106"/>
                </a:cubicBezTo>
                <a:cubicBezTo>
                  <a:pt x="12641" y="21106"/>
                  <a:pt x="14707" y="20343"/>
                  <a:pt x="16407" y="19100"/>
                </a:cubicBezTo>
                <a:lnTo>
                  <a:pt x="18663" y="21404"/>
                </a:lnTo>
                <a:cubicBezTo>
                  <a:pt x="18856" y="21600"/>
                  <a:pt x="19157" y="21591"/>
                  <a:pt x="19341" y="21404"/>
                </a:cubicBezTo>
                <a:cubicBezTo>
                  <a:pt x="19534" y="21209"/>
                  <a:pt x="19535" y="20901"/>
                  <a:pt x="19351" y="20705"/>
                </a:cubicBezTo>
                <a:lnTo>
                  <a:pt x="17156" y="18473"/>
                </a:lnTo>
                <a:cubicBezTo>
                  <a:pt x="19339" y="16538"/>
                  <a:pt x="20747" y="13730"/>
                  <a:pt x="20747" y="10553"/>
                </a:cubicBezTo>
                <a:cubicBezTo>
                  <a:pt x="20747" y="8214"/>
                  <a:pt x="19973" y="6070"/>
                  <a:pt x="18704" y="4320"/>
                </a:cubicBezTo>
                <a:lnTo>
                  <a:pt x="21364" y="2129"/>
                </a:lnTo>
                <a:cubicBezTo>
                  <a:pt x="21575" y="1961"/>
                  <a:pt x="21600" y="1645"/>
                  <a:pt x="21435" y="1440"/>
                </a:cubicBezTo>
                <a:cubicBezTo>
                  <a:pt x="21270" y="1226"/>
                  <a:pt x="20968" y="1200"/>
                  <a:pt x="20757" y="1368"/>
                </a:cubicBezTo>
                <a:lnTo>
                  <a:pt x="18087" y="3569"/>
                </a:lnTo>
                <a:cubicBezTo>
                  <a:pt x="16188" y="1403"/>
                  <a:pt x="13465" y="0"/>
                  <a:pt x="10389" y="0"/>
                </a:cubicBezTo>
                <a:close/>
                <a:moveTo>
                  <a:pt x="10389" y="987"/>
                </a:moveTo>
                <a:cubicBezTo>
                  <a:pt x="13162" y="987"/>
                  <a:pt x="15627" y="2231"/>
                  <a:pt x="17348" y="4176"/>
                </a:cubicBezTo>
                <a:lnTo>
                  <a:pt x="15436" y="5750"/>
                </a:lnTo>
                <a:cubicBezTo>
                  <a:pt x="14172" y="4372"/>
                  <a:pt x="12386" y="3497"/>
                  <a:pt x="10389" y="3497"/>
                </a:cubicBezTo>
                <a:cubicBezTo>
                  <a:pt x="6554" y="3497"/>
                  <a:pt x="3439" y="6664"/>
                  <a:pt x="3439" y="10553"/>
                </a:cubicBezTo>
                <a:cubicBezTo>
                  <a:pt x="3439" y="14452"/>
                  <a:pt x="6554" y="17609"/>
                  <a:pt x="10389" y="17609"/>
                </a:cubicBezTo>
                <a:cubicBezTo>
                  <a:pt x="14205" y="17609"/>
                  <a:pt x="17308" y="14452"/>
                  <a:pt x="17308" y="10553"/>
                </a:cubicBezTo>
                <a:cubicBezTo>
                  <a:pt x="17308" y="9045"/>
                  <a:pt x="16837" y="7658"/>
                  <a:pt x="16043" y="6511"/>
                </a:cubicBezTo>
                <a:lnTo>
                  <a:pt x="17965" y="4927"/>
                </a:lnTo>
                <a:cubicBezTo>
                  <a:pt x="19102" y="6509"/>
                  <a:pt x="19786" y="8446"/>
                  <a:pt x="19786" y="10553"/>
                </a:cubicBezTo>
                <a:cubicBezTo>
                  <a:pt x="19786" y="15839"/>
                  <a:pt x="15580" y="20119"/>
                  <a:pt x="10389" y="20119"/>
                </a:cubicBezTo>
                <a:cubicBezTo>
                  <a:pt x="5188" y="20119"/>
                  <a:pt x="971" y="15839"/>
                  <a:pt x="971" y="10553"/>
                </a:cubicBezTo>
                <a:cubicBezTo>
                  <a:pt x="971" y="5277"/>
                  <a:pt x="5188" y="987"/>
                  <a:pt x="10389" y="987"/>
                </a:cubicBezTo>
                <a:close/>
                <a:moveTo>
                  <a:pt x="10389" y="4485"/>
                </a:moveTo>
                <a:cubicBezTo>
                  <a:pt x="12082" y="4485"/>
                  <a:pt x="13602" y="5212"/>
                  <a:pt x="14688" y="6367"/>
                </a:cubicBezTo>
                <a:lnTo>
                  <a:pt x="12553" y="8126"/>
                </a:lnTo>
                <a:cubicBezTo>
                  <a:pt x="11976" y="7589"/>
                  <a:pt x="11223" y="7241"/>
                  <a:pt x="10379" y="7241"/>
                </a:cubicBezTo>
                <a:cubicBezTo>
                  <a:pt x="8575" y="7241"/>
                  <a:pt x="7121" y="8729"/>
                  <a:pt x="7121" y="10553"/>
                </a:cubicBezTo>
                <a:cubicBezTo>
                  <a:pt x="7121" y="12387"/>
                  <a:pt x="8575" y="13865"/>
                  <a:pt x="10379" y="13865"/>
                </a:cubicBezTo>
                <a:cubicBezTo>
                  <a:pt x="12164" y="13865"/>
                  <a:pt x="13626" y="12387"/>
                  <a:pt x="13626" y="10553"/>
                </a:cubicBezTo>
                <a:cubicBezTo>
                  <a:pt x="13626" y="9941"/>
                  <a:pt x="13415" y="9399"/>
                  <a:pt x="13130" y="8907"/>
                </a:cubicBezTo>
                <a:lnTo>
                  <a:pt x="15305" y="7118"/>
                </a:lnTo>
                <a:cubicBezTo>
                  <a:pt x="15965" y="8095"/>
                  <a:pt x="16347" y="9279"/>
                  <a:pt x="16347" y="10553"/>
                </a:cubicBezTo>
                <a:cubicBezTo>
                  <a:pt x="16347" y="13911"/>
                  <a:pt x="13673" y="16622"/>
                  <a:pt x="10389" y="16622"/>
                </a:cubicBezTo>
                <a:cubicBezTo>
                  <a:pt x="7086" y="16622"/>
                  <a:pt x="4410" y="13911"/>
                  <a:pt x="4410" y="10553"/>
                </a:cubicBezTo>
                <a:cubicBezTo>
                  <a:pt x="4410" y="7205"/>
                  <a:pt x="7086" y="4485"/>
                  <a:pt x="10389" y="4485"/>
                </a:cubicBezTo>
                <a:close/>
                <a:moveTo>
                  <a:pt x="10065" y="8290"/>
                </a:moveTo>
                <a:lnTo>
                  <a:pt x="9681" y="10594"/>
                </a:lnTo>
                <a:cubicBezTo>
                  <a:pt x="9635" y="10893"/>
                  <a:pt x="9843" y="11161"/>
                  <a:pt x="10136" y="11170"/>
                </a:cubicBezTo>
                <a:lnTo>
                  <a:pt x="12523" y="11252"/>
                </a:lnTo>
                <a:cubicBezTo>
                  <a:pt x="12228" y="12192"/>
                  <a:pt x="11396" y="12878"/>
                  <a:pt x="10379" y="12878"/>
                </a:cubicBezTo>
                <a:cubicBezTo>
                  <a:pt x="9109" y="12878"/>
                  <a:pt x="8092" y="11844"/>
                  <a:pt x="8092" y="10553"/>
                </a:cubicBezTo>
                <a:cubicBezTo>
                  <a:pt x="8092" y="9384"/>
                  <a:pt x="8952" y="8451"/>
                  <a:pt x="10065" y="8290"/>
                </a:cubicBezTo>
                <a:close/>
                <a:moveTo>
                  <a:pt x="11026" y="8362"/>
                </a:moveTo>
                <a:cubicBezTo>
                  <a:pt x="11307" y="8448"/>
                  <a:pt x="11560" y="8581"/>
                  <a:pt x="11785" y="8763"/>
                </a:cubicBezTo>
                <a:lnTo>
                  <a:pt x="10834" y="9545"/>
                </a:lnTo>
                <a:lnTo>
                  <a:pt x="11026" y="8362"/>
                </a:lnTo>
                <a:close/>
                <a:moveTo>
                  <a:pt x="12392" y="9514"/>
                </a:moveTo>
                <a:cubicBezTo>
                  <a:pt x="12508" y="9745"/>
                  <a:pt x="12570" y="9998"/>
                  <a:pt x="12604" y="10265"/>
                </a:cubicBezTo>
                <a:lnTo>
                  <a:pt x="11512" y="10234"/>
                </a:lnTo>
                <a:lnTo>
                  <a:pt x="12392" y="9514"/>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4" name="形状">
            <a:extLst>
              <a:ext uri="{FF2B5EF4-FFF2-40B4-BE49-F238E27FC236}">
                <a16:creationId xmlns:a16="http://schemas.microsoft.com/office/drawing/2014/main" id="{A7E3A8F4-57A7-DC43-B0C3-BA24AAA5ECB0}"/>
              </a:ext>
            </a:extLst>
          </p:cNvPr>
          <p:cNvSpPr/>
          <p:nvPr/>
        </p:nvSpPr>
        <p:spPr>
          <a:xfrm>
            <a:off x="10450409" y="5065097"/>
            <a:ext cx="420467" cy="391667"/>
          </a:xfrm>
          <a:custGeom>
            <a:avLst/>
            <a:gdLst/>
            <a:ahLst/>
            <a:cxnLst>
              <a:cxn ang="0">
                <a:pos x="wd2" y="hd2"/>
              </a:cxn>
              <a:cxn ang="5400000">
                <a:pos x="wd2" y="hd2"/>
              </a:cxn>
              <a:cxn ang="10800000">
                <a:pos x="wd2" y="hd2"/>
              </a:cxn>
              <a:cxn ang="16200000">
                <a:pos x="wd2" y="hd2"/>
              </a:cxn>
            </a:cxnLst>
            <a:rect l="0" t="0" r="r" b="b"/>
            <a:pathLst>
              <a:path w="21600" h="21527" extrusionOk="0">
                <a:moveTo>
                  <a:pt x="491" y="0"/>
                </a:moveTo>
                <a:cubicBezTo>
                  <a:pt x="222" y="0"/>
                  <a:pt x="0" y="247"/>
                  <a:pt x="0" y="534"/>
                </a:cubicBezTo>
                <a:lnTo>
                  <a:pt x="0" y="15679"/>
                </a:lnTo>
                <a:cubicBezTo>
                  <a:pt x="0" y="15955"/>
                  <a:pt x="222" y="16201"/>
                  <a:pt x="491" y="16201"/>
                </a:cubicBezTo>
                <a:lnTo>
                  <a:pt x="3817" y="16201"/>
                </a:lnTo>
                <a:lnTo>
                  <a:pt x="1647" y="20775"/>
                </a:lnTo>
                <a:cubicBezTo>
                  <a:pt x="1517" y="21032"/>
                  <a:pt x="1621" y="21343"/>
                  <a:pt x="1862" y="21471"/>
                </a:cubicBezTo>
                <a:cubicBezTo>
                  <a:pt x="2094" y="21600"/>
                  <a:pt x="2386" y="21500"/>
                  <a:pt x="2507" y="21243"/>
                </a:cubicBezTo>
                <a:lnTo>
                  <a:pt x="4911" y="16201"/>
                </a:lnTo>
                <a:lnTo>
                  <a:pt x="11061" y="16201"/>
                </a:lnTo>
                <a:lnTo>
                  <a:pt x="13445" y="21243"/>
                </a:lnTo>
                <a:cubicBezTo>
                  <a:pt x="13575" y="21500"/>
                  <a:pt x="13869" y="21600"/>
                  <a:pt x="14110" y="21471"/>
                </a:cubicBezTo>
                <a:cubicBezTo>
                  <a:pt x="14351" y="21343"/>
                  <a:pt x="14446" y="21032"/>
                  <a:pt x="14325" y="20775"/>
                </a:cubicBezTo>
                <a:lnTo>
                  <a:pt x="12146" y="16201"/>
                </a:lnTo>
                <a:lnTo>
                  <a:pt x="15635" y="16201"/>
                </a:lnTo>
                <a:cubicBezTo>
                  <a:pt x="15904" y="16201"/>
                  <a:pt x="16116" y="15955"/>
                  <a:pt x="16116" y="15679"/>
                </a:cubicBezTo>
                <a:lnTo>
                  <a:pt x="16116" y="11465"/>
                </a:lnTo>
                <a:lnTo>
                  <a:pt x="20935" y="13534"/>
                </a:lnTo>
                <a:cubicBezTo>
                  <a:pt x="21250" y="13672"/>
                  <a:pt x="21600" y="13420"/>
                  <a:pt x="21600" y="13044"/>
                </a:cubicBezTo>
                <a:lnTo>
                  <a:pt x="21600" y="3070"/>
                </a:lnTo>
                <a:cubicBezTo>
                  <a:pt x="21600" y="2695"/>
                  <a:pt x="21239" y="2443"/>
                  <a:pt x="20914" y="2591"/>
                </a:cubicBezTo>
                <a:lnTo>
                  <a:pt x="16116" y="4845"/>
                </a:lnTo>
                <a:lnTo>
                  <a:pt x="16116" y="534"/>
                </a:lnTo>
                <a:cubicBezTo>
                  <a:pt x="16116" y="247"/>
                  <a:pt x="15904" y="0"/>
                  <a:pt x="15635" y="0"/>
                </a:cubicBezTo>
                <a:lnTo>
                  <a:pt x="491" y="0"/>
                </a:lnTo>
                <a:close/>
                <a:moveTo>
                  <a:pt x="982" y="1045"/>
                </a:moveTo>
                <a:lnTo>
                  <a:pt x="15144" y="1045"/>
                </a:lnTo>
                <a:lnTo>
                  <a:pt x="15144" y="15156"/>
                </a:lnTo>
                <a:lnTo>
                  <a:pt x="982" y="15156"/>
                </a:lnTo>
                <a:lnTo>
                  <a:pt x="982" y="1045"/>
                </a:lnTo>
                <a:close/>
                <a:moveTo>
                  <a:pt x="20628" y="3854"/>
                </a:moveTo>
                <a:lnTo>
                  <a:pt x="20628" y="12282"/>
                </a:lnTo>
                <a:lnTo>
                  <a:pt x="16167" y="10376"/>
                </a:lnTo>
                <a:lnTo>
                  <a:pt x="16167" y="5967"/>
                </a:lnTo>
                <a:lnTo>
                  <a:pt x="20628" y="3854"/>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5" name="形状">
            <a:extLst>
              <a:ext uri="{FF2B5EF4-FFF2-40B4-BE49-F238E27FC236}">
                <a16:creationId xmlns:a16="http://schemas.microsoft.com/office/drawing/2014/main" id="{2409D4BC-EF7E-1D4A-AA4E-E17E77C042D8}"/>
              </a:ext>
            </a:extLst>
          </p:cNvPr>
          <p:cNvSpPr/>
          <p:nvPr/>
        </p:nvSpPr>
        <p:spPr>
          <a:xfrm>
            <a:off x="9029659" y="5082378"/>
            <a:ext cx="314869" cy="374388"/>
          </a:xfrm>
          <a:custGeom>
            <a:avLst/>
            <a:gdLst/>
            <a:ahLst/>
            <a:cxnLst>
              <a:cxn ang="0">
                <a:pos x="wd2" y="hd2"/>
              </a:cxn>
              <a:cxn ang="5400000">
                <a:pos x="wd2" y="hd2"/>
              </a:cxn>
              <a:cxn ang="10800000">
                <a:pos x="wd2" y="hd2"/>
              </a:cxn>
              <a:cxn ang="16200000">
                <a:pos x="wd2" y="hd2"/>
              </a:cxn>
            </a:cxnLst>
            <a:rect l="0" t="0" r="r" b="b"/>
            <a:pathLst>
              <a:path w="21600" h="21600" extrusionOk="0">
                <a:moveTo>
                  <a:pt x="657" y="0"/>
                </a:moveTo>
                <a:cubicBezTo>
                  <a:pt x="297" y="0"/>
                  <a:pt x="0" y="260"/>
                  <a:pt x="0" y="561"/>
                </a:cubicBezTo>
                <a:lnTo>
                  <a:pt x="0" y="21039"/>
                </a:lnTo>
                <a:cubicBezTo>
                  <a:pt x="0" y="21340"/>
                  <a:pt x="297" y="21600"/>
                  <a:pt x="657" y="21600"/>
                </a:cubicBezTo>
                <a:lnTo>
                  <a:pt x="20943" y="21600"/>
                </a:lnTo>
                <a:cubicBezTo>
                  <a:pt x="21303" y="21600"/>
                  <a:pt x="21600" y="21340"/>
                  <a:pt x="21600" y="21039"/>
                </a:cubicBezTo>
                <a:lnTo>
                  <a:pt x="21600" y="561"/>
                </a:lnTo>
                <a:cubicBezTo>
                  <a:pt x="21600" y="260"/>
                  <a:pt x="21303" y="0"/>
                  <a:pt x="20943" y="0"/>
                </a:cubicBezTo>
                <a:lnTo>
                  <a:pt x="17346" y="0"/>
                </a:lnTo>
                <a:lnTo>
                  <a:pt x="10492" y="0"/>
                </a:lnTo>
                <a:lnTo>
                  <a:pt x="657" y="0"/>
                </a:lnTo>
                <a:close/>
                <a:moveTo>
                  <a:pt x="1313" y="1098"/>
                </a:moveTo>
                <a:lnTo>
                  <a:pt x="9849" y="1098"/>
                </a:lnTo>
                <a:lnTo>
                  <a:pt x="9849" y="9976"/>
                </a:lnTo>
                <a:cubicBezTo>
                  <a:pt x="9849" y="10453"/>
                  <a:pt x="10534" y="10698"/>
                  <a:pt x="10930" y="10377"/>
                </a:cubicBezTo>
                <a:lnTo>
                  <a:pt x="13803" y="8134"/>
                </a:lnTo>
                <a:lnTo>
                  <a:pt x="16935" y="10388"/>
                </a:lnTo>
                <a:cubicBezTo>
                  <a:pt x="17356" y="10688"/>
                  <a:pt x="17989" y="10442"/>
                  <a:pt x="17989" y="9976"/>
                </a:cubicBezTo>
                <a:lnTo>
                  <a:pt x="17989" y="1098"/>
                </a:lnTo>
                <a:lnTo>
                  <a:pt x="20300" y="1098"/>
                </a:lnTo>
                <a:lnTo>
                  <a:pt x="20300" y="20502"/>
                </a:lnTo>
                <a:lnTo>
                  <a:pt x="1313" y="20502"/>
                </a:lnTo>
                <a:lnTo>
                  <a:pt x="1313" y="1098"/>
                </a:lnTo>
                <a:close/>
                <a:moveTo>
                  <a:pt x="11135" y="1098"/>
                </a:moveTo>
                <a:lnTo>
                  <a:pt x="16703" y="1098"/>
                </a:lnTo>
                <a:lnTo>
                  <a:pt x="16703" y="8798"/>
                </a:lnTo>
                <a:lnTo>
                  <a:pt x="14213" y="6990"/>
                </a:lnTo>
                <a:cubicBezTo>
                  <a:pt x="13966" y="6804"/>
                  <a:pt x="13585" y="6815"/>
                  <a:pt x="13338" y="7002"/>
                </a:cubicBezTo>
                <a:lnTo>
                  <a:pt x="11135" y="8741"/>
                </a:lnTo>
                <a:lnTo>
                  <a:pt x="11135" y="1098"/>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6" name="形状">
            <a:extLst>
              <a:ext uri="{FF2B5EF4-FFF2-40B4-BE49-F238E27FC236}">
                <a16:creationId xmlns:a16="http://schemas.microsoft.com/office/drawing/2014/main" id="{7952A26F-F835-F94E-A5B7-CBC416BCB132}"/>
              </a:ext>
            </a:extLst>
          </p:cNvPr>
          <p:cNvSpPr/>
          <p:nvPr/>
        </p:nvSpPr>
        <p:spPr>
          <a:xfrm>
            <a:off x="11212623" y="5049737"/>
            <a:ext cx="320628" cy="407027"/>
          </a:xfrm>
          <a:custGeom>
            <a:avLst/>
            <a:gdLst/>
            <a:ahLst/>
            <a:cxnLst>
              <a:cxn ang="0">
                <a:pos x="wd2" y="hd2"/>
              </a:cxn>
              <a:cxn ang="5400000">
                <a:pos x="wd2" y="hd2"/>
              </a:cxn>
              <a:cxn ang="10800000">
                <a:pos x="wd2" y="hd2"/>
              </a:cxn>
              <a:cxn ang="16200000">
                <a:pos x="wd2" y="hd2"/>
              </a:cxn>
            </a:cxnLst>
            <a:rect l="0" t="0" r="r" b="b"/>
            <a:pathLst>
              <a:path w="21600" h="21481" extrusionOk="0">
                <a:moveTo>
                  <a:pt x="640" y="0"/>
                </a:moveTo>
                <a:cubicBezTo>
                  <a:pt x="289" y="0"/>
                  <a:pt x="0" y="227"/>
                  <a:pt x="0" y="502"/>
                </a:cubicBezTo>
                <a:lnTo>
                  <a:pt x="0" y="20981"/>
                </a:lnTo>
                <a:cubicBezTo>
                  <a:pt x="0" y="21360"/>
                  <a:pt x="510" y="21591"/>
                  <a:pt x="934" y="21420"/>
                </a:cubicBezTo>
                <a:lnTo>
                  <a:pt x="11007" y="17324"/>
                </a:lnTo>
                <a:lnTo>
                  <a:pt x="20679" y="21420"/>
                </a:lnTo>
                <a:cubicBezTo>
                  <a:pt x="21103" y="21600"/>
                  <a:pt x="21600" y="21360"/>
                  <a:pt x="21600" y="20981"/>
                </a:cubicBezTo>
                <a:lnTo>
                  <a:pt x="21600" y="502"/>
                </a:lnTo>
                <a:cubicBezTo>
                  <a:pt x="21600" y="227"/>
                  <a:pt x="21324" y="0"/>
                  <a:pt x="20973" y="0"/>
                </a:cubicBezTo>
                <a:lnTo>
                  <a:pt x="640" y="0"/>
                </a:lnTo>
                <a:close/>
                <a:moveTo>
                  <a:pt x="1281" y="1003"/>
                </a:moveTo>
                <a:lnTo>
                  <a:pt x="20333" y="1003"/>
                </a:lnTo>
                <a:lnTo>
                  <a:pt x="20333" y="20145"/>
                </a:lnTo>
                <a:lnTo>
                  <a:pt x="11327" y="16321"/>
                </a:lnTo>
                <a:cubicBezTo>
                  <a:pt x="11218" y="16283"/>
                  <a:pt x="11129" y="16269"/>
                  <a:pt x="11020" y="16269"/>
                </a:cubicBezTo>
                <a:cubicBezTo>
                  <a:pt x="10911" y="16269"/>
                  <a:pt x="10811" y="16283"/>
                  <a:pt x="10727" y="16321"/>
                </a:cubicBezTo>
                <a:lnTo>
                  <a:pt x="1281" y="20166"/>
                </a:lnTo>
                <a:lnTo>
                  <a:pt x="1281" y="1003"/>
                </a:lnTo>
                <a:close/>
                <a:moveTo>
                  <a:pt x="11100" y="4096"/>
                </a:moveTo>
                <a:cubicBezTo>
                  <a:pt x="10915" y="4096"/>
                  <a:pt x="10730" y="4169"/>
                  <a:pt x="10633" y="4326"/>
                </a:cubicBezTo>
                <a:lnTo>
                  <a:pt x="9486" y="6154"/>
                </a:lnTo>
                <a:lnTo>
                  <a:pt x="6924" y="6436"/>
                </a:lnTo>
                <a:cubicBezTo>
                  <a:pt x="6488" y="6493"/>
                  <a:pt x="6302" y="6910"/>
                  <a:pt x="6617" y="7147"/>
                </a:cubicBezTo>
                <a:lnTo>
                  <a:pt x="8485" y="8568"/>
                </a:lnTo>
                <a:lnTo>
                  <a:pt x="8032" y="10564"/>
                </a:lnTo>
                <a:cubicBezTo>
                  <a:pt x="7959" y="10896"/>
                  <a:pt x="8431" y="11153"/>
                  <a:pt x="8819" y="10992"/>
                </a:cubicBezTo>
                <a:lnTo>
                  <a:pt x="11087" y="10062"/>
                </a:lnTo>
                <a:lnTo>
                  <a:pt x="13395" y="10992"/>
                </a:lnTo>
                <a:cubicBezTo>
                  <a:pt x="13783" y="11153"/>
                  <a:pt x="14228" y="10896"/>
                  <a:pt x="14155" y="10564"/>
                </a:cubicBezTo>
                <a:lnTo>
                  <a:pt x="13728" y="8568"/>
                </a:lnTo>
                <a:lnTo>
                  <a:pt x="15583" y="7147"/>
                </a:lnTo>
                <a:cubicBezTo>
                  <a:pt x="15898" y="6910"/>
                  <a:pt x="15726" y="6493"/>
                  <a:pt x="15289" y="6436"/>
                </a:cubicBezTo>
                <a:lnTo>
                  <a:pt x="12714" y="6154"/>
                </a:lnTo>
                <a:lnTo>
                  <a:pt x="11567" y="4326"/>
                </a:lnTo>
                <a:cubicBezTo>
                  <a:pt x="11470" y="4169"/>
                  <a:pt x="11285" y="4096"/>
                  <a:pt x="11100" y="4096"/>
                </a:cubicBezTo>
                <a:close/>
                <a:moveTo>
                  <a:pt x="11087" y="5454"/>
                </a:moveTo>
                <a:lnTo>
                  <a:pt x="11887" y="6708"/>
                </a:lnTo>
                <a:cubicBezTo>
                  <a:pt x="11887" y="6718"/>
                  <a:pt x="11901" y="6730"/>
                  <a:pt x="11901" y="6739"/>
                </a:cubicBezTo>
                <a:cubicBezTo>
                  <a:pt x="11949" y="6796"/>
                  <a:pt x="12016" y="6849"/>
                  <a:pt x="12101" y="6896"/>
                </a:cubicBezTo>
                <a:cubicBezTo>
                  <a:pt x="12162" y="6915"/>
                  <a:pt x="12215" y="6928"/>
                  <a:pt x="12288" y="6938"/>
                </a:cubicBezTo>
                <a:lnTo>
                  <a:pt x="14075" y="7136"/>
                </a:lnTo>
                <a:lnTo>
                  <a:pt x="12781" y="8129"/>
                </a:lnTo>
                <a:cubicBezTo>
                  <a:pt x="12745" y="8158"/>
                  <a:pt x="12712" y="8184"/>
                  <a:pt x="12688" y="8213"/>
                </a:cubicBezTo>
                <a:cubicBezTo>
                  <a:pt x="12639" y="8279"/>
                  <a:pt x="12621" y="8346"/>
                  <a:pt x="12621" y="8422"/>
                </a:cubicBezTo>
                <a:cubicBezTo>
                  <a:pt x="12621" y="8450"/>
                  <a:pt x="12622" y="8465"/>
                  <a:pt x="12634" y="8484"/>
                </a:cubicBezTo>
                <a:lnTo>
                  <a:pt x="12941" y="9885"/>
                </a:lnTo>
                <a:lnTo>
                  <a:pt x="11354" y="9226"/>
                </a:lnTo>
                <a:cubicBezTo>
                  <a:pt x="11269" y="9188"/>
                  <a:pt x="11184" y="9184"/>
                  <a:pt x="11087" y="9184"/>
                </a:cubicBezTo>
                <a:cubicBezTo>
                  <a:pt x="11002" y="9184"/>
                  <a:pt x="10932" y="9188"/>
                  <a:pt x="10847" y="9226"/>
                </a:cubicBezTo>
                <a:lnTo>
                  <a:pt x="9272" y="9885"/>
                </a:lnTo>
                <a:lnTo>
                  <a:pt x="9579" y="8484"/>
                </a:lnTo>
                <a:cubicBezTo>
                  <a:pt x="9579" y="8465"/>
                  <a:pt x="9579" y="8450"/>
                  <a:pt x="9579" y="8422"/>
                </a:cubicBezTo>
                <a:cubicBezTo>
                  <a:pt x="9579" y="8346"/>
                  <a:pt x="9560" y="8279"/>
                  <a:pt x="9499" y="8213"/>
                </a:cubicBezTo>
                <a:cubicBezTo>
                  <a:pt x="9475" y="8184"/>
                  <a:pt x="9456" y="8158"/>
                  <a:pt x="9419" y="8129"/>
                </a:cubicBezTo>
                <a:lnTo>
                  <a:pt x="8138" y="7136"/>
                </a:lnTo>
                <a:lnTo>
                  <a:pt x="9913" y="6938"/>
                </a:lnTo>
                <a:cubicBezTo>
                  <a:pt x="9973" y="6929"/>
                  <a:pt x="10039" y="6915"/>
                  <a:pt x="10100" y="6896"/>
                </a:cubicBezTo>
                <a:cubicBezTo>
                  <a:pt x="10184" y="6849"/>
                  <a:pt x="10238" y="6796"/>
                  <a:pt x="10286" y="6739"/>
                </a:cubicBezTo>
                <a:cubicBezTo>
                  <a:pt x="10298" y="6730"/>
                  <a:pt x="10301" y="6718"/>
                  <a:pt x="10313" y="6708"/>
                </a:cubicBezTo>
                <a:lnTo>
                  <a:pt x="11087" y="5454"/>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pic>
        <p:nvPicPr>
          <p:cNvPr id="77" name="图片 76">
            <a:extLst>
              <a:ext uri="{FF2B5EF4-FFF2-40B4-BE49-F238E27FC236}">
                <a16:creationId xmlns:a16="http://schemas.microsoft.com/office/drawing/2014/main" id="{775C34F1-857A-D145-BAE9-3116118E214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3779588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Freeform 3">
            <a:extLst>
              <a:ext uri="{FF2B5EF4-FFF2-40B4-BE49-F238E27FC236}">
                <a16:creationId xmlns:a16="http://schemas.microsoft.com/office/drawing/2014/main" id="{C99C5177-8666-BE48-BDF0-AF1D59BCDA76}"/>
              </a:ext>
            </a:extLst>
          </p:cNvPr>
          <p:cNvSpPr>
            <a:spLocks noChangeAspect="1" noChangeArrowheads="1"/>
          </p:cNvSpPr>
          <p:nvPr/>
        </p:nvSpPr>
        <p:spPr bwMode="auto">
          <a:xfrm>
            <a:off x="2470756" y="2418342"/>
            <a:ext cx="431985" cy="435825"/>
          </a:xfrm>
          <a:custGeom>
            <a:avLst/>
            <a:gdLst>
              <a:gd name="T0" fmla="*/ 204038 w 2913"/>
              <a:gd name="T1" fmla="*/ 20130 h 2933"/>
              <a:gd name="T2" fmla="*/ 204038 w 2913"/>
              <a:gd name="T3" fmla="*/ 0 h 2933"/>
              <a:gd name="T4" fmla="*/ 143601 w 2913"/>
              <a:gd name="T5" fmla="*/ 10065 h 2933"/>
              <a:gd name="T6" fmla="*/ 347639 w 2913"/>
              <a:gd name="T7" fmla="*/ 45537 h 2933"/>
              <a:gd name="T8" fmla="*/ 0 w 2913"/>
              <a:gd name="T9" fmla="*/ 55602 h 2933"/>
              <a:gd name="T10" fmla="*/ 38695 w 2913"/>
              <a:gd name="T11" fmla="*/ 65667 h 2933"/>
              <a:gd name="T12" fmla="*/ 88200 w 2913"/>
              <a:gd name="T13" fmla="*/ 359877 h 2933"/>
              <a:gd name="T14" fmla="*/ 289658 w 2913"/>
              <a:gd name="T15" fmla="*/ 339748 h 2933"/>
              <a:gd name="T16" fmla="*/ 347639 w 2913"/>
              <a:gd name="T17" fmla="*/ 65667 h 2933"/>
              <a:gd name="T18" fmla="*/ 347639 w 2913"/>
              <a:gd name="T19" fmla="*/ 45537 h 2933"/>
              <a:gd name="T20" fmla="*/ 259440 w 2913"/>
              <a:gd name="T21" fmla="*/ 339625 h 2933"/>
              <a:gd name="T22" fmla="*/ 88200 w 2913"/>
              <a:gd name="T23" fmla="*/ 329560 h 2933"/>
              <a:gd name="T24" fmla="*/ 298871 w 2913"/>
              <a:gd name="T25" fmla="*/ 65667 h 2933"/>
              <a:gd name="T26" fmla="*/ 218165 w 2913"/>
              <a:gd name="T27" fmla="*/ 186076 h 2933"/>
              <a:gd name="T28" fmla="*/ 197528 w 2913"/>
              <a:gd name="T29" fmla="*/ 235909 h 2933"/>
              <a:gd name="T30" fmla="*/ 218165 w 2913"/>
              <a:gd name="T31" fmla="*/ 285742 h 2933"/>
              <a:gd name="T32" fmla="*/ 210795 w 2913"/>
              <a:gd name="T33" fmla="*/ 303539 h 2933"/>
              <a:gd name="T34" fmla="*/ 217919 w 2913"/>
              <a:gd name="T35" fmla="*/ 320846 h 2933"/>
              <a:gd name="T36" fmla="*/ 238311 w 2913"/>
              <a:gd name="T37" fmla="*/ 285742 h 2933"/>
              <a:gd name="T38" fmla="*/ 217674 w 2913"/>
              <a:gd name="T39" fmla="*/ 235909 h 2933"/>
              <a:gd name="T40" fmla="*/ 238311 w 2913"/>
              <a:gd name="T41" fmla="*/ 186076 h 2933"/>
              <a:gd name="T42" fmla="*/ 217674 w 2913"/>
              <a:gd name="T43" fmla="*/ 136365 h 2933"/>
              <a:gd name="T44" fmla="*/ 225044 w 2913"/>
              <a:gd name="T45" fmla="*/ 118568 h 2933"/>
              <a:gd name="T46" fmla="*/ 218042 w 2913"/>
              <a:gd name="T47" fmla="*/ 101262 h 2933"/>
              <a:gd name="T48" fmla="*/ 210795 w 2913"/>
              <a:gd name="T49" fmla="*/ 104330 h 2933"/>
              <a:gd name="T50" fmla="*/ 210795 w 2913"/>
              <a:gd name="T51" fmla="*/ 168401 h 2933"/>
              <a:gd name="T52" fmla="*/ 126894 w 2913"/>
              <a:gd name="T53" fmla="*/ 186076 h 2933"/>
              <a:gd name="T54" fmla="*/ 106257 w 2913"/>
              <a:gd name="T55" fmla="*/ 235909 h 2933"/>
              <a:gd name="T56" fmla="*/ 126894 w 2913"/>
              <a:gd name="T57" fmla="*/ 285742 h 2933"/>
              <a:gd name="T58" fmla="*/ 119524 w 2913"/>
              <a:gd name="T59" fmla="*/ 303539 h 2933"/>
              <a:gd name="T60" fmla="*/ 126649 w 2913"/>
              <a:gd name="T61" fmla="*/ 320846 h 2933"/>
              <a:gd name="T62" fmla="*/ 147040 w 2913"/>
              <a:gd name="T63" fmla="*/ 285742 h 2933"/>
              <a:gd name="T64" fmla="*/ 126403 w 2913"/>
              <a:gd name="T65" fmla="*/ 235909 h 2933"/>
              <a:gd name="T66" fmla="*/ 147040 w 2913"/>
              <a:gd name="T67" fmla="*/ 186076 h 2933"/>
              <a:gd name="T68" fmla="*/ 126403 w 2913"/>
              <a:gd name="T69" fmla="*/ 136365 h 2933"/>
              <a:gd name="T70" fmla="*/ 133774 w 2913"/>
              <a:gd name="T71" fmla="*/ 118568 h 2933"/>
              <a:gd name="T72" fmla="*/ 126772 w 2913"/>
              <a:gd name="T73" fmla="*/ 101262 h 2933"/>
              <a:gd name="T74" fmla="*/ 119524 w 2913"/>
              <a:gd name="T75" fmla="*/ 104330 h 2933"/>
              <a:gd name="T76" fmla="*/ 119524 w 2913"/>
              <a:gd name="T77" fmla="*/ 168401 h 293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913" h="2933">
                <a:moveTo>
                  <a:pt x="1251" y="164"/>
                </a:moveTo>
                <a:lnTo>
                  <a:pt x="1661" y="164"/>
                </a:lnTo>
                <a:cubicBezTo>
                  <a:pt x="1706" y="164"/>
                  <a:pt x="1743" y="127"/>
                  <a:pt x="1743" y="82"/>
                </a:cubicBezTo>
                <a:cubicBezTo>
                  <a:pt x="1743" y="36"/>
                  <a:pt x="1706" y="0"/>
                  <a:pt x="1661" y="0"/>
                </a:cubicBezTo>
                <a:lnTo>
                  <a:pt x="1251" y="0"/>
                </a:lnTo>
                <a:cubicBezTo>
                  <a:pt x="1206" y="0"/>
                  <a:pt x="1169" y="36"/>
                  <a:pt x="1169" y="82"/>
                </a:cubicBezTo>
                <a:cubicBezTo>
                  <a:pt x="1169" y="127"/>
                  <a:pt x="1206" y="164"/>
                  <a:pt x="1251" y="164"/>
                </a:cubicBezTo>
                <a:close/>
                <a:moveTo>
                  <a:pt x="2830" y="371"/>
                </a:moveTo>
                <a:lnTo>
                  <a:pt x="82" y="371"/>
                </a:lnTo>
                <a:cubicBezTo>
                  <a:pt x="37" y="371"/>
                  <a:pt x="0" y="408"/>
                  <a:pt x="0" y="453"/>
                </a:cubicBezTo>
                <a:cubicBezTo>
                  <a:pt x="0" y="498"/>
                  <a:pt x="37" y="535"/>
                  <a:pt x="82" y="535"/>
                </a:cubicBezTo>
                <a:lnTo>
                  <a:pt x="315" y="535"/>
                </a:lnTo>
                <a:lnTo>
                  <a:pt x="554" y="2768"/>
                </a:lnTo>
                <a:cubicBezTo>
                  <a:pt x="554" y="2858"/>
                  <a:pt x="628" y="2932"/>
                  <a:pt x="718" y="2932"/>
                </a:cubicBezTo>
                <a:lnTo>
                  <a:pt x="2194" y="2932"/>
                </a:lnTo>
                <a:cubicBezTo>
                  <a:pt x="2284" y="2932"/>
                  <a:pt x="2358" y="2858"/>
                  <a:pt x="2358" y="2768"/>
                </a:cubicBezTo>
                <a:lnTo>
                  <a:pt x="2597" y="535"/>
                </a:lnTo>
                <a:lnTo>
                  <a:pt x="2830" y="535"/>
                </a:lnTo>
                <a:cubicBezTo>
                  <a:pt x="2875" y="535"/>
                  <a:pt x="2912" y="498"/>
                  <a:pt x="2912" y="453"/>
                </a:cubicBezTo>
                <a:cubicBezTo>
                  <a:pt x="2912" y="408"/>
                  <a:pt x="2875" y="371"/>
                  <a:pt x="2830" y="371"/>
                </a:cubicBezTo>
                <a:close/>
                <a:moveTo>
                  <a:pt x="2194" y="2685"/>
                </a:moveTo>
                <a:cubicBezTo>
                  <a:pt x="2194" y="2731"/>
                  <a:pt x="2157" y="2767"/>
                  <a:pt x="2112" y="2767"/>
                </a:cubicBezTo>
                <a:lnTo>
                  <a:pt x="800" y="2767"/>
                </a:lnTo>
                <a:cubicBezTo>
                  <a:pt x="755" y="2767"/>
                  <a:pt x="718" y="2731"/>
                  <a:pt x="718" y="2685"/>
                </a:cubicBezTo>
                <a:lnTo>
                  <a:pt x="479" y="535"/>
                </a:lnTo>
                <a:lnTo>
                  <a:pt x="2433" y="535"/>
                </a:lnTo>
                <a:lnTo>
                  <a:pt x="2194" y="2685"/>
                </a:lnTo>
                <a:close/>
                <a:moveTo>
                  <a:pt x="1776" y="1516"/>
                </a:moveTo>
                <a:cubicBezTo>
                  <a:pt x="1776" y="1573"/>
                  <a:pt x="1753" y="1624"/>
                  <a:pt x="1716" y="1661"/>
                </a:cubicBezTo>
                <a:cubicBezTo>
                  <a:pt x="1649" y="1728"/>
                  <a:pt x="1608" y="1820"/>
                  <a:pt x="1608" y="1922"/>
                </a:cubicBezTo>
                <a:cubicBezTo>
                  <a:pt x="1608" y="2024"/>
                  <a:pt x="1649" y="2116"/>
                  <a:pt x="1716" y="2183"/>
                </a:cubicBezTo>
                <a:cubicBezTo>
                  <a:pt x="1753" y="2220"/>
                  <a:pt x="1776" y="2272"/>
                  <a:pt x="1776" y="2328"/>
                </a:cubicBezTo>
                <a:cubicBezTo>
                  <a:pt x="1776" y="2385"/>
                  <a:pt x="1753" y="2436"/>
                  <a:pt x="1716" y="2473"/>
                </a:cubicBezTo>
                <a:cubicBezTo>
                  <a:pt x="1701" y="2488"/>
                  <a:pt x="1692" y="2509"/>
                  <a:pt x="1692" y="2532"/>
                </a:cubicBezTo>
                <a:cubicBezTo>
                  <a:pt x="1692" y="2577"/>
                  <a:pt x="1728" y="2614"/>
                  <a:pt x="1774" y="2614"/>
                </a:cubicBezTo>
                <a:cubicBezTo>
                  <a:pt x="1797" y="2614"/>
                  <a:pt x="1819" y="2604"/>
                  <a:pt x="1834" y="2588"/>
                </a:cubicBezTo>
                <a:cubicBezTo>
                  <a:pt x="1900" y="2521"/>
                  <a:pt x="1940" y="2429"/>
                  <a:pt x="1940" y="2328"/>
                </a:cubicBezTo>
                <a:cubicBezTo>
                  <a:pt x="1940" y="2226"/>
                  <a:pt x="1899" y="2134"/>
                  <a:pt x="1832" y="2067"/>
                </a:cubicBezTo>
                <a:cubicBezTo>
                  <a:pt x="1795" y="2030"/>
                  <a:pt x="1772" y="1979"/>
                  <a:pt x="1772" y="1922"/>
                </a:cubicBezTo>
                <a:cubicBezTo>
                  <a:pt x="1772" y="1866"/>
                  <a:pt x="1795" y="1814"/>
                  <a:pt x="1832" y="1777"/>
                </a:cubicBezTo>
                <a:cubicBezTo>
                  <a:pt x="1899" y="1710"/>
                  <a:pt x="1940" y="1618"/>
                  <a:pt x="1940" y="1516"/>
                </a:cubicBezTo>
                <a:cubicBezTo>
                  <a:pt x="1940" y="1415"/>
                  <a:pt x="1899" y="1323"/>
                  <a:pt x="1832" y="1256"/>
                </a:cubicBezTo>
                <a:cubicBezTo>
                  <a:pt x="1795" y="1219"/>
                  <a:pt x="1772" y="1168"/>
                  <a:pt x="1772" y="1111"/>
                </a:cubicBezTo>
                <a:cubicBezTo>
                  <a:pt x="1772" y="1054"/>
                  <a:pt x="1795" y="1003"/>
                  <a:pt x="1832" y="966"/>
                </a:cubicBezTo>
                <a:cubicBezTo>
                  <a:pt x="1848" y="951"/>
                  <a:pt x="1857" y="930"/>
                  <a:pt x="1857" y="907"/>
                </a:cubicBezTo>
                <a:cubicBezTo>
                  <a:pt x="1857" y="862"/>
                  <a:pt x="1820" y="825"/>
                  <a:pt x="1775" y="825"/>
                </a:cubicBezTo>
                <a:cubicBezTo>
                  <a:pt x="1752" y="825"/>
                  <a:pt x="1731" y="835"/>
                  <a:pt x="1716" y="850"/>
                </a:cubicBezTo>
                <a:cubicBezTo>
                  <a:pt x="1649" y="917"/>
                  <a:pt x="1608" y="1009"/>
                  <a:pt x="1608" y="1111"/>
                </a:cubicBezTo>
                <a:cubicBezTo>
                  <a:pt x="1608" y="1213"/>
                  <a:pt x="1649" y="1305"/>
                  <a:pt x="1716" y="1372"/>
                </a:cubicBezTo>
                <a:cubicBezTo>
                  <a:pt x="1753" y="1409"/>
                  <a:pt x="1776" y="1459"/>
                  <a:pt x="1776" y="1516"/>
                </a:cubicBezTo>
                <a:close/>
                <a:moveTo>
                  <a:pt x="1033" y="1516"/>
                </a:moveTo>
                <a:cubicBezTo>
                  <a:pt x="1033" y="1573"/>
                  <a:pt x="1010" y="1624"/>
                  <a:pt x="973" y="1661"/>
                </a:cubicBezTo>
                <a:cubicBezTo>
                  <a:pt x="906" y="1728"/>
                  <a:pt x="865" y="1820"/>
                  <a:pt x="865" y="1922"/>
                </a:cubicBezTo>
                <a:cubicBezTo>
                  <a:pt x="865" y="2024"/>
                  <a:pt x="906" y="2116"/>
                  <a:pt x="973" y="2183"/>
                </a:cubicBezTo>
                <a:cubicBezTo>
                  <a:pt x="1010" y="2220"/>
                  <a:pt x="1033" y="2272"/>
                  <a:pt x="1033" y="2328"/>
                </a:cubicBezTo>
                <a:cubicBezTo>
                  <a:pt x="1033" y="2385"/>
                  <a:pt x="1010" y="2436"/>
                  <a:pt x="973" y="2473"/>
                </a:cubicBezTo>
                <a:cubicBezTo>
                  <a:pt x="958" y="2488"/>
                  <a:pt x="949" y="2509"/>
                  <a:pt x="949" y="2532"/>
                </a:cubicBezTo>
                <a:cubicBezTo>
                  <a:pt x="949" y="2577"/>
                  <a:pt x="985" y="2614"/>
                  <a:pt x="1031" y="2614"/>
                </a:cubicBezTo>
                <a:cubicBezTo>
                  <a:pt x="1054" y="2614"/>
                  <a:pt x="1076" y="2604"/>
                  <a:pt x="1091" y="2588"/>
                </a:cubicBezTo>
                <a:cubicBezTo>
                  <a:pt x="1157" y="2521"/>
                  <a:pt x="1197" y="2429"/>
                  <a:pt x="1197" y="2328"/>
                </a:cubicBezTo>
                <a:cubicBezTo>
                  <a:pt x="1197" y="2226"/>
                  <a:pt x="1156" y="2134"/>
                  <a:pt x="1089" y="2067"/>
                </a:cubicBezTo>
                <a:cubicBezTo>
                  <a:pt x="1052" y="2030"/>
                  <a:pt x="1029" y="1979"/>
                  <a:pt x="1029" y="1922"/>
                </a:cubicBezTo>
                <a:cubicBezTo>
                  <a:pt x="1029" y="1866"/>
                  <a:pt x="1052" y="1814"/>
                  <a:pt x="1089" y="1777"/>
                </a:cubicBezTo>
                <a:cubicBezTo>
                  <a:pt x="1156" y="1710"/>
                  <a:pt x="1197" y="1618"/>
                  <a:pt x="1197" y="1516"/>
                </a:cubicBezTo>
                <a:cubicBezTo>
                  <a:pt x="1197" y="1415"/>
                  <a:pt x="1156" y="1323"/>
                  <a:pt x="1089" y="1256"/>
                </a:cubicBezTo>
                <a:cubicBezTo>
                  <a:pt x="1052" y="1219"/>
                  <a:pt x="1029" y="1168"/>
                  <a:pt x="1029" y="1111"/>
                </a:cubicBezTo>
                <a:cubicBezTo>
                  <a:pt x="1029" y="1054"/>
                  <a:pt x="1052" y="1003"/>
                  <a:pt x="1089" y="966"/>
                </a:cubicBezTo>
                <a:cubicBezTo>
                  <a:pt x="1105" y="951"/>
                  <a:pt x="1114" y="930"/>
                  <a:pt x="1114" y="907"/>
                </a:cubicBezTo>
                <a:cubicBezTo>
                  <a:pt x="1114" y="862"/>
                  <a:pt x="1078" y="825"/>
                  <a:pt x="1032" y="825"/>
                </a:cubicBezTo>
                <a:cubicBezTo>
                  <a:pt x="1009" y="825"/>
                  <a:pt x="988" y="835"/>
                  <a:pt x="973" y="850"/>
                </a:cubicBezTo>
                <a:cubicBezTo>
                  <a:pt x="906" y="917"/>
                  <a:pt x="865" y="1009"/>
                  <a:pt x="865" y="1111"/>
                </a:cubicBezTo>
                <a:cubicBezTo>
                  <a:pt x="865" y="1213"/>
                  <a:pt x="906" y="1305"/>
                  <a:pt x="973" y="1372"/>
                </a:cubicBezTo>
                <a:cubicBezTo>
                  <a:pt x="1010" y="1409"/>
                  <a:pt x="1033" y="1459"/>
                  <a:pt x="1033" y="1516"/>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46" name="Freeform 5">
            <a:extLst>
              <a:ext uri="{FF2B5EF4-FFF2-40B4-BE49-F238E27FC236}">
                <a16:creationId xmlns:a16="http://schemas.microsoft.com/office/drawing/2014/main" id="{C877F987-62D2-1C46-8C0E-C6FF2C47B3A4}"/>
              </a:ext>
            </a:extLst>
          </p:cNvPr>
          <p:cNvSpPr>
            <a:spLocks noChangeAspect="1" noChangeArrowheads="1"/>
          </p:cNvSpPr>
          <p:nvPr/>
        </p:nvSpPr>
        <p:spPr bwMode="auto">
          <a:xfrm>
            <a:off x="719775" y="2418342"/>
            <a:ext cx="485744" cy="435825"/>
          </a:xfrm>
          <a:custGeom>
            <a:avLst/>
            <a:gdLst>
              <a:gd name="T0" fmla="*/ 380779 w 2940"/>
              <a:gd name="T1" fmla="*/ 113131 h 2638"/>
              <a:gd name="T2" fmla="*/ 89459 w 2940"/>
              <a:gd name="T3" fmla="*/ 113131 h 2638"/>
              <a:gd name="T4" fmla="*/ 200770 w 2940"/>
              <a:gd name="T5" fmla="*/ 20607 h 2638"/>
              <a:gd name="T6" fmla="*/ 302247 w 2940"/>
              <a:gd name="T7" fmla="*/ 83927 h 2638"/>
              <a:gd name="T8" fmla="*/ 311671 w 2940"/>
              <a:gd name="T9" fmla="*/ 89932 h 2638"/>
              <a:gd name="T10" fmla="*/ 321914 w 2940"/>
              <a:gd name="T11" fmla="*/ 79697 h 2638"/>
              <a:gd name="T12" fmla="*/ 320821 w 2940"/>
              <a:gd name="T13" fmla="*/ 74920 h 2638"/>
              <a:gd name="T14" fmla="*/ 320821 w 2940"/>
              <a:gd name="T15" fmla="*/ 74784 h 2638"/>
              <a:gd name="T16" fmla="*/ 200770 w 2940"/>
              <a:gd name="T17" fmla="*/ 0 h 2638"/>
              <a:gd name="T18" fmla="*/ 68562 w 2940"/>
              <a:gd name="T19" fmla="*/ 113131 h 2638"/>
              <a:gd name="T20" fmla="*/ 20623 w 2940"/>
              <a:gd name="T21" fmla="*/ 113131 h 2638"/>
              <a:gd name="T22" fmla="*/ 0 w 2940"/>
              <a:gd name="T23" fmla="*/ 133738 h 2638"/>
              <a:gd name="T24" fmla="*/ 0 w 2940"/>
              <a:gd name="T25" fmla="*/ 339257 h 2638"/>
              <a:gd name="T26" fmla="*/ 20623 w 2940"/>
              <a:gd name="T27" fmla="*/ 359864 h 2638"/>
              <a:gd name="T28" fmla="*/ 380779 w 2940"/>
              <a:gd name="T29" fmla="*/ 359864 h 2638"/>
              <a:gd name="T30" fmla="*/ 401402 w 2940"/>
              <a:gd name="T31" fmla="*/ 339257 h 2638"/>
              <a:gd name="T32" fmla="*/ 401402 w 2940"/>
              <a:gd name="T33" fmla="*/ 133738 h 2638"/>
              <a:gd name="T34" fmla="*/ 380779 w 2940"/>
              <a:gd name="T35" fmla="*/ 113131 h 2638"/>
              <a:gd name="T36" fmla="*/ 380779 w 2940"/>
              <a:gd name="T37" fmla="*/ 329022 h 2638"/>
              <a:gd name="T38" fmla="*/ 370536 w 2940"/>
              <a:gd name="T39" fmla="*/ 339257 h 2638"/>
              <a:gd name="T40" fmla="*/ 31003 w 2940"/>
              <a:gd name="T41" fmla="*/ 339257 h 2638"/>
              <a:gd name="T42" fmla="*/ 20623 w 2940"/>
              <a:gd name="T43" fmla="*/ 329022 h 2638"/>
              <a:gd name="T44" fmla="*/ 20623 w 2940"/>
              <a:gd name="T45" fmla="*/ 143973 h 2638"/>
              <a:gd name="T46" fmla="*/ 31003 w 2940"/>
              <a:gd name="T47" fmla="*/ 133738 h 2638"/>
              <a:gd name="T48" fmla="*/ 66923 w 2940"/>
              <a:gd name="T49" fmla="*/ 133738 h 2638"/>
              <a:gd name="T50" fmla="*/ 66923 w 2940"/>
              <a:gd name="T51" fmla="*/ 133738 h 2638"/>
              <a:gd name="T52" fmla="*/ 87546 w 2940"/>
              <a:gd name="T53" fmla="*/ 133738 h 2638"/>
              <a:gd name="T54" fmla="*/ 87546 w 2940"/>
              <a:gd name="T55" fmla="*/ 133738 h 2638"/>
              <a:gd name="T56" fmla="*/ 370536 w 2940"/>
              <a:gd name="T57" fmla="*/ 133738 h 2638"/>
              <a:gd name="T58" fmla="*/ 380779 w 2940"/>
              <a:gd name="T59" fmla="*/ 143973 h 2638"/>
              <a:gd name="T60" fmla="*/ 380779 w 2940"/>
              <a:gd name="T61" fmla="*/ 329022 h 2638"/>
              <a:gd name="T62" fmla="*/ 200770 w 2940"/>
              <a:gd name="T63" fmla="*/ 145747 h 2638"/>
              <a:gd name="T64" fmla="*/ 159660 w 2940"/>
              <a:gd name="T65" fmla="*/ 186823 h 2638"/>
              <a:gd name="T66" fmla="*/ 190526 w 2940"/>
              <a:gd name="T67" fmla="*/ 226535 h 2638"/>
              <a:gd name="T68" fmla="*/ 190526 w 2940"/>
              <a:gd name="T69" fmla="*/ 302820 h 2638"/>
              <a:gd name="T70" fmla="*/ 200770 w 2940"/>
              <a:gd name="T71" fmla="*/ 313055 h 2638"/>
              <a:gd name="T72" fmla="*/ 210876 w 2940"/>
              <a:gd name="T73" fmla="*/ 302820 h 2638"/>
              <a:gd name="T74" fmla="*/ 210876 w 2940"/>
              <a:gd name="T75" fmla="*/ 226535 h 2638"/>
              <a:gd name="T76" fmla="*/ 241743 w 2940"/>
              <a:gd name="T77" fmla="*/ 186823 h 2638"/>
              <a:gd name="T78" fmla="*/ 200770 w 2940"/>
              <a:gd name="T79" fmla="*/ 145747 h 2638"/>
              <a:gd name="T80" fmla="*/ 200770 w 2940"/>
              <a:gd name="T81" fmla="*/ 207293 h 2638"/>
              <a:gd name="T82" fmla="*/ 180146 w 2940"/>
              <a:gd name="T83" fmla="*/ 186823 h 2638"/>
              <a:gd name="T84" fmla="*/ 200770 w 2940"/>
              <a:gd name="T85" fmla="*/ 166353 h 2638"/>
              <a:gd name="T86" fmla="*/ 221256 w 2940"/>
              <a:gd name="T87" fmla="*/ 186823 h 2638"/>
              <a:gd name="T88" fmla="*/ 200770 w 2940"/>
              <a:gd name="T89" fmla="*/ 207293 h 26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940" h="2638">
                <a:moveTo>
                  <a:pt x="2788" y="829"/>
                </a:moveTo>
                <a:lnTo>
                  <a:pt x="655" y="829"/>
                </a:lnTo>
                <a:cubicBezTo>
                  <a:pt x="726" y="443"/>
                  <a:pt x="1064" y="151"/>
                  <a:pt x="1470" y="151"/>
                </a:cubicBezTo>
                <a:cubicBezTo>
                  <a:pt x="1796" y="151"/>
                  <a:pt x="2079" y="340"/>
                  <a:pt x="2213" y="615"/>
                </a:cubicBezTo>
                <a:cubicBezTo>
                  <a:pt x="2225" y="641"/>
                  <a:pt x="2252" y="659"/>
                  <a:pt x="2282" y="659"/>
                </a:cubicBezTo>
                <a:cubicBezTo>
                  <a:pt x="2323" y="659"/>
                  <a:pt x="2357" y="625"/>
                  <a:pt x="2357" y="584"/>
                </a:cubicBezTo>
                <a:cubicBezTo>
                  <a:pt x="2357" y="571"/>
                  <a:pt x="2354" y="559"/>
                  <a:pt x="2349" y="549"/>
                </a:cubicBezTo>
                <a:lnTo>
                  <a:pt x="2349" y="548"/>
                </a:lnTo>
                <a:cubicBezTo>
                  <a:pt x="2189" y="224"/>
                  <a:pt x="1855" y="0"/>
                  <a:pt x="1470" y="0"/>
                </a:cubicBezTo>
                <a:cubicBezTo>
                  <a:pt x="980" y="0"/>
                  <a:pt x="574" y="360"/>
                  <a:pt x="502" y="829"/>
                </a:cubicBezTo>
                <a:lnTo>
                  <a:pt x="151" y="829"/>
                </a:lnTo>
                <a:cubicBezTo>
                  <a:pt x="68" y="829"/>
                  <a:pt x="0" y="897"/>
                  <a:pt x="0" y="980"/>
                </a:cubicBezTo>
                <a:lnTo>
                  <a:pt x="0" y="2486"/>
                </a:lnTo>
                <a:cubicBezTo>
                  <a:pt x="0" y="2570"/>
                  <a:pt x="68" y="2637"/>
                  <a:pt x="151" y="2637"/>
                </a:cubicBezTo>
                <a:lnTo>
                  <a:pt x="2788" y="2637"/>
                </a:lnTo>
                <a:cubicBezTo>
                  <a:pt x="2871" y="2637"/>
                  <a:pt x="2939" y="2570"/>
                  <a:pt x="2939" y="2486"/>
                </a:cubicBezTo>
                <a:lnTo>
                  <a:pt x="2939" y="980"/>
                </a:lnTo>
                <a:cubicBezTo>
                  <a:pt x="2939" y="897"/>
                  <a:pt x="2871" y="829"/>
                  <a:pt x="2788" y="829"/>
                </a:cubicBezTo>
                <a:close/>
                <a:moveTo>
                  <a:pt x="2788" y="2411"/>
                </a:moveTo>
                <a:cubicBezTo>
                  <a:pt x="2788" y="2453"/>
                  <a:pt x="2754" y="2486"/>
                  <a:pt x="2713" y="2486"/>
                </a:cubicBezTo>
                <a:lnTo>
                  <a:pt x="227" y="2486"/>
                </a:lnTo>
                <a:cubicBezTo>
                  <a:pt x="185" y="2486"/>
                  <a:pt x="151" y="2453"/>
                  <a:pt x="151" y="2411"/>
                </a:cubicBezTo>
                <a:lnTo>
                  <a:pt x="151" y="1055"/>
                </a:lnTo>
                <a:cubicBezTo>
                  <a:pt x="151" y="1014"/>
                  <a:pt x="185" y="980"/>
                  <a:pt x="227" y="980"/>
                </a:cubicBezTo>
                <a:lnTo>
                  <a:pt x="490" y="980"/>
                </a:lnTo>
                <a:lnTo>
                  <a:pt x="641" y="980"/>
                </a:lnTo>
                <a:lnTo>
                  <a:pt x="2713" y="980"/>
                </a:lnTo>
                <a:cubicBezTo>
                  <a:pt x="2754" y="980"/>
                  <a:pt x="2788" y="1014"/>
                  <a:pt x="2788" y="1055"/>
                </a:cubicBezTo>
                <a:lnTo>
                  <a:pt x="2788" y="2411"/>
                </a:lnTo>
                <a:close/>
                <a:moveTo>
                  <a:pt x="1470" y="1068"/>
                </a:moveTo>
                <a:cubicBezTo>
                  <a:pt x="1304" y="1068"/>
                  <a:pt x="1169" y="1203"/>
                  <a:pt x="1169" y="1369"/>
                </a:cubicBezTo>
                <a:cubicBezTo>
                  <a:pt x="1169" y="1509"/>
                  <a:pt x="1265" y="1627"/>
                  <a:pt x="1395" y="1660"/>
                </a:cubicBezTo>
                <a:lnTo>
                  <a:pt x="1395" y="2219"/>
                </a:lnTo>
                <a:cubicBezTo>
                  <a:pt x="1395" y="2260"/>
                  <a:pt x="1428" y="2294"/>
                  <a:pt x="1470" y="2294"/>
                </a:cubicBezTo>
                <a:cubicBezTo>
                  <a:pt x="1511" y="2294"/>
                  <a:pt x="1544" y="2260"/>
                  <a:pt x="1544" y="2219"/>
                </a:cubicBezTo>
                <a:lnTo>
                  <a:pt x="1544" y="1660"/>
                </a:lnTo>
                <a:cubicBezTo>
                  <a:pt x="1674" y="1627"/>
                  <a:pt x="1770" y="1509"/>
                  <a:pt x="1770" y="1369"/>
                </a:cubicBezTo>
                <a:cubicBezTo>
                  <a:pt x="1770" y="1203"/>
                  <a:pt x="1636" y="1068"/>
                  <a:pt x="1470" y="1068"/>
                </a:cubicBezTo>
                <a:close/>
                <a:moveTo>
                  <a:pt x="1470" y="1519"/>
                </a:moveTo>
                <a:cubicBezTo>
                  <a:pt x="1387" y="1519"/>
                  <a:pt x="1319" y="1452"/>
                  <a:pt x="1319" y="1369"/>
                </a:cubicBezTo>
                <a:cubicBezTo>
                  <a:pt x="1319" y="1286"/>
                  <a:pt x="1387" y="1219"/>
                  <a:pt x="1470" y="1219"/>
                </a:cubicBezTo>
                <a:cubicBezTo>
                  <a:pt x="1552" y="1219"/>
                  <a:pt x="1620" y="1286"/>
                  <a:pt x="1620" y="1369"/>
                </a:cubicBezTo>
                <a:cubicBezTo>
                  <a:pt x="1620" y="1452"/>
                  <a:pt x="1552" y="1519"/>
                  <a:pt x="1470" y="1519"/>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47" name="Freeform 7">
            <a:extLst>
              <a:ext uri="{FF2B5EF4-FFF2-40B4-BE49-F238E27FC236}">
                <a16:creationId xmlns:a16="http://schemas.microsoft.com/office/drawing/2014/main" id="{25D18B1A-A66C-7946-AF56-DCEB0035F89E}"/>
              </a:ext>
            </a:extLst>
          </p:cNvPr>
          <p:cNvSpPr>
            <a:spLocks noChangeAspect="1" noChangeArrowheads="1"/>
          </p:cNvSpPr>
          <p:nvPr/>
        </p:nvSpPr>
        <p:spPr bwMode="auto">
          <a:xfrm>
            <a:off x="2445797" y="1537091"/>
            <a:ext cx="506863" cy="435824"/>
          </a:xfrm>
          <a:custGeom>
            <a:avLst/>
            <a:gdLst>
              <a:gd name="T0" fmla="*/ 419752 w 2939"/>
              <a:gd name="T1" fmla="*/ 110274 h 2517"/>
              <a:gd name="T2" fmla="*/ 309599 w 2939"/>
              <a:gd name="T3" fmla="*/ 0 h 2517"/>
              <a:gd name="T4" fmla="*/ 209876 w 2939"/>
              <a:gd name="T5" fmla="*/ 63647 h 2517"/>
              <a:gd name="T6" fmla="*/ 109867 w 2939"/>
              <a:gd name="T7" fmla="*/ 0 h 2517"/>
              <a:gd name="T8" fmla="*/ 0 w 2939"/>
              <a:gd name="T9" fmla="*/ 102408 h 2517"/>
              <a:gd name="T10" fmla="*/ 0 w 2939"/>
              <a:gd name="T11" fmla="*/ 118141 h 2517"/>
              <a:gd name="T12" fmla="*/ 32431 w 2939"/>
              <a:gd name="T13" fmla="*/ 188510 h 2517"/>
              <a:gd name="T14" fmla="*/ 32431 w 2939"/>
              <a:gd name="T15" fmla="*/ 188510 h 2517"/>
              <a:gd name="T16" fmla="*/ 196018 w 2939"/>
              <a:gd name="T17" fmla="*/ 352277 h 2517"/>
              <a:gd name="T18" fmla="*/ 223592 w 2939"/>
              <a:gd name="T19" fmla="*/ 352277 h 2517"/>
              <a:gd name="T20" fmla="*/ 387178 w 2939"/>
              <a:gd name="T21" fmla="*/ 188510 h 2517"/>
              <a:gd name="T22" fmla="*/ 387035 w 2939"/>
              <a:gd name="T23" fmla="*/ 188510 h 2517"/>
              <a:gd name="T24" fmla="*/ 419752 w 2939"/>
              <a:gd name="T25" fmla="*/ 110274 h 2517"/>
              <a:gd name="T26" fmla="*/ 329173 w 2939"/>
              <a:gd name="T27" fmla="*/ 218546 h 2517"/>
              <a:gd name="T28" fmla="*/ 223592 w 2939"/>
              <a:gd name="T29" fmla="*/ 324529 h 2517"/>
              <a:gd name="T30" fmla="*/ 196018 w 2939"/>
              <a:gd name="T31" fmla="*/ 324529 h 2517"/>
              <a:gd name="T32" fmla="*/ 90437 w 2939"/>
              <a:gd name="T33" fmla="*/ 218689 h 2517"/>
              <a:gd name="T34" fmla="*/ 49719 w 2939"/>
              <a:gd name="T35" fmla="*/ 177926 h 2517"/>
              <a:gd name="T36" fmla="*/ 49719 w 2939"/>
              <a:gd name="T37" fmla="*/ 177926 h 2517"/>
              <a:gd name="T38" fmla="*/ 19287 w 2939"/>
              <a:gd name="T39" fmla="*/ 110274 h 2517"/>
              <a:gd name="T40" fmla="*/ 109867 w 2939"/>
              <a:gd name="T41" fmla="*/ 19595 h 2517"/>
              <a:gd name="T42" fmla="*/ 196303 w 2939"/>
              <a:gd name="T43" fmla="*/ 82956 h 2517"/>
              <a:gd name="T44" fmla="*/ 196446 w 2939"/>
              <a:gd name="T45" fmla="*/ 82956 h 2517"/>
              <a:gd name="T46" fmla="*/ 209876 w 2939"/>
              <a:gd name="T47" fmla="*/ 93397 h 2517"/>
              <a:gd name="T48" fmla="*/ 223306 w 2939"/>
              <a:gd name="T49" fmla="*/ 82384 h 2517"/>
              <a:gd name="T50" fmla="*/ 309599 w 2939"/>
              <a:gd name="T51" fmla="*/ 19595 h 2517"/>
              <a:gd name="T52" fmla="*/ 400179 w 2939"/>
              <a:gd name="T53" fmla="*/ 110274 h 2517"/>
              <a:gd name="T54" fmla="*/ 371748 w 2939"/>
              <a:gd name="T55" fmla="*/ 176210 h 2517"/>
              <a:gd name="T56" fmla="*/ 371748 w 2939"/>
              <a:gd name="T57" fmla="*/ 176210 h 2517"/>
              <a:gd name="T58" fmla="*/ 329173 w 2939"/>
              <a:gd name="T59" fmla="*/ 218546 h 251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939" h="2517">
                <a:moveTo>
                  <a:pt x="2938" y="771"/>
                </a:moveTo>
                <a:cubicBezTo>
                  <a:pt x="2938" y="345"/>
                  <a:pt x="2593" y="0"/>
                  <a:pt x="2167" y="0"/>
                </a:cubicBezTo>
                <a:cubicBezTo>
                  <a:pt x="1857" y="0"/>
                  <a:pt x="1590" y="182"/>
                  <a:pt x="1469" y="445"/>
                </a:cubicBezTo>
                <a:cubicBezTo>
                  <a:pt x="1346" y="182"/>
                  <a:pt x="1079" y="0"/>
                  <a:pt x="769" y="0"/>
                </a:cubicBezTo>
                <a:cubicBezTo>
                  <a:pt x="362" y="0"/>
                  <a:pt x="28" y="316"/>
                  <a:pt x="0" y="716"/>
                </a:cubicBezTo>
                <a:lnTo>
                  <a:pt x="0" y="826"/>
                </a:lnTo>
                <a:cubicBezTo>
                  <a:pt x="14" y="1018"/>
                  <a:pt x="98" y="1191"/>
                  <a:pt x="227" y="1318"/>
                </a:cubicBezTo>
                <a:lnTo>
                  <a:pt x="1372" y="2463"/>
                </a:lnTo>
                <a:cubicBezTo>
                  <a:pt x="1425" y="2516"/>
                  <a:pt x="1511" y="2516"/>
                  <a:pt x="1565" y="2463"/>
                </a:cubicBezTo>
                <a:lnTo>
                  <a:pt x="2710" y="1318"/>
                </a:lnTo>
                <a:lnTo>
                  <a:pt x="2709" y="1318"/>
                </a:lnTo>
                <a:cubicBezTo>
                  <a:pt x="2850" y="1179"/>
                  <a:pt x="2938" y="985"/>
                  <a:pt x="2938" y="771"/>
                </a:cubicBezTo>
                <a:close/>
                <a:moveTo>
                  <a:pt x="2304" y="1528"/>
                </a:moveTo>
                <a:lnTo>
                  <a:pt x="1565" y="2269"/>
                </a:lnTo>
                <a:cubicBezTo>
                  <a:pt x="1511" y="2322"/>
                  <a:pt x="1425" y="2322"/>
                  <a:pt x="1372" y="2269"/>
                </a:cubicBezTo>
                <a:lnTo>
                  <a:pt x="633" y="1529"/>
                </a:lnTo>
                <a:lnTo>
                  <a:pt x="348" y="1244"/>
                </a:lnTo>
                <a:cubicBezTo>
                  <a:pt x="217" y="1128"/>
                  <a:pt x="135" y="959"/>
                  <a:pt x="135" y="771"/>
                </a:cubicBezTo>
                <a:cubicBezTo>
                  <a:pt x="135" y="421"/>
                  <a:pt x="419" y="137"/>
                  <a:pt x="769" y="137"/>
                </a:cubicBezTo>
                <a:cubicBezTo>
                  <a:pt x="1053" y="137"/>
                  <a:pt x="1294" y="323"/>
                  <a:pt x="1374" y="580"/>
                </a:cubicBezTo>
                <a:lnTo>
                  <a:pt x="1375" y="580"/>
                </a:lnTo>
                <a:cubicBezTo>
                  <a:pt x="1385" y="622"/>
                  <a:pt x="1424" y="653"/>
                  <a:pt x="1469" y="653"/>
                </a:cubicBezTo>
                <a:cubicBezTo>
                  <a:pt x="1514" y="653"/>
                  <a:pt x="1553" y="620"/>
                  <a:pt x="1563" y="576"/>
                </a:cubicBezTo>
                <a:cubicBezTo>
                  <a:pt x="1645" y="321"/>
                  <a:pt x="1884" y="137"/>
                  <a:pt x="2167" y="137"/>
                </a:cubicBezTo>
                <a:cubicBezTo>
                  <a:pt x="2517" y="137"/>
                  <a:pt x="2801" y="421"/>
                  <a:pt x="2801" y="771"/>
                </a:cubicBezTo>
                <a:cubicBezTo>
                  <a:pt x="2801" y="952"/>
                  <a:pt x="2724" y="1116"/>
                  <a:pt x="2602" y="1232"/>
                </a:cubicBezTo>
                <a:lnTo>
                  <a:pt x="2304" y="1528"/>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48" name="Freeform 8">
            <a:extLst>
              <a:ext uri="{FF2B5EF4-FFF2-40B4-BE49-F238E27FC236}">
                <a16:creationId xmlns:a16="http://schemas.microsoft.com/office/drawing/2014/main" id="{EC782209-E96B-CD4E-BCCC-05DAE94082C2}"/>
              </a:ext>
            </a:extLst>
          </p:cNvPr>
          <p:cNvSpPr>
            <a:spLocks noChangeAspect="1" noChangeArrowheads="1"/>
          </p:cNvSpPr>
          <p:nvPr/>
        </p:nvSpPr>
        <p:spPr bwMode="auto">
          <a:xfrm>
            <a:off x="1591426" y="1537091"/>
            <a:ext cx="443505" cy="435824"/>
          </a:xfrm>
          <a:custGeom>
            <a:avLst/>
            <a:gdLst>
              <a:gd name="T0" fmla="*/ 366491 w 2934"/>
              <a:gd name="T1" fmla="*/ 165808 h 2879"/>
              <a:gd name="T2" fmla="*/ 366366 w 2934"/>
              <a:gd name="T3" fmla="*/ 165182 h 2879"/>
              <a:gd name="T4" fmla="*/ 190930 w 2934"/>
              <a:gd name="T5" fmla="*/ 3501 h 2879"/>
              <a:gd name="T6" fmla="*/ 183683 w 2934"/>
              <a:gd name="T7" fmla="*/ 0 h 2879"/>
              <a:gd name="T8" fmla="*/ 182933 w 2934"/>
              <a:gd name="T9" fmla="*/ 0 h 2879"/>
              <a:gd name="T10" fmla="*/ 175561 w 2934"/>
              <a:gd name="T11" fmla="*/ 3501 h 2879"/>
              <a:gd name="T12" fmla="*/ 3249 w 2934"/>
              <a:gd name="T13" fmla="*/ 158555 h 2879"/>
              <a:gd name="T14" fmla="*/ 2499 w 2934"/>
              <a:gd name="T15" fmla="*/ 159305 h 2879"/>
              <a:gd name="T16" fmla="*/ 1874 w 2934"/>
              <a:gd name="T17" fmla="*/ 160056 h 2879"/>
              <a:gd name="T18" fmla="*/ 1374 w 2934"/>
              <a:gd name="T19" fmla="*/ 160931 h 2879"/>
              <a:gd name="T20" fmla="*/ 875 w 2934"/>
              <a:gd name="T21" fmla="*/ 161806 h 2879"/>
              <a:gd name="T22" fmla="*/ 625 w 2934"/>
              <a:gd name="T23" fmla="*/ 162681 h 2879"/>
              <a:gd name="T24" fmla="*/ 250 w 2934"/>
              <a:gd name="T25" fmla="*/ 163557 h 2879"/>
              <a:gd name="T26" fmla="*/ 125 w 2934"/>
              <a:gd name="T27" fmla="*/ 164557 h 2879"/>
              <a:gd name="T28" fmla="*/ 0 w 2934"/>
              <a:gd name="T29" fmla="*/ 165683 h 2879"/>
              <a:gd name="T30" fmla="*/ 0 w 2934"/>
              <a:gd name="T31" fmla="*/ 166058 h 2879"/>
              <a:gd name="T32" fmla="*/ 125 w 2934"/>
              <a:gd name="T33" fmla="*/ 167058 h 2879"/>
              <a:gd name="T34" fmla="*/ 250 w 2934"/>
              <a:gd name="T35" fmla="*/ 168058 h 2879"/>
              <a:gd name="T36" fmla="*/ 500 w 2934"/>
              <a:gd name="T37" fmla="*/ 169059 h 2879"/>
              <a:gd name="T38" fmla="*/ 875 w 2934"/>
              <a:gd name="T39" fmla="*/ 169934 h 2879"/>
              <a:gd name="T40" fmla="*/ 1374 w 2934"/>
              <a:gd name="T41" fmla="*/ 170809 h 2879"/>
              <a:gd name="T42" fmla="*/ 1874 w 2934"/>
              <a:gd name="T43" fmla="*/ 171685 h 2879"/>
              <a:gd name="T44" fmla="*/ 2499 w 2934"/>
              <a:gd name="T45" fmla="*/ 172435 h 2879"/>
              <a:gd name="T46" fmla="*/ 2874 w 2934"/>
              <a:gd name="T47" fmla="*/ 172810 h 2879"/>
              <a:gd name="T48" fmla="*/ 3624 w 2934"/>
              <a:gd name="T49" fmla="*/ 173560 h 2879"/>
              <a:gd name="T50" fmla="*/ 4373 w 2934"/>
              <a:gd name="T51" fmla="*/ 174185 h 2879"/>
              <a:gd name="T52" fmla="*/ 5248 w 2934"/>
              <a:gd name="T53" fmla="*/ 174686 h 2879"/>
              <a:gd name="T54" fmla="*/ 5998 w 2934"/>
              <a:gd name="T55" fmla="*/ 175186 h 2879"/>
              <a:gd name="T56" fmla="*/ 6997 w 2934"/>
              <a:gd name="T57" fmla="*/ 175436 h 2879"/>
              <a:gd name="T58" fmla="*/ 7872 w 2934"/>
              <a:gd name="T59" fmla="*/ 175686 h 2879"/>
              <a:gd name="T60" fmla="*/ 8872 w 2934"/>
              <a:gd name="T61" fmla="*/ 175936 h 2879"/>
              <a:gd name="T62" fmla="*/ 9871 w 2934"/>
              <a:gd name="T63" fmla="*/ 175936 h 2879"/>
              <a:gd name="T64" fmla="*/ 46733 w 2934"/>
              <a:gd name="T65" fmla="*/ 176061 h 2879"/>
              <a:gd name="T66" fmla="*/ 46608 w 2934"/>
              <a:gd name="T67" fmla="*/ 339618 h 2879"/>
              <a:gd name="T68" fmla="*/ 66851 w 2934"/>
              <a:gd name="T69" fmla="*/ 359875 h 2879"/>
              <a:gd name="T70" fmla="*/ 137700 w 2934"/>
              <a:gd name="T71" fmla="*/ 359875 h 2879"/>
              <a:gd name="T72" fmla="*/ 157942 w 2934"/>
              <a:gd name="T73" fmla="*/ 255464 h 2879"/>
              <a:gd name="T74" fmla="*/ 168064 w 2934"/>
              <a:gd name="T75" fmla="*/ 236707 h 2879"/>
              <a:gd name="T76" fmla="*/ 208549 w 2934"/>
              <a:gd name="T77" fmla="*/ 246836 h 2879"/>
              <a:gd name="T78" fmla="*/ 208549 w 2934"/>
              <a:gd name="T79" fmla="*/ 339618 h 2879"/>
              <a:gd name="T80" fmla="*/ 228791 w 2934"/>
              <a:gd name="T81" fmla="*/ 359875 h 2879"/>
              <a:gd name="T82" fmla="*/ 319883 w 2934"/>
              <a:gd name="T83" fmla="*/ 339618 h 2879"/>
              <a:gd name="T84" fmla="*/ 319883 w 2934"/>
              <a:gd name="T85" fmla="*/ 177687 h 2879"/>
              <a:gd name="T86" fmla="*/ 354870 w 2934"/>
              <a:gd name="T87" fmla="*/ 175936 h 2879"/>
              <a:gd name="T88" fmla="*/ 366366 w 2934"/>
              <a:gd name="T89" fmla="*/ 166808 h 2879"/>
              <a:gd name="T90" fmla="*/ 366366 w 2934"/>
              <a:gd name="T91" fmla="*/ 165933 h 2879"/>
              <a:gd name="T92" fmla="*/ 303514 w 2934"/>
              <a:gd name="T93" fmla="*/ 157805 h 2879"/>
              <a:gd name="T94" fmla="*/ 299640 w 2934"/>
              <a:gd name="T95" fmla="*/ 165808 h 2879"/>
              <a:gd name="T96" fmla="*/ 299640 w 2934"/>
              <a:gd name="T97" fmla="*/ 328989 h 2879"/>
              <a:gd name="T98" fmla="*/ 238913 w 2934"/>
              <a:gd name="T99" fmla="*/ 339118 h 2879"/>
              <a:gd name="T100" fmla="*/ 228791 w 2934"/>
              <a:gd name="T101" fmla="*/ 236582 h 2879"/>
              <a:gd name="T102" fmla="*/ 208549 w 2934"/>
              <a:gd name="T103" fmla="*/ 216325 h 2879"/>
              <a:gd name="T104" fmla="*/ 137700 w 2934"/>
              <a:gd name="T105" fmla="*/ 236207 h 2879"/>
              <a:gd name="T106" fmla="*/ 137700 w 2934"/>
              <a:gd name="T107" fmla="*/ 329239 h 2879"/>
              <a:gd name="T108" fmla="*/ 76972 w 2934"/>
              <a:gd name="T109" fmla="*/ 339118 h 2879"/>
              <a:gd name="T110" fmla="*/ 66851 w 2934"/>
              <a:gd name="T111" fmla="*/ 165933 h 2879"/>
              <a:gd name="T112" fmla="*/ 66851 w 2934"/>
              <a:gd name="T113" fmla="*/ 165808 h 2879"/>
              <a:gd name="T114" fmla="*/ 56729 w 2934"/>
              <a:gd name="T115" fmla="*/ 155804 h 2879"/>
              <a:gd name="T116" fmla="*/ 183308 w 2934"/>
              <a:gd name="T117" fmla="*/ 23758 h 2879"/>
              <a:gd name="T118" fmla="*/ 309762 w 2934"/>
              <a:gd name="T119" fmla="*/ 155679 h 28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934" h="2879">
                <a:moveTo>
                  <a:pt x="2932" y="1327"/>
                </a:moveTo>
                <a:cubicBezTo>
                  <a:pt x="2933" y="1327"/>
                  <a:pt x="2933" y="1326"/>
                  <a:pt x="2933" y="1326"/>
                </a:cubicBezTo>
                <a:cubicBezTo>
                  <a:pt x="2933" y="1325"/>
                  <a:pt x="2932" y="1324"/>
                  <a:pt x="2932" y="1324"/>
                </a:cubicBezTo>
                <a:cubicBezTo>
                  <a:pt x="2932" y="1323"/>
                  <a:pt x="2932" y="1322"/>
                  <a:pt x="2932" y="1321"/>
                </a:cubicBezTo>
                <a:cubicBezTo>
                  <a:pt x="2931" y="1296"/>
                  <a:pt x="2918" y="1273"/>
                  <a:pt x="2898" y="1260"/>
                </a:cubicBezTo>
                <a:lnTo>
                  <a:pt x="1528" y="28"/>
                </a:lnTo>
                <a:cubicBezTo>
                  <a:pt x="1527" y="27"/>
                  <a:pt x="1527" y="27"/>
                  <a:pt x="1527" y="26"/>
                </a:cubicBezTo>
                <a:cubicBezTo>
                  <a:pt x="1511" y="9"/>
                  <a:pt x="1491" y="0"/>
                  <a:pt x="1470" y="0"/>
                </a:cubicBezTo>
                <a:cubicBezTo>
                  <a:pt x="1469" y="0"/>
                  <a:pt x="1468" y="0"/>
                  <a:pt x="1467" y="0"/>
                </a:cubicBezTo>
                <a:cubicBezTo>
                  <a:pt x="1466" y="0"/>
                  <a:pt x="1465" y="0"/>
                  <a:pt x="1464" y="0"/>
                </a:cubicBezTo>
                <a:cubicBezTo>
                  <a:pt x="1442" y="0"/>
                  <a:pt x="1421" y="9"/>
                  <a:pt x="1406" y="26"/>
                </a:cubicBezTo>
                <a:cubicBezTo>
                  <a:pt x="1406" y="27"/>
                  <a:pt x="1405" y="27"/>
                  <a:pt x="1405" y="28"/>
                </a:cubicBezTo>
                <a:lnTo>
                  <a:pt x="27" y="1266"/>
                </a:lnTo>
                <a:cubicBezTo>
                  <a:pt x="27" y="1267"/>
                  <a:pt x="26" y="1267"/>
                  <a:pt x="26" y="1268"/>
                </a:cubicBezTo>
                <a:cubicBezTo>
                  <a:pt x="25" y="1269"/>
                  <a:pt x="24" y="1270"/>
                  <a:pt x="23" y="1271"/>
                </a:cubicBezTo>
                <a:cubicBezTo>
                  <a:pt x="22" y="1272"/>
                  <a:pt x="21" y="1273"/>
                  <a:pt x="20" y="1274"/>
                </a:cubicBezTo>
                <a:cubicBezTo>
                  <a:pt x="19" y="1275"/>
                  <a:pt x="18" y="1276"/>
                  <a:pt x="18" y="1277"/>
                </a:cubicBezTo>
                <a:cubicBezTo>
                  <a:pt x="17" y="1278"/>
                  <a:pt x="16" y="1279"/>
                  <a:pt x="15" y="1280"/>
                </a:cubicBezTo>
                <a:cubicBezTo>
                  <a:pt x="14" y="1281"/>
                  <a:pt x="14" y="1282"/>
                  <a:pt x="13" y="1283"/>
                </a:cubicBezTo>
                <a:cubicBezTo>
                  <a:pt x="12" y="1284"/>
                  <a:pt x="12" y="1285"/>
                  <a:pt x="11" y="1287"/>
                </a:cubicBezTo>
                <a:cubicBezTo>
                  <a:pt x="10" y="1288"/>
                  <a:pt x="10" y="1289"/>
                  <a:pt x="9" y="1290"/>
                </a:cubicBezTo>
                <a:cubicBezTo>
                  <a:pt x="9" y="1291"/>
                  <a:pt x="8" y="1292"/>
                  <a:pt x="7" y="1294"/>
                </a:cubicBezTo>
                <a:cubicBezTo>
                  <a:pt x="7" y="1295"/>
                  <a:pt x="6" y="1296"/>
                  <a:pt x="6" y="1297"/>
                </a:cubicBezTo>
                <a:cubicBezTo>
                  <a:pt x="5" y="1298"/>
                  <a:pt x="5" y="1300"/>
                  <a:pt x="5" y="1301"/>
                </a:cubicBezTo>
                <a:cubicBezTo>
                  <a:pt x="4" y="1302"/>
                  <a:pt x="4" y="1303"/>
                  <a:pt x="3" y="1305"/>
                </a:cubicBezTo>
                <a:cubicBezTo>
                  <a:pt x="3" y="1306"/>
                  <a:pt x="3" y="1307"/>
                  <a:pt x="2" y="1308"/>
                </a:cubicBezTo>
                <a:cubicBezTo>
                  <a:pt x="2" y="1310"/>
                  <a:pt x="2" y="1311"/>
                  <a:pt x="2" y="1312"/>
                </a:cubicBezTo>
                <a:cubicBezTo>
                  <a:pt x="1" y="1314"/>
                  <a:pt x="1" y="1315"/>
                  <a:pt x="1" y="1316"/>
                </a:cubicBezTo>
                <a:cubicBezTo>
                  <a:pt x="1" y="1318"/>
                  <a:pt x="1" y="1319"/>
                  <a:pt x="1" y="1320"/>
                </a:cubicBezTo>
                <a:cubicBezTo>
                  <a:pt x="1" y="1322"/>
                  <a:pt x="1" y="1323"/>
                  <a:pt x="0" y="1325"/>
                </a:cubicBezTo>
                <a:cubicBezTo>
                  <a:pt x="0" y="1325"/>
                  <a:pt x="0" y="1326"/>
                  <a:pt x="0" y="1327"/>
                </a:cubicBezTo>
                <a:lnTo>
                  <a:pt x="0" y="1328"/>
                </a:lnTo>
                <a:cubicBezTo>
                  <a:pt x="0" y="1330"/>
                  <a:pt x="1" y="1331"/>
                  <a:pt x="1" y="1333"/>
                </a:cubicBezTo>
                <a:cubicBezTo>
                  <a:pt x="1" y="1334"/>
                  <a:pt x="1" y="1335"/>
                  <a:pt x="1" y="1336"/>
                </a:cubicBezTo>
                <a:cubicBezTo>
                  <a:pt x="1" y="1338"/>
                  <a:pt x="1" y="1339"/>
                  <a:pt x="2" y="1340"/>
                </a:cubicBezTo>
                <a:cubicBezTo>
                  <a:pt x="2" y="1342"/>
                  <a:pt x="2" y="1343"/>
                  <a:pt x="2" y="1344"/>
                </a:cubicBezTo>
                <a:cubicBezTo>
                  <a:pt x="3" y="1345"/>
                  <a:pt x="3" y="1347"/>
                  <a:pt x="3" y="1348"/>
                </a:cubicBezTo>
                <a:cubicBezTo>
                  <a:pt x="4" y="1349"/>
                  <a:pt x="4" y="1351"/>
                  <a:pt x="4" y="1352"/>
                </a:cubicBezTo>
                <a:cubicBezTo>
                  <a:pt x="5" y="1353"/>
                  <a:pt x="5" y="1354"/>
                  <a:pt x="6" y="1356"/>
                </a:cubicBezTo>
                <a:cubicBezTo>
                  <a:pt x="6" y="1357"/>
                  <a:pt x="7" y="1358"/>
                  <a:pt x="7" y="1359"/>
                </a:cubicBezTo>
                <a:cubicBezTo>
                  <a:pt x="8" y="1360"/>
                  <a:pt x="8" y="1362"/>
                  <a:pt x="9" y="1363"/>
                </a:cubicBezTo>
                <a:cubicBezTo>
                  <a:pt x="10" y="1364"/>
                  <a:pt x="10" y="1365"/>
                  <a:pt x="11" y="1366"/>
                </a:cubicBezTo>
                <a:cubicBezTo>
                  <a:pt x="11" y="1367"/>
                  <a:pt x="12" y="1369"/>
                  <a:pt x="13" y="1370"/>
                </a:cubicBezTo>
                <a:cubicBezTo>
                  <a:pt x="14" y="1371"/>
                  <a:pt x="14" y="1372"/>
                  <a:pt x="15" y="1373"/>
                </a:cubicBezTo>
                <a:cubicBezTo>
                  <a:pt x="16" y="1374"/>
                  <a:pt x="17" y="1375"/>
                  <a:pt x="17" y="1376"/>
                </a:cubicBezTo>
                <a:cubicBezTo>
                  <a:pt x="18" y="1377"/>
                  <a:pt x="19" y="1378"/>
                  <a:pt x="20" y="1379"/>
                </a:cubicBezTo>
                <a:cubicBezTo>
                  <a:pt x="20" y="1380"/>
                  <a:pt x="21" y="1380"/>
                  <a:pt x="21" y="1381"/>
                </a:cubicBezTo>
                <a:cubicBezTo>
                  <a:pt x="22" y="1381"/>
                  <a:pt x="22" y="1382"/>
                  <a:pt x="23" y="1382"/>
                </a:cubicBezTo>
                <a:cubicBezTo>
                  <a:pt x="24" y="1383"/>
                  <a:pt x="25" y="1384"/>
                  <a:pt x="26" y="1385"/>
                </a:cubicBezTo>
                <a:cubicBezTo>
                  <a:pt x="27" y="1386"/>
                  <a:pt x="28" y="1387"/>
                  <a:pt x="29" y="1388"/>
                </a:cubicBezTo>
                <a:cubicBezTo>
                  <a:pt x="29" y="1389"/>
                  <a:pt x="30" y="1390"/>
                  <a:pt x="31" y="1390"/>
                </a:cubicBezTo>
                <a:cubicBezTo>
                  <a:pt x="33" y="1391"/>
                  <a:pt x="34" y="1392"/>
                  <a:pt x="35" y="1393"/>
                </a:cubicBezTo>
                <a:cubicBezTo>
                  <a:pt x="36" y="1394"/>
                  <a:pt x="37" y="1394"/>
                  <a:pt x="38" y="1395"/>
                </a:cubicBezTo>
                <a:cubicBezTo>
                  <a:pt x="39" y="1396"/>
                  <a:pt x="40" y="1396"/>
                  <a:pt x="42" y="1397"/>
                </a:cubicBezTo>
                <a:cubicBezTo>
                  <a:pt x="43" y="1398"/>
                  <a:pt x="44" y="1398"/>
                  <a:pt x="45" y="1399"/>
                </a:cubicBezTo>
                <a:cubicBezTo>
                  <a:pt x="46" y="1399"/>
                  <a:pt x="47" y="1400"/>
                  <a:pt x="48" y="1401"/>
                </a:cubicBezTo>
                <a:cubicBezTo>
                  <a:pt x="50" y="1401"/>
                  <a:pt x="51" y="1402"/>
                  <a:pt x="52" y="1402"/>
                </a:cubicBezTo>
                <a:cubicBezTo>
                  <a:pt x="53" y="1403"/>
                  <a:pt x="54" y="1403"/>
                  <a:pt x="56" y="1403"/>
                </a:cubicBezTo>
                <a:cubicBezTo>
                  <a:pt x="57" y="1404"/>
                  <a:pt x="58" y="1404"/>
                  <a:pt x="60" y="1405"/>
                </a:cubicBezTo>
                <a:cubicBezTo>
                  <a:pt x="61" y="1405"/>
                  <a:pt x="62" y="1405"/>
                  <a:pt x="63" y="1405"/>
                </a:cubicBezTo>
                <a:cubicBezTo>
                  <a:pt x="65" y="1406"/>
                  <a:pt x="66" y="1406"/>
                  <a:pt x="67" y="1406"/>
                </a:cubicBezTo>
                <a:cubicBezTo>
                  <a:pt x="69" y="1407"/>
                  <a:pt x="70" y="1407"/>
                  <a:pt x="71" y="1407"/>
                </a:cubicBezTo>
                <a:cubicBezTo>
                  <a:pt x="72" y="1407"/>
                  <a:pt x="74" y="1407"/>
                  <a:pt x="75" y="1407"/>
                </a:cubicBezTo>
                <a:cubicBezTo>
                  <a:pt x="77" y="1407"/>
                  <a:pt x="78" y="1407"/>
                  <a:pt x="79" y="1407"/>
                </a:cubicBezTo>
                <a:cubicBezTo>
                  <a:pt x="80" y="1408"/>
                  <a:pt x="81" y="1408"/>
                  <a:pt x="81" y="1408"/>
                </a:cubicBezTo>
                <a:lnTo>
                  <a:pt x="374" y="1408"/>
                </a:lnTo>
                <a:cubicBezTo>
                  <a:pt x="373" y="1412"/>
                  <a:pt x="373" y="1416"/>
                  <a:pt x="373" y="1421"/>
                </a:cubicBezTo>
                <a:lnTo>
                  <a:pt x="373" y="2716"/>
                </a:lnTo>
                <a:cubicBezTo>
                  <a:pt x="373" y="2806"/>
                  <a:pt x="446" y="2878"/>
                  <a:pt x="535" y="2878"/>
                </a:cubicBezTo>
                <a:lnTo>
                  <a:pt x="1102" y="2878"/>
                </a:lnTo>
                <a:cubicBezTo>
                  <a:pt x="1192" y="2878"/>
                  <a:pt x="1264" y="2806"/>
                  <a:pt x="1264" y="2716"/>
                </a:cubicBezTo>
                <a:lnTo>
                  <a:pt x="1264" y="2043"/>
                </a:lnTo>
                <a:lnTo>
                  <a:pt x="1264" y="1974"/>
                </a:lnTo>
                <a:cubicBezTo>
                  <a:pt x="1264" y="1929"/>
                  <a:pt x="1301" y="1893"/>
                  <a:pt x="1345" y="1893"/>
                </a:cubicBezTo>
                <a:lnTo>
                  <a:pt x="1588" y="1893"/>
                </a:lnTo>
                <a:cubicBezTo>
                  <a:pt x="1632" y="1893"/>
                  <a:pt x="1669" y="1929"/>
                  <a:pt x="1669" y="1974"/>
                </a:cubicBezTo>
                <a:lnTo>
                  <a:pt x="1669" y="2043"/>
                </a:lnTo>
                <a:lnTo>
                  <a:pt x="1669" y="2716"/>
                </a:lnTo>
                <a:cubicBezTo>
                  <a:pt x="1669" y="2806"/>
                  <a:pt x="1741" y="2878"/>
                  <a:pt x="1830" y="2878"/>
                </a:cubicBezTo>
                <a:cubicBezTo>
                  <a:pt x="1831" y="2878"/>
                  <a:pt x="1831" y="2878"/>
                  <a:pt x="1831" y="2878"/>
                </a:cubicBezTo>
                <a:lnTo>
                  <a:pt x="2398" y="2878"/>
                </a:lnTo>
                <a:cubicBezTo>
                  <a:pt x="2487" y="2878"/>
                  <a:pt x="2560" y="2806"/>
                  <a:pt x="2560" y="2716"/>
                </a:cubicBezTo>
                <a:lnTo>
                  <a:pt x="2560" y="1421"/>
                </a:lnTo>
                <a:cubicBezTo>
                  <a:pt x="2560" y="1416"/>
                  <a:pt x="2560" y="1411"/>
                  <a:pt x="2559" y="1407"/>
                </a:cubicBezTo>
                <a:lnTo>
                  <a:pt x="2840" y="1407"/>
                </a:lnTo>
                <a:cubicBezTo>
                  <a:pt x="2866" y="1410"/>
                  <a:pt x="2893" y="1402"/>
                  <a:pt x="2912" y="1381"/>
                </a:cubicBezTo>
                <a:cubicBezTo>
                  <a:pt x="2924" y="1367"/>
                  <a:pt x="2931" y="1351"/>
                  <a:pt x="2932" y="1334"/>
                </a:cubicBezTo>
                <a:cubicBezTo>
                  <a:pt x="2932" y="1332"/>
                  <a:pt x="2932" y="1329"/>
                  <a:pt x="2932" y="1327"/>
                </a:cubicBezTo>
                <a:close/>
                <a:moveTo>
                  <a:pt x="2479" y="1245"/>
                </a:moveTo>
                <a:cubicBezTo>
                  <a:pt x="2460" y="1245"/>
                  <a:pt x="2443" y="1251"/>
                  <a:pt x="2429" y="1262"/>
                </a:cubicBezTo>
                <a:cubicBezTo>
                  <a:pt x="2410" y="1276"/>
                  <a:pt x="2398" y="1299"/>
                  <a:pt x="2398" y="1325"/>
                </a:cubicBezTo>
                <a:cubicBezTo>
                  <a:pt x="2398" y="1325"/>
                  <a:pt x="2398" y="1325"/>
                  <a:pt x="2398" y="1326"/>
                </a:cubicBezTo>
                <a:cubicBezTo>
                  <a:pt x="2398" y="1326"/>
                  <a:pt x="2398" y="1326"/>
                  <a:pt x="2398" y="1327"/>
                </a:cubicBezTo>
                <a:lnTo>
                  <a:pt x="2398" y="2631"/>
                </a:lnTo>
                <a:cubicBezTo>
                  <a:pt x="2398" y="2676"/>
                  <a:pt x="2362" y="2712"/>
                  <a:pt x="2317" y="2712"/>
                </a:cubicBezTo>
                <a:lnTo>
                  <a:pt x="1912" y="2712"/>
                </a:lnTo>
                <a:cubicBezTo>
                  <a:pt x="1867" y="2712"/>
                  <a:pt x="1832" y="2677"/>
                  <a:pt x="1831" y="2633"/>
                </a:cubicBezTo>
                <a:lnTo>
                  <a:pt x="1831" y="1892"/>
                </a:lnTo>
                <a:cubicBezTo>
                  <a:pt x="1831" y="1891"/>
                  <a:pt x="1831" y="1890"/>
                  <a:pt x="1831" y="1889"/>
                </a:cubicBezTo>
                <a:cubicBezTo>
                  <a:pt x="1829" y="1801"/>
                  <a:pt x="1757" y="1730"/>
                  <a:pt x="1669" y="1730"/>
                </a:cubicBezTo>
                <a:lnTo>
                  <a:pt x="1264" y="1730"/>
                </a:lnTo>
                <a:cubicBezTo>
                  <a:pt x="1176" y="1730"/>
                  <a:pt x="1104" y="1801"/>
                  <a:pt x="1102" y="1889"/>
                </a:cubicBezTo>
                <a:cubicBezTo>
                  <a:pt x="1102" y="1890"/>
                  <a:pt x="1102" y="1891"/>
                  <a:pt x="1102" y="1892"/>
                </a:cubicBezTo>
                <a:lnTo>
                  <a:pt x="1102" y="2633"/>
                </a:lnTo>
                <a:cubicBezTo>
                  <a:pt x="1101" y="2677"/>
                  <a:pt x="1065" y="2712"/>
                  <a:pt x="1021" y="2712"/>
                </a:cubicBezTo>
                <a:lnTo>
                  <a:pt x="616" y="2712"/>
                </a:lnTo>
                <a:cubicBezTo>
                  <a:pt x="571" y="2712"/>
                  <a:pt x="535" y="2676"/>
                  <a:pt x="535" y="2631"/>
                </a:cubicBezTo>
                <a:lnTo>
                  <a:pt x="535" y="1327"/>
                </a:lnTo>
                <a:cubicBezTo>
                  <a:pt x="535" y="1326"/>
                  <a:pt x="535" y="1326"/>
                  <a:pt x="535" y="1326"/>
                </a:cubicBezTo>
                <a:cubicBezTo>
                  <a:pt x="535" y="1300"/>
                  <a:pt x="522" y="1276"/>
                  <a:pt x="503" y="1262"/>
                </a:cubicBezTo>
                <a:cubicBezTo>
                  <a:pt x="489" y="1252"/>
                  <a:pt x="472" y="1246"/>
                  <a:pt x="454" y="1246"/>
                </a:cubicBezTo>
                <a:lnTo>
                  <a:pt x="293" y="1246"/>
                </a:lnTo>
                <a:lnTo>
                  <a:pt x="1467" y="190"/>
                </a:lnTo>
                <a:lnTo>
                  <a:pt x="2639" y="1245"/>
                </a:lnTo>
                <a:lnTo>
                  <a:pt x="2479" y="1245"/>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49" name="Freeform 9">
            <a:extLst>
              <a:ext uri="{FF2B5EF4-FFF2-40B4-BE49-F238E27FC236}">
                <a16:creationId xmlns:a16="http://schemas.microsoft.com/office/drawing/2014/main" id="{6ECB0798-C8C0-894C-AF92-2FE1F039D32D}"/>
              </a:ext>
            </a:extLst>
          </p:cNvPr>
          <p:cNvSpPr>
            <a:spLocks noChangeAspect="1" noChangeArrowheads="1"/>
          </p:cNvSpPr>
          <p:nvPr/>
        </p:nvSpPr>
        <p:spPr bwMode="auto">
          <a:xfrm>
            <a:off x="3037135" y="5085127"/>
            <a:ext cx="451184" cy="435824"/>
          </a:xfrm>
          <a:custGeom>
            <a:avLst/>
            <a:gdLst>
              <a:gd name="T0" fmla="*/ 369562 w 3056"/>
              <a:gd name="T1" fmla="*/ 342391 h 2944"/>
              <a:gd name="T2" fmla="*/ 274116 w 3056"/>
              <a:gd name="T3" fmla="*/ 246889 h 2944"/>
              <a:gd name="T4" fmla="*/ 261284 w 3056"/>
              <a:gd name="T5" fmla="*/ 56617 h 2944"/>
              <a:gd name="T6" fmla="*/ 56583 w 3056"/>
              <a:gd name="T7" fmla="*/ 56617 h 2944"/>
              <a:gd name="T8" fmla="*/ 56583 w 3056"/>
              <a:gd name="T9" fmla="*/ 261440 h 2944"/>
              <a:gd name="T10" fmla="*/ 261284 w 3056"/>
              <a:gd name="T11" fmla="*/ 261440 h 2944"/>
              <a:gd name="T12" fmla="*/ 261284 w 3056"/>
              <a:gd name="T13" fmla="*/ 261440 h 2944"/>
              <a:gd name="T14" fmla="*/ 355875 w 3056"/>
              <a:gd name="T15" fmla="*/ 356087 h 2944"/>
              <a:gd name="T16" fmla="*/ 369562 w 3056"/>
              <a:gd name="T17" fmla="*/ 356087 h 2944"/>
              <a:gd name="T18" fmla="*/ 369562 w 3056"/>
              <a:gd name="T19" fmla="*/ 342391 h 2944"/>
              <a:gd name="T20" fmla="*/ 70271 w 3056"/>
              <a:gd name="T21" fmla="*/ 247745 h 2944"/>
              <a:gd name="T22" fmla="*/ 70271 w 3056"/>
              <a:gd name="T23" fmla="*/ 70313 h 2944"/>
              <a:gd name="T24" fmla="*/ 247719 w 3056"/>
              <a:gd name="T25" fmla="*/ 70313 h 2944"/>
              <a:gd name="T26" fmla="*/ 247719 w 3056"/>
              <a:gd name="T27" fmla="*/ 247745 h 2944"/>
              <a:gd name="T28" fmla="*/ 70271 w 3056"/>
              <a:gd name="T29" fmla="*/ 247745 h 29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56" h="2944">
                <a:moveTo>
                  <a:pt x="3024" y="2800"/>
                </a:moveTo>
                <a:lnTo>
                  <a:pt x="2243" y="2019"/>
                </a:lnTo>
                <a:cubicBezTo>
                  <a:pt x="2598" y="1555"/>
                  <a:pt x="2563" y="888"/>
                  <a:pt x="2138" y="463"/>
                </a:cubicBezTo>
                <a:cubicBezTo>
                  <a:pt x="1675" y="0"/>
                  <a:pt x="926" y="0"/>
                  <a:pt x="463" y="463"/>
                </a:cubicBezTo>
                <a:cubicBezTo>
                  <a:pt x="0" y="926"/>
                  <a:pt x="0" y="1675"/>
                  <a:pt x="463" y="2138"/>
                </a:cubicBezTo>
                <a:cubicBezTo>
                  <a:pt x="926" y="2601"/>
                  <a:pt x="1675" y="2601"/>
                  <a:pt x="2138" y="2138"/>
                </a:cubicBezTo>
                <a:lnTo>
                  <a:pt x="2912" y="2912"/>
                </a:lnTo>
                <a:cubicBezTo>
                  <a:pt x="2943" y="2943"/>
                  <a:pt x="2993" y="2943"/>
                  <a:pt x="3024" y="2912"/>
                </a:cubicBezTo>
                <a:cubicBezTo>
                  <a:pt x="3055" y="2881"/>
                  <a:pt x="3055" y="2831"/>
                  <a:pt x="3024" y="2800"/>
                </a:cubicBezTo>
                <a:close/>
                <a:moveTo>
                  <a:pt x="575" y="2026"/>
                </a:moveTo>
                <a:cubicBezTo>
                  <a:pt x="173" y="1625"/>
                  <a:pt x="173" y="976"/>
                  <a:pt x="575" y="575"/>
                </a:cubicBezTo>
                <a:cubicBezTo>
                  <a:pt x="976" y="173"/>
                  <a:pt x="1625" y="173"/>
                  <a:pt x="2027" y="575"/>
                </a:cubicBezTo>
                <a:cubicBezTo>
                  <a:pt x="2428" y="976"/>
                  <a:pt x="2428" y="1625"/>
                  <a:pt x="2027" y="2026"/>
                </a:cubicBezTo>
                <a:cubicBezTo>
                  <a:pt x="1625" y="2428"/>
                  <a:pt x="976" y="2428"/>
                  <a:pt x="575" y="2026"/>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50" name="Freeform 15">
            <a:extLst>
              <a:ext uri="{FF2B5EF4-FFF2-40B4-BE49-F238E27FC236}">
                <a16:creationId xmlns:a16="http://schemas.microsoft.com/office/drawing/2014/main" id="{E1CB9D43-6119-A940-AF79-8F5E9EBC1F9A}"/>
              </a:ext>
            </a:extLst>
          </p:cNvPr>
          <p:cNvSpPr>
            <a:spLocks noChangeAspect="1" noChangeArrowheads="1"/>
          </p:cNvSpPr>
          <p:nvPr/>
        </p:nvSpPr>
        <p:spPr bwMode="auto">
          <a:xfrm>
            <a:off x="7506741" y="1537091"/>
            <a:ext cx="455023" cy="435824"/>
          </a:xfrm>
          <a:custGeom>
            <a:avLst/>
            <a:gdLst>
              <a:gd name="T0" fmla="*/ 39419 w 3096"/>
              <a:gd name="T1" fmla="*/ 309801 h 2969"/>
              <a:gd name="T2" fmla="*/ 39540 w 3096"/>
              <a:gd name="T3" fmla="*/ 309074 h 2969"/>
              <a:gd name="T4" fmla="*/ 39419 w 3096"/>
              <a:gd name="T5" fmla="*/ 309801 h 2969"/>
              <a:gd name="T6" fmla="*/ 175628 w 3096"/>
              <a:gd name="T7" fmla="*/ 285308 h 2969"/>
              <a:gd name="T8" fmla="*/ 187393 w 3096"/>
              <a:gd name="T9" fmla="*/ 278761 h 2969"/>
              <a:gd name="T10" fmla="*/ 239547 w 3096"/>
              <a:gd name="T11" fmla="*/ 102822 h 2969"/>
              <a:gd name="T12" fmla="*/ 239911 w 3096"/>
              <a:gd name="T13" fmla="*/ 101125 h 2969"/>
              <a:gd name="T14" fmla="*/ 239911 w 3096"/>
              <a:gd name="T15" fmla="*/ 101125 h 2969"/>
              <a:gd name="T16" fmla="*/ 239911 w 3096"/>
              <a:gd name="T17" fmla="*/ 100761 h 2969"/>
              <a:gd name="T18" fmla="*/ 239911 w 3096"/>
              <a:gd name="T19" fmla="*/ 100519 h 2969"/>
              <a:gd name="T20" fmla="*/ 239911 w 3096"/>
              <a:gd name="T21" fmla="*/ 100276 h 2969"/>
              <a:gd name="T22" fmla="*/ 240032 w 3096"/>
              <a:gd name="T23" fmla="*/ 100034 h 2969"/>
              <a:gd name="T24" fmla="*/ 240032 w 3096"/>
              <a:gd name="T25" fmla="*/ 99912 h 2969"/>
              <a:gd name="T26" fmla="*/ 240032 w 3096"/>
              <a:gd name="T27" fmla="*/ 99791 h 2969"/>
              <a:gd name="T28" fmla="*/ 239911 w 3096"/>
              <a:gd name="T29" fmla="*/ 99549 h 2969"/>
              <a:gd name="T30" fmla="*/ 239911 w 3096"/>
              <a:gd name="T31" fmla="*/ 99306 h 2969"/>
              <a:gd name="T32" fmla="*/ 239911 w 3096"/>
              <a:gd name="T33" fmla="*/ 99064 h 2969"/>
              <a:gd name="T34" fmla="*/ 239911 w 3096"/>
              <a:gd name="T35" fmla="*/ 98821 h 2969"/>
              <a:gd name="T36" fmla="*/ 239911 w 3096"/>
              <a:gd name="T37" fmla="*/ 98700 h 2969"/>
              <a:gd name="T38" fmla="*/ 231663 w 3096"/>
              <a:gd name="T39" fmla="*/ 90455 h 2969"/>
              <a:gd name="T40" fmla="*/ 231663 w 3096"/>
              <a:gd name="T41" fmla="*/ 90455 h 2969"/>
              <a:gd name="T42" fmla="*/ 231300 w 3096"/>
              <a:gd name="T43" fmla="*/ 90333 h 2969"/>
              <a:gd name="T44" fmla="*/ 231178 w 3096"/>
              <a:gd name="T45" fmla="*/ 90333 h 2969"/>
              <a:gd name="T46" fmla="*/ 230814 w 3096"/>
              <a:gd name="T47" fmla="*/ 90333 h 2969"/>
              <a:gd name="T48" fmla="*/ 230572 w 3096"/>
              <a:gd name="T49" fmla="*/ 90333 h 2969"/>
              <a:gd name="T50" fmla="*/ 230450 w 3096"/>
              <a:gd name="T51" fmla="*/ 90333 h 2969"/>
              <a:gd name="T52" fmla="*/ 128082 w 3096"/>
              <a:gd name="T53" fmla="*/ 90333 h 2969"/>
              <a:gd name="T54" fmla="*/ 118500 w 3096"/>
              <a:gd name="T55" fmla="*/ 99912 h 2969"/>
              <a:gd name="T56" fmla="*/ 128082 w 3096"/>
              <a:gd name="T57" fmla="*/ 109370 h 2969"/>
              <a:gd name="T58" fmla="*/ 217715 w 3096"/>
              <a:gd name="T59" fmla="*/ 109370 h 2969"/>
              <a:gd name="T60" fmla="*/ 169078 w 3096"/>
              <a:gd name="T61" fmla="*/ 273425 h 2969"/>
              <a:gd name="T62" fmla="*/ 175628 w 3096"/>
              <a:gd name="T63" fmla="*/ 285308 h 2969"/>
              <a:gd name="T64" fmla="*/ 348102 w 3096"/>
              <a:gd name="T65" fmla="*/ 137258 h 2969"/>
              <a:gd name="T66" fmla="*/ 196489 w 3096"/>
              <a:gd name="T67" fmla="*/ 8730 h 2969"/>
              <a:gd name="T68" fmla="*/ 8612 w 3096"/>
              <a:gd name="T69" fmla="*/ 165268 h 2969"/>
              <a:gd name="T70" fmla="*/ 165197 w 3096"/>
              <a:gd name="T71" fmla="*/ 353089 h 2969"/>
              <a:gd name="T72" fmla="*/ 337428 w 3096"/>
              <a:gd name="T73" fmla="*/ 254389 h 2969"/>
              <a:gd name="T74" fmla="*/ 338641 w 3096"/>
              <a:gd name="T75" fmla="*/ 250387 h 2969"/>
              <a:gd name="T76" fmla="*/ 330029 w 3096"/>
              <a:gd name="T77" fmla="*/ 240081 h 2969"/>
              <a:gd name="T78" fmla="*/ 320811 w 3096"/>
              <a:gd name="T79" fmla="*/ 245052 h 2969"/>
              <a:gd name="T80" fmla="*/ 320811 w 3096"/>
              <a:gd name="T81" fmla="*/ 245052 h 2969"/>
              <a:gd name="T82" fmla="*/ 320811 w 3096"/>
              <a:gd name="T83" fmla="*/ 245052 h 2969"/>
              <a:gd name="T84" fmla="*/ 320326 w 3096"/>
              <a:gd name="T85" fmla="*/ 246022 h 2969"/>
              <a:gd name="T86" fmla="*/ 180843 w 3096"/>
              <a:gd name="T87" fmla="*/ 334779 h 2969"/>
              <a:gd name="T88" fmla="*/ 26926 w 3096"/>
              <a:gd name="T89" fmla="*/ 181031 h 2969"/>
              <a:gd name="T90" fmla="*/ 180843 w 3096"/>
              <a:gd name="T91" fmla="*/ 27039 h 2969"/>
              <a:gd name="T92" fmla="*/ 329544 w 3096"/>
              <a:gd name="T93" fmla="*/ 141381 h 2969"/>
              <a:gd name="T94" fmla="*/ 302011 w 3096"/>
              <a:gd name="T95" fmla="*/ 147565 h 2969"/>
              <a:gd name="T96" fmla="*/ 339854 w 3096"/>
              <a:gd name="T97" fmla="*/ 175574 h 2969"/>
              <a:gd name="T98" fmla="*/ 340339 w 3096"/>
              <a:gd name="T99" fmla="*/ 175938 h 2969"/>
              <a:gd name="T100" fmla="*/ 347252 w 3096"/>
              <a:gd name="T101" fmla="*/ 177272 h 2969"/>
              <a:gd name="T102" fmla="*/ 352832 w 3096"/>
              <a:gd name="T103" fmla="*/ 173028 h 2969"/>
              <a:gd name="T104" fmla="*/ 353074 w 3096"/>
              <a:gd name="T105" fmla="*/ 172543 h 2969"/>
              <a:gd name="T106" fmla="*/ 375392 w 3096"/>
              <a:gd name="T107" fmla="*/ 131074 h 2969"/>
              <a:gd name="T108" fmla="*/ 348102 w 3096"/>
              <a:gd name="T109" fmla="*/ 137258 h 2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096" h="2969">
                <a:moveTo>
                  <a:pt x="325" y="2555"/>
                </a:moveTo>
                <a:cubicBezTo>
                  <a:pt x="325" y="2553"/>
                  <a:pt x="326" y="2551"/>
                  <a:pt x="326" y="2549"/>
                </a:cubicBezTo>
                <a:cubicBezTo>
                  <a:pt x="325" y="2551"/>
                  <a:pt x="325" y="2553"/>
                  <a:pt x="325" y="2555"/>
                </a:cubicBezTo>
                <a:close/>
                <a:moveTo>
                  <a:pt x="1448" y="2353"/>
                </a:moveTo>
                <a:cubicBezTo>
                  <a:pt x="1489" y="2365"/>
                  <a:pt x="1533" y="2341"/>
                  <a:pt x="1545" y="2299"/>
                </a:cubicBezTo>
                <a:lnTo>
                  <a:pt x="1975" y="848"/>
                </a:lnTo>
                <a:cubicBezTo>
                  <a:pt x="1976" y="843"/>
                  <a:pt x="1977" y="839"/>
                  <a:pt x="1978" y="834"/>
                </a:cubicBezTo>
                <a:cubicBezTo>
                  <a:pt x="1978" y="833"/>
                  <a:pt x="1978" y="832"/>
                  <a:pt x="1978" y="831"/>
                </a:cubicBezTo>
                <a:cubicBezTo>
                  <a:pt x="1978" y="830"/>
                  <a:pt x="1978" y="830"/>
                  <a:pt x="1978" y="829"/>
                </a:cubicBezTo>
                <a:cubicBezTo>
                  <a:pt x="1978" y="828"/>
                  <a:pt x="1978" y="828"/>
                  <a:pt x="1978" y="827"/>
                </a:cubicBezTo>
                <a:cubicBezTo>
                  <a:pt x="1978" y="826"/>
                  <a:pt x="1979" y="826"/>
                  <a:pt x="1979" y="825"/>
                </a:cubicBezTo>
                <a:lnTo>
                  <a:pt x="1979" y="824"/>
                </a:lnTo>
                <a:cubicBezTo>
                  <a:pt x="1979" y="823"/>
                  <a:pt x="1979" y="823"/>
                  <a:pt x="1979" y="823"/>
                </a:cubicBezTo>
                <a:cubicBezTo>
                  <a:pt x="1979" y="822"/>
                  <a:pt x="1979" y="822"/>
                  <a:pt x="1978" y="821"/>
                </a:cubicBezTo>
                <a:cubicBezTo>
                  <a:pt x="1978" y="820"/>
                  <a:pt x="1978" y="820"/>
                  <a:pt x="1978" y="819"/>
                </a:cubicBezTo>
                <a:cubicBezTo>
                  <a:pt x="1978" y="818"/>
                  <a:pt x="1978" y="818"/>
                  <a:pt x="1978" y="817"/>
                </a:cubicBezTo>
                <a:cubicBezTo>
                  <a:pt x="1978" y="817"/>
                  <a:pt x="1978" y="816"/>
                  <a:pt x="1978" y="815"/>
                </a:cubicBezTo>
                <a:lnTo>
                  <a:pt x="1978" y="814"/>
                </a:lnTo>
                <a:cubicBezTo>
                  <a:pt x="1974" y="779"/>
                  <a:pt x="1946" y="751"/>
                  <a:pt x="1910" y="746"/>
                </a:cubicBezTo>
                <a:cubicBezTo>
                  <a:pt x="1909" y="746"/>
                  <a:pt x="1908" y="746"/>
                  <a:pt x="1907" y="745"/>
                </a:cubicBezTo>
                <a:cubicBezTo>
                  <a:pt x="1906" y="745"/>
                  <a:pt x="1906" y="745"/>
                  <a:pt x="1906" y="745"/>
                </a:cubicBezTo>
                <a:cubicBezTo>
                  <a:pt x="1905" y="745"/>
                  <a:pt x="1904" y="745"/>
                  <a:pt x="1903" y="745"/>
                </a:cubicBezTo>
                <a:cubicBezTo>
                  <a:pt x="1903" y="745"/>
                  <a:pt x="1902" y="745"/>
                  <a:pt x="1901" y="745"/>
                </a:cubicBezTo>
                <a:lnTo>
                  <a:pt x="1900" y="745"/>
                </a:lnTo>
                <a:lnTo>
                  <a:pt x="1056" y="745"/>
                </a:lnTo>
                <a:cubicBezTo>
                  <a:pt x="1012" y="745"/>
                  <a:pt x="977" y="780"/>
                  <a:pt x="977" y="824"/>
                </a:cubicBezTo>
                <a:cubicBezTo>
                  <a:pt x="977" y="867"/>
                  <a:pt x="1012" y="902"/>
                  <a:pt x="1056" y="902"/>
                </a:cubicBezTo>
                <a:lnTo>
                  <a:pt x="1795" y="902"/>
                </a:lnTo>
                <a:lnTo>
                  <a:pt x="1394" y="2255"/>
                </a:lnTo>
                <a:cubicBezTo>
                  <a:pt x="1382" y="2297"/>
                  <a:pt x="1406" y="2340"/>
                  <a:pt x="1448" y="2353"/>
                </a:cubicBezTo>
                <a:close/>
                <a:moveTo>
                  <a:pt x="2870" y="1132"/>
                </a:moveTo>
                <a:cubicBezTo>
                  <a:pt x="2723" y="567"/>
                  <a:pt x="2235" y="128"/>
                  <a:pt x="1620" y="72"/>
                </a:cubicBezTo>
                <a:cubicBezTo>
                  <a:pt x="837" y="0"/>
                  <a:pt x="143" y="578"/>
                  <a:pt x="71" y="1363"/>
                </a:cubicBezTo>
                <a:cubicBezTo>
                  <a:pt x="0" y="2146"/>
                  <a:pt x="577" y="2840"/>
                  <a:pt x="1362" y="2912"/>
                </a:cubicBezTo>
                <a:cubicBezTo>
                  <a:pt x="1975" y="2968"/>
                  <a:pt x="2534" y="2626"/>
                  <a:pt x="2782" y="2098"/>
                </a:cubicBezTo>
                <a:cubicBezTo>
                  <a:pt x="2787" y="2088"/>
                  <a:pt x="2791" y="2077"/>
                  <a:pt x="2792" y="2065"/>
                </a:cubicBezTo>
                <a:cubicBezTo>
                  <a:pt x="2796" y="2022"/>
                  <a:pt x="2764" y="1984"/>
                  <a:pt x="2721" y="1980"/>
                </a:cubicBezTo>
                <a:cubicBezTo>
                  <a:pt x="2689" y="1977"/>
                  <a:pt x="2660" y="1994"/>
                  <a:pt x="2645" y="2021"/>
                </a:cubicBezTo>
                <a:cubicBezTo>
                  <a:pt x="2644" y="2023"/>
                  <a:pt x="2642" y="2026"/>
                  <a:pt x="2641" y="2029"/>
                </a:cubicBezTo>
                <a:cubicBezTo>
                  <a:pt x="2439" y="2462"/>
                  <a:pt x="1999" y="2761"/>
                  <a:pt x="1491" y="2761"/>
                </a:cubicBezTo>
                <a:cubicBezTo>
                  <a:pt x="790" y="2761"/>
                  <a:pt x="222" y="2194"/>
                  <a:pt x="222" y="1493"/>
                </a:cubicBezTo>
                <a:cubicBezTo>
                  <a:pt x="222" y="791"/>
                  <a:pt x="790" y="223"/>
                  <a:pt x="1491" y="223"/>
                </a:cubicBezTo>
                <a:cubicBezTo>
                  <a:pt x="2078" y="223"/>
                  <a:pt x="2573" y="623"/>
                  <a:pt x="2717" y="1166"/>
                </a:cubicBezTo>
                <a:lnTo>
                  <a:pt x="2490" y="1217"/>
                </a:lnTo>
                <a:lnTo>
                  <a:pt x="2802" y="1448"/>
                </a:lnTo>
                <a:cubicBezTo>
                  <a:pt x="2803" y="1449"/>
                  <a:pt x="2805" y="1450"/>
                  <a:pt x="2806" y="1451"/>
                </a:cubicBezTo>
                <a:cubicBezTo>
                  <a:pt x="2822" y="1462"/>
                  <a:pt x="2842" y="1466"/>
                  <a:pt x="2863" y="1462"/>
                </a:cubicBezTo>
                <a:cubicBezTo>
                  <a:pt x="2883" y="1457"/>
                  <a:pt x="2899" y="1444"/>
                  <a:pt x="2909" y="1427"/>
                </a:cubicBezTo>
                <a:lnTo>
                  <a:pt x="2911" y="1423"/>
                </a:lnTo>
                <a:lnTo>
                  <a:pt x="3095" y="1081"/>
                </a:lnTo>
                <a:lnTo>
                  <a:pt x="2870" y="1132"/>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51" name="Freeform 16">
            <a:extLst>
              <a:ext uri="{FF2B5EF4-FFF2-40B4-BE49-F238E27FC236}">
                <a16:creationId xmlns:a16="http://schemas.microsoft.com/office/drawing/2014/main" id="{D16BC609-E0CE-5841-9E7C-A68596D5CEEE}"/>
              </a:ext>
            </a:extLst>
          </p:cNvPr>
          <p:cNvSpPr>
            <a:spLocks noChangeAspect="1" noChangeArrowheads="1"/>
          </p:cNvSpPr>
          <p:nvPr/>
        </p:nvSpPr>
        <p:spPr bwMode="auto">
          <a:xfrm>
            <a:off x="1629821" y="2418342"/>
            <a:ext cx="416627" cy="435825"/>
          </a:xfrm>
          <a:custGeom>
            <a:avLst/>
            <a:gdLst>
              <a:gd name="T0" fmla="*/ 119704 w 2911"/>
              <a:gd name="T1" fmla="*/ 268221 h 3036"/>
              <a:gd name="T2" fmla="*/ 151617 w 2911"/>
              <a:gd name="T3" fmla="*/ 268221 h 3036"/>
              <a:gd name="T4" fmla="*/ 208918 w 2911"/>
              <a:gd name="T5" fmla="*/ 268221 h 3036"/>
              <a:gd name="T6" fmla="*/ 240831 w 2911"/>
              <a:gd name="T7" fmla="*/ 268221 h 3036"/>
              <a:gd name="T8" fmla="*/ 247356 w 2911"/>
              <a:gd name="T9" fmla="*/ 270949 h 3036"/>
              <a:gd name="T10" fmla="*/ 253288 w 2911"/>
              <a:gd name="T11" fmla="*/ 255178 h 3036"/>
              <a:gd name="T12" fmla="*/ 196224 w 2911"/>
              <a:gd name="T13" fmla="*/ 255534 h 3036"/>
              <a:gd name="T14" fmla="*/ 164429 w 2911"/>
              <a:gd name="T15" fmla="*/ 255534 h 3036"/>
              <a:gd name="T16" fmla="*/ 106891 w 2911"/>
              <a:gd name="T17" fmla="*/ 255534 h 3036"/>
              <a:gd name="T18" fmla="*/ 74978 w 2911"/>
              <a:gd name="T19" fmla="*/ 255534 h 3036"/>
              <a:gd name="T20" fmla="*/ 68572 w 2911"/>
              <a:gd name="T21" fmla="*/ 252688 h 3036"/>
              <a:gd name="T22" fmla="*/ 62284 w 2911"/>
              <a:gd name="T23" fmla="*/ 268221 h 3036"/>
              <a:gd name="T24" fmla="*/ 90994 w 2911"/>
              <a:gd name="T25" fmla="*/ 280079 h 3036"/>
              <a:gd name="T26" fmla="*/ 297776 w 2911"/>
              <a:gd name="T27" fmla="*/ 237628 h 3036"/>
              <a:gd name="T28" fmla="*/ 297776 w 2911"/>
              <a:gd name="T29" fmla="*/ 237984 h 3036"/>
              <a:gd name="T30" fmla="*/ 288760 w 2911"/>
              <a:gd name="T31" fmla="*/ 342688 h 3036"/>
              <a:gd name="T32" fmla="*/ 18033 w 2911"/>
              <a:gd name="T33" fmla="*/ 333676 h 3036"/>
              <a:gd name="T34" fmla="*/ 27049 w 2911"/>
              <a:gd name="T35" fmla="*/ 18024 h 3036"/>
              <a:gd name="T36" fmla="*/ 190766 w 2911"/>
              <a:gd name="T37" fmla="*/ 18024 h 3036"/>
              <a:gd name="T38" fmla="*/ 199901 w 2911"/>
              <a:gd name="T39" fmla="*/ 9012 h 3036"/>
              <a:gd name="T40" fmla="*/ 190766 w 2911"/>
              <a:gd name="T41" fmla="*/ 0 h 3036"/>
              <a:gd name="T42" fmla="*/ 18033 w 2911"/>
              <a:gd name="T43" fmla="*/ 0 h 3036"/>
              <a:gd name="T44" fmla="*/ 0 w 2911"/>
              <a:gd name="T45" fmla="*/ 342688 h 3036"/>
              <a:gd name="T46" fmla="*/ 303233 w 2911"/>
              <a:gd name="T47" fmla="*/ 359881 h 3036"/>
              <a:gd name="T48" fmla="*/ 315809 w 2911"/>
              <a:gd name="T49" fmla="*/ 237984 h 3036"/>
              <a:gd name="T50" fmla="*/ 315809 w 2911"/>
              <a:gd name="T51" fmla="*/ 237628 h 3036"/>
              <a:gd name="T52" fmla="*/ 341434 w 2911"/>
              <a:gd name="T53" fmla="*/ 35692 h 3036"/>
              <a:gd name="T54" fmla="*/ 325893 w 2911"/>
              <a:gd name="T55" fmla="*/ 39012 h 3036"/>
              <a:gd name="T56" fmla="*/ 341790 w 2911"/>
              <a:gd name="T57" fmla="*/ 48498 h 3036"/>
              <a:gd name="T58" fmla="*/ 211646 w 2911"/>
              <a:gd name="T59" fmla="*/ 160553 h 3036"/>
              <a:gd name="T60" fmla="*/ 332536 w 2911"/>
              <a:gd name="T61" fmla="*/ 58340 h 3036"/>
              <a:gd name="T62" fmla="*/ 211646 w 2911"/>
              <a:gd name="T63" fmla="*/ 160553 h 3036"/>
              <a:gd name="T64" fmla="*/ 220663 w 2911"/>
              <a:gd name="T65" fmla="*/ 177273 h 3036"/>
              <a:gd name="T66" fmla="*/ 205003 w 2911"/>
              <a:gd name="T67" fmla="*/ 167549 h 3036"/>
              <a:gd name="T68" fmla="*/ 218171 w 2911"/>
              <a:gd name="T69" fmla="*/ 179763 h 30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911" h="3036">
                <a:moveTo>
                  <a:pt x="767" y="2362"/>
                </a:moveTo>
                <a:cubicBezTo>
                  <a:pt x="861" y="2362"/>
                  <a:pt x="947" y="2324"/>
                  <a:pt x="1009" y="2262"/>
                </a:cubicBezTo>
                <a:cubicBezTo>
                  <a:pt x="1043" y="2228"/>
                  <a:pt x="1091" y="2206"/>
                  <a:pt x="1143" y="2206"/>
                </a:cubicBezTo>
                <a:cubicBezTo>
                  <a:pt x="1196" y="2206"/>
                  <a:pt x="1244" y="2228"/>
                  <a:pt x="1278" y="2262"/>
                </a:cubicBezTo>
                <a:cubicBezTo>
                  <a:pt x="1340" y="2324"/>
                  <a:pt x="1426" y="2362"/>
                  <a:pt x="1519" y="2362"/>
                </a:cubicBezTo>
                <a:cubicBezTo>
                  <a:pt x="1614" y="2362"/>
                  <a:pt x="1699" y="2324"/>
                  <a:pt x="1761" y="2262"/>
                </a:cubicBezTo>
                <a:cubicBezTo>
                  <a:pt x="1796" y="2228"/>
                  <a:pt x="1843" y="2206"/>
                  <a:pt x="1896" y="2206"/>
                </a:cubicBezTo>
                <a:cubicBezTo>
                  <a:pt x="1948" y="2206"/>
                  <a:pt x="1996" y="2228"/>
                  <a:pt x="2030" y="2262"/>
                </a:cubicBezTo>
                <a:cubicBezTo>
                  <a:pt x="2044" y="2276"/>
                  <a:pt x="2063" y="2285"/>
                  <a:pt x="2085" y="2285"/>
                </a:cubicBezTo>
                <a:cubicBezTo>
                  <a:pt x="2127" y="2285"/>
                  <a:pt x="2161" y="2251"/>
                  <a:pt x="2161" y="2209"/>
                </a:cubicBezTo>
                <a:cubicBezTo>
                  <a:pt x="2161" y="2186"/>
                  <a:pt x="2151" y="2166"/>
                  <a:pt x="2135" y="2152"/>
                </a:cubicBezTo>
                <a:cubicBezTo>
                  <a:pt x="2073" y="2091"/>
                  <a:pt x="1989" y="2054"/>
                  <a:pt x="1896" y="2054"/>
                </a:cubicBezTo>
                <a:cubicBezTo>
                  <a:pt x="1801" y="2054"/>
                  <a:pt x="1716" y="2093"/>
                  <a:pt x="1654" y="2155"/>
                </a:cubicBezTo>
                <a:cubicBezTo>
                  <a:pt x="1619" y="2189"/>
                  <a:pt x="1572" y="2210"/>
                  <a:pt x="1519" y="2210"/>
                </a:cubicBezTo>
                <a:cubicBezTo>
                  <a:pt x="1467" y="2210"/>
                  <a:pt x="1420" y="2189"/>
                  <a:pt x="1386" y="2155"/>
                </a:cubicBezTo>
                <a:cubicBezTo>
                  <a:pt x="1324" y="2093"/>
                  <a:pt x="1237" y="2054"/>
                  <a:pt x="1143" y="2054"/>
                </a:cubicBezTo>
                <a:cubicBezTo>
                  <a:pt x="1048" y="2054"/>
                  <a:pt x="963" y="2093"/>
                  <a:pt x="901" y="2155"/>
                </a:cubicBezTo>
                <a:cubicBezTo>
                  <a:pt x="867" y="2189"/>
                  <a:pt x="819" y="2210"/>
                  <a:pt x="767" y="2210"/>
                </a:cubicBezTo>
                <a:cubicBezTo>
                  <a:pt x="714" y="2210"/>
                  <a:pt x="667" y="2189"/>
                  <a:pt x="632" y="2155"/>
                </a:cubicBezTo>
                <a:cubicBezTo>
                  <a:pt x="619" y="2140"/>
                  <a:pt x="599" y="2131"/>
                  <a:pt x="578" y="2131"/>
                </a:cubicBezTo>
                <a:cubicBezTo>
                  <a:pt x="536" y="2131"/>
                  <a:pt x="502" y="2165"/>
                  <a:pt x="502" y="2207"/>
                </a:cubicBezTo>
                <a:cubicBezTo>
                  <a:pt x="502" y="2229"/>
                  <a:pt x="511" y="2248"/>
                  <a:pt x="525" y="2262"/>
                </a:cubicBezTo>
                <a:cubicBezTo>
                  <a:pt x="587" y="2324"/>
                  <a:pt x="672" y="2362"/>
                  <a:pt x="767" y="2362"/>
                </a:cubicBezTo>
                <a:close/>
                <a:moveTo>
                  <a:pt x="2586" y="1928"/>
                </a:moveTo>
                <a:cubicBezTo>
                  <a:pt x="2544" y="1928"/>
                  <a:pt x="2510" y="1962"/>
                  <a:pt x="2510" y="2004"/>
                </a:cubicBezTo>
                <a:cubicBezTo>
                  <a:pt x="2510" y="2005"/>
                  <a:pt x="2510" y="2006"/>
                  <a:pt x="2510" y="2007"/>
                </a:cubicBezTo>
                <a:lnTo>
                  <a:pt x="2510" y="2814"/>
                </a:lnTo>
                <a:cubicBezTo>
                  <a:pt x="2510" y="2856"/>
                  <a:pt x="2476" y="2890"/>
                  <a:pt x="2434" y="2890"/>
                </a:cubicBezTo>
                <a:lnTo>
                  <a:pt x="228" y="2890"/>
                </a:lnTo>
                <a:cubicBezTo>
                  <a:pt x="186" y="2890"/>
                  <a:pt x="152" y="2856"/>
                  <a:pt x="152" y="2814"/>
                </a:cubicBezTo>
                <a:lnTo>
                  <a:pt x="152" y="228"/>
                </a:lnTo>
                <a:cubicBezTo>
                  <a:pt x="152" y="186"/>
                  <a:pt x="186" y="152"/>
                  <a:pt x="228" y="152"/>
                </a:cubicBezTo>
                <a:lnTo>
                  <a:pt x="1608" y="152"/>
                </a:lnTo>
                <a:cubicBezTo>
                  <a:pt x="1651" y="152"/>
                  <a:pt x="1685" y="118"/>
                  <a:pt x="1685" y="76"/>
                </a:cubicBezTo>
                <a:cubicBezTo>
                  <a:pt x="1685" y="34"/>
                  <a:pt x="1651" y="0"/>
                  <a:pt x="1608" y="0"/>
                </a:cubicBezTo>
                <a:lnTo>
                  <a:pt x="152" y="0"/>
                </a:lnTo>
                <a:cubicBezTo>
                  <a:pt x="68" y="0"/>
                  <a:pt x="0" y="68"/>
                  <a:pt x="0" y="152"/>
                </a:cubicBezTo>
                <a:lnTo>
                  <a:pt x="0" y="2890"/>
                </a:lnTo>
                <a:cubicBezTo>
                  <a:pt x="0" y="2958"/>
                  <a:pt x="45" y="3016"/>
                  <a:pt x="106" y="3035"/>
                </a:cubicBezTo>
                <a:lnTo>
                  <a:pt x="2556" y="3035"/>
                </a:lnTo>
                <a:cubicBezTo>
                  <a:pt x="2617" y="3016"/>
                  <a:pt x="2662" y="2958"/>
                  <a:pt x="2662" y="2890"/>
                </a:cubicBezTo>
                <a:lnTo>
                  <a:pt x="2662" y="2007"/>
                </a:lnTo>
                <a:cubicBezTo>
                  <a:pt x="2662" y="2006"/>
                  <a:pt x="2662" y="2005"/>
                  <a:pt x="2662" y="2004"/>
                </a:cubicBezTo>
                <a:cubicBezTo>
                  <a:pt x="2662" y="1962"/>
                  <a:pt x="2628" y="1928"/>
                  <a:pt x="2586" y="1928"/>
                </a:cubicBezTo>
                <a:close/>
                <a:moveTo>
                  <a:pt x="2878" y="301"/>
                </a:moveTo>
                <a:cubicBezTo>
                  <a:pt x="2847" y="272"/>
                  <a:pt x="2799" y="274"/>
                  <a:pt x="2770" y="304"/>
                </a:cubicBezTo>
                <a:lnTo>
                  <a:pt x="2747" y="329"/>
                </a:lnTo>
                <a:lnTo>
                  <a:pt x="2858" y="433"/>
                </a:lnTo>
                <a:lnTo>
                  <a:pt x="2881" y="409"/>
                </a:lnTo>
                <a:cubicBezTo>
                  <a:pt x="2910" y="378"/>
                  <a:pt x="2908" y="330"/>
                  <a:pt x="2878" y="301"/>
                </a:cubicBezTo>
                <a:close/>
                <a:moveTo>
                  <a:pt x="1784" y="1354"/>
                </a:moveTo>
                <a:lnTo>
                  <a:pt x="1895" y="1458"/>
                </a:lnTo>
                <a:lnTo>
                  <a:pt x="2803" y="492"/>
                </a:lnTo>
                <a:lnTo>
                  <a:pt x="2692" y="388"/>
                </a:lnTo>
                <a:lnTo>
                  <a:pt x="1784" y="1354"/>
                </a:lnTo>
                <a:close/>
                <a:moveTo>
                  <a:pt x="1839" y="1516"/>
                </a:moveTo>
                <a:lnTo>
                  <a:pt x="1860" y="1495"/>
                </a:lnTo>
                <a:lnTo>
                  <a:pt x="1749" y="1392"/>
                </a:lnTo>
                <a:lnTo>
                  <a:pt x="1728" y="1413"/>
                </a:lnTo>
                <a:lnTo>
                  <a:pt x="1575" y="1686"/>
                </a:lnTo>
                <a:lnTo>
                  <a:pt x="1839" y="1516"/>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52" name="Freeform 18">
            <a:extLst>
              <a:ext uri="{FF2B5EF4-FFF2-40B4-BE49-F238E27FC236}">
                <a16:creationId xmlns:a16="http://schemas.microsoft.com/office/drawing/2014/main" id="{FACE62A7-C7EC-014A-9664-FF8B1709E4D1}"/>
              </a:ext>
            </a:extLst>
          </p:cNvPr>
          <p:cNvSpPr>
            <a:spLocks noChangeAspect="1" noChangeArrowheads="1"/>
          </p:cNvSpPr>
          <p:nvPr/>
        </p:nvSpPr>
        <p:spPr bwMode="auto">
          <a:xfrm>
            <a:off x="3327046" y="2418342"/>
            <a:ext cx="297591" cy="435825"/>
          </a:xfrm>
          <a:custGeom>
            <a:avLst/>
            <a:gdLst>
              <a:gd name="T0" fmla="*/ 18811 w 2087"/>
              <a:gd name="T1" fmla="*/ 188056 h 3061"/>
              <a:gd name="T2" fmla="*/ 18811 w 2087"/>
              <a:gd name="T3" fmla="*/ 188056 h 3061"/>
              <a:gd name="T4" fmla="*/ 100754 w 2087"/>
              <a:gd name="T5" fmla="*/ 344240 h 3061"/>
              <a:gd name="T6" fmla="*/ 138493 w 2087"/>
              <a:gd name="T7" fmla="*/ 344240 h 3061"/>
              <a:gd name="T8" fmla="*/ 226314 w 2087"/>
              <a:gd name="T9" fmla="*/ 188174 h 3061"/>
              <a:gd name="T10" fmla="*/ 226314 w 2087"/>
              <a:gd name="T11" fmla="*/ 188174 h 3061"/>
              <a:gd name="T12" fmla="*/ 232428 w 2087"/>
              <a:gd name="T13" fmla="*/ 177236 h 3061"/>
              <a:gd name="T14" fmla="*/ 232428 w 2087"/>
              <a:gd name="T15" fmla="*/ 177236 h 3061"/>
              <a:gd name="T16" fmla="*/ 245125 w 2087"/>
              <a:gd name="T17" fmla="*/ 127605 h 3061"/>
              <a:gd name="T18" fmla="*/ 245242 w 2087"/>
              <a:gd name="T19" fmla="*/ 122783 h 3061"/>
              <a:gd name="T20" fmla="*/ 122621 w 2087"/>
              <a:gd name="T21" fmla="*/ 0 h 3061"/>
              <a:gd name="T22" fmla="*/ 0 w 2087"/>
              <a:gd name="T23" fmla="*/ 122783 h 3061"/>
              <a:gd name="T24" fmla="*/ 118 w 2087"/>
              <a:gd name="T25" fmla="*/ 129017 h 3061"/>
              <a:gd name="T26" fmla="*/ 9640 w 2087"/>
              <a:gd name="T27" fmla="*/ 170768 h 3061"/>
              <a:gd name="T28" fmla="*/ 9640 w 2087"/>
              <a:gd name="T29" fmla="*/ 170768 h 3061"/>
              <a:gd name="T30" fmla="*/ 18811 w 2087"/>
              <a:gd name="T31" fmla="*/ 188056 h 3061"/>
              <a:gd name="T32" fmla="*/ 226314 w 2087"/>
              <a:gd name="T33" fmla="*/ 188174 h 3061"/>
              <a:gd name="T34" fmla="*/ 226314 w 2087"/>
              <a:gd name="T35" fmla="*/ 188174 h 3061"/>
              <a:gd name="T36" fmla="*/ 232428 w 2087"/>
              <a:gd name="T37" fmla="*/ 177236 h 3061"/>
              <a:gd name="T38" fmla="*/ 232428 w 2087"/>
              <a:gd name="T39" fmla="*/ 177236 h 3061"/>
              <a:gd name="T40" fmla="*/ 226314 w 2087"/>
              <a:gd name="T41" fmla="*/ 188174 h 3061"/>
              <a:gd name="T42" fmla="*/ 122621 w 2087"/>
              <a:gd name="T43" fmla="*/ 49866 h 3061"/>
              <a:gd name="T44" fmla="*/ 50788 w 2087"/>
              <a:gd name="T45" fmla="*/ 121725 h 3061"/>
              <a:gd name="T46" fmla="*/ 122621 w 2087"/>
              <a:gd name="T47" fmla="*/ 193584 h 3061"/>
              <a:gd name="T48" fmla="*/ 194454 w 2087"/>
              <a:gd name="T49" fmla="*/ 121725 h 3061"/>
              <a:gd name="T50" fmla="*/ 122621 w 2087"/>
              <a:gd name="T51" fmla="*/ 49866 h 3061"/>
              <a:gd name="T52" fmla="*/ 122621 w 2087"/>
              <a:gd name="T53" fmla="*/ 174531 h 3061"/>
              <a:gd name="T54" fmla="*/ 69952 w 2087"/>
              <a:gd name="T55" fmla="*/ 121725 h 3061"/>
              <a:gd name="T56" fmla="*/ 122621 w 2087"/>
              <a:gd name="T57" fmla="*/ 69036 h 3061"/>
              <a:gd name="T58" fmla="*/ 175173 w 2087"/>
              <a:gd name="T59" fmla="*/ 121725 h 3061"/>
              <a:gd name="T60" fmla="*/ 122621 w 2087"/>
              <a:gd name="T61" fmla="*/ 174531 h 3061"/>
              <a:gd name="T62" fmla="*/ 214440 w 2087"/>
              <a:gd name="T63" fmla="*/ 171003 h 3061"/>
              <a:gd name="T64" fmla="*/ 214440 w 2087"/>
              <a:gd name="T65" fmla="*/ 171003 h 3061"/>
              <a:gd name="T66" fmla="*/ 214440 w 2087"/>
              <a:gd name="T67" fmla="*/ 171121 h 3061"/>
              <a:gd name="T68" fmla="*/ 213265 w 2087"/>
              <a:gd name="T69" fmla="*/ 173120 h 3061"/>
              <a:gd name="T70" fmla="*/ 126266 w 2087"/>
              <a:gd name="T71" fmla="*/ 333891 h 3061"/>
              <a:gd name="T72" fmla="*/ 112628 w 2087"/>
              <a:gd name="T73" fmla="*/ 333891 h 3061"/>
              <a:gd name="T74" fmla="*/ 28686 w 2087"/>
              <a:gd name="T75" fmla="*/ 166651 h 3061"/>
              <a:gd name="T76" fmla="*/ 28333 w 2087"/>
              <a:gd name="T77" fmla="*/ 165946 h 3061"/>
              <a:gd name="T78" fmla="*/ 27746 w 2087"/>
              <a:gd name="T79" fmla="*/ 164770 h 3061"/>
              <a:gd name="T80" fmla="*/ 27628 w 2087"/>
              <a:gd name="T81" fmla="*/ 164652 h 3061"/>
              <a:gd name="T82" fmla="*/ 27746 w 2087"/>
              <a:gd name="T83" fmla="*/ 164652 h 3061"/>
              <a:gd name="T84" fmla="*/ 18928 w 2087"/>
              <a:gd name="T85" fmla="*/ 122783 h 3061"/>
              <a:gd name="T86" fmla="*/ 122621 w 2087"/>
              <a:gd name="T87" fmla="*/ 18935 h 3061"/>
              <a:gd name="T88" fmla="*/ 226314 w 2087"/>
              <a:gd name="T89" fmla="*/ 122783 h 3061"/>
              <a:gd name="T90" fmla="*/ 214440 w 2087"/>
              <a:gd name="T91" fmla="*/ 171003 h 30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087" h="3061">
                <a:moveTo>
                  <a:pt x="160" y="1599"/>
                </a:moveTo>
                <a:lnTo>
                  <a:pt x="160" y="1599"/>
                </a:lnTo>
                <a:cubicBezTo>
                  <a:pt x="160" y="1599"/>
                  <a:pt x="804" y="2829"/>
                  <a:pt x="857" y="2927"/>
                </a:cubicBezTo>
                <a:cubicBezTo>
                  <a:pt x="927" y="3060"/>
                  <a:pt x="1103" y="3060"/>
                  <a:pt x="1178" y="2927"/>
                </a:cubicBezTo>
                <a:cubicBezTo>
                  <a:pt x="1234" y="2828"/>
                  <a:pt x="1925" y="1600"/>
                  <a:pt x="1925" y="1600"/>
                </a:cubicBezTo>
                <a:cubicBezTo>
                  <a:pt x="1944" y="1570"/>
                  <a:pt x="1961" y="1539"/>
                  <a:pt x="1977" y="1507"/>
                </a:cubicBezTo>
                <a:cubicBezTo>
                  <a:pt x="2041" y="1380"/>
                  <a:pt x="2079" y="1237"/>
                  <a:pt x="2085" y="1085"/>
                </a:cubicBezTo>
                <a:cubicBezTo>
                  <a:pt x="2085" y="1072"/>
                  <a:pt x="2086" y="1058"/>
                  <a:pt x="2086" y="1044"/>
                </a:cubicBezTo>
                <a:cubicBezTo>
                  <a:pt x="2086" y="467"/>
                  <a:pt x="1619" y="0"/>
                  <a:pt x="1043" y="0"/>
                </a:cubicBezTo>
                <a:cubicBezTo>
                  <a:pt x="467" y="0"/>
                  <a:pt x="0" y="467"/>
                  <a:pt x="0" y="1044"/>
                </a:cubicBezTo>
                <a:cubicBezTo>
                  <a:pt x="0" y="1062"/>
                  <a:pt x="0" y="1079"/>
                  <a:pt x="1" y="1097"/>
                </a:cubicBezTo>
                <a:cubicBezTo>
                  <a:pt x="7" y="1222"/>
                  <a:pt x="36" y="1342"/>
                  <a:pt x="82" y="1452"/>
                </a:cubicBezTo>
                <a:cubicBezTo>
                  <a:pt x="104" y="1502"/>
                  <a:pt x="131" y="1552"/>
                  <a:pt x="160" y="1599"/>
                </a:cubicBezTo>
                <a:close/>
                <a:moveTo>
                  <a:pt x="1925" y="1600"/>
                </a:moveTo>
                <a:lnTo>
                  <a:pt x="1925" y="1600"/>
                </a:lnTo>
                <a:lnTo>
                  <a:pt x="1977" y="1507"/>
                </a:lnTo>
                <a:lnTo>
                  <a:pt x="1925" y="1600"/>
                </a:lnTo>
                <a:close/>
                <a:moveTo>
                  <a:pt x="1043" y="424"/>
                </a:moveTo>
                <a:cubicBezTo>
                  <a:pt x="706" y="424"/>
                  <a:pt x="432" y="698"/>
                  <a:pt x="432" y="1035"/>
                </a:cubicBezTo>
                <a:cubicBezTo>
                  <a:pt x="432" y="1373"/>
                  <a:pt x="705" y="1646"/>
                  <a:pt x="1043" y="1646"/>
                </a:cubicBezTo>
                <a:cubicBezTo>
                  <a:pt x="1380" y="1646"/>
                  <a:pt x="1654" y="1373"/>
                  <a:pt x="1654" y="1035"/>
                </a:cubicBezTo>
                <a:cubicBezTo>
                  <a:pt x="1654" y="698"/>
                  <a:pt x="1380" y="424"/>
                  <a:pt x="1043" y="424"/>
                </a:cubicBezTo>
                <a:close/>
                <a:moveTo>
                  <a:pt x="1043" y="1484"/>
                </a:moveTo>
                <a:cubicBezTo>
                  <a:pt x="796" y="1484"/>
                  <a:pt x="595" y="1283"/>
                  <a:pt x="595" y="1035"/>
                </a:cubicBezTo>
                <a:cubicBezTo>
                  <a:pt x="595" y="788"/>
                  <a:pt x="796" y="587"/>
                  <a:pt x="1043" y="587"/>
                </a:cubicBezTo>
                <a:cubicBezTo>
                  <a:pt x="1290" y="587"/>
                  <a:pt x="1490" y="788"/>
                  <a:pt x="1490" y="1035"/>
                </a:cubicBezTo>
                <a:cubicBezTo>
                  <a:pt x="1491" y="1283"/>
                  <a:pt x="1290" y="1484"/>
                  <a:pt x="1043" y="1484"/>
                </a:cubicBezTo>
                <a:close/>
                <a:moveTo>
                  <a:pt x="1824" y="1454"/>
                </a:moveTo>
                <a:lnTo>
                  <a:pt x="1824" y="1454"/>
                </a:lnTo>
                <a:lnTo>
                  <a:pt x="1824" y="1455"/>
                </a:lnTo>
                <a:cubicBezTo>
                  <a:pt x="1821" y="1461"/>
                  <a:pt x="1817" y="1466"/>
                  <a:pt x="1814" y="1472"/>
                </a:cubicBezTo>
                <a:cubicBezTo>
                  <a:pt x="1814" y="1472"/>
                  <a:pt x="1098" y="2793"/>
                  <a:pt x="1074" y="2839"/>
                </a:cubicBezTo>
                <a:cubicBezTo>
                  <a:pt x="1049" y="2885"/>
                  <a:pt x="981" y="2885"/>
                  <a:pt x="958" y="2839"/>
                </a:cubicBezTo>
                <a:cubicBezTo>
                  <a:pt x="934" y="2793"/>
                  <a:pt x="244" y="1417"/>
                  <a:pt x="244" y="1417"/>
                </a:cubicBezTo>
                <a:lnTo>
                  <a:pt x="241" y="1411"/>
                </a:lnTo>
                <a:cubicBezTo>
                  <a:pt x="239" y="1408"/>
                  <a:pt x="238" y="1405"/>
                  <a:pt x="236" y="1401"/>
                </a:cubicBezTo>
                <a:lnTo>
                  <a:pt x="235" y="1400"/>
                </a:lnTo>
                <a:lnTo>
                  <a:pt x="236" y="1400"/>
                </a:lnTo>
                <a:cubicBezTo>
                  <a:pt x="187" y="1291"/>
                  <a:pt x="161" y="1171"/>
                  <a:pt x="161" y="1044"/>
                </a:cubicBezTo>
                <a:cubicBezTo>
                  <a:pt x="161" y="556"/>
                  <a:pt x="556" y="161"/>
                  <a:pt x="1043" y="161"/>
                </a:cubicBezTo>
                <a:cubicBezTo>
                  <a:pt x="1530" y="161"/>
                  <a:pt x="1925" y="556"/>
                  <a:pt x="1925" y="1044"/>
                </a:cubicBezTo>
                <a:cubicBezTo>
                  <a:pt x="1925" y="1192"/>
                  <a:pt x="1888" y="1331"/>
                  <a:pt x="1824" y="145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53" name="Freeform 19">
            <a:extLst>
              <a:ext uri="{FF2B5EF4-FFF2-40B4-BE49-F238E27FC236}">
                <a16:creationId xmlns:a16="http://schemas.microsoft.com/office/drawing/2014/main" id="{4F1926C3-2C2A-0446-BDBE-A9366F8BFAD7}"/>
              </a:ext>
            </a:extLst>
          </p:cNvPr>
          <p:cNvSpPr>
            <a:spLocks noChangeAspect="1" noChangeArrowheads="1"/>
          </p:cNvSpPr>
          <p:nvPr/>
        </p:nvSpPr>
        <p:spPr bwMode="auto">
          <a:xfrm>
            <a:off x="11056693" y="1537091"/>
            <a:ext cx="424307" cy="435824"/>
          </a:xfrm>
          <a:custGeom>
            <a:avLst/>
            <a:gdLst>
              <a:gd name="T0" fmla="*/ 18519 w 2962"/>
              <a:gd name="T1" fmla="*/ 193408 h 3034"/>
              <a:gd name="T2" fmla="*/ 0 w 2962"/>
              <a:gd name="T3" fmla="*/ 341371 h 3034"/>
              <a:gd name="T4" fmla="*/ 148035 w 2962"/>
              <a:gd name="T5" fmla="*/ 359881 h 3034"/>
              <a:gd name="T6" fmla="*/ 166554 w 2962"/>
              <a:gd name="T7" fmla="*/ 211918 h 3034"/>
              <a:gd name="T8" fmla="*/ 148035 w 2962"/>
              <a:gd name="T9" fmla="*/ 332116 h 3034"/>
              <a:gd name="T10" fmla="*/ 27779 w 2962"/>
              <a:gd name="T11" fmla="*/ 341371 h 3034"/>
              <a:gd name="T12" fmla="*/ 18519 w 2962"/>
              <a:gd name="T13" fmla="*/ 221173 h 3034"/>
              <a:gd name="T14" fmla="*/ 138776 w 2962"/>
              <a:gd name="T15" fmla="*/ 211918 h 3034"/>
              <a:gd name="T16" fmla="*/ 148035 w 2962"/>
              <a:gd name="T17" fmla="*/ 332116 h 3034"/>
              <a:gd name="T18" fmla="*/ 203355 w 2962"/>
              <a:gd name="T19" fmla="*/ 8543 h 3034"/>
              <a:gd name="T20" fmla="*/ 184955 w 2962"/>
              <a:gd name="T21" fmla="*/ 156506 h 3034"/>
              <a:gd name="T22" fmla="*/ 332990 w 2962"/>
              <a:gd name="T23" fmla="*/ 175016 h 3034"/>
              <a:gd name="T24" fmla="*/ 351509 w 2962"/>
              <a:gd name="T25" fmla="*/ 27053 h 3034"/>
              <a:gd name="T26" fmla="*/ 332990 w 2962"/>
              <a:gd name="T27" fmla="*/ 147251 h 3034"/>
              <a:gd name="T28" fmla="*/ 212615 w 2962"/>
              <a:gd name="T29" fmla="*/ 156506 h 3034"/>
              <a:gd name="T30" fmla="*/ 203355 w 2962"/>
              <a:gd name="T31" fmla="*/ 36309 h 3034"/>
              <a:gd name="T32" fmla="*/ 323730 w 2962"/>
              <a:gd name="T33" fmla="*/ 27053 h 3034"/>
              <a:gd name="T34" fmla="*/ 332990 w 2962"/>
              <a:gd name="T35" fmla="*/ 147251 h 3034"/>
              <a:gd name="T36" fmla="*/ 156345 w 2962"/>
              <a:gd name="T37" fmla="*/ 10560 h 3034"/>
              <a:gd name="T38" fmla="*/ 156464 w 2962"/>
              <a:gd name="T39" fmla="*/ 10560 h 3034"/>
              <a:gd name="T40" fmla="*/ 156345 w 2962"/>
              <a:gd name="T41" fmla="*/ 10560 h 3034"/>
              <a:gd name="T42" fmla="*/ 155633 w 2962"/>
              <a:gd name="T43" fmla="*/ 10204 h 3034"/>
              <a:gd name="T44" fmla="*/ 145423 w 2962"/>
              <a:gd name="T45" fmla="*/ 12221 h 3034"/>
              <a:gd name="T46" fmla="*/ 137707 w 2962"/>
              <a:gd name="T47" fmla="*/ 17324 h 3034"/>
              <a:gd name="T48" fmla="*/ 112659 w 2962"/>
              <a:gd name="T49" fmla="*/ 12221 h 3034"/>
              <a:gd name="T50" fmla="*/ 53777 w 2962"/>
              <a:gd name="T51" fmla="*/ 12221 h 3034"/>
              <a:gd name="T52" fmla="*/ 28729 w 2962"/>
              <a:gd name="T53" fmla="*/ 17324 h 3034"/>
              <a:gd name="T54" fmla="*/ 21131 w 2962"/>
              <a:gd name="T55" fmla="*/ 12221 h 3034"/>
              <a:gd name="T56" fmla="*/ 11753 w 2962"/>
              <a:gd name="T57" fmla="*/ 9730 h 3034"/>
              <a:gd name="T58" fmla="*/ 0 w 2962"/>
              <a:gd name="T59" fmla="*/ 27053 h 3034"/>
              <a:gd name="T60" fmla="*/ 18519 w 2962"/>
              <a:gd name="T61" fmla="*/ 175016 h 3034"/>
              <a:gd name="T62" fmla="*/ 166554 w 2962"/>
              <a:gd name="T63" fmla="*/ 156506 h 3034"/>
              <a:gd name="T64" fmla="*/ 156464 w 2962"/>
              <a:gd name="T65" fmla="*/ 10560 h 3034"/>
              <a:gd name="T66" fmla="*/ 156464 w 2962"/>
              <a:gd name="T67" fmla="*/ 10560 h 3034"/>
              <a:gd name="T68" fmla="*/ 156345 w 2962"/>
              <a:gd name="T69" fmla="*/ 10560 h 3034"/>
              <a:gd name="T70" fmla="*/ 148035 w 2962"/>
              <a:gd name="T71" fmla="*/ 147251 h 3034"/>
              <a:gd name="T72" fmla="*/ 27779 w 2962"/>
              <a:gd name="T73" fmla="*/ 156506 h 3034"/>
              <a:gd name="T74" fmla="*/ 18519 w 2962"/>
              <a:gd name="T75" fmla="*/ 36309 h 3034"/>
              <a:gd name="T76" fmla="*/ 37513 w 2962"/>
              <a:gd name="T77" fmla="*/ 37495 h 3034"/>
              <a:gd name="T78" fmla="*/ 83218 w 2962"/>
              <a:gd name="T79" fmla="*/ 18510 h 3034"/>
              <a:gd name="T80" fmla="*/ 129041 w 2962"/>
              <a:gd name="T81" fmla="*/ 37495 h 3034"/>
              <a:gd name="T82" fmla="*/ 148035 w 2962"/>
              <a:gd name="T83" fmla="*/ 36309 h 3034"/>
              <a:gd name="T84" fmla="*/ 312097 w 2962"/>
              <a:gd name="T85" fmla="*/ 304351 h 3034"/>
              <a:gd name="T86" fmla="*/ 322662 w 2962"/>
              <a:gd name="T87" fmla="*/ 262228 h 3034"/>
              <a:gd name="T88" fmla="*/ 185311 w 2962"/>
              <a:gd name="T89" fmla="*/ 262228 h 3034"/>
              <a:gd name="T90" fmla="*/ 297376 w 2962"/>
              <a:gd name="T91" fmla="*/ 315386 h 3034"/>
              <a:gd name="T92" fmla="*/ 332396 w 2962"/>
              <a:gd name="T93" fmla="*/ 354542 h 3034"/>
              <a:gd name="T94" fmla="*/ 346167 w 2962"/>
              <a:gd name="T95" fmla="*/ 342202 h 3034"/>
              <a:gd name="T96" fmla="*/ 253927 w 2962"/>
              <a:gd name="T97" fmla="*/ 312419 h 3034"/>
              <a:gd name="T98" fmla="*/ 253927 w 2962"/>
              <a:gd name="T99" fmla="*/ 212037 h 3034"/>
              <a:gd name="T100" fmla="*/ 253927 w 2962"/>
              <a:gd name="T101" fmla="*/ 312419 h 303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62" h="3034">
                <a:moveTo>
                  <a:pt x="1247" y="1630"/>
                </a:moveTo>
                <a:lnTo>
                  <a:pt x="156" y="1630"/>
                </a:lnTo>
                <a:cubicBezTo>
                  <a:pt x="70" y="1630"/>
                  <a:pt x="0" y="1700"/>
                  <a:pt x="0" y="1786"/>
                </a:cubicBezTo>
                <a:lnTo>
                  <a:pt x="0" y="2877"/>
                </a:lnTo>
                <a:cubicBezTo>
                  <a:pt x="0" y="2963"/>
                  <a:pt x="70" y="3033"/>
                  <a:pt x="156" y="3033"/>
                </a:cubicBezTo>
                <a:lnTo>
                  <a:pt x="1247" y="3033"/>
                </a:lnTo>
                <a:cubicBezTo>
                  <a:pt x="1333" y="3033"/>
                  <a:pt x="1403" y="2963"/>
                  <a:pt x="1403" y="2877"/>
                </a:cubicBezTo>
                <a:lnTo>
                  <a:pt x="1403" y="1786"/>
                </a:lnTo>
                <a:cubicBezTo>
                  <a:pt x="1403" y="1700"/>
                  <a:pt x="1333" y="1630"/>
                  <a:pt x="1247" y="1630"/>
                </a:cubicBezTo>
                <a:close/>
                <a:moveTo>
                  <a:pt x="1247" y="2799"/>
                </a:moveTo>
                <a:cubicBezTo>
                  <a:pt x="1247" y="2842"/>
                  <a:pt x="1212" y="2877"/>
                  <a:pt x="1169" y="2877"/>
                </a:cubicBezTo>
                <a:lnTo>
                  <a:pt x="234" y="2877"/>
                </a:lnTo>
                <a:cubicBezTo>
                  <a:pt x="191" y="2877"/>
                  <a:pt x="156" y="2842"/>
                  <a:pt x="156" y="2799"/>
                </a:cubicBezTo>
                <a:lnTo>
                  <a:pt x="156" y="1864"/>
                </a:lnTo>
                <a:cubicBezTo>
                  <a:pt x="156" y="1821"/>
                  <a:pt x="191" y="1786"/>
                  <a:pt x="234" y="1786"/>
                </a:cubicBezTo>
                <a:lnTo>
                  <a:pt x="1169" y="1786"/>
                </a:lnTo>
                <a:cubicBezTo>
                  <a:pt x="1212" y="1786"/>
                  <a:pt x="1247" y="1821"/>
                  <a:pt x="1247" y="1864"/>
                </a:cubicBezTo>
                <a:lnTo>
                  <a:pt x="1247" y="2799"/>
                </a:lnTo>
                <a:close/>
                <a:moveTo>
                  <a:pt x="2805" y="72"/>
                </a:moveTo>
                <a:lnTo>
                  <a:pt x="1713" y="72"/>
                </a:lnTo>
                <a:cubicBezTo>
                  <a:pt x="1627" y="72"/>
                  <a:pt x="1558" y="142"/>
                  <a:pt x="1558" y="228"/>
                </a:cubicBezTo>
                <a:lnTo>
                  <a:pt x="1558" y="1319"/>
                </a:lnTo>
                <a:cubicBezTo>
                  <a:pt x="1558" y="1405"/>
                  <a:pt x="1627" y="1475"/>
                  <a:pt x="1713" y="1475"/>
                </a:cubicBezTo>
                <a:lnTo>
                  <a:pt x="2805" y="1475"/>
                </a:lnTo>
                <a:cubicBezTo>
                  <a:pt x="2891" y="1475"/>
                  <a:pt x="2961" y="1405"/>
                  <a:pt x="2961" y="1319"/>
                </a:cubicBezTo>
                <a:lnTo>
                  <a:pt x="2961" y="228"/>
                </a:lnTo>
                <a:cubicBezTo>
                  <a:pt x="2961" y="142"/>
                  <a:pt x="2891" y="72"/>
                  <a:pt x="2805" y="72"/>
                </a:cubicBezTo>
                <a:close/>
                <a:moveTo>
                  <a:pt x="2805" y="1241"/>
                </a:moveTo>
                <a:cubicBezTo>
                  <a:pt x="2805" y="1284"/>
                  <a:pt x="2770" y="1319"/>
                  <a:pt x="2727" y="1319"/>
                </a:cubicBezTo>
                <a:lnTo>
                  <a:pt x="1791" y="1319"/>
                </a:lnTo>
                <a:cubicBezTo>
                  <a:pt x="1748" y="1319"/>
                  <a:pt x="1713" y="1284"/>
                  <a:pt x="1713" y="1241"/>
                </a:cubicBezTo>
                <a:lnTo>
                  <a:pt x="1713" y="306"/>
                </a:lnTo>
                <a:cubicBezTo>
                  <a:pt x="1713" y="263"/>
                  <a:pt x="1748" y="228"/>
                  <a:pt x="1791" y="228"/>
                </a:cubicBezTo>
                <a:lnTo>
                  <a:pt x="2727" y="228"/>
                </a:lnTo>
                <a:cubicBezTo>
                  <a:pt x="2770" y="228"/>
                  <a:pt x="2805" y="263"/>
                  <a:pt x="2805" y="306"/>
                </a:cubicBezTo>
                <a:lnTo>
                  <a:pt x="2805" y="1241"/>
                </a:lnTo>
                <a:close/>
                <a:moveTo>
                  <a:pt x="1311" y="86"/>
                </a:moveTo>
                <a:cubicBezTo>
                  <a:pt x="1313" y="87"/>
                  <a:pt x="1315" y="88"/>
                  <a:pt x="1317" y="89"/>
                </a:cubicBezTo>
                <a:cubicBezTo>
                  <a:pt x="1315" y="88"/>
                  <a:pt x="1313" y="87"/>
                  <a:pt x="1311" y="86"/>
                </a:cubicBezTo>
                <a:close/>
                <a:moveTo>
                  <a:pt x="1318" y="89"/>
                </a:moveTo>
                <a:cubicBezTo>
                  <a:pt x="1317" y="89"/>
                  <a:pt x="1317" y="89"/>
                  <a:pt x="1317" y="89"/>
                </a:cubicBezTo>
                <a:cubicBezTo>
                  <a:pt x="1315" y="88"/>
                  <a:pt x="1313" y="87"/>
                  <a:pt x="1311" y="86"/>
                </a:cubicBezTo>
                <a:cubicBezTo>
                  <a:pt x="1302" y="82"/>
                  <a:pt x="1291" y="80"/>
                  <a:pt x="1281" y="80"/>
                </a:cubicBezTo>
                <a:cubicBezTo>
                  <a:pt x="1259" y="80"/>
                  <a:pt x="1239" y="89"/>
                  <a:pt x="1225" y="103"/>
                </a:cubicBezTo>
                <a:cubicBezTo>
                  <a:pt x="1207" y="121"/>
                  <a:pt x="1185" y="136"/>
                  <a:pt x="1160" y="146"/>
                </a:cubicBezTo>
                <a:cubicBezTo>
                  <a:pt x="1138" y="155"/>
                  <a:pt x="1113" y="160"/>
                  <a:pt x="1087" y="160"/>
                </a:cubicBezTo>
                <a:cubicBezTo>
                  <a:pt x="1033" y="160"/>
                  <a:pt x="985" y="138"/>
                  <a:pt x="949" y="103"/>
                </a:cubicBezTo>
                <a:cubicBezTo>
                  <a:pt x="886" y="39"/>
                  <a:pt x="798" y="0"/>
                  <a:pt x="701" y="0"/>
                </a:cubicBezTo>
                <a:cubicBezTo>
                  <a:pt x="605" y="0"/>
                  <a:pt x="517" y="39"/>
                  <a:pt x="453" y="103"/>
                </a:cubicBezTo>
                <a:cubicBezTo>
                  <a:pt x="418" y="138"/>
                  <a:pt x="369" y="160"/>
                  <a:pt x="316" y="160"/>
                </a:cubicBezTo>
                <a:cubicBezTo>
                  <a:pt x="290" y="160"/>
                  <a:pt x="265" y="155"/>
                  <a:pt x="242" y="146"/>
                </a:cubicBezTo>
                <a:cubicBezTo>
                  <a:pt x="218" y="136"/>
                  <a:pt x="196" y="121"/>
                  <a:pt x="178" y="103"/>
                </a:cubicBezTo>
                <a:cubicBezTo>
                  <a:pt x="164" y="88"/>
                  <a:pt x="144" y="79"/>
                  <a:pt x="122" y="79"/>
                </a:cubicBezTo>
                <a:cubicBezTo>
                  <a:pt x="114" y="79"/>
                  <a:pt x="106" y="80"/>
                  <a:pt x="99" y="82"/>
                </a:cubicBezTo>
                <a:cubicBezTo>
                  <a:pt x="92" y="85"/>
                  <a:pt x="85" y="89"/>
                  <a:pt x="78" y="93"/>
                </a:cubicBezTo>
                <a:cubicBezTo>
                  <a:pt x="31" y="120"/>
                  <a:pt x="0" y="170"/>
                  <a:pt x="0" y="228"/>
                </a:cubicBezTo>
                <a:lnTo>
                  <a:pt x="0" y="1319"/>
                </a:lnTo>
                <a:cubicBezTo>
                  <a:pt x="0" y="1405"/>
                  <a:pt x="70" y="1475"/>
                  <a:pt x="156" y="1475"/>
                </a:cubicBezTo>
                <a:lnTo>
                  <a:pt x="1247" y="1475"/>
                </a:lnTo>
                <a:cubicBezTo>
                  <a:pt x="1333" y="1475"/>
                  <a:pt x="1403" y="1405"/>
                  <a:pt x="1403" y="1319"/>
                </a:cubicBezTo>
                <a:lnTo>
                  <a:pt x="1403" y="228"/>
                </a:lnTo>
                <a:cubicBezTo>
                  <a:pt x="1403" y="167"/>
                  <a:pt x="1368" y="115"/>
                  <a:pt x="1318" y="89"/>
                </a:cubicBezTo>
                <a:lnTo>
                  <a:pt x="1317" y="89"/>
                </a:lnTo>
                <a:cubicBezTo>
                  <a:pt x="1317" y="89"/>
                  <a:pt x="1317" y="89"/>
                  <a:pt x="1318" y="89"/>
                </a:cubicBezTo>
                <a:close/>
                <a:moveTo>
                  <a:pt x="1247" y="1241"/>
                </a:moveTo>
                <a:cubicBezTo>
                  <a:pt x="1247" y="1284"/>
                  <a:pt x="1212" y="1319"/>
                  <a:pt x="1169" y="1319"/>
                </a:cubicBezTo>
                <a:lnTo>
                  <a:pt x="234" y="1319"/>
                </a:lnTo>
                <a:cubicBezTo>
                  <a:pt x="191" y="1319"/>
                  <a:pt x="156" y="1284"/>
                  <a:pt x="156" y="1241"/>
                </a:cubicBezTo>
                <a:lnTo>
                  <a:pt x="156" y="306"/>
                </a:lnTo>
                <a:cubicBezTo>
                  <a:pt x="156" y="297"/>
                  <a:pt x="157" y="288"/>
                  <a:pt x="160" y="280"/>
                </a:cubicBezTo>
                <a:cubicBezTo>
                  <a:pt x="207" y="303"/>
                  <a:pt x="260" y="316"/>
                  <a:pt x="316" y="316"/>
                </a:cubicBezTo>
                <a:cubicBezTo>
                  <a:pt x="412" y="316"/>
                  <a:pt x="500" y="277"/>
                  <a:pt x="564" y="213"/>
                </a:cubicBezTo>
                <a:cubicBezTo>
                  <a:pt x="599" y="178"/>
                  <a:pt x="648" y="156"/>
                  <a:pt x="701" y="156"/>
                </a:cubicBezTo>
                <a:cubicBezTo>
                  <a:pt x="755" y="156"/>
                  <a:pt x="804" y="178"/>
                  <a:pt x="839" y="213"/>
                </a:cubicBezTo>
                <a:cubicBezTo>
                  <a:pt x="903" y="277"/>
                  <a:pt x="990" y="316"/>
                  <a:pt x="1087" y="316"/>
                </a:cubicBezTo>
                <a:cubicBezTo>
                  <a:pt x="1143" y="316"/>
                  <a:pt x="1197" y="305"/>
                  <a:pt x="1244" y="281"/>
                </a:cubicBezTo>
                <a:cubicBezTo>
                  <a:pt x="1247" y="290"/>
                  <a:pt x="1247" y="297"/>
                  <a:pt x="1247" y="306"/>
                </a:cubicBezTo>
                <a:lnTo>
                  <a:pt x="1247" y="1241"/>
                </a:lnTo>
                <a:close/>
                <a:moveTo>
                  <a:pt x="2629" y="2565"/>
                </a:moveTo>
                <a:cubicBezTo>
                  <a:pt x="2623" y="2558"/>
                  <a:pt x="2616" y="2553"/>
                  <a:pt x="2609" y="2549"/>
                </a:cubicBezTo>
                <a:cubicBezTo>
                  <a:pt x="2678" y="2453"/>
                  <a:pt x="2718" y="2337"/>
                  <a:pt x="2718" y="2210"/>
                </a:cubicBezTo>
                <a:cubicBezTo>
                  <a:pt x="2718" y="1891"/>
                  <a:pt x="2460" y="1631"/>
                  <a:pt x="2140" y="1631"/>
                </a:cubicBezTo>
                <a:cubicBezTo>
                  <a:pt x="1821" y="1631"/>
                  <a:pt x="1561" y="1891"/>
                  <a:pt x="1561" y="2210"/>
                </a:cubicBezTo>
                <a:cubicBezTo>
                  <a:pt x="1561" y="2530"/>
                  <a:pt x="1820" y="2789"/>
                  <a:pt x="2140" y="2789"/>
                </a:cubicBezTo>
                <a:cubicBezTo>
                  <a:pt x="2278" y="2789"/>
                  <a:pt x="2406" y="2740"/>
                  <a:pt x="2505" y="2658"/>
                </a:cubicBezTo>
                <a:cubicBezTo>
                  <a:pt x="2508" y="2662"/>
                  <a:pt x="2510" y="2666"/>
                  <a:pt x="2513" y="2669"/>
                </a:cubicBezTo>
                <a:lnTo>
                  <a:pt x="2800" y="2988"/>
                </a:lnTo>
                <a:cubicBezTo>
                  <a:pt x="2829" y="3020"/>
                  <a:pt x="2878" y="3023"/>
                  <a:pt x="2910" y="2994"/>
                </a:cubicBezTo>
                <a:cubicBezTo>
                  <a:pt x="2942" y="2965"/>
                  <a:pt x="2945" y="2916"/>
                  <a:pt x="2916" y="2884"/>
                </a:cubicBezTo>
                <a:lnTo>
                  <a:pt x="2629" y="2565"/>
                </a:lnTo>
                <a:close/>
                <a:moveTo>
                  <a:pt x="2139" y="2633"/>
                </a:moveTo>
                <a:cubicBezTo>
                  <a:pt x="1906" y="2633"/>
                  <a:pt x="1717" y="2444"/>
                  <a:pt x="1717" y="2210"/>
                </a:cubicBezTo>
                <a:cubicBezTo>
                  <a:pt x="1717" y="1977"/>
                  <a:pt x="1906" y="1787"/>
                  <a:pt x="2139" y="1787"/>
                </a:cubicBezTo>
                <a:cubicBezTo>
                  <a:pt x="2373" y="1787"/>
                  <a:pt x="2562" y="1977"/>
                  <a:pt x="2562" y="2210"/>
                </a:cubicBezTo>
                <a:cubicBezTo>
                  <a:pt x="2562" y="2444"/>
                  <a:pt x="2373" y="2633"/>
                  <a:pt x="2139" y="263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54" name="Freeform 20">
            <a:extLst>
              <a:ext uri="{FF2B5EF4-FFF2-40B4-BE49-F238E27FC236}">
                <a16:creationId xmlns:a16="http://schemas.microsoft.com/office/drawing/2014/main" id="{6086266D-0DB2-E647-BBD6-4AAA8640DDE3}"/>
              </a:ext>
            </a:extLst>
          </p:cNvPr>
          <p:cNvSpPr>
            <a:spLocks noChangeAspect="1" noChangeArrowheads="1"/>
          </p:cNvSpPr>
          <p:nvPr/>
        </p:nvSpPr>
        <p:spPr bwMode="auto">
          <a:xfrm>
            <a:off x="6667727" y="2418342"/>
            <a:ext cx="453104" cy="435825"/>
          </a:xfrm>
          <a:custGeom>
            <a:avLst/>
            <a:gdLst>
              <a:gd name="T0" fmla="*/ 305147 w 3039"/>
              <a:gd name="T1" fmla="*/ 0 h 2918"/>
              <a:gd name="T2" fmla="*/ 235733 w 3039"/>
              <a:gd name="T3" fmla="*/ 69335 h 2918"/>
              <a:gd name="T4" fmla="*/ 246706 w 3039"/>
              <a:gd name="T5" fmla="*/ 106717 h 2918"/>
              <a:gd name="T6" fmla="*/ 232528 w 3039"/>
              <a:gd name="T7" fmla="*/ 107334 h 2918"/>
              <a:gd name="T8" fmla="*/ 200842 w 3039"/>
              <a:gd name="T9" fmla="*/ 111282 h 2918"/>
              <a:gd name="T10" fmla="*/ 181485 w 3039"/>
              <a:gd name="T11" fmla="*/ 136450 h 2918"/>
              <a:gd name="T12" fmla="*/ 181485 w 3039"/>
              <a:gd name="T13" fmla="*/ 136450 h 2918"/>
              <a:gd name="T14" fmla="*/ 170512 w 3039"/>
              <a:gd name="T15" fmla="*/ 150391 h 2918"/>
              <a:gd name="T16" fmla="*/ 153005 w 3039"/>
              <a:gd name="T17" fmla="*/ 152488 h 2918"/>
              <a:gd name="T18" fmla="*/ 121319 w 3039"/>
              <a:gd name="T19" fmla="*/ 156436 h 2918"/>
              <a:gd name="T20" fmla="*/ 101716 w 3039"/>
              <a:gd name="T21" fmla="*/ 181480 h 2918"/>
              <a:gd name="T22" fmla="*/ 97524 w 3039"/>
              <a:gd name="T23" fmla="*/ 189746 h 2918"/>
              <a:gd name="T24" fmla="*/ 54372 w 3039"/>
              <a:gd name="T25" fmla="*/ 168526 h 2918"/>
              <a:gd name="T26" fmla="*/ 0 w 3039"/>
              <a:gd name="T27" fmla="*/ 222810 h 2918"/>
              <a:gd name="T28" fmla="*/ 54372 w 3039"/>
              <a:gd name="T29" fmla="*/ 277217 h 2918"/>
              <a:gd name="T30" fmla="*/ 94934 w 3039"/>
              <a:gd name="T31" fmla="*/ 259082 h 2918"/>
              <a:gd name="T32" fmla="*/ 189869 w 3039"/>
              <a:gd name="T33" fmla="*/ 308060 h 2918"/>
              <a:gd name="T34" fmla="*/ 189253 w 3039"/>
              <a:gd name="T35" fmla="*/ 315339 h 2918"/>
              <a:gd name="T36" fmla="*/ 233637 w 3039"/>
              <a:gd name="T37" fmla="*/ 359877 h 2918"/>
              <a:gd name="T38" fmla="*/ 278269 w 3039"/>
              <a:gd name="T39" fmla="*/ 315339 h 2918"/>
              <a:gd name="T40" fmla="*/ 233637 w 3039"/>
              <a:gd name="T41" fmla="*/ 270802 h 2918"/>
              <a:gd name="T42" fmla="*/ 198006 w 3039"/>
              <a:gd name="T43" fmla="*/ 288691 h 2918"/>
              <a:gd name="T44" fmla="*/ 105661 w 3039"/>
              <a:gd name="T45" fmla="*/ 240946 h 2918"/>
              <a:gd name="T46" fmla="*/ 108743 w 3039"/>
              <a:gd name="T47" fmla="*/ 222810 h 2918"/>
              <a:gd name="T48" fmla="*/ 107264 w 3039"/>
              <a:gd name="T49" fmla="*/ 210473 h 2918"/>
              <a:gd name="T50" fmla="*/ 106401 w 3039"/>
              <a:gd name="T51" fmla="*/ 207019 h 2918"/>
              <a:gd name="T52" fmla="*/ 119593 w 3039"/>
              <a:gd name="T53" fmla="*/ 186415 h 2918"/>
              <a:gd name="T54" fmla="*/ 130442 w 3039"/>
              <a:gd name="T55" fmla="*/ 172474 h 2918"/>
              <a:gd name="T56" fmla="*/ 148073 w 3039"/>
              <a:gd name="T57" fmla="*/ 170377 h 2918"/>
              <a:gd name="T58" fmla="*/ 179636 w 3039"/>
              <a:gd name="T59" fmla="*/ 166429 h 2918"/>
              <a:gd name="T60" fmla="*/ 199116 w 3039"/>
              <a:gd name="T61" fmla="*/ 141385 h 2918"/>
              <a:gd name="T62" fmla="*/ 209965 w 3039"/>
              <a:gd name="T63" fmla="*/ 127320 h 2918"/>
              <a:gd name="T64" fmla="*/ 227596 w 3039"/>
              <a:gd name="T65" fmla="*/ 125223 h 2918"/>
              <a:gd name="T66" fmla="*/ 259159 w 3039"/>
              <a:gd name="T67" fmla="*/ 121275 h 2918"/>
              <a:gd name="T68" fmla="*/ 259652 w 3039"/>
              <a:gd name="T69" fmla="*/ 121892 h 2918"/>
              <a:gd name="T70" fmla="*/ 305147 w 3039"/>
              <a:gd name="T71" fmla="*/ 138794 h 2918"/>
              <a:gd name="T72" fmla="*/ 374560 w 3039"/>
              <a:gd name="T73" fmla="*/ 69335 h 2918"/>
              <a:gd name="T74" fmla="*/ 305147 w 3039"/>
              <a:gd name="T75" fmla="*/ 0 h 2918"/>
              <a:gd name="T76" fmla="*/ 233637 w 3039"/>
              <a:gd name="T77" fmla="*/ 290665 h 2918"/>
              <a:gd name="T78" fmla="*/ 258419 w 3039"/>
              <a:gd name="T79" fmla="*/ 315339 h 2918"/>
              <a:gd name="T80" fmla="*/ 233637 w 3039"/>
              <a:gd name="T81" fmla="*/ 340137 h 2918"/>
              <a:gd name="T82" fmla="*/ 208979 w 3039"/>
              <a:gd name="T83" fmla="*/ 315339 h 2918"/>
              <a:gd name="T84" fmla="*/ 233637 w 3039"/>
              <a:gd name="T85" fmla="*/ 290665 h 2918"/>
              <a:gd name="T86" fmla="*/ 54372 w 3039"/>
              <a:gd name="T87" fmla="*/ 257478 h 2918"/>
              <a:gd name="T88" fmla="*/ 19727 w 3039"/>
              <a:gd name="T89" fmla="*/ 222810 h 2918"/>
              <a:gd name="T90" fmla="*/ 54372 w 3039"/>
              <a:gd name="T91" fmla="*/ 188266 h 2918"/>
              <a:gd name="T92" fmla="*/ 75454 w 3039"/>
              <a:gd name="T93" fmla="*/ 195422 h 2918"/>
              <a:gd name="T94" fmla="*/ 77920 w 3039"/>
              <a:gd name="T95" fmla="*/ 197395 h 2918"/>
              <a:gd name="T96" fmla="*/ 85194 w 3039"/>
              <a:gd name="T97" fmla="*/ 207142 h 2918"/>
              <a:gd name="T98" fmla="*/ 88400 w 3039"/>
              <a:gd name="T99" fmla="*/ 216395 h 2918"/>
              <a:gd name="T100" fmla="*/ 89016 w 3039"/>
              <a:gd name="T101" fmla="*/ 222810 h 2918"/>
              <a:gd name="T102" fmla="*/ 84578 w 3039"/>
              <a:gd name="T103" fmla="*/ 239589 h 2918"/>
              <a:gd name="T104" fmla="*/ 83592 w 3039"/>
              <a:gd name="T105" fmla="*/ 241316 h 2918"/>
              <a:gd name="T106" fmla="*/ 83345 w 3039"/>
              <a:gd name="T107" fmla="*/ 241686 h 2918"/>
              <a:gd name="T108" fmla="*/ 54372 w 3039"/>
              <a:gd name="T109" fmla="*/ 257478 h 2918"/>
              <a:gd name="T110" fmla="*/ 305147 w 3039"/>
              <a:gd name="T111" fmla="*/ 119671 h 2918"/>
              <a:gd name="T112" fmla="*/ 254844 w 3039"/>
              <a:gd name="T113" fmla="*/ 69335 h 2918"/>
              <a:gd name="T114" fmla="*/ 305147 w 3039"/>
              <a:gd name="T115" fmla="*/ 19123 h 2918"/>
              <a:gd name="T116" fmla="*/ 355326 w 3039"/>
              <a:gd name="T117" fmla="*/ 69335 h 2918"/>
              <a:gd name="T118" fmla="*/ 305147 w 3039"/>
              <a:gd name="T119" fmla="*/ 119671 h 291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039" h="2918">
                <a:moveTo>
                  <a:pt x="2475" y="0"/>
                </a:moveTo>
                <a:cubicBezTo>
                  <a:pt x="2164" y="0"/>
                  <a:pt x="1912" y="251"/>
                  <a:pt x="1912" y="562"/>
                </a:cubicBezTo>
                <a:cubicBezTo>
                  <a:pt x="1912" y="674"/>
                  <a:pt x="1944" y="778"/>
                  <a:pt x="2001" y="865"/>
                </a:cubicBezTo>
                <a:cubicBezTo>
                  <a:pt x="1963" y="879"/>
                  <a:pt x="1923" y="880"/>
                  <a:pt x="1886" y="870"/>
                </a:cubicBezTo>
                <a:cubicBezTo>
                  <a:pt x="1803" y="847"/>
                  <a:pt x="1711" y="856"/>
                  <a:pt x="1629" y="902"/>
                </a:cubicBezTo>
                <a:cubicBezTo>
                  <a:pt x="1548" y="948"/>
                  <a:pt x="1495" y="1022"/>
                  <a:pt x="1472" y="1106"/>
                </a:cubicBezTo>
                <a:cubicBezTo>
                  <a:pt x="1459" y="1152"/>
                  <a:pt x="1428" y="1193"/>
                  <a:pt x="1383" y="1219"/>
                </a:cubicBezTo>
                <a:cubicBezTo>
                  <a:pt x="1338" y="1244"/>
                  <a:pt x="1287" y="1249"/>
                  <a:pt x="1241" y="1236"/>
                </a:cubicBezTo>
                <a:cubicBezTo>
                  <a:pt x="1157" y="1213"/>
                  <a:pt x="1065" y="1222"/>
                  <a:pt x="984" y="1268"/>
                </a:cubicBezTo>
                <a:cubicBezTo>
                  <a:pt x="903" y="1314"/>
                  <a:pt x="848" y="1388"/>
                  <a:pt x="825" y="1471"/>
                </a:cubicBezTo>
                <a:cubicBezTo>
                  <a:pt x="819" y="1495"/>
                  <a:pt x="807" y="1518"/>
                  <a:pt x="791" y="1538"/>
                </a:cubicBezTo>
                <a:cubicBezTo>
                  <a:pt x="710" y="1434"/>
                  <a:pt x="584" y="1366"/>
                  <a:pt x="441" y="1366"/>
                </a:cubicBezTo>
                <a:cubicBezTo>
                  <a:pt x="197" y="1366"/>
                  <a:pt x="0" y="1563"/>
                  <a:pt x="0" y="1806"/>
                </a:cubicBezTo>
                <a:cubicBezTo>
                  <a:pt x="0" y="2050"/>
                  <a:pt x="197" y="2247"/>
                  <a:pt x="441" y="2247"/>
                </a:cubicBezTo>
                <a:cubicBezTo>
                  <a:pt x="572" y="2247"/>
                  <a:pt x="689" y="2190"/>
                  <a:pt x="770" y="2100"/>
                </a:cubicBezTo>
                <a:lnTo>
                  <a:pt x="1540" y="2497"/>
                </a:lnTo>
                <a:cubicBezTo>
                  <a:pt x="1537" y="2516"/>
                  <a:pt x="1535" y="2536"/>
                  <a:pt x="1535" y="2556"/>
                </a:cubicBezTo>
                <a:cubicBezTo>
                  <a:pt x="1535" y="2756"/>
                  <a:pt x="1696" y="2917"/>
                  <a:pt x="1895" y="2917"/>
                </a:cubicBezTo>
                <a:cubicBezTo>
                  <a:pt x="2095" y="2917"/>
                  <a:pt x="2257" y="2756"/>
                  <a:pt x="2257" y="2556"/>
                </a:cubicBezTo>
                <a:cubicBezTo>
                  <a:pt x="2257" y="2357"/>
                  <a:pt x="2095" y="2195"/>
                  <a:pt x="1895" y="2195"/>
                </a:cubicBezTo>
                <a:cubicBezTo>
                  <a:pt x="1777" y="2195"/>
                  <a:pt x="1672" y="2252"/>
                  <a:pt x="1606" y="2340"/>
                </a:cubicBezTo>
                <a:lnTo>
                  <a:pt x="857" y="1953"/>
                </a:lnTo>
                <a:cubicBezTo>
                  <a:pt x="873" y="1907"/>
                  <a:pt x="882" y="1858"/>
                  <a:pt x="882" y="1806"/>
                </a:cubicBezTo>
                <a:cubicBezTo>
                  <a:pt x="882" y="1772"/>
                  <a:pt x="878" y="1738"/>
                  <a:pt x="870" y="1706"/>
                </a:cubicBezTo>
                <a:cubicBezTo>
                  <a:pt x="868" y="1696"/>
                  <a:pt x="866" y="1687"/>
                  <a:pt x="863" y="1678"/>
                </a:cubicBezTo>
                <a:cubicBezTo>
                  <a:pt x="916" y="1633"/>
                  <a:pt x="952" y="1575"/>
                  <a:pt x="970" y="1511"/>
                </a:cubicBezTo>
                <a:cubicBezTo>
                  <a:pt x="983" y="1464"/>
                  <a:pt x="1013" y="1424"/>
                  <a:pt x="1058" y="1398"/>
                </a:cubicBezTo>
                <a:cubicBezTo>
                  <a:pt x="1103" y="1373"/>
                  <a:pt x="1155" y="1368"/>
                  <a:pt x="1201" y="1381"/>
                </a:cubicBezTo>
                <a:cubicBezTo>
                  <a:pt x="1284" y="1404"/>
                  <a:pt x="1376" y="1395"/>
                  <a:pt x="1457" y="1349"/>
                </a:cubicBezTo>
                <a:cubicBezTo>
                  <a:pt x="1538" y="1303"/>
                  <a:pt x="1592" y="1229"/>
                  <a:pt x="1615" y="1146"/>
                </a:cubicBezTo>
                <a:cubicBezTo>
                  <a:pt x="1628" y="1099"/>
                  <a:pt x="1658" y="1058"/>
                  <a:pt x="1703" y="1032"/>
                </a:cubicBezTo>
                <a:cubicBezTo>
                  <a:pt x="1749" y="1007"/>
                  <a:pt x="1800" y="1002"/>
                  <a:pt x="1846" y="1015"/>
                </a:cubicBezTo>
                <a:cubicBezTo>
                  <a:pt x="1929" y="1038"/>
                  <a:pt x="2021" y="1029"/>
                  <a:pt x="2102" y="983"/>
                </a:cubicBezTo>
                <a:cubicBezTo>
                  <a:pt x="2103" y="985"/>
                  <a:pt x="2105" y="986"/>
                  <a:pt x="2106" y="988"/>
                </a:cubicBezTo>
                <a:cubicBezTo>
                  <a:pt x="2205" y="1073"/>
                  <a:pt x="2334" y="1125"/>
                  <a:pt x="2475" y="1125"/>
                </a:cubicBezTo>
                <a:cubicBezTo>
                  <a:pt x="2786" y="1125"/>
                  <a:pt x="3038" y="873"/>
                  <a:pt x="3038" y="562"/>
                </a:cubicBezTo>
                <a:cubicBezTo>
                  <a:pt x="3038" y="251"/>
                  <a:pt x="2786" y="0"/>
                  <a:pt x="2475" y="0"/>
                </a:cubicBezTo>
                <a:close/>
                <a:moveTo>
                  <a:pt x="1895" y="2356"/>
                </a:moveTo>
                <a:cubicBezTo>
                  <a:pt x="2006" y="2356"/>
                  <a:pt x="2096" y="2445"/>
                  <a:pt x="2096" y="2556"/>
                </a:cubicBezTo>
                <a:cubicBezTo>
                  <a:pt x="2096" y="2667"/>
                  <a:pt x="2006" y="2757"/>
                  <a:pt x="1895" y="2757"/>
                </a:cubicBezTo>
                <a:cubicBezTo>
                  <a:pt x="1785" y="2757"/>
                  <a:pt x="1695" y="2667"/>
                  <a:pt x="1695" y="2556"/>
                </a:cubicBezTo>
                <a:cubicBezTo>
                  <a:pt x="1695" y="2445"/>
                  <a:pt x="1785" y="2356"/>
                  <a:pt x="1895" y="2356"/>
                </a:cubicBezTo>
                <a:close/>
                <a:moveTo>
                  <a:pt x="441" y="2087"/>
                </a:moveTo>
                <a:cubicBezTo>
                  <a:pt x="286" y="2087"/>
                  <a:pt x="160" y="1961"/>
                  <a:pt x="160" y="1806"/>
                </a:cubicBezTo>
                <a:cubicBezTo>
                  <a:pt x="160" y="1651"/>
                  <a:pt x="286" y="1526"/>
                  <a:pt x="441" y="1526"/>
                </a:cubicBezTo>
                <a:cubicBezTo>
                  <a:pt x="505" y="1526"/>
                  <a:pt x="565" y="1547"/>
                  <a:pt x="612" y="1584"/>
                </a:cubicBezTo>
                <a:cubicBezTo>
                  <a:pt x="619" y="1589"/>
                  <a:pt x="625" y="1595"/>
                  <a:pt x="632" y="1600"/>
                </a:cubicBezTo>
                <a:cubicBezTo>
                  <a:pt x="656" y="1623"/>
                  <a:pt x="676" y="1650"/>
                  <a:pt x="691" y="1679"/>
                </a:cubicBezTo>
                <a:cubicBezTo>
                  <a:pt x="703" y="1703"/>
                  <a:pt x="712" y="1728"/>
                  <a:pt x="717" y="1754"/>
                </a:cubicBezTo>
                <a:cubicBezTo>
                  <a:pt x="720" y="1771"/>
                  <a:pt x="722" y="1788"/>
                  <a:pt x="722" y="1806"/>
                </a:cubicBezTo>
                <a:cubicBezTo>
                  <a:pt x="722" y="1856"/>
                  <a:pt x="709" y="1902"/>
                  <a:pt x="686" y="1942"/>
                </a:cubicBezTo>
                <a:cubicBezTo>
                  <a:pt x="683" y="1947"/>
                  <a:pt x="680" y="1951"/>
                  <a:pt x="678" y="1956"/>
                </a:cubicBezTo>
                <a:cubicBezTo>
                  <a:pt x="677" y="1957"/>
                  <a:pt x="677" y="1958"/>
                  <a:pt x="676" y="1959"/>
                </a:cubicBezTo>
                <a:cubicBezTo>
                  <a:pt x="626" y="2036"/>
                  <a:pt x="539" y="2087"/>
                  <a:pt x="441" y="2087"/>
                </a:cubicBezTo>
                <a:close/>
                <a:moveTo>
                  <a:pt x="2475" y="970"/>
                </a:moveTo>
                <a:cubicBezTo>
                  <a:pt x="2250" y="970"/>
                  <a:pt x="2067" y="787"/>
                  <a:pt x="2067" y="562"/>
                </a:cubicBezTo>
                <a:cubicBezTo>
                  <a:pt x="2067" y="337"/>
                  <a:pt x="2250" y="155"/>
                  <a:pt x="2475" y="155"/>
                </a:cubicBezTo>
                <a:cubicBezTo>
                  <a:pt x="2700" y="155"/>
                  <a:pt x="2882" y="337"/>
                  <a:pt x="2882" y="562"/>
                </a:cubicBezTo>
                <a:cubicBezTo>
                  <a:pt x="2882" y="787"/>
                  <a:pt x="2700" y="970"/>
                  <a:pt x="2475" y="970"/>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55" name="Freeform 24">
            <a:extLst>
              <a:ext uri="{FF2B5EF4-FFF2-40B4-BE49-F238E27FC236}">
                <a16:creationId xmlns:a16="http://schemas.microsoft.com/office/drawing/2014/main" id="{5B1B42F0-141F-7843-8BA3-16BE70C73281}"/>
              </a:ext>
            </a:extLst>
          </p:cNvPr>
          <p:cNvSpPr>
            <a:spLocks noChangeAspect="1" noChangeArrowheads="1"/>
          </p:cNvSpPr>
          <p:nvPr/>
        </p:nvSpPr>
        <p:spPr bwMode="auto">
          <a:xfrm>
            <a:off x="10140887" y="2418342"/>
            <a:ext cx="493423" cy="435825"/>
          </a:xfrm>
          <a:custGeom>
            <a:avLst/>
            <a:gdLst>
              <a:gd name="T0" fmla="*/ 249678 w 3033"/>
              <a:gd name="T1" fmla="*/ 208569 h 2684"/>
              <a:gd name="T2" fmla="*/ 202210 w 3033"/>
              <a:gd name="T3" fmla="*/ 256185 h 2684"/>
              <a:gd name="T4" fmla="*/ 154741 w 3033"/>
              <a:gd name="T5" fmla="*/ 208569 h 2684"/>
              <a:gd name="T6" fmla="*/ 137444 w 3033"/>
              <a:gd name="T7" fmla="*/ 208569 h 2684"/>
              <a:gd name="T8" fmla="*/ 266976 w 3033"/>
              <a:gd name="T9" fmla="*/ 208569 h 2684"/>
              <a:gd name="T10" fmla="*/ 406565 w 3033"/>
              <a:gd name="T11" fmla="*/ 186841 h 2684"/>
              <a:gd name="T12" fmla="*/ 203417 w 3033"/>
              <a:gd name="T13" fmla="*/ 0 h 2684"/>
              <a:gd name="T14" fmla="*/ 0 w 3033"/>
              <a:gd name="T15" fmla="*/ 186841 h 2684"/>
              <a:gd name="T16" fmla="*/ 30171 w 3033"/>
              <a:gd name="T17" fmla="*/ 223055 h 2684"/>
              <a:gd name="T18" fmla="*/ 30573 w 3033"/>
              <a:gd name="T19" fmla="*/ 223055 h 2684"/>
              <a:gd name="T20" fmla="*/ 44518 w 3033"/>
              <a:gd name="T21" fmla="*/ 212996 h 2684"/>
              <a:gd name="T22" fmla="*/ 44250 w 3033"/>
              <a:gd name="T23" fmla="*/ 210984 h 2684"/>
              <a:gd name="T24" fmla="*/ 203417 w 3033"/>
              <a:gd name="T25" fmla="*/ 17303 h 2684"/>
              <a:gd name="T26" fmla="*/ 266574 w 3033"/>
              <a:gd name="T27" fmla="*/ 328614 h 2684"/>
              <a:gd name="T28" fmla="*/ 238951 w 3033"/>
              <a:gd name="T29" fmla="*/ 342563 h 2684"/>
              <a:gd name="T30" fmla="*/ 273412 w 3033"/>
              <a:gd name="T31" fmla="*/ 344575 h 2684"/>
              <a:gd name="T32" fmla="*/ 406565 w 3033"/>
              <a:gd name="T33" fmla="*/ 186841 h 2684"/>
              <a:gd name="T34" fmla="*/ 24002 w 3033"/>
              <a:gd name="T35" fmla="*/ 172355 h 2684"/>
              <a:gd name="T36" fmla="*/ 25343 w 3033"/>
              <a:gd name="T37" fmla="*/ 202668 h 2684"/>
              <a:gd name="T38" fmla="*/ 33523 w 3033"/>
              <a:gd name="T39" fmla="*/ 204680 h 2684"/>
              <a:gd name="T40" fmla="*/ 33523 w 3033"/>
              <a:gd name="T41" fmla="*/ 204680 h 2684"/>
              <a:gd name="T42" fmla="*/ 382697 w 3033"/>
              <a:gd name="T43" fmla="*/ 179463 h 2684"/>
              <a:gd name="T44" fmla="*/ 389267 w 3033"/>
              <a:gd name="T45" fmla="*/ 186841 h 2684"/>
              <a:gd name="T46" fmla="*/ 341665 w 3033"/>
              <a:gd name="T47" fmla="*/ 179463 h 2684"/>
              <a:gd name="T48" fmla="*/ 64900 w 3033"/>
              <a:gd name="T49" fmla="*/ 179463 h 2684"/>
              <a:gd name="T50" fmla="*/ 341665 w 3033"/>
              <a:gd name="T51" fmla="*/ 179463 h 2684"/>
              <a:gd name="T52" fmla="*/ 82198 w 3033"/>
              <a:gd name="T53" fmla="*/ 179463 h 2684"/>
              <a:gd name="T54" fmla="*/ 324367 w 3033"/>
              <a:gd name="T55" fmla="*/ 179463 h 2684"/>
              <a:gd name="T56" fmla="*/ 131007 w 3033"/>
              <a:gd name="T57" fmla="*/ 151431 h 2684"/>
              <a:gd name="T58" fmla="*/ 146025 w 3033"/>
              <a:gd name="T59" fmla="*/ 160015 h 2684"/>
              <a:gd name="T60" fmla="*/ 161044 w 3033"/>
              <a:gd name="T61" fmla="*/ 151431 h 2684"/>
              <a:gd name="T62" fmla="*/ 161044 w 3033"/>
              <a:gd name="T63" fmla="*/ 134128 h 2684"/>
              <a:gd name="T64" fmla="*/ 146025 w 3033"/>
              <a:gd name="T65" fmla="*/ 125544 h 2684"/>
              <a:gd name="T66" fmla="*/ 131007 w 3033"/>
              <a:gd name="T67" fmla="*/ 134128 h 2684"/>
              <a:gd name="T68" fmla="*/ 131007 w 3033"/>
              <a:gd name="T69" fmla="*/ 151431 h 2684"/>
              <a:gd name="T70" fmla="*/ 241230 w 3033"/>
              <a:gd name="T71" fmla="*/ 151431 h 2684"/>
              <a:gd name="T72" fmla="*/ 256249 w 3033"/>
              <a:gd name="T73" fmla="*/ 160015 h 2684"/>
              <a:gd name="T74" fmla="*/ 271267 w 3033"/>
              <a:gd name="T75" fmla="*/ 151431 h 2684"/>
              <a:gd name="T76" fmla="*/ 271267 w 3033"/>
              <a:gd name="T77" fmla="*/ 134128 h 2684"/>
              <a:gd name="T78" fmla="*/ 256249 w 3033"/>
              <a:gd name="T79" fmla="*/ 125544 h 2684"/>
              <a:gd name="T80" fmla="*/ 241230 w 3033"/>
              <a:gd name="T81" fmla="*/ 134128 h 268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033" h="2684">
                <a:moveTo>
                  <a:pt x="1927" y="1490"/>
                </a:moveTo>
                <a:cubicBezTo>
                  <a:pt x="1891" y="1490"/>
                  <a:pt x="1862" y="1519"/>
                  <a:pt x="1862" y="1555"/>
                </a:cubicBezTo>
                <a:cubicBezTo>
                  <a:pt x="1862" y="1751"/>
                  <a:pt x="1703" y="1910"/>
                  <a:pt x="1508" y="1910"/>
                </a:cubicBezTo>
                <a:cubicBezTo>
                  <a:pt x="1313" y="1910"/>
                  <a:pt x="1154" y="1751"/>
                  <a:pt x="1154" y="1556"/>
                </a:cubicBezTo>
                <a:lnTo>
                  <a:pt x="1154" y="1555"/>
                </a:lnTo>
                <a:cubicBezTo>
                  <a:pt x="1154" y="1519"/>
                  <a:pt x="1124" y="1490"/>
                  <a:pt x="1089" y="1490"/>
                </a:cubicBezTo>
                <a:cubicBezTo>
                  <a:pt x="1053" y="1490"/>
                  <a:pt x="1025" y="1519"/>
                  <a:pt x="1025" y="1555"/>
                </a:cubicBezTo>
                <a:cubicBezTo>
                  <a:pt x="1025" y="1822"/>
                  <a:pt x="1241" y="2039"/>
                  <a:pt x="1509" y="2039"/>
                </a:cubicBezTo>
                <a:cubicBezTo>
                  <a:pt x="1775" y="2039"/>
                  <a:pt x="1991" y="1822"/>
                  <a:pt x="1991" y="1555"/>
                </a:cubicBezTo>
                <a:cubicBezTo>
                  <a:pt x="1991" y="1519"/>
                  <a:pt x="1963" y="1490"/>
                  <a:pt x="1927" y="1490"/>
                </a:cubicBezTo>
                <a:close/>
                <a:moveTo>
                  <a:pt x="3032" y="1393"/>
                </a:moveTo>
                <a:cubicBezTo>
                  <a:pt x="3032" y="1271"/>
                  <a:pt x="2951" y="1167"/>
                  <a:pt x="2839" y="1132"/>
                </a:cubicBezTo>
                <a:cubicBezTo>
                  <a:pt x="2740" y="491"/>
                  <a:pt x="2185" y="0"/>
                  <a:pt x="1517" y="0"/>
                </a:cubicBezTo>
                <a:cubicBezTo>
                  <a:pt x="847" y="0"/>
                  <a:pt x="292" y="491"/>
                  <a:pt x="194" y="1132"/>
                </a:cubicBezTo>
                <a:cubicBezTo>
                  <a:pt x="82" y="1167"/>
                  <a:pt x="0" y="1271"/>
                  <a:pt x="0" y="1393"/>
                </a:cubicBezTo>
                <a:cubicBezTo>
                  <a:pt x="0" y="1527"/>
                  <a:pt x="96" y="1639"/>
                  <a:pt x="223" y="1663"/>
                </a:cubicBezTo>
                <a:cubicBezTo>
                  <a:pt x="224" y="1663"/>
                  <a:pt x="225" y="1663"/>
                  <a:pt x="225" y="1663"/>
                </a:cubicBezTo>
                <a:cubicBezTo>
                  <a:pt x="226" y="1663"/>
                  <a:pt x="227" y="1663"/>
                  <a:pt x="228" y="1663"/>
                </a:cubicBezTo>
                <a:cubicBezTo>
                  <a:pt x="231" y="1664"/>
                  <a:pt x="234" y="1664"/>
                  <a:pt x="237" y="1664"/>
                </a:cubicBezTo>
                <a:cubicBezTo>
                  <a:pt x="298" y="1664"/>
                  <a:pt x="332" y="1635"/>
                  <a:pt x="332" y="1588"/>
                </a:cubicBezTo>
                <a:cubicBezTo>
                  <a:pt x="332" y="1584"/>
                  <a:pt x="332" y="1581"/>
                  <a:pt x="331" y="1577"/>
                </a:cubicBezTo>
                <a:cubicBezTo>
                  <a:pt x="331" y="1576"/>
                  <a:pt x="330" y="1574"/>
                  <a:pt x="330" y="1573"/>
                </a:cubicBezTo>
                <a:cubicBezTo>
                  <a:pt x="315" y="1496"/>
                  <a:pt x="307" y="1418"/>
                  <a:pt x="307" y="1338"/>
                </a:cubicBezTo>
                <a:cubicBezTo>
                  <a:pt x="307" y="670"/>
                  <a:pt x="849" y="129"/>
                  <a:pt x="1517" y="129"/>
                </a:cubicBezTo>
                <a:cubicBezTo>
                  <a:pt x="2184" y="129"/>
                  <a:pt x="2725" y="670"/>
                  <a:pt x="2725" y="1338"/>
                </a:cubicBezTo>
                <a:cubicBezTo>
                  <a:pt x="2725" y="1837"/>
                  <a:pt x="2421" y="2266"/>
                  <a:pt x="1988" y="2450"/>
                </a:cubicBezTo>
                <a:cubicBezTo>
                  <a:pt x="1966" y="2434"/>
                  <a:pt x="1940" y="2425"/>
                  <a:pt x="1911" y="2425"/>
                </a:cubicBezTo>
                <a:cubicBezTo>
                  <a:pt x="1840" y="2425"/>
                  <a:pt x="1782" y="2483"/>
                  <a:pt x="1782" y="2554"/>
                </a:cubicBezTo>
                <a:cubicBezTo>
                  <a:pt x="1782" y="2626"/>
                  <a:pt x="1840" y="2683"/>
                  <a:pt x="1911" y="2683"/>
                </a:cubicBezTo>
                <a:cubicBezTo>
                  <a:pt x="1977" y="2683"/>
                  <a:pt x="2031" y="2633"/>
                  <a:pt x="2039" y="2569"/>
                </a:cubicBezTo>
                <a:cubicBezTo>
                  <a:pt x="2421" y="2406"/>
                  <a:pt x="2713" y="2071"/>
                  <a:pt x="2815" y="1661"/>
                </a:cubicBezTo>
                <a:cubicBezTo>
                  <a:pt x="2939" y="1635"/>
                  <a:pt x="3032" y="1525"/>
                  <a:pt x="3032" y="1393"/>
                </a:cubicBezTo>
                <a:close/>
                <a:moveTo>
                  <a:pt x="129" y="1393"/>
                </a:moveTo>
                <a:cubicBezTo>
                  <a:pt x="129" y="1351"/>
                  <a:pt x="148" y="1312"/>
                  <a:pt x="179" y="1285"/>
                </a:cubicBezTo>
                <a:cubicBezTo>
                  <a:pt x="178" y="1302"/>
                  <a:pt x="178" y="1320"/>
                  <a:pt x="178" y="1338"/>
                </a:cubicBezTo>
                <a:cubicBezTo>
                  <a:pt x="178" y="1396"/>
                  <a:pt x="182" y="1454"/>
                  <a:pt x="189" y="1511"/>
                </a:cubicBezTo>
                <a:cubicBezTo>
                  <a:pt x="153" y="1484"/>
                  <a:pt x="129" y="1442"/>
                  <a:pt x="129" y="1393"/>
                </a:cubicBezTo>
                <a:close/>
                <a:moveTo>
                  <a:pt x="250" y="1526"/>
                </a:moveTo>
                <a:cubicBezTo>
                  <a:pt x="249" y="1526"/>
                  <a:pt x="248" y="1526"/>
                  <a:pt x="248" y="1527"/>
                </a:cubicBezTo>
                <a:cubicBezTo>
                  <a:pt x="248" y="1526"/>
                  <a:pt x="249" y="1526"/>
                  <a:pt x="250" y="1526"/>
                </a:cubicBezTo>
                <a:close/>
                <a:moveTo>
                  <a:pt x="2843" y="1511"/>
                </a:moveTo>
                <a:cubicBezTo>
                  <a:pt x="2851" y="1454"/>
                  <a:pt x="2854" y="1396"/>
                  <a:pt x="2854" y="1338"/>
                </a:cubicBezTo>
                <a:cubicBezTo>
                  <a:pt x="2854" y="1320"/>
                  <a:pt x="2854" y="1302"/>
                  <a:pt x="2853" y="1285"/>
                </a:cubicBezTo>
                <a:cubicBezTo>
                  <a:pt x="2884" y="1312"/>
                  <a:pt x="2903" y="1351"/>
                  <a:pt x="2903" y="1393"/>
                </a:cubicBezTo>
                <a:cubicBezTo>
                  <a:pt x="2903" y="1442"/>
                  <a:pt x="2880" y="1484"/>
                  <a:pt x="2843" y="1511"/>
                </a:cubicBezTo>
                <a:close/>
                <a:moveTo>
                  <a:pt x="2548" y="1338"/>
                </a:moveTo>
                <a:cubicBezTo>
                  <a:pt x="2548" y="768"/>
                  <a:pt x="2086" y="306"/>
                  <a:pt x="1517" y="306"/>
                </a:cubicBezTo>
                <a:cubicBezTo>
                  <a:pt x="947" y="306"/>
                  <a:pt x="484" y="768"/>
                  <a:pt x="484" y="1338"/>
                </a:cubicBezTo>
                <a:cubicBezTo>
                  <a:pt x="484" y="1907"/>
                  <a:pt x="947" y="2368"/>
                  <a:pt x="1517" y="2368"/>
                </a:cubicBezTo>
                <a:cubicBezTo>
                  <a:pt x="2086" y="2368"/>
                  <a:pt x="2548" y="1907"/>
                  <a:pt x="2548" y="1338"/>
                </a:cubicBezTo>
                <a:close/>
                <a:moveTo>
                  <a:pt x="1517" y="2240"/>
                </a:moveTo>
                <a:cubicBezTo>
                  <a:pt x="1018" y="2240"/>
                  <a:pt x="613" y="1836"/>
                  <a:pt x="613" y="1338"/>
                </a:cubicBezTo>
                <a:cubicBezTo>
                  <a:pt x="613" y="839"/>
                  <a:pt x="1018" y="435"/>
                  <a:pt x="1517" y="435"/>
                </a:cubicBezTo>
                <a:cubicBezTo>
                  <a:pt x="2015" y="435"/>
                  <a:pt x="2419" y="839"/>
                  <a:pt x="2419" y="1338"/>
                </a:cubicBezTo>
                <a:cubicBezTo>
                  <a:pt x="2419" y="1836"/>
                  <a:pt x="2014" y="2240"/>
                  <a:pt x="1517" y="2240"/>
                </a:cubicBezTo>
                <a:close/>
                <a:moveTo>
                  <a:pt x="977" y="1129"/>
                </a:moveTo>
                <a:cubicBezTo>
                  <a:pt x="988" y="1150"/>
                  <a:pt x="1004" y="1164"/>
                  <a:pt x="1025" y="1176"/>
                </a:cubicBezTo>
                <a:cubicBezTo>
                  <a:pt x="1045" y="1188"/>
                  <a:pt x="1065" y="1193"/>
                  <a:pt x="1089" y="1193"/>
                </a:cubicBezTo>
                <a:cubicBezTo>
                  <a:pt x="1113" y="1193"/>
                  <a:pt x="1133" y="1188"/>
                  <a:pt x="1154" y="1176"/>
                </a:cubicBezTo>
                <a:cubicBezTo>
                  <a:pt x="1174" y="1164"/>
                  <a:pt x="1189" y="1150"/>
                  <a:pt x="1201" y="1129"/>
                </a:cubicBezTo>
                <a:cubicBezTo>
                  <a:pt x="1213" y="1108"/>
                  <a:pt x="1218" y="1088"/>
                  <a:pt x="1218" y="1065"/>
                </a:cubicBezTo>
                <a:cubicBezTo>
                  <a:pt x="1218" y="1041"/>
                  <a:pt x="1213" y="1021"/>
                  <a:pt x="1201" y="1000"/>
                </a:cubicBezTo>
                <a:cubicBezTo>
                  <a:pt x="1189" y="979"/>
                  <a:pt x="1174" y="965"/>
                  <a:pt x="1154" y="953"/>
                </a:cubicBezTo>
                <a:cubicBezTo>
                  <a:pt x="1133" y="941"/>
                  <a:pt x="1113" y="936"/>
                  <a:pt x="1089" y="936"/>
                </a:cubicBezTo>
                <a:cubicBezTo>
                  <a:pt x="1065" y="936"/>
                  <a:pt x="1045" y="941"/>
                  <a:pt x="1025" y="953"/>
                </a:cubicBezTo>
                <a:cubicBezTo>
                  <a:pt x="1004" y="965"/>
                  <a:pt x="988" y="979"/>
                  <a:pt x="977" y="1000"/>
                </a:cubicBezTo>
                <a:cubicBezTo>
                  <a:pt x="965" y="1021"/>
                  <a:pt x="960" y="1041"/>
                  <a:pt x="960" y="1065"/>
                </a:cubicBezTo>
                <a:cubicBezTo>
                  <a:pt x="960" y="1088"/>
                  <a:pt x="965" y="1108"/>
                  <a:pt x="977" y="1129"/>
                </a:cubicBezTo>
                <a:close/>
                <a:moveTo>
                  <a:pt x="1782" y="1065"/>
                </a:moveTo>
                <a:cubicBezTo>
                  <a:pt x="1782" y="1088"/>
                  <a:pt x="1787" y="1108"/>
                  <a:pt x="1799" y="1129"/>
                </a:cubicBezTo>
                <a:cubicBezTo>
                  <a:pt x="1811" y="1150"/>
                  <a:pt x="1826" y="1164"/>
                  <a:pt x="1846" y="1176"/>
                </a:cubicBezTo>
                <a:cubicBezTo>
                  <a:pt x="1867" y="1188"/>
                  <a:pt x="1887" y="1193"/>
                  <a:pt x="1911" y="1193"/>
                </a:cubicBezTo>
                <a:cubicBezTo>
                  <a:pt x="1935" y="1193"/>
                  <a:pt x="1955" y="1188"/>
                  <a:pt x="1975" y="1176"/>
                </a:cubicBezTo>
                <a:cubicBezTo>
                  <a:pt x="1996" y="1164"/>
                  <a:pt x="2012" y="1150"/>
                  <a:pt x="2023" y="1129"/>
                </a:cubicBezTo>
                <a:cubicBezTo>
                  <a:pt x="2035" y="1108"/>
                  <a:pt x="2040" y="1088"/>
                  <a:pt x="2040" y="1065"/>
                </a:cubicBezTo>
                <a:cubicBezTo>
                  <a:pt x="2040" y="1041"/>
                  <a:pt x="2035" y="1021"/>
                  <a:pt x="2023" y="1000"/>
                </a:cubicBezTo>
                <a:cubicBezTo>
                  <a:pt x="2012" y="979"/>
                  <a:pt x="1996" y="965"/>
                  <a:pt x="1975" y="953"/>
                </a:cubicBezTo>
                <a:cubicBezTo>
                  <a:pt x="1955" y="941"/>
                  <a:pt x="1935" y="936"/>
                  <a:pt x="1911" y="936"/>
                </a:cubicBezTo>
                <a:cubicBezTo>
                  <a:pt x="1887" y="936"/>
                  <a:pt x="1867" y="941"/>
                  <a:pt x="1846" y="953"/>
                </a:cubicBezTo>
                <a:cubicBezTo>
                  <a:pt x="1826" y="965"/>
                  <a:pt x="1811" y="979"/>
                  <a:pt x="1799" y="1000"/>
                </a:cubicBezTo>
                <a:cubicBezTo>
                  <a:pt x="1787" y="1021"/>
                  <a:pt x="1782" y="1041"/>
                  <a:pt x="1782" y="1065"/>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56" name="Freeform 26">
            <a:extLst>
              <a:ext uri="{FF2B5EF4-FFF2-40B4-BE49-F238E27FC236}">
                <a16:creationId xmlns:a16="http://schemas.microsoft.com/office/drawing/2014/main" id="{592802B8-DD58-F34F-8E53-782B79EA1988}"/>
              </a:ext>
            </a:extLst>
          </p:cNvPr>
          <p:cNvSpPr>
            <a:spLocks noChangeAspect="1" noChangeArrowheads="1"/>
          </p:cNvSpPr>
          <p:nvPr/>
        </p:nvSpPr>
        <p:spPr bwMode="auto">
          <a:xfrm>
            <a:off x="5797997" y="1537091"/>
            <a:ext cx="451184" cy="435824"/>
          </a:xfrm>
          <a:custGeom>
            <a:avLst/>
            <a:gdLst>
              <a:gd name="T0" fmla="*/ 196448 w 3097"/>
              <a:gd name="T1" fmla="*/ 8707 h 2977"/>
              <a:gd name="T2" fmla="*/ 165137 w 3097"/>
              <a:gd name="T3" fmla="*/ 353107 h 2977"/>
              <a:gd name="T4" fmla="*/ 338616 w 3097"/>
              <a:gd name="T5" fmla="*/ 250440 h 2977"/>
              <a:gd name="T6" fmla="*/ 320724 w 3097"/>
              <a:gd name="T7" fmla="*/ 244998 h 2977"/>
              <a:gd name="T8" fmla="*/ 320724 w 3097"/>
              <a:gd name="T9" fmla="*/ 244998 h 2977"/>
              <a:gd name="T10" fmla="*/ 180853 w 3097"/>
              <a:gd name="T11" fmla="*/ 334847 h 2977"/>
              <a:gd name="T12" fmla="*/ 180853 w 3097"/>
              <a:gd name="T13" fmla="*/ 26967 h 2977"/>
              <a:gd name="T14" fmla="*/ 301140 w 3097"/>
              <a:gd name="T15" fmla="*/ 145717 h 2977"/>
              <a:gd name="T16" fmla="*/ 339342 w 3097"/>
              <a:gd name="T17" fmla="*/ 173893 h 2977"/>
              <a:gd name="T18" fmla="*/ 351793 w 3097"/>
              <a:gd name="T19" fmla="*/ 171112 h 2977"/>
              <a:gd name="T20" fmla="*/ 374279 w 3097"/>
              <a:gd name="T21" fmla="*/ 129271 h 2977"/>
              <a:gd name="T22" fmla="*/ 244200 w 3097"/>
              <a:gd name="T23" fmla="*/ 107262 h 2977"/>
              <a:gd name="T24" fmla="*/ 230660 w 3097"/>
              <a:gd name="T25" fmla="*/ 107262 h 2977"/>
              <a:gd name="T26" fmla="*/ 186172 w 3097"/>
              <a:gd name="T27" fmla="*/ 151884 h 2977"/>
              <a:gd name="T28" fmla="*/ 141684 w 3097"/>
              <a:gd name="T29" fmla="*/ 107262 h 2977"/>
              <a:gd name="T30" fmla="*/ 141564 w 3097"/>
              <a:gd name="T31" fmla="*/ 107262 h 2977"/>
              <a:gd name="T32" fmla="*/ 128749 w 3097"/>
              <a:gd name="T33" fmla="*/ 107262 h 2977"/>
              <a:gd name="T34" fmla="*/ 128628 w 3097"/>
              <a:gd name="T35" fmla="*/ 120806 h 2977"/>
              <a:gd name="T36" fmla="*/ 139388 w 3097"/>
              <a:gd name="T37" fmla="*/ 154908 h 2977"/>
              <a:gd name="T38" fmla="*/ 139388 w 3097"/>
              <a:gd name="T39" fmla="*/ 173651 h 2977"/>
              <a:gd name="T40" fmla="*/ 176864 w 3097"/>
              <a:gd name="T41" fmla="*/ 173772 h 2977"/>
              <a:gd name="T42" fmla="*/ 139388 w 3097"/>
              <a:gd name="T43" fmla="*/ 201706 h 2977"/>
              <a:gd name="T44" fmla="*/ 139388 w 3097"/>
              <a:gd name="T45" fmla="*/ 220450 h 2977"/>
              <a:gd name="T46" fmla="*/ 176864 w 3097"/>
              <a:gd name="T47" fmla="*/ 276681 h 2977"/>
              <a:gd name="T48" fmla="*/ 195481 w 3097"/>
              <a:gd name="T49" fmla="*/ 276681 h 2977"/>
              <a:gd name="T50" fmla="*/ 232836 w 3097"/>
              <a:gd name="T51" fmla="*/ 220450 h 2977"/>
              <a:gd name="T52" fmla="*/ 232836 w 3097"/>
              <a:gd name="T53" fmla="*/ 201706 h 2977"/>
              <a:gd name="T54" fmla="*/ 195481 w 3097"/>
              <a:gd name="T55" fmla="*/ 173772 h 2977"/>
              <a:gd name="T56" fmla="*/ 232836 w 3097"/>
              <a:gd name="T57" fmla="*/ 173651 h 2977"/>
              <a:gd name="T58" fmla="*/ 232836 w 3097"/>
              <a:gd name="T59" fmla="*/ 154908 h 2977"/>
              <a:gd name="T60" fmla="*/ 244200 w 3097"/>
              <a:gd name="T61" fmla="*/ 120322 h 2977"/>
              <a:gd name="T62" fmla="*/ 246739 w 3097"/>
              <a:gd name="T63" fmla="*/ 113792 h 297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097" h="2977">
                <a:moveTo>
                  <a:pt x="2875" y="1119"/>
                </a:moveTo>
                <a:cubicBezTo>
                  <a:pt x="2722" y="560"/>
                  <a:pt x="2236" y="128"/>
                  <a:pt x="1625" y="72"/>
                </a:cubicBezTo>
                <a:cubicBezTo>
                  <a:pt x="840" y="0"/>
                  <a:pt x="144" y="580"/>
                  <a:pt x="72" y="1366"/>
                </a:cubicBezTo>
                <a:cubicBezTo>
                  <a:pt x="0" y="2152"/>
                  <a:pt x="579" y="2848"/>
                  <a:pt x="1366" y="2920"/>
                </a:cubicBezTo>
                <a:cubicBezTo>
                  <a:pt x="1981" y="2976"/>
                  <a:pt x="2542" y="2633"/>
                  <a:pt x="2790" y="2103"/>
                </a:cubicBezTo>
                <a:cubicBezTo>
                  <a:pt x="2796" y="2094"/>
                  <a:pt x="2799" y="2083"/>
                  <a:pt x="2801" y="2071"/>
                </a:cubicBezTo>
                <a:cubicBezTo>
                  <a:pt x="2805" y="2027"/>
                  <a:pt x="2773" y="1989"/>
                  <a:pt x="2729" y="1985"/>
                </a:cubicBezTo>
                <a:cubicBezTo>
                  <a:pt x="2697" y="1982"/>
                  <a:pt x="2668" y="1999"/>
                  <a:pt x="2653" y="2026"/>
                </a:cubicBezTo>
                <a:cubicBezTo>
                  <a:pt x="2652" y="2029"/>
                  <a:pt x="2650" y="2031"/>
                  <a:pt x="2649" y="2034"/>
                </a:cubicBezTo>
                <a:cubicBezTo>
                  <a:pt x="2446" y="2468"/>
                  <a:pt x="2005" y="2769"/>
                  <a:pt x="1496" y="2769"/>
                </a:cubicBezTo>
                <a:cubicBezTo>
                  <a:pt x="793" y="2769"/>
                  <a:pt x="223" y="2199"/>
                  <a:pt x="223" y="1497"/>
                </a:cubicBezTo>
                <a:cubicBezTo>
                  <a:pt x="223" y="793"/>
                  <a:pt x="793" y="223"/>
                  <a:pt x="1496" y="223"/>
                </a:cubicBezTo>
                <a:cubicBezTo>
                  <a:pt x="2079" y="223"/>
                  <a:pt x="2571" y="617"/>
                  <a:pt x="2721" y="1153"/>
                </a:cubicBezTo>
                <a:lnTo>
                  <a:pt x="2491" y="1205"/>
                </a:lnTo>
                <a:lnTo>
                  <a:pt x="2804" y="1435"/>
                </a:lnTo>
                <a:cubicBezTo>
                  <a:pt x="2805" y="1436"/>
                  <a:pt x="2806" y="1437"/>
                  <a:pt x="2807" y="1438"/>
                </a:cubicBezTo>
                <a:cubicBezTo>
                  <a:pt x="2823" y="1449"/>
                  <a:pt x="2844" y="1454"/>
                  <a:pt x="2864" y="1449"/>
                </a:cubicBezTo>
                <a:cubicBezTo>
                  <a:pt x="2884" y="1445"/>
                  <a:pt x="2901" y="1432"/>
                  <a:pt x="2910" y="1415"/>
                </a:cubicBezTo>
                <a:lnTo>
                  <a:pt x="2913" y="1411"/>
                </a:lnTo>
                <a:lnTo>
                  <a:pt x="3096" y="1069"/>
                </a:lnTo>
                <a:lnTo>
                  <a:pt x="2875" y="1119"/>
                </a:lnTo>
                <a:close/>
                <a:moveTo>
                  <a:pt x="2020" y="887"/>
                </a:moveTo>
                <a:cubicBezTo>
                  <a:pt x="2006" y="872"/>
                  <a:pt x="1986" y="863"/>
                  <a:pt x="1964" y="863"/>
                </a:cubicBezTo>
                <a:cubicBezTo>
                  <a:pt x="1942" y="863"/>
                  <a:pt x="1922" y="872"/>
                  <a:pt x="1908" y="887"/>
                </a:cubicBezTo>
                <a:lnTo>
                  <a:pt x="1540" y="1256"/>
                </a:lnTo>
                <a:lnTo>
                  <a:pt x="1174" y="890"/>
                </a:lnTo>
                <a:lnTo>
                  <a:pt x="1172" y="887"/>
                </a:lnTo>
                <a:lnTo>
                  <a:pt x="1171" y="887"/>
                </a:lnTo>
                <a:cubicBezTo>
                  <a:pt x="1157" y="874"/>
                  <a:pt x="1138" y="866"/>
                  <a:pt x="1118" y="866"/>
                </a:cubicBezTo>
                <a:cubicBezTo>
                  <a:pt x="1097" y="866"/>
                  <a:pt x="1079" y="874"/>
                  <a:pt x="1065" y="887"/>
                </a:cubicBezTo>
                <a:cubicBezTo>
                  <a:pt x="1050" y="901"/>
                  <a:pt x="1041" y="921"/>
                  <a:pt x="1041" y="943"/>
                </a:cubicBezTo>
                <a:cubicBezTo>
                  <a:pt x="1041" y="965"/>
                  <a:pt x="1050" y="985"/>
                  <a:pt x="1064" y="999"/>
                </a:cubicBezTo>
                <a:lnTo>
                  <a:pt x="1346" y="1281"/>
                </a:lnTo>
                <a:lnTo>
                  <a:pt x="1153" y="1281"/>
                </a:lnTo>
                <a:cubicBezTo>
                  <a:pt x="1110" y="1281"/>
                  <a:pt x="1075" y="1316"/>
                  <a:pt x="1075" y="1359"/>
                </a:cubicBezTo>
                <a:cubicBezTo>
                  <a:pt x="1075" y="1402"/>
                  <a:pt x="1110" y="1436"/>
                  <a:pt x="1153" y="1436"/>
                </a:cubicBezTo>
                <a:lnTo>
                  <a:pt x="1463" y="1436"/>
                </a:lnTo>
                <a:cubicBezTo>
                  <a:pt x="1463" y="1436"/>
                  <a:pt x="1463" y="1436"/>
                  <a:pt x="1463" y="1437"/>
                </a:cubicBezTo>
                <a:lnTo>
                  <a:pt x="1463" y="1668"/>
                </a:lnTo>
                <a:lnTo>
                  <a:pt x="1153" y="1668"/>
                </a:lnTo>
                <a:cubicBezTo>
                  <a:pt x="1110" y="1668"/>
                  <a:pt x="1075" y="1703"/>
                  <a:pt x="1075" y="1745"/>
                </a:cubicBezTo>
                <a:cubicBezTo>
                  <a:pt x="1075" y="1788"/>
                  <a:pt x="1110" y="1823"/>
                  <a:pt x="1153" y="1823"/>
                </a:cubicBezTo>
                <a:lnTo>
                  <a:pt x="1463" y="1823"/>
                </a:lnTo>
                <a:lnTo>
                  <a:pt x="1463" y="2288"/>
                </a:lnTo>
                <a:cubicBezTo>
                  <a:pt x="1463" y="2330"/>
                  <a:pt x="1497" y="2365"/>
                  <a:pt x="1540" y="2365"/>
                </a:cubicBezTo>
                <a:cubicBezTo>
                  <a:pt x="1583" y="2365"/>
                  <a:pt x="1617" y="2330"/>
                  <a:pt x="1617" y="2288"/>
                </a:cubicBezTo>
                <a:lnTo>
                  <a:pt x="1617" y="1823"/>
                </a:lnTo>
                <a:lnTo>
                  <a:pt x="1926" y="1823"/>
                </a:lnTo>
                <a:cubicBezTo>
                  <a:pt x="1969" y="1823"/>
                  <a:pt x="2004" y="1788"/>
                  <a:pt x="2004" y="1745"/>
                </a:cubicBezTo>
                <a:cubicBezTo>
                  <a:pt x="2004" y="1703"/>
                  <a:pt x="1969" y="1668"/>
                  <a:pt x="1926" y="1668"/>
                </a:cubicBezTo>
                <a:lnTo>
                  <a:pt x="1617" y="1668"/>
                </a:lnTo>
                <a:lnTo>
                  <a:pt x="1617" y="1437"/>
                </a:lnTo>
                <a:cubicBezTo>
                  <a:pt x="1617" y="1436"/>
                  <a:pt x="1617" y="1436"/>
                  <a:pt x="1617" y="1436"/>
                </a:cubicBezTo>
                <a:lnTo>
                  <a:pt x="1926" y="1436"/>
                </a:lnTo>
                <a:cubicBezTo>
                  <a:pt x="1969" y="1436"/>
                  <a:pt x="2004" y="1402"/>
                  <a:pt x="2004" y="1359"/>
                </a:cubicBezTo>
                <a:cubicBezTo>
                  <a:pt x="2004" y="1316"/>
                  <a:pt x="1969" y="1281"/>
                  <a:pt x="1926" y="1281"/>
                </a:cubicBezTo>
                <a:lnTo>
                  <a:pt x="1733" y="1281"/>
                </a:lnTo>
                <a:lnTo>
                  <a:pt x="2020" y="995"/>
                </a:lnTo>
                <a:cubicBezTo>
                  <a:pt x="2033" y="981"/>
                  <a:pt x="2041" y="962"/>
                  <a:pt x="2041" y="941"/>
                </a:cubicBezTo>
                <a:cubicBezTo>
                  <a:pt x="2041" y="920"/>
                  <a:pt x="2033" y="901"/>
                  <a:pt x="2020" y="887"/>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57" name="Freeform 27">
            <a:extLst>
              <a:ext uri="{FF2B5EF4-FFF2-40B4-BE49-F238E27FC236}">
                <a16:creationId xmlns:a16="http://schemas.microsoft.com/office/drawing/2014/main" id="{F63662F8-864D-C245-9BB7-78E7455C91D5}"/>
              </a:ext>
            </a:extLst>
          </p:cNvPr>
          <p:cNvSpPr>
            <a:spLocks noChangeAspect="1" noChangeArrowheads="1"/>
          </p:cNvSpPr>
          <p:nvPr/>
        </p:nvSpPr>
        <p:spPr bwMode="auto">
          <a:xfrm>
            <a:off x="9215479" y="1537091"/>
            <a:ext cx="543340" cy="435824"/>
          </a:xfrm>
          <a:custGeom>
            <a:avLst/>
            <a:gdLst>
              <a:gd name="T0" fmla="*/ 122247 w 3038"/>
              <a:gd name="T1" fmla="*/ 289889 h 2439"/>
              <a:gd name="T2" fmla="*/ 120623 w 3038"/>
              <a:gd name="T3" fmla="*/ 290627 h 2439"/>
              <a:gd name="T4" fmla="*/ 120475 w 3038"/>
              <a:gd name="T5" fmla="*/ 290775 h 2439"/>
              <a:gd name="T6" fmla="*/ 120475 w 3038"/>
              <a:gd name="T7" fmla="*/ 290775 h 2439"/>
              <a:gd name="T8" fmla="*/ 0 w 3038"/>
              <a:gd name="T9" fmla="*/ 151439 h 2439"/>
              <a:gd name="T10" fmla="*/ 85780 w 3038"/>
              <a:gd name="T11" fmla="*/ 280590 h 2439"/>
              <a:gd name="T12" fmla="*/ 101430 w 3038"/>
              <a:gd name="T13" fmla="*/ 353653 h 2439"/>
              <a:gd name="T14" fmla="*/ 224120 w 3038"/>
              <a:gd name="T15" fmla="*/ 313948 h 2439"/>
              <a:gd name="T16" fmla="*/ 224120 w 3038"/>
              <a:gd name="T17" fmla="*/ 0 h 2439"/>
              <a:gd name="T18" fmla="*/ 224120 w 3038"/>
              <a:gd name="T19" fmla="*/ 289889 h 2439"/>
              <a:gd name="T20" fmla="*/ 148823 w 3038"/>
              <a:gd name="T21" fmla="*/ 304649 h 2439"/>
              <a:gd name="T22" fmla="*/ 107778 w 3038"/>
              <a:gd name="T23" fmla="*/ 291218 h 2439"/>
              <a:gd name="T24" fmla="*/ 109845 w 3038"/>
              <a:gd name="T25" fmla="*/ 265240 h 2439"/>
              <a:gd name="T26" fmla="*/ 23180 w 3038"/>
              <a:gd name="T27" fmla="*/ 154539 h 2439"/>
              <a:gd name="T28" fmla="*/ 424912 w 3038"/>
              <a:gd name="T29" fmla="*/ 155867 h 2439"/>
              <a:gd name="T30" fmla="*/ 138931 w 3038"/>
              <a:gd name="T31" fmla="*/ 115129 h 2439"/>
              <a:gd name="T32" fmla="*/ 172298 w 3038"/>
              <a:gd name="T33" fmla="*/ 129004 h 2439"/>
              <a:gd name="T34" fmla="*/ 224120 w 3038"/>
              <a:gd name="T35" fmla="*/ 107454 h 2439"/>
              <a:gd name="T36" fmla="*/ 275942 w 3038"/>
              <a:gd name="T37" fmla="*/ 129004 h 2439"/>
              <a:gd name="T38" fmla="*/ 312409 w 3038"/>
              <a:gd name="T39" fmla="*/ 107749 h 2439"/>
              <a:gd name="T40" fmla="*/ 294397 w 3038"/>
              <a:gd name="T41" fmla="*/ 100369 h 2439"/>
              <a:gd name="T42" fmla="*/ 275942 w 3038"/>
              <a:gd name="T43" fmla="*/ 108044 h 2439"/>
              <a:gd name="T44" fmla="*/ 224120 w 3038"/>
              <a:gd name="T45" fmla="*/ 86642 h 2439"/>
              <a:gd name="T46" fmla="*/ 172298 w 3038"/>
              <a:gd name="T47" fmla="*/ 108044 h 2439"/>
              <a:gd name="T48" fmla="*/ 153695 w 3038"/>
              <a:gd name="T49" fmla="*/ 100369 h 2439"/>
              <a:gd name="T50" fmla="*/ 135683 w 3038"/>
              <a:gd name="T51" fmla="*/ 107601 h 2439"/>
              <a:gd name="T52" fmla="*/ 249957 w 3038"/>
              <a:gd name="T53" fmla="*/ 185683 h 2439"/>
              <a:gd name="T54" fmla="*/ 198283 w 3038"/>
              <a:gd name="T55" fmla="*/ 164280 h 2439"/>
              <a:gd name="T56" fmla="*/ 146313 w 3038"/>
              <a:gd name="T57" fmla="*/ 185683 h 2439"/>
              <a:gd name="T58" fmla="*/ 120180 w 3038"/>
              <a:gd name="T59" fmla="*/ 174908 h 2439"/>
              <a:gd name="T60" fmla="*/ 112946 w 3038"/>
              <a:gd name="T61" fmla="*/ 192768 h 2439"/>
              <a:gd name="T62" fmla="*/ 146313 w 3038"/>
              <a:gd name="T63" fmla="*/ 206494 h 2439"/>
              <a:gd name="T64" fmla="*/ 198283 w 3038"/>
              <a:gd name="T65" fmla="*/ 185092 h 2439"/>
              <a:gd name="T66" fmla="*/ 249957 w 3038"/>
              <a:gd name="T67" fmla="*/ 206494 h 2439"/>
              <a:gd name="T68" fmla="*/ 283324 w 3038"/>
              <a:gd name="T69" fmla="*/ 192768 h 2439"/>
              <a:gd name="T70" fmla="*/ 320382 w 3038"/>
              <a:gd name="T71" fmla="*/ 192768 h 2439"/>
              <a:gd name="T72" fmla="*/ 327912 w 3038"/>
              <a:gd name="T73" fmla="*/ 195867 h 2439"/>
              <a:gd name="T74" fmla="*/ 334851 w 3038"/>
              <a:gd name="T75" fmla="*/ 177565 h 2439"/>
              <a:gd name="T76" fmla="*/ 268560 w 3038"/>
              <a:gd name="T77" fmla="*/ 178007 h 2439"/>
              <a:gd name="T78" fmla="*/ 249957 w 3038"/>
              <a:gd name="T79" fmla="*/ 185683 h 243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038" h="2439">
                <a:moveTo>
                  <a:pt x="828" y="1964"/>
                </a:moveTo>
                <a:lnTo>
                  <a:pt x="828" y="1964"/>
                </a:lnTo>
                <a:close/>
                <a:moveTo>
                  <a:pt x="816" y="1970"/>
                </a:moveTo>
                <a:cubicBezTo>
                  <a:pt x="816" y="1969"/>
                  <a:pt x="816" y="1969"/>
                  <a:pt x="817" y="1969"/>
                </a:cubicBezTo>
                <a:lnTo>
                  <a:pt x="816" y="1970"/>
                </a:lnTo>
                <a:close/>
                <a:moveTo>
                  <a:pt x="816" y="1970"/>
                </a:moveTo>
                <a:lnTo>
                  <a:pt x="816" y="1970"/>
                </a:lnTo>
                <a:close/>
                <a:moveTo>
                  <a:pt x="1518" y="0"/>
                </a:moveTo>
                <a:cubicBezTo>
                  <a:pt x="697" y="0"/>
                  <a:pt x="28" y="456"/>
                  <a:pt x="0" y="1026"/>
                </a:cubicBezTo>
                <a:lnTo>
                  <a:pt x="0" y="1102"/>
                </a:lnTo>
                <a:cubicBezTo>
                  <a:pt x="17" y="1426"/>
                  <a:pt x="239" y="1714"/>
                  <a:pt x="581" y="1901"/>
                </a:cubicBezTo>
                <a:cubicBezTo>
                  <a:pt x="563" y="2018"/>
                  <a:pt x="528" y="2257"/>
                  <a:pt x="521" y="2309"/>
                </a:cubicBezTo>
                <a:cubicBezTo>
                  <a:pt x="511" y="2378"/>
                  <a:pt x="598" y="2438"/>
                  <a:pt x="687" y="2396"/>
                </a:cubicBezTo>
                <a:cubicBezTo>
                  <a:pt x="777" y="2355"/>
                  <a:pt x="1295" y="2116"/>
                  <a:pt x="1295" y="2116"/>
                </a:cubicBezTo>
                <a:cubicBezTo>
                  <a:pt x="1368" y="2123"/>
                  <a:pt x="1442" y="2127"/>
                  <a:pt x="1518" y="2127"/>
                </a:cubicBezTo>
                <a:cubicBezTo>
                  <a:pt x="2356" y="2127"/>
                  <a:pt x="3037" y="1651"/>
                  <a:pt x="3037" y="1064"/>
                </a:cubicBezTo>
                <a:cubicBezTo>
                  <a:pt x="3037" y="476"/>
                  <a:pt x="2356" y="0"/>
                  <a:pt x="1518" y="0"/>
                </a:cubicBezTo>
                <a:close/>
                <a:moveTo>
                  <a:pt x="1579" y="1963"/>
                </a:moveTo>
                <a:cubicBezTo>
                  <a:pt x="1559" y="1964"/>
                  <a:pt x="1539" y="1964"/>
                  <a:pt x="1518" y="1964"/>
                </a:cubicBezTo>
                <a:cubicBezTo>
                  <a:pt x="1434" y="1964"/>
                  <a:pt x="1317" y="1973"/>
                  <a:pt x="1237" y="1964"/>
                </a:cubicBezTo>
                <a:lnTo>
                  <a:pt x="1008" y="2064"/>
                </a:lnTo>
                <a:lnTo>
                  <a:pt x="697" y="2205"/>
                </a:lnTo>
                <a:lnTo>
                  <a:pt x="730" y="1973"/>
                </a:lnTo>
                <a:lnTo>
                  <a:pt x="749" y="1811"/>
                </a:lnTo>
                <a:cubicBezTo>
                  <a:pt x="750" y="1807"/>
                  <a:pt x="751" y="1800"/>
                  <a:pt x="744" y="1797"/>
                </a:cubicBezTo>
                <a:cubicBezTo>
                  <a:pt x="736" y="1793"/>
                  <a:pt x="632" y="1742"/>
                  <a:pt x="582" y="1710"/>
                </a:cubicBezTo>
                <a:cubicBezTo>
                  <a:pt x="310" y="1542"/>
                  <a:pt x="157" y="1256"/>
                  <a:pt x="157" y="1047"/>
                </a:cubicBezTo>
                <a:cubicBezTo>
                  <a:pt x="157" y="645"/>
                  <a:pt x="685" y="155"/>
                  <a:pt x="1518" y="158"/>
                </a:cubicBezTo>
                <a:cubicBezTo>
                  <a:pt x="2278" y="161"/>
                  <a:pt x="2878" y="587"/>
                  <a:pt x="2878" y="1056"/>
                </a:cubicBezTo>
                <a:cubicBezTo>
                  <a:pt x="2878" y="1539"/>
                  <a:pt x="2311" y="1941"/>
                  <a:pt x="1579" y="1963"/>
                </a:cubicBezTo>
                <a:close/>
                <a:moveTo>
                  <a:pt x="941" y="780"/>
                </a:moveTo>
                <a:lnTo>
                  <a:pt x="941" y="780"/>
                </a:lnTo>
                <a:cubicBezTo>
                  <a:pt x="999" y="838"/>
                  <a:pt x="1079" y="874"/>
                  <a:pt x="1167" y="874"/>
                </a:cubicBezTo>
                <a:cubicBezTo>
                  <a:pt x="1255" y="874"/>
                  <a:pt x="1335" y="838"/>
                  <a:pt x="1393" y="780"/>
                </a:cubicBezTo>
                <a:cubicBezTo>
                  <a:pt x="1425" y="748"/>
                  <a:pt x="1469" y="728"/>
                  <a:pt x="1518" y="728"/>
                </a:cubicBezTo>
                <a:cubicBezTo>
                  <a:pt x="1566" y="728"/>
                  <a:pt x="1611" y="748"/>
                  <a:pt x="1643" y="780"/>
                </a:cubicBezTo>
                <a:cubicBezTo>
                  <a:pt x="1701" y="838"/>
                  <a:pt x="1781" y="874"/>
                  <a:pt x="1869" y="874"/>
                </a:cubicBezTo>
                <a:cubicBezTo>
                  <a:pt x="1956" y="874"/>
                  <a:pt x="2035" y="839"/>
                  <a:pt x="2092" y="783"/>
                </a:cubicBezTo>
                <a:cubicBezTo>
                  <a:pt x="2107" y="770"/>
                  <a:pt x="2116" y="751"/>
                  <a:pt x="2116" y="730"/>
                </a:cubicBezTo>
                <a:cubicBezTo>
                  <a:pt x="2116" y="691"/>
                  <a:pt x="2084" y="659"/>
                  <a:pt x="2045" y="659"/>
                </a:cubicBezTo>
                <a:cubicBezTo>
                  <a:pt x="2025" y="659"/>
                  <a:pt x="2007" y="667"/>
                  <a:pt x="1994" y="680"/>
                </a:cubicBezTo>
                <a:cubicBezTo>
                  <a:pt x="1962" y="712"/>
                  <a:pt x="1918" y="732"/>
                  <a:pt x="1869" y="732"/>
                </a:cubicBezTo>
                <a:cubicBezTo>
                  <a:pt x="1820" y="732"/>
                  <a:pt x="1775" y="712"/>
                  <a:pt x="1743" y="680"/>
                </a:cubicBezTo>
                <a:cubicBezTo>
                  <a:pt x="1685" y="622"/>
                  <a:pt x="1606" y="587"/>
                  <a:pt x="1518" y="587"/>
                </a:cubicBezTo>
                <a:cubicBezTo>
                  <a:pt x="1430" y="587"/>
                  <a:pt x="1350" y="622"/>
                  <a:pt x="1292" y="680"/>
                </a:cubicBezTo>
                <a:cubicBezTo>
                  <a:pt x="1260" y="712"/>
                  <a:pt x="1216" y="732"/>
                  <a:pt x="1167" y="732"/>
                </a:cubicBezTo>
                <a:cubicBezTo>
                  <a:pt x="1118" y="732"/>
                  <a:pt x="1073" y="712"/>
                  <a:pt x="1041" y="680"/>
                </a:cubicBezTo>
                <a:cubicBezTo>
                  <a:pt x="1028" y="667"/>
                  <a:pt x="1010" y="658"/>
                  <a:pt x="990" y="658"/>
                </a:cubicBezTo>
                <a:cubicBezTo>
                  <a:pt x="951" y="658"/>
                  <a:pt x="919" y="690"/>
                  <a:pt x="919" y="729"/>
                </a:cubicBezTo>
                <a:cubicBezTo>
                  <a:pt x="919" y="749"/>
                  <a:pt x="928" y="768"/>
                  <a:pt x="941" y="780"/>
                </a:cubicBezTo>
                <a:close/>
                <a:moveTo>
                  <a:pt x="1693" y="1258"/>
                </a:moveTo>
                <a:cubicBezTo>
                  <a:pt x="1644" y="1258"/>
                  <a:pt x="1600" y="1238"/>
                  <a:pt x="1567" y="1206"/>
                </a:cubicBezTo>
                <a:cubicBezTo>
                  <a:pt x="1511" y="1149"/>
                  <a:pt x="1431" y="1113"/>
                  <a:pt x="1343" y="1113"/>
                </a:cubicBezTo>
                <a:cubicBezTo>
                  <a:pt x="1254" y="1113"/>
                  <a:pt x="1174" y="1149"/>
                  <a:pt x="1117" y="1206"/>
                </a:cubicBezTo>
                <a:cubicBezTo>
                  <a:pt x="1084" y="1238"/>
                  <a:pt x="1040" y="1258"/>
                  <a:pt x="991" y="1258"/>
                </a:cubicBezTo>
                <a:cubicBezTo>
                  <a:pt x="942" y="1258"/>
                  <a:pt x="898" y="1238"/>
                  <a:pt x="866" y="1206"/>
                </a:cubicBezTo>
                <a:cubicBezTo>
                  <a:pt x="853" y="1193"/>
                  <a:pt x="835" y="1185"/>
                  <a:pt x="814" y="1185"/>
                </a:cubicBezTo>
                <a:cubicBezTo>
                  <a:pt x="775" y="1185"/>
                  <a:pt x="743" y="1216"/>
                  <a:pt x="743" y="1255"/>
                </a:cubicBezTo>
                <a:cubicBezTo>
                  <a:pt x="743" y="1275"/>
                  <a:pt x="752" y="1293"/>
                  <a:pt x="765" y="1306"/>
                </a:cubicBezTo>
                <a:cubicBezTo>
                  <a:pt x="823" y="1364"/>
                  <a:pt x="903" y="1399"/>
                  <a:pt x="991" y="1399"/>
                </a:cubicBezTo>
                <a:cubicBezTo>
                  <a:pt x="1079" y="1399"/>
                  <a:pt x="1159" y="1364"/>
                  <a:pt x="1217" y="1306"/>
                </a:cubicBezTo>
                <a:cubicBezTo>
                  <a:pt x="1249" y="1274"/>
                  <a:pt x="1294" y="1254"/>
                  <a:pt x="1343" y="1254"/>
                </a:cubicBezTo>
                <a:cubicBezTo>
                  <a:pt x="1392" y="1254"/>
                  <a:pt x="1436" y="1274"/>
                  <a:pt x="1468" y="1306"/>
                </a:cubicBezTo>
                <a:cubicBezTo>
                  <a:pt x="1526" y="1364"/>
                  <a:pt x="1605" y="1399"/>
                  <a:pt x="1693" y="1399"/>
                </a:cubicBezTo>
                <a:cubicBezTo>
                  <a:pt x="1781" y="1399"/>
                  <a:pt x="1861" y="1364"/>
                  <a:pt x="1919" y="1306"/>
                </a:cubicBezTo>
                <a:cubicBezTo>
                  <a:pt x="1951" y="1274"/>
                  <a:pt x="1995" y="1254"/>
                  <a:pt x="2044" y="1254"/>
                </a:cubicBezTo>
                <a:cubicBezTo>
                  <a:pt x="2093" y="1254"/>
                  <a:pt x="2138" y="1274"/>
                  <a:pt x="2170" y="1306"/>
                </a:cubicBezTo>
                <a:cubicBezTo>
                  <a:pt x="2183" y="1319"/>
                  <a:pt x="2201" y="1327"/>
                  <a:pt x="2221" y="1327"/>
                </a:cubicBezTo>
                <a:cubicBezTo>
                  <a:pt x="2260" y="1327"/>
                  <a:pt x="2292" y="1295"/>
                  <a:pt x="2292" y="1256"/>
                </a:cubicBezTo>
                <a:cubicBezTo>
                  <a:pt x="2292" y="1235"/>
                  <a:pt x="2283" y="1216"/>
                  <a:pt x="2268" y="1203"/>
                </a:cubicBezTo>
                <a:cubicBezTo>
                  <a:pt x="2210" y="1148"/>
                  <a:pt x="2131" y="1113"/>
                  <a:pt x="2044" y="1113"/>
                </a:cubicBezTo>
                <a:cubicBezTo>
                  <a:pt x="1956" y="1113"/>
                  <a:pt x="1876" y="1149"/>
                  <a:pt x="1819" y="1206"/>
                </a:cubicBezTo>
                <a:cubicBezTo>
                  <a:pt x="1786" y="1238"/>
                  <a:pt x="1742" y="1258"/>
                  <a:pt x="1693" y="125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58" name="Freeform 28">
            <a:extLst>
              <a:ext uri="{FF2B5EF4-FFF2-40B4-BE49-F238E27FC236}">
                <a16:creationId xmlns:a16="http://schemas.microsoft.com/office/drawing/2014/main" id="{3EBE43BA-776D-024A-B7B6-A2241367ABCD}"/>
              </a:ext>
            </a:extLst>
          </p:cNvPr>
          <p:cNvSpPr>
            <a:spLocks noChangeAspect="1" noChangeArrowheads="1"/>
          </p:cNvSpPr>
          <p:nvPr/>
        </p:nvSpPr>
        <p:spPr bwMode="auto">
          <a:xfrm>
            <a:off x="6660050" y="1537091"/>
            <a:ext cx="435825" cy="435824"/>
          </a:xfrm>
          <a:custGeom>
            <a:avLst/>
            <a:gdLst>
              <a:gd name="T0" fmla="*/ 31464 w 3032"/>
              <a:gd name="T1" fmla="*/ 296142 h 3033"/>
              <a:gd name="T2" fmla="*/ 31464 w 3032"/>
              <a:gd name="T3" fmla="*/ 295430 h 3033"/>
              <a:gd name="T4" fmla="*/ 31464 w 3032"/>
              <a:gd name="T5" fmla="*/ 296142 h 3033"/>
              <a:gd name="T6" fmla="*/ 302058 w 3032"/>
              <a:gd name="T7" fmla="*/ 139110 h 3033"/>
              <a:gd name="T8" fmla="*/ 289235 w 3032"/>
              <a:gd name="T9" fmla="*/ 136855 h 3033"/>
              <a:gd name="T10" fmla="*/ 134881 w 3032"/>
              <a:gd name="T11" fmla="*/ 245697 h 3033"/>
              <a:gd name="T12" fmla="*/ 82757 w 3032"/>
              <a:gd name="T13" fmla="*/ 171751 h 3033"/>
              <a:gd name="T14" fmla="*/ 69934 w 3032"/>
              <a:gd name="T15" fmla="*/ 169496 h 3033"/>
              <a:gd name="T16" fmla="*/ 67797 w 3032"/>
              <a:gd name="T17" fmla="*/ 182196 h 3033"/>
              <a:gd name="T18" fmla="*/ 125145 w 3032"/>
              <a:gd name="T19" fmla="*/ 263739 h 3033"/>
              <a:gd name="T20" fmla="*/ 125501 w 3032"/>
              <a:gd name="T21" fmla="*/ 264214 h 3033"/>
              <a:gd name="T22" fmla="*/ 137968 w 3032"/>
              <a:gd name="T23" fmla="*/ 265994 h 3033"/>
              <a:gd name="T24" fmla="*/ 299802 w 3032"/>
              <a:gd name="T25" fmla="*/ 151929 h 3033"/>
              <a:gd name="T26" fmla="*/ 302058 w 3032"/>
              <a:gd name="T27" fmla="*/ 139110 h 3033"/>
              <a:gd name="T28" fmla="*/ 180000 w 3032"/>
              <a:gd name="T29" fmla="*/ 0 h 3033"/>
              <a:gd name="T30" fmla="*/ 0 w 3032"/>
              <a:gd name="T31" fmla="*/ 179822 h 3033"/>
              <a:gd name="T32" fmla="*/ 180000 w 3032"/>
              <a:gd name="T33" fmla="*/ 359881 h 3033"/>
              <a:gd name="T34" fmla="*/ 359881 w 3032"/>
              <a:gd name="T35" fmla="*/ 179822 h 3033"/>
              <a:gd name="T36" fmla="*/ 180000 w 3032"/>
              <a:gd name="T37" fmla="*/ 0 h 3033"/>
              <a:gd name="T38" fmla="*/ 180000 w 3032"/>
              <a:gd name="T39" fmla="*/ 341009 h 3033"/>
              <a:gd name="T40" fmla="*/ 18760 w 3032"/>
              <a:gd name="T41" fmla="*/ 179822 h 3033"/>
              <a:gd name="T42" fmla="*/ 180000 w 3032"/>
              <a:gd name="T43" fmla="*/ 18872 h 3033"/>
              <a:gd name="T44" fmla="*/ 341121 w 3032"/>
              <a:gd name="T45" fmla="*/ 179822 h 3033"/>
              <a:gd name="T46" fmla="*/ 180000 w 3032"/>
              <a:gd name="T47" fmla="*/ 341009 h 303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032" h="3033">
                <a:moveTo>
                  <a:pt x="265" y="2495"/>
                </a:moveTo>
                <a:cubicBezTo>
                  <a:pt x="265" y="2493"/>
                  <a:pt x="265" y="2491"/>
                  <a:pt x="265" y="2489"/>
                </a:cubicBezTo>
                <a:cubicBezTo>
                  <a:pt x="265" y="2491"/>
                  <a:pt x="265" y="2493"/>
                  <a:pt x="265" y="2495"/>
                </a:cubicBezTo>
                <a:close/>
                <a:moveTo>
                  <a:pt x="2544" y="1172"/>
                </a:moveTo>
                <a:cubicBezTo>
                  <a:pt x="2519" y="1137"/>
                  <a:pt x="2471" y="1129"/>
                  <a:pt x="2436" y="1153"/>
                </a:cubicBezTo>
                <a:lnTo>
                  <a:pt x="1136" y="2070"/>
                </a:lnTo>
                <a:lnTo>
                  <a:pt x="697" y="1447"/>
                </a:lnTo>
                <a:cubicBezTo>
                  <a:pt x="673" y="1412"/>
                  <a:pt x="624" y="1403"/>
                  <a:pt x="589" y="1428"/>
                </a:cubicBezTo>
                <a:cubicBezTo>
                  <a:pt x="555" y="1453"/>
                  <a:pt x="546" y="1500"/>
                  <a:pt x="571" y="1535"/>
                </a:cubicBezTo>
                <a:lnTo>
                  <a:pt x="1054" y="2222"/>
                </a:lnTo>
                <a:cubicBezTo>
                  <a:pt x="1055" y="2224"/>
                  <a:pt x="1056" y="2225"/>
                  <a:pt x="1057" y="2226"/>
                </a:cubicBezTo>
                <a:cubicBezTo>
                  <a:pt x="1082" y="2258"/>
                  <a:pt x="1128" y="2265"/>
                  <a:pt x="1162" y="2241"/>
                </a:cubicBezTo>
                <a:lnTo>
                  <a:pt x="2525" y="1280"/>
                </a:lnTo>
                <a:cubicBezTo>
                  <a:pt x="2560" y="1255"/>
                  <a:pt x="2568" y="1207"/>
                  <a:pt x="2544" y="1172"/>
                </a:cubicBezTo>
                <a:close/>
                <a:moveTo>
                  <a:pt x="1516" y="0"/>
                </a:moveTo>
                <a:cubicBezTo>
                  <a:pt x="679" y="0"/>
                  <a:pt x="0" y="679"/>
                  <a:pt x="0" y="1515"/>
                </a:cubicBezTo>
                <a:cubicBezTo>
                  <a:pt x="0" y="2353"/>
                  <a:pt x="679" y="3032"/>
                  <a:pt x="1516" y="3032"/>
                </a:cubicBezTo>
                <a:cubicBezTo>
                  <a:pt x="2353" y="3032"/>
                  <a:pt x="3031" y="2353"/>
                  <a:pt x="3031" y="1515"/>
                </a:cubicBezTo>
                <a:cubicBezTo>
                  <a:pt x="3031" y="679"/>
                  <a:pt x="2353" y="0"/>
                  <a:pt x="1516" y="0"/>
                </a:cubicBezTo>
                <a:close/>
                <a:moveTo>
                  <a:pt x="1516" y="2873"/>
                </a:moveTo>
                <a:cubicBezTo>
                  <a:pt x="766" y="2873"/>
                  <a:pt x="158" y="2265"/>
                  <a:pt x="158" y="1515"/>
                </a:cubicBezTo>
                <a:cubicBezTo>
                  <a:pt x="158" y="767"/>
                  <a:pt x="766" y="159"/>
                  <a:pt x="1516" y="159"/>
                </a:cubicBezTo>
                <a:cubicBezTo>
                  <a:pt x="2265" y="159"/>
                  <a:pt x="2873" y="767"/>
                  <a:pt x="2873" y="1515"/>
                </a:cubicBezTo>
                <a:cubicBezTo>
                  <a:pt x="2873" y="2265"/>
                  <a:pt x="2265" y="2873"/>
                  <a:pt x="1516" y="287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59" name="Freeform 3">
            <a:extLst>
              <a:ext uri="{FF2B5EF4-FFF2-40B4-BE49-F238E27FC236}">
                <a16:creationId xmlns:a16="http://schemas.microsoft.com/office/drawing/2014/main" id="{1F1D37EC-F41F-E648-A025-0C0F96F4BAAD}"/>
              </a:ext>
            </a:extLst>
          </p:cNvPr>
          <p:cNvSpPr>
            <a:spLocks noChangeAspect="1" noChangeArrowheads="1"/>
          </p:cNvSpPr>
          <p:nvPr/>
        </p:nvSpPr>
        <p:spPr bwMode="auto">
          <a:xfrm>
            <a:off x="9282678" y="2418342"/>
            <a:ext cx="435825" cy="435825"/>
          </a:xfrm>
          <a:custGeom>
            <a:avLst/>
            <a:gdLst>
              <a:gd name="T0" fmla="*/ 355977 w 2595"/>
              <a:gd name="T1" fmla="*/ 128740 h 2595"/>
              <a:gd name="T2" fmla="*/ 344601 w 2595"/>
              <a:gd name="T3" fmla="*/ 121942 h 2595"/>
              <a:gd name="T4" fmla="*/ 133595 w 2595"/>
              <a:gd name="T5" fmla="*/ 121942 h 2595"/>
              <a:gd name="T6" fmla="*/ 133873 w 2595"/>
              <a:gd name="T7" fmla="*/ 121526 h 2595"/>
              <a:gd name="T8" fmla="*/ 132763 w 2595"/>
              <a:gd name="T9" fmla="*/ 120694 h 2595"/>
              <a:gd name="T10" fmla="*/ 131931 w 2595"/>
              <a:gd name="T11" fmla="*/ 120139 h 2595"/>
              <a:gd name="T12" fmla="*/ 130543 w 2595"/>
              <a:gd name="T13" fmla="*/ 119029 h 2595"/>
              <a:gd name="T14" fmla="*/ 125827 w 2595"/>
              <a:gd name="T15" fmla="*/ 116254 h 2595"/>
              <a:gd name="T16" fmla="*/ 123746 w 2595"/>
              <a:gd name="T17" fmla="*/ 115422 h 2595"/>
              <a:gd name="T18" fmla="*/ 105850 w 2595"/>
              <a:gd name="T19" fmla="*/ 109179 h 2595"/>
              <a:gd name="T20" fmla="*/ 142751 w 2595"/>
              <a:gd name="T21" fmla="*/ 56324 h 2595"/>
              <a:gd name="T22" fmla="*/ 86289 w 2595"/>
              <a:gd name="T23" fmla="*/ 0 h 2595"/>
              <a:gd name="T24" fmla="*/ 29827 w 2595"/>
              <a:gd name="T25" fmla="*/ 56324 h 2595"/>
              <a:gd name="T26" fmla="*/ 66867 w 2595"/>
              <a:gd name="T27" fmla="*/ 109318 h 2595"/>
              <a:gd name="T28" fmla="*/ 0 w 2595"/>
              <a:gd name="T29" fmla="*/ 192555 h 2595"/>
              <a:gd name="T30" fmla="*/ 139 w 2595"/>
              <a:gd name="T31" fmla="*/ 196994 h 2595"/>
              <a:gd name="T32" fmla="*/ 555 w 2595"/>
              <a:gd name="T33" fmla="*/ 206844 h 2595"/>
              <a:gd name="T34" fmla="*/ 85040 w 2595"/>
              <a:gd name="T35" fmla="*/ 206844 h 2595"/>
              <a:gd name="T36" fmla="*/ 85040 w 2595"/>
              <a:gd name="T37" fmla="*/ 291884 h 2595"/>
              <a:gd name="T38" fmla="*/ 103908 w 2595"/>
              <a:gd name="T39" fmla="*/ 310613 h 2595"/>
              <a:gd name="T40" fmla="*/ 212116 w 2595"/>
              <a:gd name="T41" fmla="*/ 310613 h 2595"/>
              <a:gd name="T42" fmla="*/ 212116 w 2595"/>
              <a:gd name="T43" fmla="*/ 339191 h 2595"/>
              <a:gd name="T44" fmla="*/ 181457 w 2595"/>
              <a:gd name="T45" fmla="*/ 339191 h 2595"/>
              <a:gd name="T46" fmla="*/ 171191 w 2595"/>
              <a:gd name="T47" fmla="*/ 349457 h 2595"/>
              <a:gd name="T48" fmla="*/ 181457 w 2595"/>
              <a:gd name="T49" fmla="*/ 359861 h 2595"/>
              <a:gd name="T50" fmla="*/ 263445 w 2595"/>
              <a:gd name="T51" fmla="*/ 359861 h 2595"/>
              <a:gd name="T52" fmla="*/ 273711 w 2595"/>
              <a:gd name="T53" fmla="*/ 349457 h 2595"/>
              <a:gd name="T54" fmla="*/ 263445 w 2595"/>
              <a:gd name="T55" fmla="*/ 339191 h 2595"/>
              <a:gd name="T56" fmla="*/ 232786 w 2595"/>
              <a:gd name="T57" fmla="*/ 339191 h 2595"/>
              <a:gd name="T58" fmla="*/ 232786 w 2595"/>
              <a:gd name="T59" fmla="*/ 310613 h 2595"/>
              <a:gd name="T60" fmla="*/ 341133 w 2595"/>
              <a:gd name="T61" fmla="*/ 310613 h 2595"/>
              <a:gd name="T62" fmla="*/ 359861 w 2595"/>
              <a:gd name="T63" fmla="*/ 291884 h 2595"/>
              <a:gd name="T64" fmla="*/ 359861 w 2595"/>
              <a:gd name="T65" fmla="*/ 140809 h 2595"/>
              <a:gd name="T66" fmla="*/ 355977 w 2595"/>
              <a:gd name="T67" fmla="*/ 128740 h 2595"/>
              <a:gd name="T68" fmla="*/ 85040 w 2595"/>
              <a:gd name="T69" fmla="*/ 140809 h 2595"/>
              <a:gd name="T70" fmla="*/ 85040 w 2595"/>
              <a:gd name="T71" fmla="*/ 186035 h 2595"/>
              <a:gd name="T72" fmla="*/ 20948 w 2595"/>
              <a:gd name="T73" fmla="*/ 186035 h 2595"/>
              <a:gd name="T74" fmla="*/ 86428 w 2595"/>
              <a:gd name="T75" fmla="*/ 127769 h 2595"/>
              <a:gd name="T76" fmla="*/ 90590 w 2595"/>
              <a:gd name="T77" fmla="*/ 127908 h 2595"/>
              <a:gd name="T78" fmla="*/ 85040 w 2595"/>
              <a:gd name="T79" fmla="*/ 140809 h 2595"/>
              <a:gd name="T80" fmla="*/ 86289 w 2595"/>
              <a:gd name="T81" fmla="*/ 91977 h 2595"/>
              <a:gd name="T82" fmla="*/ 50636 w 2595"/>
              <a:gd name="T83" fmla="*/ 56324 h 2595"/>
              <a:gd name="T84" fmla="*/ 86289 w 2595"/>
              <a:gd name="T85" fmla="*/ 20671 h 2595"/>
              <a:gd name="T86" fmla="*/ 122081 w 2595"/>
              <a:gd name="T87" fmla="*/ 56324 h 2595"/>
              <a:gd name="T88" fmla="*/ 86289 w 2595"/>
              <a:gd name="T89" fmla="*/ 91977 h 2595"/>
              <a:gd name="T90" fmla="*/ 339191 w 2595"/>
              <a:gd name="T91" fmla="*/ 289942 h 2595"/>
              <a:gd name="T92" fmla="*/ 105711 w 2595"/>
              <a:gd name="T93" fmla="*/ 289942 h 2595"/>
              <a:gd name="T94" fmla="*/ 105711 w 2595"/>
              <a:gd name="T95" fmla="*/ 277873 h 2595"/>
              <a:gd name="T96" fmla="*/ 339191 w 2595"/>
              <a:gd name="T97" fmla="*/ 277873 h 2595"/>
              <a:gd name="T98" fmla="*/ 339191 w 2595"/>
              <a:gd name="T99" fmla="*/ 289942 h 2595"/>
              <a:gd name="T100" fmla="*/ 339191 w 2595"/>
              <a:gd name="T101" fmla="*/ 257202 h 2595"/>
              <a:gd name="T102" fmla="*/ 105711 w 2595"/>
              <a:gd name="T103" fmla="*/ 257202 h 2595"/>
              <a:gd name="T104" fmla="*/ 105711 w 2595"/>
              <a:gd name="T105" fmla="*/ 142751 h 2595"/>
              <a:gd name="T106" fmla="*/ 107376 w 2595"/>
              <a:gd name="T107" fmla="*/ 142613 h 2595"/>
              <a:gd name="T108" fmla="*/ 339191 w 2595"/>
              <a:gd name="T109" fmla="*/ 142613 h 2595"/>
              <a:gd name="T110" fmla="*/ 339191 w 2595"/>
              <a:gd name="T111" fmla="*/ 257202 h 259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595" h="2595">
                <a:moveTo>
                  <a:pt x="2566" y="928"/>
                </a:moveTo>
                <a:cubicBezTo>
                  <a:pt x="2553" y="910"/>
                  <a:pt x="2525" y="879"/>
                  <a:pt x="2484" y="879"/>
                </a:cubicBezTo>
                <a:lnTo>
                  <a:pt x="963" y="879"/>
                </a:lnTo>
                <a:lnTo>
                  <a:pt x="965" y="876"/>
                </a:lnTo>
                <a:lnTo>
                  <a:pt x="957" y="870"/>
                </a:lnTo>
                <a:cubicBezTo>
                  <a:pt x="955" y="869"/>
                  <a:pt x="953" y="868"/>
                  <a:pt x="951" y="866"/>
                </a:cubicBezTo>
                <a:cubicBezTo>
                  <a:pt x="946" y="863"/>
                  <a:pt x="943" y="860"/>
                  <a:pt x="941" y="858"/>
                </a:cubicBezTo>
                <a:cubicBezTo>
                  <a:pt x="932" y="851"/>
                  <a:pt x="923" y="844"/>
                  <a:pt x="907" y="838"/>
                </a:cubicBezTo>
                <a:cubicBezTo>
                  <a:pt x="906" y="838"/>
                  <a:pt x="902" y="837"/>
                  <a:pt x="892" y="832"/>
                </a:cubicBezTo>
                <a:cubicBezTo>
                  <a:pt x="850" y="812"/>
                  <a:pt x="807" y="797"/>
                  <a:pt x="763" y="787"/>
                </a:cubicBezTo>
                <a:cubicBezTo>
                  <a:pt x="918" y="730"/>
                  <a:pt x="1029" y="581"/>
                  <a:pt x="1029" y="406"/>
                </a:cubicBezTo>
                <a:cubicBezTo>
                  <a:pt x="1029" y="182"/>
                  <a:pt x="847" y="0"/>
                  <a:pt x="622" y="0"/>
                </a:cubicBezTo>
                <a:cubicBezTo>
                  <a:pt x="398" y="0"/>
                  <a:pt x="215" y="182"/>
                  <a:pt x="215" y="406"/>
                </a:cubicBezTo>
                <a:cubicBezTo>
                  <a:pt x="215" y="581"/>
                  <a:pt x="327" y="731"/>
                  <a:pt x="482" y="788"/>
                </a:cubicBezTo>
                <a:cubicBezTo>
                  <a:pt x="206" y="851"/>
                  <a:pt x="0" y="1097"/>
                  <a:pt x="0" y="1388"/>
                </a:cubicBezTo>
                <a:cubicBezTo>
                  <a:pt x="0" y="1399"/>
                  <a:pt x="0" y="1409"/>
                  <a:pt x="1" y="1420"/>
                </a:cubicBezTo>
                <a:lnTo>
                  <a:pt x="4" y="1491"/>
                </a:lnTo>
                <a:lnTo>
                  <a:pt x="613" y="1491"/>
                </a:lnTo>
                <a:lnTo>
                  <a:pt x="613" y="2104"/>
                </a:lnTo>
                <a:cubicBezTo>
                  <a:pt x="613" y="2179"/>
                  <a:pt x="674" y="2239"/>
                  <a:pt x="749" y="2239"/>
                </a:cubicBezTo>
                <a:lnTo>
                  <a:pt x="1529" y="2239"/>
                </a:lnTo>
                <a:lnTo>
                  <a:pt x="1529" y="2445"/>
                </a:lnTo>
                <a:lnTo>
                  <a:pt x="1308" y="2445"/>
                </a:lnTo>
                <a:cubicBezTo>
                  <a:pt x="1267" y="2445"/>
                  <a:pt x="1234" y="2478"/>
                  <a:pt x="1234" y="2519"/>
                </a:cubicBezTo>
                <a:cubicBezTo>
                  <a:pt x="1234" y="2561"/>
                  <a:pt x="1267" y="2594"/>
                  <a:pt x="1308" y="2594"/>
                </a:cubicBezTo>
                <a:lnTo>
                  <a:pt x="1899" y="2594"/>
                </a:lnTo>
                <a:cubicBezTo>
                  <a:pt x="1940" y="2594"/>
                  <a:pt x="1973" y="2561"/>
                  <a:pt x="1973" y="2519"/>
                </a:cubicBezTo>
                <a:cubicBezTo>
                  <a:pt x="1973" y="2478"/>
                  <a:pt x="1940" y="2445"/>
                  <a:pt x="1899" y="2445"/>
                </a:cubicBezTo>
                <a:lnTo>
                  <a:pt x="1678" y="2445"/>
                </a:lnTo>
                <a:lnTo>
                  <a:pt x="1678" y="2239"/>
                </a:lnTo>
                <a:lnTo>
                  <a:pt x="2459" y="2239"/>
                </a:lnTo>
                <a:cubicBezTo>
                  <a:pt x="2533" y="2239"/>
                  <a:pt x="2594" y="2179"/>
                  <a:pt x="2594" y="2104"/>
                </a:cubicBezTo>
                <a:lnTo>
                  <a:pt x="2594" y="1015"/>
                </a:lnTo>
                <a:cubicBezTo>
                  <a:pt x="2594" y="985"/>
                  <a:pt x="2584" y="954"/>
                  <a:pt x="2566" y="928"/>
                </a:cubicBezTo>
                <a:close/>
                <a:moveTo>
                  <a:pt x="613" y="1015"/>
                </a:moveTo>
                <a:lnTo>
                  <a:pt x="613" y="1341"/>
                </a:lnTo>
                <a:lnTo>
                  <a:pt x="151" y="1341"/>
                </a:lnTo>
                <a:cubicBezTo>
                  <a:pt x="175" y="1106"/>
                  <a:pt x="378" y="921"/>
                  <a:pt x="623" y="921"/>
                </a:cubicBezTo>
                <a:cubicBezTo>
                  <a:pt x="633" y="921"/>
                  <a:pt x="643" y="921"/>
                  <a:pt x="653" y="922"/>
                </a:cubicBezTo>
                <a:cubicBezTo>
                  <a:pt x="626" y="948"/>
                  <a:pt x="613" y="982"/>
                  <a:pt x="613" y="1015"/>
                </a:cubicBezTo>
                <a:close/>
                <a:moveTo>
                  <a:pt x="622" y="663"/>
                </a:moveTo>
                <a:cubicBezTo>
                  <a:pt x="480" y="663"/>
                  <a:pt x="365" y="548"/>
                  <a:pt x="365" y="406"/>
                </a:cubicBezTo>
                <a:cubicBezTo>
                  <a:pt x="365" y="264"/>
                  <a:pt x="480" y="149"/>
                  <a:pt x="622" y="149"/>
                </a:cubicBezTo>
                <a:cubicBezTo>
                  <a:pt x="764" y="149"/>
                  <a:pt x="880" y="264"/>
                  <a:pt x="880" y="406"/>
                </a:cubicBezTo>
                <a:cubicBezTo>
                  <a:pt x="880" y="548"/>
                  <a:pt x="764" y="663"/>
                  <a:pt x="622" y="663"/>
                </a:cubicBezTo>
                <a:close/>
                <a:moveTo>
                  <a:pt x="2445" y="2090"/>
                </a:moveTo>
                <a:lnTo>
                  <a:pt x="762" y="2090"/>
                </a:lnTo>
                <a:lnTo>
                  <a:pt x="762" y="2003"/>
                </a:lnTo>
                <a:lnTo>
                  <a:pt x="2445" y="2003"/>
                </a:lnTo>
                <a:lnTo>
                  <a:pt x="2445" y="2090"/>
                </a:lnTo>
                <a:close/>
                <a:moveTo>
                  <a:pt x="2445" y="1854"/>
                </a:moveTo>
                <a:lnTo>
                  <a:pt x="762" y="1854"/>
                </a:lnTo>
                <a:lnTo>
                  <a:pt x="762" y="1029"/>
                </a:lnTo>
                <a:cubicBezTo>
                  <a:pt x="765" y="1029"/>
                  <a:pt x="769" y="1028"/>
                  <a:pt x="774" y="1028"/>
                </a:cubicBezTo>
                <a:lnTo>
                  <a:pt x="2445" y="1028"/>
                </a:lnTo>
                <a:lnTo>
                  <a:pt x="2445" y="1854"/>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60" name="Freeform 7">
            <a:extLst>
              <a:ext uri="{FF2B5EF4-FFF2-40B4-BE49-F238E27FC236}">
                <a16:creationId xmlns:a16="http://schemas.microsoft.com/office/drawing/2014/main" id="{868604F6-CB80-AB4C-A5E8-2662DBA19AB3}"/>
              </a:ext>
            </a:extLst>
          </p:cNvPr>
          <p:cNvSpPr>
            <a:spLocks noChangeAspect="1" noChangeArrowheads="1"/>
          </p:cNvSpPr>
          <p:nvPr/>
        </p:nvSpPr>
        <p:spPr bwMode="auto">
          <a:xfrm>
            <a:off x="4862992" y="2418342"/>
            <a:ext cx="437745" cy="435825"/>
          </a:xfrm>
          <a:custGeom>
            <a:avLst/>
            <a:gdLst>
              <a:gd name="T0" fmla="*/ 274966 w 2798"/>
              <a:gd name="T1" fmla="*/ 46648 h 2786"/>
              <a:gd name="T2" fmla="*/ 293064 w 2798"/>
              <a:gd name="T3" fmla="*/ 50395 h 2786"/>
              <a:gd name="T4" fmla="*/ 292289 w 2798"/>
              <a:gd name="T5" fmla="*/ 50136 h 2786"/>
              <a:gd name="T6" fmla="*/ 293064 w 2798"/>
              <a:gd name="T7" fmla="*/ 50395 h 2786"/>
              <a:gd name="T8" fmla="*/ 291513 w 2798"/>
              <a:gd name="T9" fmla="*/ 49620 h 2786"/>
              <a:gd name="T10" fmla="*/ 287764 w 2798"/>
              <a:gd name="T11" fmla="*/ 48198 h 2786"/>
              <a:gd name="T12" fmla="*/ 283240 w 2798"/>
              <a:gd name="T13" fmla="*/ 47423 h 2786"/>
              <a:gd name="T14" fmla="*/ 280913 w 2798"/>
              <a:gd name="T15" fmla="*/ 47423 h 2786"/>
              <a:gd name="T16" fmla="*/ 67093 w 2798"/>
              <a:gd name="T17" fmla="*/ 46648 h 2786"/>
              <a:gd name="T18" fmla="*/ 67740 w 2798"/>
              <a:gd name="T19" fmla="*/ 30108 h 2786"/>
              <a:gd name="T20" fmla="*/ 86614 w 2798"/>
              <a:gd name="T21" fmla="*/ 20287 h 2786"/>
              <a:gd name="T22" fmla="*/ 341284 w 2798"/>
              <a:gd name="T23" fmla="*/ 33855 h 2786"/>
              <a:gd name="T24" fmla="*/ 337535 w 2798"/>
              <a:gd name="T25" fmla="*/ 286863 h 2786"/>
              <a:gd name="T26" fmla="*/ 334432 w 2798"/>
              <a:gd name="T27" fmla="*/ 289060 h 2786"/>
              <a:gd name="T28" fmla="*/ 333010 w 2798"/>
              <a:gd name="T29" fmla="*/ 290610 h 2786"/>
              <a:gd name="T30" fmla="*/ 331459 w 2798"/>
              <a:gd name="T31" fmla="*/ 291385 h 2786"/>
              <a:gd name="T32" fmla="*/ 327710 w 2798"/>
              <a:gd name="T33" fmla="*/ 292936 h 2786"/>
              <a:gd name="T34" fmla="*/ 324737 w 2798"/>
              <a:gd name="T35" fmla="*/ 293582 h 2786"/>
              <a:gd name="T36" fmla="*/ 314136 w 2798"/>
              <a:gd name="T37" fmla="*/ 293582 h 2786"/>
              <a:gd name="T38" fmla="*/ 313360 w 2798"/>
              <a:gd name="T39" fmla="*/ 73008 h 2786"/>
              <a:gd name="T40" fmla="*/ 311809 w 2798"/>
              <a:gd name="T41" fmla="*/ 70036 h 2786"/>
              <a:gd name="T42" fmla="*/ 310387 w 2798"/>
              <a:gd name="T43" fmla="*/ 66935 h 2786"/>
              <a:gd name="T44" fmla="*/ 306638 w 2798"/>
              <a:gd name="T45" fmla="*/ 61766 h 2786"/>
              <a:gd name="T46" fmla="*/ 300562 w 2798"/>
              <a:gd name="T47" fmla="*/ 55693 h 2786"/>
              <a:gd name="T48" fmla="*/ 298365 w 2798"/>
              <a:gd name="T49" fmla="*/ 53496 h 2786"/>
              <a:gd name="T50" fmla="*/ 292806 w 2798"/>
              <a:gd name="T51" fmla="*/ 50395 h 2786"/>
              <a:gd name="T52" fmla="*/ 310387 w 2798"/>
              <a:gd name="T53" fmla="*/ 64738 h 2786"/>
              <a:gd name="T54" fmla="*/ 310387 w 2798"/>
              <a:gd name="T55" fmla="*/ 64738 h 2786"/>
              <a:gd name="T56" fmla="*/ 314912 w 2798"/>
              <a:gd name="T57" fmla="*/ 81278 h 2786"/>
              <a:gd name="T58" fmla="*/ 349557 w 2798"/>
              <a:gd name="T59" fmla="*/ 9045 h 2786"/>
              <a:gd name="T60" fmla="*/ 86614 w 2798"/>
              <a:gd name="T61" fmla="*/ 0 h 2786"/>
              <a:gd name="T62" fmla="*/ 47444 w 2798"/>
              <a:gd name="T63" fmla="*/ 33855 h 2786"/>
              <a:gd name="T64" fmla="*/ 39946 w 2798"/>
              <a:gd name="T65" fmla="*/ 45872 h 2786"/>
              <a:gd name="T66" fmla="*/ 0 w 2798"/>
              <a:gd name="T67" fmla="*/ 81278 h 2786"/>
              <a:gd name="T68" fmla="*/ 12022 w 2798"/>
              <a:gd name="T69" fmla="*/ 350826 h 2786"/>
              <a:gd name="T70" fmla="*/ 274190 w 2798"/>
              <a:gd name="T71" fmla="*/ 359871 h 2786"/>
              <a:gd name="T72" fmla="*/ 314136 w 2798"/>
              <a:gd name="T73" fmla="*/ 326016 h 2786"/>
              <a:gd name="T74" fmla="*/ 320858 w 2798"/>
              <a:gd name="T75" fmla="*/ 313999 h 2786"/>
              <a:gd name="T76" fmla="*/ 360158 w 2798"/>
              <a:gd name="T77" fmla="*/ 280014 h 2786"/>
              <a:gd name="T78" fmla="*/ 349557 w 2798"/>
              <a:gd name="T79" fmla="*/ 9045 h 2786"/>
              <a:gd name="T80" fmla="*/ 274966 w 2798"/>
              <a:gd name="T81" fmla="*/ 338808 h 2786"/>
              <a:gd name="T82" fmla="*/ 20296 w 2798"/>
              <a:gd name="T83" fmla="*/ 325240 h 2786"/>
              <a:gd name="T84" fmla="*/ 20296 w 2798"/>
              <a:gd name="T85" fmla="*/ 127279 h 2786"/>
              <a:gd name="T86" fmla="*/ 39946 w 2798"/>
              <a:gd name="T87" fmla="*/ 67710 h 2786"/>
              <a:gd name="T88" fmla="*/ 294486 w 2798"/>
              <a:gd name="T89" fmla="*/ 81278 h 2786"/>
              <a:gd name="T90" fmla="*/ 294486 w 2798"/>
              <a:gd name="T91" fmla="*/ 147566 h 2786"/>
              <a:gd name="T92" fmla="*/ 52744 w 2798"/>
              <a:gd name="T93" fmla="*/ 88902 h 2786"/>
              <a:gd name="T94" fmla="*/ 204124 w 2798"/>
              <a:gd name="T95" fmla="*/ 109189 h 2786"/>
              <a:gd name="T96" fmla="*/ 52744 w 2798"/>
              <a:gd name="T97" fmla="*/ 88902 h 2786"/>
              <a:gd name="T98" fmla="*/ 247818 w 2798"/>
              <a:gd name="T99" fmla="*/ 88126 h 2786"/>
              <a:gd name="T100" fmla="*/ 259065 w 2798"/>
              <a:gd name="T101" fmla="*/ 99368 h 2786"/>
              <a:gd name="T102" fmla="*/ 237218 w 2798"/>
              <a:gd name="T103" fmla="*/ 100144 h 2786"/>
              <a:gd name="T104" fmla="*/ 20296 w 2798"/>
              <a:gd name="T105" fmla="*/ 127279 h 2786"/>
              <a:gd name="T106" fmla="*/ 294486 w 2798"/>
              <a:gd name="T107" fmla="*/ 147566 h 2786"/>
              <a:gd name="T108" fmla="*/ 20296 w 2798"/>
              <a:gd name="T109" fmla="*/ 127279 h 278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798" h="2786">
                <a:moveTo>
                  <a:pt x="2191" y="367"/>
                </a:moveTo>
                <a:cubicBezTo>
                  <a:pt x="2168" y="361"/>
                  <a:pt x="2150" y="361"/>
                  <a:pt x="2127" y="361"/>
                </a:cubicBezTo>
                <a:cubicBezTo>
                  <a:pt x="2150" y="361"/>
                  <a:pt x="2173" y="361"/>
                  <a:pt x="2191" y="367"/>
                </a:cubicBezTo>
                <a:close/>
                <a:moveTo>
                  <a:pt x="2267" y="390"/>
                </a:moveTo>
                <a:cubicBezTo>
                  <a:pt x="2266" y="390"/>
                  <a:pt x="2266" y="390"/>
                  <a:pt x="2265" y="390"/>
                </a:cubicBezTo>
                <a:cubicBezTo>
                  <a:pt x="2264" y="389"/>
                  <a:pt x="2263" y="388"/>
                  <a:pt x="2261" y="388"/>
                </a:cubicBezTo>
                <a:cubicBezTo>
                  <a:pt x="2260" y="386"/>
                  <a:pt x="2258" y="384"/>
                  <a:pt x="2255" y="384"/>
                </a:cubicBezTo>
                <a:cubicBezTo>
                  <a:pt x="2261" y="384"/>
                  <a:pt x="2267" y="390"/>
                  <a:pt x="2267" y="390"/>
                </a:cubicBezTo>
                <a:close/>
                <a:moveTo>
                  <a:pt x="2261" y="388"/>
                </a:moveTo>
                <a:cubicBezTo>
                  <a:pt x="2259" y="386"/>
                  <a:pt x="2257" y="385"/>
                  <a:pt x="2255" y="384"/>
                </a:cubicBezTo>
                <a:cubicBezTo>
                  <a:pt x="2249" y="384"/>
                  <a:pt x="2249" y="379"/>
                  <a:pt x="2243" y="379"/>
                </a:cubicBezTo>
                <a:cubicBezTo>
                  <a:pt x="2238" y="379"/>
                  <a:pt x="2232" y="373"/>
                  <a:pt x="2226" y="373"/>
                </a:cubicBezTo>
                <a:lnTo>
                  <a:pt x="2220" y="373"/>
                </a:lnTo>
                <a:cubicBezTo>
                  <a:pt x="2208" y="373"/>
                  <a:pt x="2203" y="367"/>
                  <a:pt x="2191" y="367"/>
                </a:cubicBezTo>
                <a:lnTo>
                  <a:pt x="2185" y="367"/>
                </a:lnTo>
                <a:lnTo>
                  <a:pt x="2173" y="367"/>
                </a:lnTo>
                <a:cubicBezTo>
                  <a:pt x="2150" y="361"/>
                  <a:pt x="2133" y="361"/>
                  <a:pt x="2109" y="361"/>
                </a:cubicBezTo>
                <a:lnTo>
                  <a:pt x="519" y="361"/>
                </a:lnTo>
                <a:lnTo>
                  <a:pt x="519" y="268"/>
                </a:lnTo>
                <a:cubicBezTo>
                  <a:pt x="519" y="256"/>
                  <a:pt x="518" y="244"/>
                  <a:pt x="524" y="233"/>
                </a:cubicBezTo>
                <a:cubicBezTo>
                  <a:pt x="529" y="221"/>
                  <a:pt x="536" y="215"/>
                  <a:pt x="548" y="204"/>
                </a:cubicBezTo>
                <a:cubicBezTo>
                  <a:pt x="577" y="174"/>
                  <a:pt x="618" y="157"/>
                  <a:pt x="670" y="157"/>
                </a:cubicBezTo>
                <a:lnTo>
                  <a:pt x="2488" y="157"/>
                </a:lnTo>
                <a:cubicBezTo>
                  <a:pt x="2570" y="157"/>
                  <a:pt x="2640" y="204"/>
                  <a:pt x="2640" y="262"/>
                </a:cubicBezTo>
                <a:lnTo>
                  <a:pt x="2640" y="2156"/>
                </a:lnTo>
                <a:cubicBezTo>
                  <a:pt x="2640" y="2179"/>
                  <a:pt x="2628" y="2202"/>
                  <a:pt x="2611" y="2220"/>
                </a:cubicBezTo>
                <a:lnTo>
                  <a:pt x="2605" y="2226"/>
                </a:lnTo>
                <a:cubicBezTo>
                  <a:pt x="2599" y="2232"/>
                  <a:pt x="2593" y="2237"/>
                  <a:pt x="2587" y="2237"/>
                </a:cubicBezTo>
                <a:cubicBezTo>
                  <a:pt x="2587" y="2237"/>
                  <a:pt x="2582" y="2237"/>
                  <a:pt x="2582" y="2243"/>
                </a:cubicBezTo>
                <a:cubicBezTo>
                  <a:pt x="2582" y="2249"/>
                  <a:pt x="2576" y="2243"/>
                  <a:pt x="2576" y="2249"/>
                </a:cubicBezTo>
                <a:cubicBezTo>
                  <a:pt x="2576" y="2249"/>
                  <a:pt x="2570" y="2249"/>
                  <a:pt x="2570" y="2255"/>
                </a:cubicBezTo>
                <a:lnTo>
                  <a:pt x="2564" y="2255"/>
                </a:lnTo>
                <a:cubicBezTo>
                  <a:pt x="2558" y="2261"/>
                  <a:pt x="2547" y="2261"/>
                  <a:pt x="2541" y="2267"/>
                </a:cubicBezTo>
                <a:lnTo>
                  <a:pt x="2535" y="2267"/>
                </a:lnTo>
                <a:lnTo>
                  <a:pt x="2529" y="2267"/>
                </a:lnTo>
                <a:cubicBezTo>
                  <a:pt x="2523" y="2267"/>
                  <a:pt x="2517" y="2267"/>
                  <a:pt x="2512" y="2272"/>
                </a:cubicBezTo>
                <a:lnTo>
                  <a:pt x="2482" y="2272"/>
                </a:lnTo>
                <a:lnTo>
                  <a:pt x="2430" y="2272"/>
                </a:lnTo>
                <a:lnTo>
                  <a:pt x="2430" y="629"/>
                </a:lnTo>
                <a:cubicBezTo>
                  <a:pt x="2430" y="606"/>
                  <a:pt x="2430" y="588"/>
                  <a:pt x="2424" y="565"/>
                </a:cubicBezTo>
                <a:cubicBezTo>
                  <a:pt x="2424" y="559"/>
                  <a:pt x="2424" y="559"/>
                  <a:pt x="2418" y="553"/>
                </a:cubicBezTo>
                <a:cubicBezTo>
                  <a:pt x="2418" y="548"/>
                  <a:pt x="2418" y="548"/>
                  <a:pt x="2412" y="542"/>
                </a:cubicBezTo>
                <a:cubicBezTo>
                  <a:pt x="2412" y="536"/>
                  <a:pt x="2412" y="536"/>
                  <a:pt x="2407" y="530"/>
                </a:cubicBezTo>
                <a:cubicBezTo>
                  <a:pt x="2407" y="524"/>
                  <a:pt x="2401" y="524"/>
                  <a:pt x="2401" y="518"/>
                </a:cubicBezTo>
                <a:cubicBezTo>
                  <a:pt x="2395" y="513"/>
                  <a:pt x="2395" y="507"/>
                  <a:pt x="2389" y="501"/>
                </a:cubicBezTo>
                <a:cubicBezTo>
                  <a:pt x="2383" y="495"/>
                  <a:pt x="2377" y="483"/>
                  <a:pt x="2372" y="478"/>
                </a:cubicBezTo>
                <a:cubicBezTo>
                  <a:pt x="2366" y="466"/>
                  <a:pt x="2354" y="460"/>
                  <a:pt x="2348" y="449"/>
                </a:cubicBezTo>
                <a:cubicBezTo>
                  <a:pt x="2342" y="443"/>
                  <a:pt x="2337" y="437"/>
                  <a:pt x="2325" y="431"/>
                </a:cubicBezTo>
                <a:lnTo>
                  <a:pt x="2313" y="419"/>
                </a:lnTo>
                <a:lnTo>
                  <a:pt x="2308" y="414"/>
                </a:lnTo>
                <a:cubicBezTo>
                  <a:pt x="2302" y="414"/>
                  <a:pt x="2302" y="408"/>
                  <a:pt x="2296" y="408"/>
                </a:cubicBezTo>
                <a:cubicBezTo>
                  <a:pt x="2287" y="403"/>
                  <a:pt x="2276" y="396"/>
                  <a:pt x="2265" y="390"/>
                </a:cubicBezTo>
                <a:cubicBezTo>
                  <a:pt x="2264" y="390"/>
                  <a:pt x="2262" y="389"/>
                  <a:pt x="2261" y="388"/>
                </a:cubicBezTo>
                <a:close/>
                <a:moveTo>
                  <a:pt x="2401" y="501"/>
                </a:moveTo>
                <a:cubicBezTo>
                  <a:pt x="2395" y="495"/>
                  <a:pt x="2389" y="483"/>
                  <a:pt x="2383" y="478"/>
                </a:cubicBezTo>
                <a:cubicBezTo>
                  <a:pt x="2389" y="489"/>
                  <a:pt x="2395" y="495"/>
                  <a:pt x="2401" y="501"/>
                </a:cubicBezTo>
                <a:close/>
                <a:moveTo>
                  <a:pt x="2430" y="565"/>
                </a:moveTo>
                <a:cubicBezTo>
                  <a:pt x="2436" y="583"/>
                  <a:pt x="2436" y="606"/>
                  <a:pt x="2436" y="629"/>
                </a:cubicBezTo>
                <a:cubicBezTo>
                  <a:pt x="2436" y="606"/>
                  <a:pt x="2436" y="588"/>
                  <a:pt x="2430" y="565"/>
                </a:cubicBezTo>
                <a:close/>
                <a:moveTo>
                  <a:pt x="2704" y="70"/>
                </a:moveTo>
                <a:cubicBezTo>
                  <a:pt x="2646" y="23"/>
                  <a:pt x="2570" y="0"/>
                  <a:pt x="2494" y="0"/>
                </a:cubicBezTo>
                <a:lnTo>
                  <a:pt x="670" y="0"/>
                </a:lnTo>
                <a:cubicBezTo>
                  <a:pt x="589" y="0"/>
                  <a:pt x="513" y="23"/>
                  <a:pt x="460" y="70"/>
                </a:cubicBezTo>
                <a:cubicBezTo>
                  <a:pt x="402" y="122"/>
                  <a:pt x="367" y="192"/>
                  <a:pt x="367" y="262"/>
                </a:cubicBezTo>
                <a:lnTo>
                  <a:pt x="367" y="355"/>
                </a:lnTo>
                <a:lnTo>
                  <a:pt x="309" y="355"/>
                </a:lnTo>
                <a:cubicBezTo>
                  <a:pt x="227" y="355"/>
                  <a:pt x="151" y="379"/>
                  <a:pt x="99" y="425"/>
                </a:cubicBezTo>
                <a:cubicBezTo>
                  <a:pt x="35" y="483"/>
                  <a:pt x="0" y="553"/>
                  <a:pt x="0" y="629"/>
                </a:cubicBezTo>
                <a:lnTo>
                  <a:pt x="0" y="2523"/>
                </a:lnTo>
                <a:cubicBezTo>
                  <a:pt x="0" y="2599"/>
                  <a:pt x="35" y="2669"/>
                  <a:pt x="93" y="2715"/>
                </a:cubicBezTo>
                <a:cubicBezTo>
                  <a:pt x="151" y="2762"/>
                  <a:pt x="227" y="2785"/>
                  <a:pt x="303" y="2785"/>
                </a:cubicBezTo>
                <a:lnTo>
                  <a:pt x="2121" y="2785"/>
                </a:lnTo>
                <a:cubicBezTo>
                  <a:pt x="2203" y="2785"/>
                  <a:pt x="2278" y="2762"/>
                  <a:pt x="2331" y="2715"/>
                </a:cubicBezTo>
                <a:cubicBezTo>
                  <a:pt x="2389" y="2663"/>
                  <a:pt x="2430" y="2593"/>
                  <a:pt x="2430" y="2523"/>
                </a:cubicBezTo>
                <a:lnTo>
                  <a:pt x="2430" y="2430"/>
                </a:lnTo>
                <a:lnTo>
                  <a:pt x="2482" y="2430"/>
                </a:lnTo>
                <a:cubicBezTo>
                  <a:pt x="2564" y="2430"/>
                  <a:pt x="2640" y="2406"/>
                  <a:pt x="2692" y="2360"/>
                </a:cubicBezTo>
                <a:cubicBezTo>
                  <a:pt x="2751" y="2307"/>
                  <a:pt x="2786" y="2237"/>
                  <a:pt x="2786" y="2167"/>
                </a:cubicBezTo>
                <a:lnTo>
                  <a:pt x="2786" y="268"/>
                </a:lnTo>
                <a:cubicBezTo>
                  <a:pt x="2797" y="192"/>
                  <a:pt x="2762" y="122"/>
                  <a:pt x="2704" y="70"/>
                </a:cubicBezTo>
                <a:close/>
                <a:moveTo>
                  <a:pt x="2278" y="2517"/>
                </a:moveTo>
                <a:cubicBezTo>
                  <a:pt x="2278" y="2576"/>
                  <a:pt x="2208" y="2622"/>
                  <a:pt x="2127" y="2622"/>
                </a:cubicBezTo>
                <a:lnTo>
                  <a:pt x="309" y="2622"/>
                </a:lnTo>
                <a:cubicBezTo>
                  <a:pt x="227" y="2622"/>
                  <a:pt x="157" y="2576"/>
                  <a:pt x="157" y="2517"/>
                </a:cubicBezTo>
                <a:lnTo>
                  <a:pt x="157" y="1142"/>
                </a:lnTo>
                <a:lnTo>
                  <a:pt x="157" y="985"/>
                </a:lnTo>
                <a:lnTo>
                  <a:pt x="157" y="629"/>
                </a:lnTo>
                <a:cubicBezTo>
                  <a:pt x="157" y="571"/>
                  <a:pt x="227" y="524"/>
                  <a:pt x="309" y="524"/>
                </a:cubicBezTo>
                <a:lnTo>
                  <a:pt x="2127" y="524"/>
                </a:lnTo>
                <a:cubicBezTo>
                  <a:pt x="2208" y="524"/>
                  <a:pt x="2278" y="571"/>
                  <a:pt x="2278" y="629"/>
                </a:cubicBezTo>
                <a:lnTo>
                  <a:pt x="2278" y="985"/>
                </a:lnTo>
                <a:lnTo>
                  <a:pt x="2278" y="1142"/>
                </a:lnTo>
                <a:lnTo>
                  <a:pt x="2278" y="2517"/>
                </a:lnTo>
                <a:close/>
                <a:moveTo>
                  <a:pt x="408" y="688"/>
                </a:moveTo>
                <a:lnTo>
                  <a:pt x="1579" y="688"/>
                </a:lnTo>
                <a:lnTo>
                  <a:pt x="1579" y="845"/>
                </a:lnTo>
                <a:lnTo>
                  <a:pt x="408" y="845"/>
                </a:lnTo>
                <a:lnTo>
                  <a:pt x="408" y="688"/>
                </a:lnTo>
                <a:close/>
                <a:moveTo>
                  <a:pt x="1835" y="769"/>
                </a:moveTo>
                <a:cubicBezTo>
                  <a:pt x="1835" y="723"/>
                  <a:pt x="1870" y="688"/>
                  <a:pt x="1917" y="682"/>
                </a:cubicBezTo>
                <a:cubicBezTo>
                  <a:pt x="1964" y="682"/>
                  <a:pt x="1999" y="717"/>
                  <a:pt x="2004" y="763"/>
                </a:cubicBezTo>
                <a:lnTo>
                  <a:pt x="2004" y="769"/>
                </a:lnTo>
                <a:cubicBezTo>
                  <a:pt x="2004" y="816"/>
                  <a:pt x="1969" y="851"/>
                  <a:pt x="1923" y="857"/>
                </a:cubicBezTo>
                <a:cubicBezTo>
                  <a:pt x="1876" y="857"/>
                  <a:pt x="1841" y="822"/>
                  <a:pt x="1835" y="775"/>
                </a:cubicBezTo>
                <a:lnTo>
                  <a:pt x="1835" y="769"/>
                </a:lnTo>
                <a:close/>
                <a:moveTo>
                  <a:pt x="157" y="985"/>
                </a:moveTo>
                <a:lnTo>
                  <a:pt x="2278" y="985"/>
                </a:lnTo>
                <a:lnTo>
                  <a:pt x="2278" y="1142"/>
                </a:lnTo>
                <a:lnTo>
                  <a:pt x="157" y="1142"/>
                </a:lnTo>
                <a:lnTo>
                  <a:pt x="157" y="985"/>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61" name="Freeform 24">
            <a:extLst>
              <a:ext uri="{FF2B5EF4-FFF2-40B4-BE49-F238E27FC236}">
                <a16:creationId xmlns:a16="http://schemas.microsoft.com/office/drawing/2014/main" id="{ED5BCB8C-3E73-2148-9082-64D5BC252ECD}"/>
              </a:ext>
            </a:extLst>
          </p:cNvPr>
          <p:cNvSpPr>
            <a:spLocks noChangeAspect="1" noChangeArrowheads="1"/>
          </p:cNvSpPr>
          <p:nvPr/>
        </p:nvSpPr>
        <p:spPr bwMode="auto">
          <a:xfrm>
            <a:off x="5725042" y="2418342"/>
            <a:ext cx="518383" cy="435825"/>
          </a:xfrm>
          <a:custGeom>
            <a:avLst/>
            <a:gdLst>
              <a:gd name="T0" fmla="*/ 420570 w 2982"/>
              <a:gd name="T1" fmla="*/ 48489 h 2502"/>
              <a:gd name="T2" fmla="*/ 157462 w 2982"/>
              <a:gd name="T3" fmla="*/ 48489 h 2502"/>
              <a:gd name="T4" fmla="*/ 148970 w 2982"/>
              <a:gd name="T5" fmla="*/ 39856 h 2502"/>
              <a:gd name="T6" fmla="*/ 148970 w 2982"/>
              <a:gd name="T7" fmla="*/ 39856 h 2502"/>
              <a:gd name="T8" fmla="*/ 157462 w 2982"/>
              <a:gd name="T9" fmla="*/ 31223 h 2502"/>
              <a:gd name="T10" fmla="*/ 420570 w 2982"/>
              <a:gd name="T11" fmla="*/ 31223 h 2502"/>
              <a:gd name="T12" fmla="*/ 429062 w 2982"/>
              <a:gd name="T13" fmla="*/ 39856 h 2502"/>
              <a:gd name="T14" fmla="*/ 429062 w 2982"/>
              <a:gd name="T15" fmla="*/ 39856 h 2502"/>
              <a:gd name="T16" fmla="*/ 420570 w 2982"/>
              <a:gd name="T17" fmla="*/ 48489 h 2502"/>
              <a:gd name="T18" fmla="*/ 420570 w 2982"/>
              <a:gd name="T19" fmla="*/ 183165 h 2502"/>
              <a:gd name="T20" fmla="*/ 157462 w 2982"/>
              <a:gd name="T21" fmla="*/ 183165 h 2502"/>
              <a:gd name="T22" fmla="*/ 148970 w 2982"/>
              <a:gd name="T23" fmla="*/ 174676 h 2502"/>
              <a:gd name="T24" fmla="*/ 148970 w 2982"/>
              <a:gd name="T25" fmla="*/ 174676 h 2502"/>
              <a:gd name="T26" fmla="*/ 157462 w 2982"/>
              <a:gd name="T27" fmla="*/ 166043 h 2502"/>
              <a:gd name="T28" fmla="*/ 420570 w 2982"/>
              <a:gd name="T29" fmla="*/ 166043 h 2502"/>
              <a:gd name="T30" fmla="*/ 429062 w 2982"/>
              <a:gd name="T31" fmla="*/ 174676 h 2502"/>
              <a:gd name="T32" fmla="*/ 429062 w 2982"/>
              <a:gd name="T33" fmla="*/ 174676 h 2502"/>
              <a:gd name="T34" fmla="*/ 420570 w 2982"/>
              <a:gd name="T35" fmla="*/ 183165 h 2502"/>
              <a:gd name="T36" fmla="*/ 420570 w 2982"/>
              <a:gd name="T37" fmla="*/ 316978 h 2502"/>
              <a:gd name="T38" fmla="*/ 157462 w 2982"/>
              <a:gd name="T39" fmla="*/ 316978 h 2502"/>
              <a:gd name="T40" fmla="*/ 148970 w 2982"/>
              <a:gd name="T41" fmla="*/ 308345 h 2502"/>
              <a:gd name="T42" fmla="*/ 148970 w 2982"/>
              <a:gd name="T43" fmla="*/ 308345 h 2502"/>
              <a:gd name="T44" fmla="*/ 157462 w 2982"/>
              <a:gd name="T45" fmla="*/ 299856 h 2502"/>
              <a:gd name="T46" fmla="*/ 420570 w 2982"/>
              <a:gd name="T47" fmla="*/ 299856 h 2502"/>
              <a:gd name="T48" fmla="*/ 429062 w 2982"/>
              <a:gd name="T49" fmla="*/ 308345 h 2502"/>
              <a:gd name="T50" fmla="*/ 429062 w 2982"/>
              <a:gd name="T51" fmla="*/ 308345 h 2502"/>
              <a:gd name="T52" fmla="*/ 420570 w 2982"/>
              <a:gd name="T53" fmla="*/ 316978 h 2502"/>
              <a:gd name="T54" fmla="*/ 104207 w 2982"/>
              <a:gd name="T55" fmla="*/ 3309 h 2502"/>
              <a:gd name="T56" fmla="*/ 104207 w 2982"/>
              <a:gd name="T57" fmla="*/ 3309 h 2502"/>
              <a:gd name="T58" fmla="*/ 92117 w 2982"/>
              <a:gd name="T59" fmla="*/ 3309 h 2502"/>
              <a:gd name="T60" fmla="*/ 37854 w 2982"/>
              <a:gd name="T61" fmla="*/ 57554 h 2502"/>
              <a:gd name="T62" fmla="*/ 15545 w 2982"/>
              <a:gd name="T63" fmla="*/ 35108 h 2502"/>
              <a:gd name="T64" fmla="*/ 3310 w 2982"/>
              <a:gd name="T65" fmla="*/ 35108 h 2502"/>
              <a:gd name="T66" fmla="*/ 3310 w 2982"/>
              <a:gd name="T67" fmla="*/ 35108 h 2502"/>
              <a:gd name="T68" fmla="*/ 3310 w 2982"/>
              <a:gd name="T69" fmla="*/ 47338 h 2502"/>
              <a:gd name="T70" fmla="*/ 30802 w 2982"/>
              <a:gd name="T71" fmla="*/ 75540 h 2502"/>
              <a:gd name="T72" fmla="*/ 32385 w 2982"/>
              <a:gd name="T73" fmla="*/ 76835 h 2502"/>
              <a:gd name="T74" fmla="*/ 43180 w 2982"/>
              <a:gd name="T75" fmla="*/ 75683 h 2502"/>
              <a:gd name="T76" fmla="*/ 104207 w 2982"/>
              <a:gd name="T77" fmla="*/ 15540 h 2502"/>
              <a:gd name="T78" fmla="*/ 104207 w 2982"/>
              <a:gd name="T79" fmla="*/ 3309 h 2502"/>
              <a:gd name="T80" fmla="*/ 104639 w 2982"/>
              <a:gd name="T81" fmla="*/ 137554 h 2502"/>
              <a:gd name="T82" fmla="*/ 104639 w 2982"/>
              <a:gd name="T83" fmla="*/ 137554 h 2502"/>
              <a:gd name="T84" fmla="*/ 92548 w 2982"/>
              <a:gd name="T85" fmla="*/ 137554 h 2502"/>
              <a:gd name="T86" fmla="*/ 38286 w 2982"/>
              <a:gd name="T87" fmla="*/ 191799 h 2502"/>
              <a:gd name="T88" fmla="*/ 15976 w 2982"/>
              <a:gd name="T89" fmla="*/ 169353 h 2502"/>
              <a:gd name="T90" fmla="*/ 3742 w 2982"/>
              <a:gd name="T91" fmla="*/ 169353 h 2502"/>
              <a:gd name="T92" fmla="*/ 3742 w 2982"/>
              <a:gd name="T93" fmla="*/ 169353 h 2502"/>
              <a:gd name="T94" fmla="*/ 3742 w 2982"/>
              <a:gd name="T95" fmla="*/ 181583 h 2502"/>
              <a:gd name="T96" fmla="*/ 31233 w 2982"/>
              <a:gd name="T97" fmla="*/ 209640 h 2502"/>
              <a:gd name="T98" fmla="*/ 32817 w 2982"/>
              <a:gd name="T99" fmla="*/ 210935 h 2502"/>
              <a:gd name="T100" fmla="*/ 43611 w 2982"/>
              <a:gd name="T101" fmla="*/ 209784 h 2502"/>
              <a:gd name="T102" fmla="*/ 104639 w 2982"/>
              <a:gd name="T103" fmla="*/ 149784 h 2502"/>
              <a:gd name="T104" fmla="*/ 104639 w 2982"/>
              <a:gd name="T105" fmla="*/ 137554 h 2502"/>
              <a:gd name="T106" fmla="*/ 54406 w 2982"/>
              <a:gd name="T107" fmla="*/ 359856 h 2502"/>
              <a:gd name="T108" fmla="*/ 3310 w 2982"/>
              <a:gd name="T109" fmla="*/ 308777 h 2502"/>
              <a:gd name="T110" fmla="*/ 54406 w 2982"/>
              <a:gd name="T111" fmla="*/ 257698 h 2502"/>
              <a:gd name="T112" fmla="*/ 105502 w 2982"/>
              <a:gd name="T113" fmla="*/ 308777 h 2502"/>
              <a:gd name="T114" fmla="*/ 54406 w 2982"/>
              <a:gd name="T115" fmla="*/ 359856 h 2502"/>
              <a:gd name="T116" fmla="*/ 54406 w 2982"/>
              <a:gd name="T117" fmla="*/ 274964 h 2502"/>
              <a:gd name="T118" fmla="*/ 20582 w 2982"/>
              <a:gd name="T119" fmla="*/ 308777 h 2502"/>
              <a:gd name="T120" fmla="*/ 54406 w 2982"/>
              <a:gd name="T121" fmla="*/ 342734 h 2502"/>
              <a:gd name="T122" fmla="*/ 88374 w 2982"/>
              <a:gd name="T123" fmla="*/ 308777 h 2502"/>
              <a:gd name="T124" fmla="*/ 54406 w 2982"/>
              <a:gd name="T125" fmla="*/ 274964 h 250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982" h="2502">
                <a:moveTo>
                  <a:pt x="2922" y="337"/>
                </a:moveTo>
                <a:lnTo>
                  <a:pt x="1094" y="337"/>
                </a:lnTo>
                <a:cubicBezTo>
                  <a:pt x="1061" y="337"/>
                  <a:pt x="1035" y="310"/>
                  <a:pt x="1035" y="277"/>
                </a:cubicBezTo>
                <a:cubicBezTo>
                  <a:pt x="1035" y="244"/>
                  <a:pt x="1061" y="217"/>
                  <a:pt x="1094" y="217"/>
                </a:cubicBezTo>
                <a:lnTo>
                  <a:pt x="2922" y="217"/>
                </a:lnTo>
                <a:cubicBezTo>
                  <a:pt x="2955" y="217"/>
                  <a:pt x="2981" y="244"/>
                  <a:pt x="2981" y="277"/>
                </a:cubicBezTo>
                <a:cubicBezTo>
                  <a:pt x="2981" y="310"/>
                  <a:pt x="2955" y="337"/>
                  <a:pt x="2922" y="337"/>
                </a:cubicBezTo>
                <a:close/>
                <a:moveTo>
                  <a:pt x="2922" y="1273"/>
                </a:moveTo>
                <a:lnTo>
                  <a:pt x="1094" y="1273"/>
                </a:lnTo>
                <a:cubicBezTo>
                  <a:pt x="1061" y="1273"/>
                  <a:pt x="1035" y="1247"/>
                  <a:pt x="1035" y="1214"/>
                </a:cubicBezTo>
                <a:cubicBezTo>
                  <a:pt x="1035" y="1181"/>
                  <a:pt x="1061" y="1154"/>
                  <a:pt x="1094" y="1154"/>
                </a:cubicBezTo>
                <a:lnTo>
                  <a:pt x="2922" y="1154"/>
                </a:lnTo>
                <a:cubicBezTo>
                  <a:pt x="2955" y="1154"/>
                  <a:pt x="2981" y="1181"/>
                  <a:pt x="2981" y="1214"/>
                </a:cubicBezTo>
                <a:cubicBezTo>
                  <a:pt x="2981" y="1247"/>
                  <a:pt x="2955" y="1273"/>
                  <a:pt x="2922" y="1273"/>
                </a:cubicBezTo>
                <a:close/>
                <a:moveTo>
                  <a:pt x="2922" y="2203"/>
                </a:moveTo>
                <a:lnTo>
                  <a:pt x="1094" y="2203"/>
                </a:lnTo>
                <a:cubicBezTo>
                  <a:pt x="1061" y="2203"/>
                  <a:pt x="1035" y="2176"/>
                  <a:pt x="1035" y="2143"/>
                </a:cubicBezTo>
                <a:cubicBezTo>
                  <a:pt x="1035" y="2110"/>
                  <a:pt x="1061" y="2084"/>
                  <a:pt x="1094" y="2084"/>
                </a:cubicBezTo>
                <a:lnTo>
                  <a:pt x="2922" y="2084"/>
                </a:lnTo>
                <a:cubicBezTo>
                  <a:pt x="2955" y="2084"/>
                  <a:pt x="2981" y="2110"/>
                  <a:pt x="2981" y="2143"/>
                </a:cubicBezTo>
                <a:cubicBezTo>
                  <a:pt x="2981" y="2176"/>
                  <a:pt x="2955" y="2203"/>
                  <a:pt x="2922" y="2203"/>
                </a:cubicBezTo>
                <a:close/>
                <a:moveTo>
                  <a:pt x="724" y="23"/>
                </a:moveTo>
                <a:lnTo>
                  <a:pt x="724" y="23"/>
                </a:lnTo>
                <a:cubicBezTo>
                  <a:pt x="701" y="0"/>
                  <a:pt x="663" y="0"/>
                  <a:pt x="640" y="23"/>
                </a:cubicBezTo>
                <a:lnTo>
                  <a:pt x="263" y="400"/>
                </a:lnTo>
                <a:lnTo>
                  <a:pt x="108" y="244"/>
                </a:lnTo>
                <a:cubicBezTo>
                  <a:pt x="84" y="221"/>
                  <a:pt x="47" y="221"/>
                  <a:pt x="23" y="244"/>
                </a:cubicBezTo>
                <a:cubicBezTo>
                  <a:pt x="0" y="267"/>
                  <a:pt x="0" y="305"/>
                  <a:pt x="23" y="329"/>
                </a:cubicBezTo>
                <a:lnTo>
                  <a:pt x="214" y="525"/>
                </a:lnTo>
                <a:cubicBezTo>
                  <a:pt x="217" y="528"/>
                  <a:pt x="221" y="531"/>
                  <a:pt x="225" y="534"/>
                </a:cubicBezTo>
                <a:cubicBezTo>
                  <a:pt x="248" y="549"/>
                  <a:pt x="280" y="546"/>
                  <a:pt x="300" y="526"/>
                </a:cubicBezTo>
                <a:lnTo>
                  <a:pt x="724" y="108"/>
                </a:lnTo>
                <a:cubicBezTo>
                  <a:pt x="748" y="85"/>
                  <a:pt x="748" y="47"/>
                  <a:pt x="724" y="23"/>
                </a:cubicBezTo>
                <a:close/>
                <a:moveTo>
                  <a:pt x="727" y="956"/>
                </a:moveTo>
                <a:lnTo>
                  <a:pt x="727" y="956"/>
                </a:lnTo>
                <a:cubicBezTo>
                  <a:pt x="704" y="933"/>
                  <a:pt x="666" y="933"/>
                  <a:pt x="643" y="956"/>
                </a:cubicBezTo>
                <a:lnTo>
                  <a:pt x="266" y="1333"/>
                </a:lnTo>
                <a:lnTo>
                  <a:pt x="111" y="1177"/>
                </a:lnTo>
                <a:cubicBezTo>
                  <a:pt x="87" y="1154"/>
                  <a:pt x="50" y="1154"/>
                  <a:pt x="26" y="1177"/>
                </a:cubicBezTo>
                <a:cubicBezTo>
                  <a:pt x="3" y="1200"/>
                  <a:pt x="3" y="1238"/>
                  <a:pt x="26" y="1262"/>
                </a:cubicBezTo>
                <a:lnTo>
                  <a:pt x="217" y="1457"/>
                </a:lnTo>
                <a:cubicBezTo>
                  <a:pt x="220" y="1460"/>
                  <a:pt x="224" y="1463"/>
                  <a:pt x="228" y="1466"/>
                </a:cubicBezTo>
                <a:cubicBezTo>
                  <a:pt x="251" y="1481"/>
                  <a:pt x="283" y="1478"/>
                  <a:pt x="303" y="1458"/>
                </a:cubicBezTo>
                <a:lnTo>
                  <a:pt x="727" y="1041"/>
                </a:lnTo>
                <a:cubicBezTo>
                  <a:pt x="751" y="1017"/>
                  <a:pt x="751" y="980"/>
                  <a:pt x="727" y="956"/>
                </a:cubicBezTo>
                <a:close/>
                <a:moveTo>
                  <a:pt x="378" y="2501"/>
                </a:moveTo>
                <a:cubicBezTo>
                  <a:pt x="183" y="2501"/>
                  <a:pt x="23" y="2342"/>
                  <a:pt x="23" y="2146"/>
                </a:cubicBezTo>
                <a:cubicBezTo>
                  <a:pt x="23" y="1951"/>
                  <a:pt x="182" y="1791"/>
                  <a:pt x="378" y="1791"/>
                </a:cubicBezTo>
                <a:cubicBezTo>
                  <a:pt x="573" y="1791"/>
                  <a:pt x="733" y="1951"/>
                  <a:pt x="733" y="2146"/>
                </a:cubicBezTo>
                <a:cubicBezTo>
                  <a:pt x="733" y="2342"/>
                  <a:pt x="574" y="2501"/>
                  <a:pt x="378" y="2501"/>
                </a:cubicBezTo>
                <a:close/>
                <a:moveTo>
                  <a:pt x="378" y="1911"/>
                </a:moveTo>
                <a:cubicBezTo>
                  <a:pt x="248" y="1911"/>
                  <a:pt x="143" y="2016"/>
                  <a:pt x="143" y="2146"/>
                </a:cubicBezTo>
                <a:cubicBezTo>
                  <a:pt x="143" y="2276"/>
                  <a:pt x="248" y="2382"/>
                  <a:pt x="378" y="2382"/>
                </a:cubicBezTo>
                <a:cubicBezTo>
                  <a:pt x="508" y="2382"/>
                  <a:pt x="614" y="2276"/>
                  <a:pt x="614" y="2146"/>
                </a:cubicBezTo>
                <a:cubicBezTo>
                  <a:pt x="614" y="2016"/>
                  <a:pt x="508" y="1911"/>
                  <a:pt x="378" y="1911"/>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62" name="Freeform 6">
            <a:extLst>
              <a:ext uri="{FF2B5EF4-FFF2-40B4-BE49-F238E27FC236}">
                <a16:creationId xmlns:a16="http://schemas.microsoft.com/office/drawing/2014/main" id="{6F36154D-D967-514B-9BAD-42EC17CBC627}"/>
              </a:ext>
            </a:extLst>
          </p:cNvPr>
          <p:cNvSpPr>
            <a:spLocks noChangeAspect="1" noChangeArrowheads="1"/>
          </p:cNvSpPr>
          <p:nvPr/>
        </p:nvSpPr>
        <p:spPr bwMode="auto">
          <a:xfrm>
            <a:off x="7545136" y="2418342"/>
            <a:ext cx="460784" cy="435825"/>
          </a:xfrm>
          <a:custGeom>
            <a:avLst/>
            <a:gdLst>
              <a:gd name="T0" fmla="*/ 157697 w 2595"/>
              <a:gd name="T1" fmla="*/ 282162 h 2442"/>
              <a:gd name="T2" fmla="*/ 181550 w 2595"/>
              <a:gd name="T3" fmla="*/ 281720 h 2442"/>
              <a:gd name="T4" fmla="*/ 180961 w 2595"/>
              <a:gd name="T5" fmla="*/ 277887 h 2442"/>
              <a:gd name="T6" fmla="*/ 181255 w 2595"/>
              <a:gd name="T7" fmla="*/ 240442 h 2442"/>
              <a:gd name="T8" fmla="*/ 208790 w 2595"/>
              <a:gd name="T9" fmla="*/ 165848 h 2442"/>
              <a:gd name="T10" fmla="*/ 337921 w 2595"/>
              <a:gd name="T11" fmla="*/ 88452 h 2442"/>
              <a:gd name="T12" fmla="*/ 293012 w 2595"/>
              <a:gd name="T13" fmla="*/ 159656 h 2442"/>
              <a:gd name="T14" fmla="*/ 313185 w 2595"/>
              <a:gd name="T15" fmla="*/ 172334 h 2442"/>
              <a:gd name="T16" fmla="*/ 381947 w 2595"/>
              <a:gd name="T17" fmla="*/ 63686 h 2442"/>
              <a:gd name="T18" fmla="*/ 264595 w 2595"/>
              <a:gd name="T19" fmla="*/ 0 h 2442"/>
              <a:gd name="T20" fmla="*/ 253257 w 2595"/>
              <a:gd name="T21" fmla="*/ 20934 h 2442"/>
              <a:gd name="T22" fmla="*/ 334093 w 2595"/>
              <a:gd name="T23" fmla="*/ 64865 h 2442"/>
              <a:gd name="T24" fmla="*/ 189206 w 2595"/>
              <a:gd name="T25" fmla="*/ 152432 h 2442"/>
              <a:gd name="T26" fmla="*/ 157255 w 2595"/>
              <a:gd name="T27" fmla="*/ 279214 h 2442"/>
              <a:gd name="T28" fmla="*/ 157697 w 2595"/>
              <a:gd name="T29" fmla="*/ 282162 h 2442"/>
              <a:gd name="T30" fmla="*/ 339541 w 2595"/>
              <a:gd name="T31" fmla="*/ 330958 h 2442"/>
              <a:gd name="T32" fmla="*/ 332032 w 2595"/>
              <a:gd name="T33" fmla="*/ 337740 h 2442"/>
              <a:gd name="T34" fmla="*/ 30037 w 2595"/>
              <a:gd name="T35" fmla="*/ 337740 h 2442"/>
              <a:gd name="T36" fmla="*/ 22528 w 2595"/>
              <a:gd name="T37" fmla="*/ 330958 h 2442"/>
              <a:gd name="T38" fmla="*/ 22528 w 2595"/>
              <a:gd name="T39" fmla="*/ 98034 h 2442"/>
              <a:gd name="T40" fmla="*/ 30037 w 2595"/>
              <a:gd name="T41" fmla="*/ 91253 h 2442"/>
              <a:gd name="T42" fmla="*/ 104395 w 2595"/>
              <a:gd name="T43" fmla="*/ 91253 h 2442"/>
              <a:gd name="T44" fmla="*/ 104395 w 2595"/>
              <a:gd name="T45" fmla="*/ 68845 h 2442"/>
              <a:gd name="T46" fmla="*/ 30037 w 2595"/>
              <a:gd name="T47" fmla="*/ 68845 h 2442"/>
              <a:gd name="T48" fmla="*/ 0 w 2595"/>
              <a:gd name="T49" fmla="*/ 98034 h 2442"/>
              <a:gd name="T50" fmla="*/ 0 w 2595"/>
              <a:gd name="T51" fmla="*/ 330663 h 2442"/>
              <a:gd name="T52" fmla="*/ 30037 w 2595"/>
              <a:gd name="T53" fmla="*/ 359853 h 2442"/>
              <a:gd name="T54" fmla="*/ 332032 w 2595"/>
              <a:gd name="T55" fmla="*/ 359853 h 2442"/>
              <a:gd name="T56" fmla="*/ 362069 w 2595"/>
              <a:gd name="T57" fmla="*/ 330663 h 2442"/>
              <a:gd name="T58" fmla="*/ 362069 w 2595"/>
              <a:gd name="T59" fmla="*/ 247224 h 2442"/>
              <a:gd name="T60" fmla="*/ 339835 w 2595"/>
              <a:gd name="T61" fmla="*/ 247224 h 2442"/>
              <a:gd name="T62" fmla="*/ 339835 w 2595"/>
              <a:gd name="T63" fmla="*/ 330958 h 2442"/>
              <a:gd name="T64" fmla="*/ 339541 w 2595"/>
              <a:gd name="T65" fmla="*/ 330958 h 24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95" h="2442">
                <a:moveTo>
                  <a:pt x="1071" y="1914"/>
                </a:moveTo>
                <a:lnTo>
                  <a:pt x="1233" y="1911"/>
                </a:lnTo>
                <a:lnTo>
                  <a:pt x="1229" y="1885"/>
                </a:lnTo>
                <a:cubicBezTo>
                  <a:pt x="1228" y="1874"/>
                  <a:pt x="1214" y="1772"/>
                  <a:pt x="1231" y="1631"/>
                </a:cubicBezTo>
                <a:cubicBezTo>
                  <a:pt x="1247" y="1500"/>
                  <a:pt x="1291" y="1305"/>
                  <a:pt x="1418" y="1125"/>
                </a:cubicBezTo>
                <a:cubicBezTo>
                  <a:pt x="1596" y="871"/>
                  <a:pt x="1891" y="695"/>
                  <a:pt x="2295" y="600"/>
                </a:cubicBezTo>
                <a:lnTo>
                  <a:pt x="1990" y="1083"/>
                </a:lnTo>
                <a:lnTo>
                  <a:pt x="2127" y="1169"/>
                </a:lnTo>
                <a:lnTo>
                  <a:pt x="2594" y="432"/>
                </a:lnTo>
                <a:lnTo>
                  <a:pt x="1797" y="0"/>
                </a:lnTo>
                <a:lnTo>
                  <a:pt x="1720" y="142"/>
                </a:lnTo>
                <a:lnTo>
                  <a:pt x="2269" y="440"/>
                </a:lnTo>
                <a:cubicBezTo>
                  <a:pt x="1818" y="543"/>
                  <a:pt x="1488" y="743"/>
                  <a:pt x="1285" y="1034"/>
                </a:cubicBezTo>
                <a:cubicBezTo>
                  <a:pt x="996" y="1448"/>
                  <a:pt x="1068" y="1890"/>
                  <a:pt x="1068" y="1894"/>
                </a:cubicBezTo>
                <a:lnTo>
                  <a:pt x="1071" y="1914"/>
                </a:lnTo>
                <a:close/>
                <a:moveTo>
                  <a:pt x="2306" y="2245"/>
                </a:moveTo>
                <a:cubicBezTo>
                  <a:pt x="2306" y="2271"/>
                  <a:pt x="2283" y="2291"/>
                  <a:pt x="2255" y="2291"/>
                </a:cubicBezTo>
                <a:lnTo>
                  <a:pt x="204" y="2291"/>
                </a:lnTo>
                <a:cubicBezTo>
                  <a:pt x="176" y="2291"/>
                  <a:pt x="153" y="2270"/>
                  <a:pt x="153" y="2245"/>
                </a:cubicBezTo>
                <a:lnTo>
                  <a:pt x="153" y="665"/>
                </a:lnTo>
                <a:cubicBezTo>
                  <a:pt x="153" y="639"/>
                  <a:pt x="176" y="619"/>
                  <a:pt x="204" y="619"/>
                </a:cubicBezTo>
                <a:lnTo>
                  <a:pt x="709" y="619"/>
                </a:lnTo>
                <a:lnTo>
                  <a:pt x="709" y="467"/>
                </a:lnTo>
                <a:lnTo>
                  <a:pt x="204" y="467"/>
                </a:lnTo>
                <a:cubicBezTo>
                  <a:pt x="92" y="467"/>
                  <a:pt x="0" y="556"/>
                  <a:pt x="0" y="665"/>
                </a:cubicBezTo>
                <a:lnTo>
                  <a:pt x="0" y="2243"/>
                </a:lnTo>
                <a:cubicBezTo>
                  <a:pt x="0" y="2353"/>
                  <a:pt x="92" y="2441"/>
                  <a:pt x="204" y="2441"/>
                </a:cubicBezTo>
                <a:lnTo>
                  <a:pt x="2255" y="2441"/>
                </a:lnTo>
                <a:cubicBezTo>
                  <a:pt x="2367" y="2441"/>
                  <a:pt x="2459" y="2352"/>
                  <a:pt x="2459" y="2243"/>
                </a:cubicBezTo>
                <a:lnTo>
                  <a:pt x="2459" y="1677"/>
                </a:lnTo>
                <a:lnTo>
                  <a:pt x="2308" y="1677"/>
                </a:lnTo>
                <a:lnTo>
                  <a:pt x="2308" y="2245"/>
                </a:lnTo>
                <a:lnTo>
                  <a:pt x="2306" y="2245"/>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63" name="Freeform 10">
            <a:extLst>
              <a:ext uri="{FF2B5EF4-FFF2-40B4-BE49-F238E27FC236}">
                <a16:creationId xmlns:a16="http://schemas.microsoft.com/office/drawing/2014/main" id="{EE43E8FE-651B-C14B-9986-4F0533E7E83A}"/>
              </a:ext>
            </a:extLst>
          </p:cNvPr>
          <p:cNvSpPr>
            <a:spLocks noChangeAspect="1" noChangeArrowheads="1"/>
          </p:cNvSpPr>
          <p:nvPr/>
        </p:nvSpPr>
        <p:spPr bwMode="auto">
          <a:xfrm>
            <a:off x="4047020" y="2418342"/>
            <a:ext cx="393587" cy="435825"/>
          </a:xfrm>
          <a:custGeom>
            <a:avLst/>
            <a:gdLst>
              <a:gd name="T0" fmla="*/ 305426 w 2688"/>
              <a:gd name="T1" fmla="*/ 44608 h 2986"/>
              <a:gd name="T2" fmla="*/ 173167 w 2688"/>
              <a:gd name="T3" fmla="*/ 2291 h 2986"/>
              <a:gd name="T4" fmla="*/ 151084 w 2688"/>
              <a:gd name="T5" fmla="*/ 2291 h 2986"/>
              <a:gd name="T6" fmla="*/ 18825 w 2688"/>
              <a:gd name="T7" fmla="*/ 44608 h 2986"/>
              <a:gd name="T8" fmla="*/ 0 w 2688"/>
              <a:gd name="T9" fmla="*/ 70167 h 2986"/>
              <a:gd name="T10" fmla="*/ 0 w 2688"/>
              <a:gd name="T11" fmla="*/ 163001 h 2986"/>
              <a:gd name="T12" fmla="*/ 69870 w 2688"/>
              <a:gd name="T13" fmla="*/ 299357 h 2986"/>
              <a:gd name="T14" fmla="*/ 146136 w 2688"/>
              <a:gd name="T15" fmla="*/ 354695 h 2986"/>
              <a:gd name="T16" fmla="*/ 162186 w 2688"/>
              <a:gd name="T17" fmla="*/ 359879 h 2986"/>
              <a:gd name="T18" fmla="*/ 178236 w 2688"/>
              <a:gd name="T19" fmla="*/ 354695 h 2986"/>
              <a:gd name="T20" fmla="*/ 254502 w 2688"/>
              <a:gd name="T21" fmla="*/ 299357 h 2986"/>
              <a:gd name="T22" fmla="*/ 324251 w 2688"/>
              <a:gd name="T23" fmla="*/ 163001 h 2986"/>
              <a:gd name="T24" fmla="*/ 324251 w 2688"/>
              <a:gd name="T25" fmla="*/ 70167 h 2986"/>
              <a:gd name="T26" fmla="*/ 305426 w 2688"/>
              <a:gd name="T27" fmla="*/ 44608 h 2986"/>
              <a:gd name="T28" fmla="*/ 24376 w 2688"/>
              <a:gd name="T29" fmla="*/ 61608 h 2986"/>
              <a:gd name="T30" fmla="*/ 156635 w 2688"/>
              <a:gd name="T31" fmla="*/ 19290 h 2986"/>
              <a:gd name="T32" fmla="*/ 162186 w 2688"/>
              <a:gd name="T33" fmla="*/ 18446 h 2986"/>
              <a:gd name="T34" fmla="*/ 167737 w 2688"/>
              <a:gd name="T35" fmla="*/ 19290 h 2986"/>
              <a:gd name="T36" fmla="*/ 299875 w 2688"/>
              <a:gd name="T37" fmla="*/ 61608 h 2986"/>
              <a:gd name="T38" fmla="*/ 306271 w 2688"/>
              <a:gd name="T39" fmla="*/ 70167 h 2986"/>
              <a:gd name="T40" fmla="*/ 306271 w 2688"/>
              <a:gd name="T41" fmla="*/ 74990 h 2986"/>
              <a:gd name="T42" fmla="*/ 18101 w 2688"/>
              <a:gd name="T43" fmla="*/ 74990 h 2986"/>
              <a:gd name="T44" fmla="*/ 18101 w 2688"/>
              <a:gd name="T45" fmla="*/ 70167 h 2986"/>
              <a:gd name="T46" fmla="*/ 24376 w 2688"/>
              <a:gd name="T47" fmla="*/ 61608 h 2986"/>
              <a:gd name="T48" fmla="*/ 306271 w 2688"/>
              <a:gd name="T49" fmla="*/ 163001 h 2986"/>
              <a:gd name="T50" fmla="*/ 306150 w 2688"/>
              <a:gd name="T51" fmla="*/ 163001 h 2986"/>
              <a:gd name="T52" fmla="*/ 243641 w 2688"/>
              <a:gd name="T53" fmla="*/ 284889 h 2986"/>
              <a:gd name="T54" fmla="*/ 167496 w 2688"/>
              <a:gd name="T55" fmla="*/ 340348 h 2986"/>
              <a:gd name="T56" fmla="*/ 156756 w 2688"/>
              <a:gd name="T57" fmla="*/ 340348 h 2986"/>
              <a:gd name="T58" fmla="*/ 80490 w 2688"/>
              <a:gd name="T59" fmla="*/ 284889 h 2986"/>
              <a:gd name="T60" fmla="*/ 18101 w 2688"/>
              <a:gd name="T61" fmla="*/ 163001 h 2986"/>
              <a:gd name="T62" fmla="*/ 18101 w 2688"/>
              <a:gd name="T63" fmla="*/ 92954 h 2986"/>
              <a:gd name="T64" fmla="*/ 306150 w 2688"/>
              <a:gd name="T65" fmla="*/ 92954 h 2986"/>
              <a:gd name="T66" fmla="*/ 306271 w 2688"/>
              <a:gd name="T67" fmla="*/ 163001 h 2986"/>
              <a:gd name="T68" fmla="*/ 266207 w 2688"/>
              <a:gd name="T69" fmla="*/ 118634 h 2986"/>
              <a:gd name="T70" fmla="*/ 137206 w 2688"/>
              <a:gd name="T71" fmla="*/ 236906 h 2986"/>
              <a:gd name="T72" fmla="*/ 83024 w 2688"/>
              <a:gd name="T73" fmla="*/ 167220 h 2986"/>
              <a:gd name="T74" fmla="*/ 70474 w 2688"/>
              <a:gd name="T75" fmla="*/ 165653 h 2986"/>
              <a:gd name="T76" fmla="*/ 68905 w 2688"/>
              <a:gd name="T77" fmla="*/ 178192 h 2986"/>
              <a:gd name="T78" fmla="*/ 129121 w 2688"/>
              <a:gd name="T79" fmla="*/ 255472 h 2986"/>
              <a:gd name="T80" fmla="*/ 135396 w 2688"/>
              <a:gd name="T81" fmla="*/ 258848 h 2986"/>
              <a:gd name="T82" fmla="*/ 136120 w 2688"/>
              <a:gd name="T83" fmla="*/ 258969 h 2986"/>
              <a:gd name="T84" fmla="*/ 142154 w 2688"/>
              <a:gd name="T85" fmla="*/ 256557 h 2986"/>
              <a:gd name="T86" fmla="*/ 278274 w 2688"/>
              <a:gd name="T87" fmla="*/ 131775 h 2986"/>
              <a:gd name="T88" fmla="*/ 278757 w 2688"/>
              <a:gd name="T89" fmla="*/ 119116 h 2986"/>
              <a:gd name="T90" fmla="*/ 266207 w 2688"/>
              <a:gd name="T91" fmla="*/ 118634 h 298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688" h="2986">
                <a:moveTo>
                  <a:pt x="2531" y="370"/>
                </a:moveTo>
                <a:lnTo>
                  <a:pt x="1435" y="19"/>
                </a:lnTo>
                <a:cubicBezTo>
                  <a:pt x="1375" y="0"/>
                  <a:pt x="1311" y="0"/>
                  <a:pt x="1252" y="19"/>
                </a:cubicBezTo>
                <a:lnTo>
                  <a:pt x="156" y="370"/>
                </a:lnTo>
                <a:cubicBezTo>
                  <a:pt x="63" y="400"/>
                  <a:pt x="0" y="485"/>
                  <a:pt x="0" y="582"/>
                </a:cubicBezTo>
                <a:lnTo>
                  <a:pt x="0" y="1352"/>
                </a:lnTo>
                <a:cubicBezTo>
                  <a:pt x="0" y="1796"/>
                  <a:pt x="217" y="2219"/>
                  <a:pt x="579" y="2483"/>
                </a:cubicBezTo>
                <a:lnTo>
                  <a:pt x="1211" y="2942"/>
                </a:lnTo>
                <a:cubicBezTo>
                  <a:pt x="1250" y="2970"/>
                  <a:pt x="1296" y="2985"/>
                  <a:pt x="1344" y="2985"/>
                </a:cubicBezTo>
                <a:cubicBezTo>
                  <a:pt x="1392" y="2985"/>
                  <a:pt x="1438" y="2971"/>
                  <a:pt x="1477" y="2942"/>
                </a:cubicBezTo>
                <a:lnTo>
                  <a:pt x="2109" y="2483"/>
                </a:lnTo>
                <a:cubicBezTo>
                  <a:pt x="2471" y="2219"/>
                  <a:pt x="2687" y="1796"/>
                  <a:pt x="2687" y="1352"/>
                </a:cubicBezTo>
                <a:lnTo>
                  <a:pt x="2687" y="582"/>
                </a:lnTo>
                <a:cubicBezTo>
                  <a:pt x="2687" y="485"/>
                  <a:pt x="2624" y="400"/>
                  <a:pt x="2531" y="370"/>
                </a:cubicBezTo>
                <a:close/>
                <a:moveTo>
                  <a:pt x="202" y="511"/>
                </a:moveTo>
                <a:lnTo>
                  <a:pt x="1298" y="160"/>
                </a:lnTo>
                <a:cubicBezTo>
                  <a:pt x="1313" y="155"/>
                  <a:pt x="1329" y="153"/>
                  <a:pt x="1344" y="153"/>
                </a:cubicBezTo>
                <a:cubicBezTo>
                  <a:pt x="1359" y="153"/>
                  <a:pt x="1375" y="155"/>
                  <a:pt x="1390" y="160"/>
                </a:cubicBezTo>
                <a:lnTo>
                  <a:pt x="2485" y="511"/>
                </a:lnTo>
                <a:cubicBezTo>
                  <a:pt x="2517" y="521"/>
                  <a:pt x="2538" y="550"/>
                  <a:pt x="2538" y="582"/>
                </a:cubicBezTo>
                <a:lnTo>
                  <a:pt x="2538" y="622"/>
                </a:lnTo>
                <a:lnTo>
                  <a:pt x="150" y="622"/>
                </a:lnTo>
                <a:lnTo>
                  <a:pt x="150" y="582"/>
                </a:lnTo>
                <a:cubicBezTo>
                  <a:pt x="150" y="549"/>
                  <a:pt x="171" y="521"/>
                  <a:pt x="202" y="511"/>
                </a:cubicBezTo>
                <a:close/>
                <a:moveTo>
                  <a:pt x="2538" y="1352"/>
                </a:moveTo>
                <a:lnTo>
                  <a:pt x="2537" y="1352"/>
                </a:lnTo>
                <a:cubicBezTo>
                  <a:pt x="2537" y="1749"/>
                  <a:pt x="2343" y="2127"/>
                  <a:pt x="2019" y="2363"/>
                </a:cubicBezTo>
                <a:lnTo>
                  <a:pt x="1388" y="2823"/>
                </a:lnTo>
                <a:cubicBezTo>
                  <a:pt x="1361" y="2842"/>
                  <a:pt x="1325" y="2842"/>
                  <a:pt x="1299" y="2823"/>
                </a:cubicBezTo>
                <a:lnTo>
                  <a:pt x="667" y="2363"/>
                </a:lnTo>
                <a:cubicBezTo>
                  <a:pt x="343" y="2127"/>
                  <a:pt x="150" y="1749"/>
                  <a:pt x="150" y="1352"/>
                </a:cubicBezTo>
                <a:lnTo>
                  <a:pt x="150" y="771"/>
                </a:lnTo>
                <a:lnTo>
                  <a:pt x="2537" y="771"/>
                </a:lnTo>
                <a:lnTo>
                  <a:pt x="2538" y="1352"/>
                </a:lnTo>
                <a:close/>
                <a:moveTo>
                  <a:pt x="2206" y="984"/>
                </a:moveTo>
                <a:lnTo>
                  <a:pt x="1137" y="1965"/>
                </a:lnTo>
                <a:lnTo>
                  <a:pt x="688" y="1387"/>
                </a:lnTo>
                <a:cubicBezTo>
                  <a:pt x="663" y="1355"/>
                  <a:pt x="616" y="1349"/>
                  <a:pt x="584" y="1374"/>
                </a:cubicBezTo>
                <a:cubicBezTo>
                  <a:pt x="552" y="1399"/>
                  <a:pt x="546" y="1446"/>
                  <a:pt x="571" y="1478"/>
                </a:cubicBezTo>
                <a:lnTo>
                  <a:pt x="1070" y="2119"/>
                </a:lnTo>
                <a:cubicBezTo>
                  <a:pt x="1083" y="2135"/>
                  <a:pt x="1101" y="2146"/>
                  <a:pt x="1122" y="2147"/>
                </a:cubicBezTo>
                <a:cubicBezTo>
                  <a:pt x="1124" y="2148"/>
                  <a:pt x="1126" y="2148"/>
                  <a:pt x="1128" y="2148"/>
                </a:cubicBezTo>
                <a:cubicBezTo>
                  <a:pt x="1146" y="2148"/>
                  <a:pt x="1164" y="2141"/>
                  <a:pt x="1178" y="2128"/>
                </a:cubicBezTo>
                <a:lnTo>
                  <a:pt x="2306" y="1093"/>
                </a:lnTo>
                <a:cubicBezTo>
                  <a:pt x="2336" y="1065"/>
                  <a:pt x="2338" y="1018"/>
                  <a:pt x="2310" y="988"/>
                </a:cubicBezTo>
                <a:cubicBezTo>
                  <a:pt x="2283" y="958"/>
                  <a:pt x="2236" y="956"/>
                  <a:pt x="2206" y="98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64" name="Freeform 14">
            <a:extLst>
              <a:ext uri="{FF2B5EF4-FFF2-40B4-BE49-F238E27FC236}">
                <a16:creationId xmlns:a16="http://schemas.microsoft.com/office/drawing/2014/main" id="{0748B6B5-4660-FF4F-84FF-336651B44855}"/>
              </a:ext>
            </a:extLst>
          </p:cNvPr>
          <p:cNvSpPr>
            <a:spLocks noChangeAspect="1" noChangeArrowheads="1"/>
          </p:cNvSpPr>
          <p:nvPr/>
        </p:nvSpPr>
        <p:spPr bwMode="auto">
          <a:xfrm>
            <a:off x="8430225" y="2418342"/>
            <a:ext cx="428147" cy="435825"/>
          </a:xfrm>
          <a:custGeom>
            <a:avLst/>
            <a:gdLst>
              <a:gd name="T0" fmla="*/ 172849 w 2909"/>
              <a:gd name="T1" fmla="*/ 357933 h 2961"/>
              <a:gd name="T2" fmla="*/ 171511 w 2909"/>
              <a:gd name="T3" fmla="*/ 357325 h 2961"/>
              <a:gd name="T4" fmla="*/ 17041 w 2909"/>
              <a:gd name="T5" fmla="*/ 170821 h 2961"/>
              <a:gd name="T6" fmla="*/ 7303 w 2909"/>
              <a:gd name="T7" fmla="*/ 39027 h 2961"/>
              <a:gd name="T8" fmla="*/ 28849 w 2909"/>
              <a:gd name="T9" fmla="*/ 39635 h 2961"/>
              <a:gd name="T10" fmla="*/ 171632 w 2909"/>
              <a:gd name="T11" fmla="*/ 3526 h 2961"/>
              <a:gd name="T12" fmla="*/ 182466 w 2909"/>
              <a:gd name="T13" fmla="*/ 3526 h 2961"/>
              <a:gd name="T14" fmla="*/ 184779 w 2909"/>
              <a:gd name="T15" fmla="*/ 4985 h 2961"/>
              <a:gd name="T16" fmla="*/ 337422 w 2909"/>
              <a:gd name="T17" fmla="*/ 39392 h 2961"/>
              <a:gd name="T18" fmla="*/ 347768 w 2909"/>
              <a:gd name="T19" fmla="*/ 48389 h 2961"/>
              <a:gd name="T20" fmla="*/ 289097 w 2909"/>
              <a:gd name="T21" fmla="*/ 273070 h 2961"/>
              <a:gd name="T22" fmla="*/ 181979 w 2909"/>
              <a:gd name="T23" fmla="*/ 357568 h 2961"/>
              <a:gd name="T24" fmla="*/ 176988 w 2909"/>
              <a:gd name="T25" fmla="*/ 359878 h 2961"/>
              <a:gd name="T26" fmla="*/ 34205 w 2909"/>
              <a:gd name="T27" fmla="*/ 166444 h 2961"/>
              <a:gd name="T28" fmla="*/ 320015 w 2909"/>
              <a:gd name="T29" fmla="*/ 165714 h 2961"/>
              <a:gd name="T30" fmla="*/ 327684 w 2909"/>
              <a:gd name="T31" fmla="*/ 57143 h 2961"/>
              <a:gd name="T32" fmla="*/ 177110 w 2909"/>
              <a:gd name="T33" fmla="*/ 21155 h 2961"/>
              <a:gd name="T34" fmla="*/ 26293 w 2909"/>
              <a:gd name="T35" fmla="*/ 57143 h 2961"/>
              <a:gd name="T36" fmla="*/ 79000 w 2909"/>
              <a:gd name="T37" fmla="*/ 165714 h 2961"/>
              <a:gd name="T38" fmla="*/ 133897 w 2909"/>
              <a:gd name="T39" fmla="*/ 75623 h 2961"/>
              <a:gd name="T40" fmla="*/ 116491 w 2909"/>
              <a:gd name="T41" fmla="*/ 261033 h 2961"/>
              <a:gd name="T42" fmla="*/ 102492 w 2909"/>
              <a:gd name="T43" fmla="*/ 153191 h 2961"/>
              <a:gd name="T44" fmla="*/ 79000 w 2909"/>
              <a:gd name="T45" fmla="*/ 165714 h 2961"/>
              <a:gd name="T46" fmla="*/ 255988 w 2909"/>
              <a:gd name="T47" fmla="*/ 79878 h 2961"/>
              <a:gd name="T48" fmla="*/ 241259 w 2909"/>
              <a:gd name="T49" fmla="*/ 153313 h 2961"/>
              <a:gd name="T50" fmla="*/ 208393 w 2909"/>
              <a:gd name="T51" fmla="*/ 145897 h 2961"/>
              <a:gd name="T52" fmla="*/ 272786 w 2909"/>
              <a:gd name="T53" fmla="*/ 172158 h 2961"/>
              <a:gd name="T54" fmla="*/ 219714 w 2909"/>
              <a:gd name="T55" fmla="*/ 185289 h 2961"/>
              <a:gd name="T56" fmla="*/ 264508 w 2909"/>
              <a:gd name="T57" fmla="*/ 246565 h 2961"/>
              <a:gd name="T58" fmla="*/ 208393 w 2909"/>
              <a:gd name="T59" fmla="*/ 262006 h 2961"/>
              <a:gd name="T60" fmla="*/ 194151 w 2909"/>
              <a:gd name="T61" fmla="*/ 185897 h 2961"/>
              <a:gd name="T62" fmla="*/ 124281 w 2909"/>
              <a:gd name="T63" fmla="*/ 238663 h 2961"/>
              <a:gd name="T64" fmla="*/ 129637 w 2909"/>
              <a:gd name="T65" fmla="*/ 185289 h 2961"/>
              <a:gd name="T66" fmla="*/ 194273 w 2909"/>
              <a:gd name="T67" fmla="*/ 172158 h 2961"/>
              <a:gd name="T68" fmla="*/ 162138 w 2909"/>
              <a:gd name="T69" fmla="*/ 145897 h 2961"/>
              <a:gd name="T70" fmla="*/ 147409 w 2909"/>
              <a:gd name="T71" fmla="*/ 154650 h 2961"/>
              <a:gd name="T72" fmla="*/ 241137 w 2909"/>
              <a:gd name="T73" fmla="*/ 92888 h 2961"/>
              <a:gd name="T74" fmla="*/ 162138 w 2909"/>
              <a:gd name="T75" fmla="*/ 132888 h 2961"/>
              <a:gd name="T76" fmla="*/ 241137 w 2909"/>
              <a:gd name="T77" fmla="*/ 92888 h 29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909" h="2961">
                <a:moveTo>
                  <a:pt x="1454" y="2960"/>
                </a:moveTo>
                <a:lnTo>
                  <a:pt x="1420" y="2944"/>
                </a:lnTo>
                <a:cubicBezTo>
                  <a:pt x="1417" y="2943"/>
                  <a:pt x="1415" y="2941"/>
                  <a:pt x="1413" y="2941"/>
                </a:cubicBezTo>
                <a:cubicBezTo>
                  <a:pt x="1411" y="2940"/>
                  <a:pt x="1410" y="2939"/>
                  <a:pt x="1409" y="2939"/>
                </a:cubicBezTo>
                <a:cubicBezTo>
                  <a:pt x="1050" y="2780"/>
                  <a:pt x="756" y="2547"/>
                  <a:pt x="533" y="2246"/>
                </a:cubicBezTo>
                <a:cubicBezTo>
                  <a:pt x="355" y="2006"/>
                  <a:pt x="223" y="1722"/>
                  <a:pt x="140" y="1405"/>
                </a:cubicBezTo>
                <a:cubicBezTo>
                  <a:pt x="0" y="866"/>
                  <a:pt x="49" y="416"/>
                  <a:pt x="51" y="397"/>
                </a:cubicBezTo>
                <a:lnTo>
                  <a:pt x="60" y="321"/>
                </a:lnTo>
                <a:lnTo>
                  <a:pt x="136" y="324"/>
                </a:lnTo>
                <a:cubicBezTo>
                  <a:pt x="170" y="325"/>
                  <a:pt x="204" y="326"/>
                  <a:pt x="237" y="326"/>
                </a:cubicBezTo>
                <a:cubicBezTo>
                  <a:pt x="875" y="326"/>
                  <a:pt x="1281" y="108"/>
                  <a:pt x="1391" y="41"/>
                </a:cubicBezTo>
                <a:cubicBezTo>
                  <a:pt x="1399" y="36"/>
                  <a:pt x="1405" y="32"/>
                  <a:pt x="1410" y="29"/>
                </a:cubicBezTo>
                <a:lnTo>
                  <a:pt x="1455" y="0"/>
                </a:lnTo>
                <a:lnTo>
                  <a:pt x="1499" y="29"/>
                </a:lnTo>
                <a:cubicBezTo>
                  <a:pt x="1503" y="33"/>
                  <a:pt x="1510" y="36"/>
                  <a:pt x="1517" y="40"/>
                </a:cubicBezTo>
                <a:lnTo>
                  <a:pt x="1518" y="41"/>
                </a:lnTo>
                <a:cubicBezTo>
                  <a:pt x="1627" y="108"/>
                  <a:pt x="2032" y="326"/>
                  <a:pt x="2671" y="326"/>
                </a:cubicBezTo>
                <a:cubicBezTo>
                  <a:pt x="2704" y="326"/>
                  <a:pt x="2738" y="325"/>
                  <a:pt x="2772" y="324"/>
                </a:cubicBezTo>
                <a:lnTo>
                  <a:pt x="2848" y="321"/>
                </a:lnTo>
                <a:lnTo>
                  <a:pt x="2857" y="398"/>
                </a:lnTo>
                <a:cubicBezTo>
                  <a:pt x="2859" y="416"/>
                  <a:pt x="2908" y="866"/>
                  <a:pt x="2768" y="1405"/>
                </a:cubicBezTo>
                <a:cubicBezTo>
                  <a:pt x="2685" y="1723"/>
                  <a:pt x="2553" y="2006"/>
                  <a:pt x="2375" y="2246"/>
                </a:cubicBezTo>
                <a:cubicBezTo>
                  <a:pt x="2152" y="2547"/>
                  <a:pt x="1858" y="2781"/>
                  <a:pt x="1499" y="2939"/>
                </a:cubicBezTo>
                <a:cubicBezTo>
                  <a:pt x="1498" y="2940"/>
                  <a:pt x="1496" y="2941"/>
                  <a:pt x="1495" y="2941"/>
                </a:cubicBezTo>
                <a:cubicBezTo>
                  <a:pt x="1493" y="2942"/>
                  <a:pt x="1490" y="2943"/>
                  <a:pt x="1488" y="2945"/>
                </a:cubicBezTo>
                <a:lnTo>
                  <a:pt x="1454" y="2960"/>
                </a:lnTo>
                <a:close/>
                <a:moveTo>
                  <a:pt x="189" y="470"/>
                </a:moveTo>
                <a:cubicBezTo>
                  <a:pt x="182" y="616"/>
                  <a:pt x="179" y="982"/>
                  <a:pt x="281" y="1369"/>
                </a:cubicBezTo>
                <a:cubicBezTo>
                  <a:pt x="456" y="2035"/>
                  <a:pt x="865" y="2531"/>
                  <a:pt x="1455" y="2799"/>
                </a:cubicBezTo>
                <a:cubicBezTo>
                  <a:pt x="2045" y="2530"/>
                  <a:pt x="2455" y="2032"/>
                  <a:pt x="2629" y="1363"/>
                </a:cubicBezTo>
                <a:cubicBezTo>
                  <a:pt x="2729" y="978"/>
                  <a:pt x="2727" y="616"/>
                  <a:pt x="2719" y="470"/>
                </a:cubicBezTo>
                <a:cubicBezTo>
                  <a:pt x="2710" y="470"/>
                  <a:pt x="2701" y="470"/>
                  <a:pt x="2692" y="470"/>
                </a:cubicBezTo>
                <a:cubicBezTo>
                  <a:pt x="2403" y="470"/>
                  <a:pt x="2105" y="449"/>
                  <a:pt x="1850" y="368"/>
                </a:cubicBezTo>
                <a:cubicBezTo>
                  <a:pt x="1661" y="307"/>
                  <a:pt x="1527" y="217"/>
                  <a:pt x="1455" y="174"/>
                </a:cubicBezTo>
                <a:cubicBezTo>
                  <a:pt x="1381" y="217"/>
                  <a:pt x="1247" y="286"/>
                  <a:pt x="1059" y="347"/>
                </a:cubicBezTo>
                <a:cubicBezTo>
                  <a:pt x="803" y="428"/>
                  <a:pt x="506" y="470"/>
                  <a:pt x="216" y="470"/>
                </a:cubicBezTo>
                <a:cubicBezTo>
                  <a:pt x="207" y="470"/>
                  <a:pt x="198" y="470"/>
                  <a:pt x="189" y="470"/>
                </a:cubicBezTo>
                <a:close/>
                <a:moveTo>
                  <a:pt x="649" y="1363"/>
                </a:moveTo>
                <a:cubicBezTo>
                  <a:pt x="791" y="1150"/>
                  <a:pt x="903" y="891"/>
                  <a:pt x="982" y="587"/>
                </a:cubicBezTo>
                <a:lnTo>
                  <a:pt x="1100" y="622"/>
                </a:lnTo>
                <a:cubicBezTo>
                  <a:pt x="1056" y="763"/>
                  <a:pt x="1009" y="895"/>
                  <a:pt x="957" y="1018"/>
                </a:cubicBezTo>
                <a:lnTo>
                  <a:pt x="957" y="2147"/>
                </a:lnTo>
                <a:lnTo>
                  <a:pt x="842" y="2147"/>
                </a:lnTo>
                <a:lnTo>
                  <a:pt x="842" y="1260"/>
                </a:lnTo>
                <a:cubicBezTo>
                  <a:pt x="796" y="1344"/>
                  <a:pt x="748" y="1422"/>
                  <a:pt x="698" y="1494"/>
                </a:cubicBezTo>
                <a:cubicBezTo>
                  <a:pt x="683" y="1450"/>
                  <a:pt x="667" y="1406"/>
                  <a:pt x="649" y="1363"/>
                </a:cubicBezTo>
                <a:close/>
                <a:moveTo>
                  <a:pt x="1211" y="657"/>
                </a:moveTo>
                <a:lnTo>
                  <a:pt x="2103" y="657"/>
                </a:lnTo>
                <a:lnTo>
                  <a:pt x="2103" y="1261"/>
                </a:lnTo>
                <a:lnTo>
                  <a:pt x="1982" y="1261"/>
                </a:lnTo>
                <a:lnTo>
                  <a:pt x="1982" y="1200"/>
                </a:lnTo>
                <a:lnTo>
                  <a:pt x="1712" y="1200"/>
                </a:lnTo>
                <a:lnTo>
                  <a:pt x="1712" y="1416"/>
                </a:lnTo>
                <a:lnTo>
                  <a:pt x="2241" y="1416"/>
                </a:lnTo>
                <a:lnTo>
                  <a:pt x="2241" y="1524"/>
                </a:lnTo>
                <a:lnTo>
                  <a:pt x="1805" y="1524"/>
                </a:lnTo>
                <a:cubicBezTo>
                  <a:pt x="1903" y="1687"/>
                  <a:pt x="2053" y="1816"/>
                  <a:pt x="2254" y="1910"/>
                </a:cubicBezTo>
                <a:cubicBezTo>
                  <a:pt x="2220" y="1956"/>
                  <a:pt x="2194" y="1995"/>
                  <a:pt x="2173" y="2028"/>
                </a:cubicBezTo>
                <a:cubicBezTo>
                  <a:pt x="1973" y="1907"/>
                  <a:pt x="1819" y="1742"/>
                  <a:pt x="1712" y="1535"/>
                </a:cubicBezTo>
                <a:lnTo>
                  <a:pt x="1712" y="2155"/>
                </a:lnTo>
                <a:lnTo>
                  <a:pt x="1595" y="2155"/>
                </a:lnTo>
                <a:lnTo>
                  <a:pt x="1595" y="1529"/>
                </a:lnTo>
                <a:cubicBezTo>
                  <a:pt x="1467" y="1761"/>
                  <a:pt x="1305" y="1939"/>
                  <a:pt x="1111" y="2060"/>
                </a:cubicBezTo>
                <a:cubicBezTo>
                  <a:pt x="1087" y="2030"/>
                  <a:pt x="1057" y="1998"/>
                  <a:pt x="1021" y="1963"/>
                </a:cubicBezTo>
                <a:cubicBezTo>
                  <a:pt x="1212" y="1858"/>
                  <a:pt x="1366" y="1712"/>
                  <a:pt x="1483" y="1524"/>
                </a:cubicBezTo>
                <a:lnTo>
                  <a:pt x="1065" y="1524"/>
                </a:lnTo>
                <a:lnTo>
                  <a:pt x="1065" y="1416"/>
                </a:lnTo>
                <a:lnTo>
                  <a:pt x="1596" y="1416"/>
                </a:lnTo>
                <a:lnTo>
                  <a:pt x="1596" y="1200"/>
                </a:lnTo>
                <a:lnTo>
                  <a:pt x="1332" y="1200"/>
                </a:lnTo>
                <a:lnTo>
                  <a:pt x="1332" y="1272"/>
                </a:lnTo>
                <a:lnTo>
                  <a:pt x="1211" y="1272"/>
                </a:lnTo>
                <a:lnTo>
                  <a:pt x="1211" y="657"/>
                </a:lnTo>
                <a:close/>
                <a:moveTo>
                  <a:pt x="1981" y="764"/>
                </a:moveTo>
                <a:lnTo>
                  <a:pt x="1332" y="764"/>
                </a:lnTo>
                <a:lnTo>
                  <a:pt x="1332" y="1093"/>
                </a:lnTo>
                <a:lnTo>
                  <a:pt x="1981" y="1093"/>
                </a:lnTo>
                <a:lnTo>
                  <a:pt x="1981" y="764"/>
                </a:ln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65" name="Freeform 8">
            <a:extLst>
              <a:ext uri="{FF2B5EF4-FFF2-40B4-BE49-F238E27FC236}">
                <a16:creationId xmlns:a16="http://schemas.microsoft.com/office/drawing/2014/main" id="{59057864-036D-CD49-96F0-E272FC138DEF}"/>
              </a:ext>
            </a:extLst>
          </p:cNvPr>
          <p:cNvSpPr>
            <a:spLocks noChangeAspect="1" noChangeArrowheads="1"/>
          </p:cNvSpPr>
          <p:nvPr/>
        </p:nvSpPr>
        <p:spPr bwMode="auto">
          <a:xfrm>
            <a:off x="8372630" y="1537091"/>
            <a:ext cx="431985" cy="435824"/>
          </a:xfrm>
          <a:custGeom>
            <a:avLst/>
            <a:gdLst>
              <a:gd name="T0" fmla="*/ 314132 w 2924"/>
              <a:gd name="T1" fmla="*/ 254046 h 2939"/>
              <a:gd name="T2" fmla="*/ 314132 w 2924"/>
              <a:gd name="T3" fmla="*/ 177611 h 2939"/>
              <a:gd name="T4" fmla="*/ 314132 w 2924"/>
              <a:gd name="T5" fmla="*/ 177244 h 2939"/>
              <a:gd name="T6" fmla="*/ 314132 w 2924"/>
              <a:gd name="T7" fmla="*/ 176876 h 2939"/>
              <a:gd name="T8" fmla="*/ 314132 w 2924"/>
              <a:gd name="T9" fmla="*/ 176509 h 2939"/>
              <a:gd name="T10" fmla="*/ 305063 w 2924"/>
              <a:gd name="T11" fmla="*/ 167567 h 2939"/>
              <a:gd name="T12" fmla="*/ 182498 w 2924"/>
              <a:gd name="T13" fmla="*/ 167567 h 2939"/>
              <a:gd name="T14" fmla="*/ 182498 w 2924"/>
              <a:gd name="T15" fmla="*/ 106199 h 2939"/>
              <a:gd name="T16" fmla="*/ 182498 w 2924"/>
              <a:gd name="T17" fmla="*/ 105832 h 2939"/>
              <a:gd name="T18" fmla="*/ 226621 w 2924"/>
              <a:gd name="T19" fmla="*/ 53283 h 2939"/>
              <a:gd name="T20" fmla="*/ 173428 w 2924"/>
              <a:gd name="T21" fmla="*/ 0 h 2939"/>
              <a:gd name="T22" fmla="*/ 120113 w 2924"/>
              <a:gd name="T23" fmla="*/ 53283 h 2939"/>
              <a:gd name="T24" fmla="*/ 164236 w 2924"/>
              <a:gd name="T25" fmla="*/ 105832 h 2939"/>
              <a:gd name="T26" fmla="*/ 164236 w 2924"/>
              <a:gd name="T27" fmla="*/ 106199 h 2939"/>
              <a:gd name="T28" fmla="*/ 164236 w 2924"/>
              <a:gd name="T29" fmla="*/ 167567 h 2939"/>
              <a:gd name="T30" fmla="*/ 53193 w 2924"/>
              <a:gd name="T31" fmla="*/ 167567 h 2939"/>
              <a:gd name="T32" fmla="*/ 44123 w 2924"/>
              <a:gd name="T33" fmla="*/ 176509 h 2939"/>
              <a:gd name="T34" fmla="*/ 44123 w 2924"/>
              <a:gd name="T35" fmla="*/ 176876 h 2939"/>
              <a:gd name="T36" fmla="*/ 44123 w 2924"/>
              <a:gd name="T37" fmla="*/ 177244 h 2939"/>
              <a:gd name="T38" fmla="*/ 44123 w 2924"/>
              <a:gd name="T39" fmla="*/ 177611 h 2939"/>
              <a:gd name="T40" fmla="*/ 44123 w 2924"/>
              <a:gd name="T41" fmla="*/ 254046 h 2939"/>
              <a:gd name="T42" fmla="*/ 0 w 2924"/>
              <a:gd name="T43" fmla="*/ 306594 h 2939"/>
              <a:gd name="T44" fmla="*/ 53315 w 2924"/>
              <a:gd name="T45" fmla="*/ 359878 h 2939"/>
              <a:gd name="T46" fmla="*/ 106631 w 2924"/>
              <a:gd name="T47" fmla="*/ 306594 h 2939"/>
              <a:gd name="T48" fmla="*/ 62508 w 2924"/>
              <a:gd name="T49" fmla="*/ 254046 h 2939"/>
              <a:gd name="T50" fmla="*/ 62508 w 2924"/>
              <a:gd name="T51" fmla="*/ 185818 h 2939"/>
              <a:gd name="T52" fmla="*/ 295748 w 2924"/>
              <a:gd name="T53" fmla="*/ 185818 h 2939"/>
              <a:gd name="T54" fmla="*/ 295748 w 2924"/>
              <a:gd name="T55" fmla="*/ 254046 h 2939"/>
              <a:gd name="T56" fmla="*/ 251624 w 2924"/>
              <a:gd name="T57" fmla="*/ 306594 h 2939"/>
              <a:gd name="T58" fmla="*/ 304940 w 2924"/>
              <a:gd name="T59" fmla="*/ 359878 h 2939"/>
              <a:gd name="T60" fmla="*/ 358255 w 2924"/>
              <a:gd name="T61" fmla="*/ 306594 h 2939"/>
              <a:gd name="T62" fmla="*/ 314132 w 2924"/>
              <a:gd name="T63" fmla="*/ 254046 h 2939"/>
              <a:gd name="T64" fmla="*/ 138498 w 2924"/>
              <a:gd name="T65" fmla="*/ 53283 h 2939"/>
              <a:gd name="T66" fmla="*/ 173428 w 2924"/>
              <a:gd name="T67" fmla="*/ 18374 h 2939"/>
              <a:gd name="T68" fmla="*/ 208237 w 2924"/>
              <a:gd name="T69" fmla="*/ 53283 h 2939"/>
              <a:gd name="T70" fmla="*/ 173428 w 2924"/>
              <a:gd name="T71" fmla="*/ 88193 h 2939"/>
              <a:gd name="T72" fmla="*/ 138498 w 2924"/>
              <a:gd name="T73" fmla="*/ 53283 h 2939"/>
              <a:gd name="T74" fmla="*/ 88246 w 2924"/>
              <a:gd name="T75" fmla="*/ 306594 h 2939"/>
              <a:gd name="T76" fmla="*/ 53315 w 2924"/>
              <a:gd name="T77" fmla="*/ 341504 h 2939"/>
              <a:gd name="T78" fmla="*/ 18385 w 2924"/>
              <a:gd name="T79" fmla="*/ 306594 h 2939"/>
              <a:gd name="T80" fmla="*/ 53315 w 2924"/>
              <a:gd name="T81" fmla="*/ 271684 h 2939"/>
              <a:gd name="T82" fmla="*/ 88246 w 2924"/>
              <a:gd name="T83" fmla="*/ 306594 h 2939"/>
              <a:gd name="T84" fmla="*/ 304940 w 2924"/>
              <a:gd name="T85" fmla="*/ 341504 h 2939"/>
              <a:gd name="T86" fmla="*/ 270009 w 2924"/>
              <a:gd name="T87" fmla="*/ 306594 h 2939"/>
              <a:gd name="T88" fmla="*/ 304940 w 2924"/>
              <a:gd name="T89" fmla="*/ 271684 h 2939"/>
              <a:gd name="T90" fmla="*/ 339871 w 2924"/>
              <a:gd name="T91" fmla="*/ 306594 h 2939"/>
              <a:gd name="T92" fmla="*/ 304940 w 2924"/>
              <a:gd name="T93" fmla="*/ 341504 h 293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924" h="2939">
                <a:moveTo>
                  <a:pt x="2563" y="2074"/>
                </a:moveTo>
                <a:lnTo>
                  <a:pt x="2563" y="1450"/>
                </a:lnTo>
                <a:cubicBezTo>
                  <a:pt x="2563" y="1449"/>
                  <a:pt x="2563" y="1448"/>
                  <a:pt x="2563" y="1447"/>
                </a:cubicBezTo>
                <a:cubicBezTo>
                  <a:pt x="2563" y="1446"/>
                  <a:pt x="2563" y="1445"/>
                  <a:pt x="2563" y="1444"/>
                </a:cubicBezTo>
                <a:lnTo>
                  <a:pt x="2563" y="1441"/>
                </a:lnTo>
                <a:cubicBezTo>
                  <a:pt x="2563" y="1401"/>
                  <a:pt x="2530" y="1368"/>
                  <a:pt x="2489" y="1368"/>
                </a:cubicBezTo>
                <a:lnTo>
                  <a:pt x="1489" y="1368"/>
                </a:lnTo>
                <a:lnTo>
                  <a:pt x="1489" y="867"/>
                </a:lnTo>
                <a:cubicBezTo>
                  <a:pt x="1489" y="866"/>
                  <a:pt x="1489" y="865"/>
                  <a:pt x="1489" y="864"/>
                </a:cubicBezTo>
                <a:cubicBezTo>
                  <a:pt x="1694" y="828"/>
                  <a:pt x="1849" y="650"/>
                  <a:pt x="1849" y="435"/>
                </a:cubicBezTo>
                <a:cubicBezTo>
                  <a:pt x="1849" y="195"/>
                  <a:pt x="1654" y="0"/>
                  <a:pt x="1415" y="0"/>
                </a:cubicBezTo>
                <a:cubicBezTo>
                  <a:pt x="1175" y="0"/>
                  <a:pt x="980" y="195"/>
                  <a:pt x="980" y="435"/>
                </a:cubicBezTo>
                <a:cubicBezTo>
                  <a:pt x="980" y="650"/>
                  <a:pt x="1136" y="828"/>
                  <a:pt x="1340" y="864"/>
                </a:cubicBezTo>
                <a:cubicBezTo>
                  <a:pt x="1340" y="865"/>
                  <a:pt x="1340" y="866"/>
                  <a:pt x="1340" y="867"/>
                </a:cubicBezTo>
                <a:lnTo>
                  <a:pt x="1340" y="1368"/>
                </a:lnTo>
                <a:lnTo>
                  <a:pt x="434" y="1368"/>
                </a:lnTo>
                <a:cubicBezTo>
                  <a:pt x="393" y="1368"/>
                  <a:pt x="360" y="1401"/>
                  <a:pt x="360" y="1441"/>
                </a:cubicBezTo>
                <a:lnTo>
                  <a:pt x="360" y="1444"/>
                </a:lnTo>
                <a:cubicBezTo>
                  <a:pt x="360" y="1445"/>
                  <a:pt x="360" y="1446"/>
                  <a:pt x="360" y="1447"/>
                </a:cubicBezTo>
                <a:cubicBezTo>
                  <a:pt x="360" y="1448"/>
                  <a:pt x="360" y="1449"/>
                  <a:pt x="360" y="1450"/>
                </a:cubicBezTo>
                <a:lnTo>
                  <a:pt x="360" y="2074"/>
                </a:lnTo>
                <a:cubicBezTo>
                  <a:pt x="156" y="2110"/>
                  <a:pt x="0" y="2288"/>
                  <a:pt x="0" y="2503"/>
                </a:cubicBezTo>
                <a:cubicBezTo>
                  <a:pt x="0" y="2743"/>
                  <a:pt x="195" y="2938"/>
                  <a:pt x="435" y="2938"/>
                </a:cubicBezTo>
                <a:cubicBezTo>
                  <a:pt x="675" y="2938"/>
                  <a:pt x="870" y="2743"/>
                  <a:pt x="870" y="2503"/>
                </a:cubicBezTo>
                <a:cubicBezTo>
                  <a:pt x="870" y="2288"/>
                  <a:pt x="714" y="2110"/>
                  <a:pt x="510" y="2074"/>
                </a:cubicBezTo>
                <a:lnTo>
                  <a:pt x="510" y="1517"/>
                </a:lnTo>
                <a:lnTo>
                  <a:pt x="2413" y="1517"/>
                </a:lnTo>
                <a:lnTo>
                  <a:pt x="2413" y="2074"/>
                </a:lnTo>
                <a:cubicBezTo>
                  <a:pt x="2208" y="2110"/>
                  <a:pt x="2053" y="2288"/>
                  <a:pt x="2053" y="2503"/>
                </a:cubicBezTo>
                <a:cubicBezTo>
                  <a:pt x="2053" y="2743"/>
                  <a:pt x="2248" y="2938"/>
                  <a:pt x="2488" y="2938"/>
                </a:cubicBezTo>
                <a:cubicBezTo>
                  <a:pt x="2728" y="2938"/>
                  <a:pt x="2923" y="2743"/>
                  <a:pt x="2923" y="2503"/>
                </a:cubicBezTo>
                <a:cubicBezTo>
                  <a:pt x="2923" y="2288"/>
                  <a:pt x="2767" y="2110"/>
                  <a:pt x="2563" y="2074"/>
                </a:cubicBezTo>
                <a:close/>
                <a:moveTo>
                  <a:pt x="1130" y="435"/>
                </a:moveTo>
                <a:cubicBezTo>
                  <a:pt x="1130" y="278"/>
                  <a:pt x="1257" y="150"/>
                  <a:pt x="1415" y="150"/>
                </a:cubicBezTo>
                <a:cubicBezTo>
                  <a:pt x="1572" y="150"/>
                  <a:pt x="1699" y="277"/>
                  <a:pt x="1699" y="435"/>
                </a:cubicBezTo>
                <a:cubicBezTo>
                  <a:pt x="1699" y="592"/>
                  <a:pt x="1572" y="720"/>
                  <a:pt x="1415" y="720"/>
                </a:cubicBezTo>
                <a:cubicBezTo>
                  <a:pt x="1257" y="720"/>
                  <a:pt x="1130" y="593"/>
                  <a:pt x="1130" y="435"/>
                </a:cubicBezTo>
                <a:close/>
                <a:moveTo>
                  <a:pt x="720" y="2503"/>
                </a:moveTo>
                <a:cubicBezTo>
                  <a:pt x="720" y="2660"/>
                  <a:pt x="592" y="2788"/>
                  <a:pt x="435" y="2788"/>
                </a:cubicBezTo>
                <a:cubicBezTo>
                  <a:pt x="278" y="2788"/>
                  <a:pt x="150" y="2661"/>
                  <a:pt x="150" y="2503"/>
                </a:cubicBezTo>
                <a:cubicBezTo>
                  <a:pt x="150" y="2346"/>
                  <a:pt x="278" y="2218"/>
                  <a:pt x="435" y="2218"/>
                </a:cubicBezTo>
                <a:cubicBezTo>
                  <a:pt x="592" y="2218"/>
                  <a:pt x="720" y="2345"/>
                  <a:pt x="720" y="2503"/>
                </a:cubicBezTo>
                <a:close/>
                <a:moveTo>
                  <a:pt x="2488" y="2788"/>
                </a:moveTo>
                <a:cubicBezTo>
                  <a:pt x="2330" y="2788"/>
                  <a:pt x="2203" y="2661"/>
                  <a:pt x="2203" y="2503"/>
                </a:cubicBezTo>
                <a:cubicBezTo>
                  <a:pt x="2203" y="2346"/>
                  <a:pt x="2331" y="2218"/>
                  <a:pt x="2488" y="2218"/>
                </a:cubicBezTo>
                <a:cubicBezTo>
                  <a:pt x="2646" y="2218"/>
                  <a:pt x="2773" y="2346"/>
                  <a:pt x="2773" y="2503"/>
                </a:cubicBezTo>
                <a:cubicBezTo>
                  <a:pt x="2773" y="2661"/>
                  <a:pt x="2645" y="2788"/>
                  <a:pt x="2488" y="278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66" name="Freeform 10">
            <a:extLst>
              <a:ext uri="{FF2B5EF4-FFF2-40B4-BE49-F238E27FC236}">
                <a16:creationId xmlns:a16="http://schemas.microsoft.com/office/drawing/2014/main" id="{691BB5A4-E874-FF42-80B4-0A9059F243A6}"/>
              </a:ext>
            </a:extLst>
          </p:cNvPr>
          <p:cNvSpPr>
            <a:spLocks noChangeAspect="1" noChangeArrowheads="1"/>
          </p:cNvSpPr>
          <p:nvPr/>
        </p:nvSpPr>
        <p:spPr bwMode="auto">
          <a:xfrm>
            <a:off x="3363524" y="1537091"/>
            <a:ext cx="395507" cy="435824"/>
          </a:xfrm>
          <a:custGeom>
            <a:avLst/>
            <a:gdLst>
              <a:gd name="T0" fmla="*/ 278978 w 2668"/>
              <a:gd name="T1" fmla="*/ 80966 h 2939"/>
              <a:gd name="T2" fmla="*/ 278978 w 2668"/>
              <a:gd name="T3" fmla="*/ 80966 h 2939"/>
              <a:gd name="T4" fmla="*/ 272482 w 2668"/>
              <a:gd name="T5" fmla="*/ 78394 h 2939"/>
              <a:gd name="T6" fmla="*/ 263289 w 2668"/>
              <a:gd name="T7" fmla="*/ 87458 h 2939"/>
              <a:gd name="T8" fmla="*/ 266108 w 2668"/>
              <a:gd name="T9" fmla="*/ 94073 h 2939"/>
              <a:gd name="T10" fmla="*/ 308518 w 2668"/>
              <a:gd name="T11" fmla="*/ 196475 h 2939"/>
              <a:gd name="T12" fmla="*/ 163514 w 2668"/>
              <a:gd name="T13" fmla="*/ 341504 h 2939"/>
              <a:gd name="T14" fmla="*/ 18386 w 2668"/>
              <a:gd name="T15" fmla="*/ 196475 h 2939"/>
              <a:gd name="T16" fmla="*/ 60674 w 2668"/>
              <a:gd name="T17" fmla="*/ 94195 h 2939"/>
              <a:gd name="T18" fmla="*/ 63616 w 2668"/>
              <a:gd name="T19" fmla="*/ 87581 h 2939"/>
              <a:gd name="T20" fmla="*/ 54423 w 2668"/>
              <a:gd name="T21" fmla="*/ 78394 h 2939"/>
              <a:gd name="T22" fmla="*/ 47926 w 2668"/>
              <a:gd name="T23" fmla="*/ 80966 h 2939"/>
              <a:gd name="T24" fmla="*/ 47926 w 2668"/>
              <a:gd name="T25" fmla="*/ 80966 h 2939"/>
              <a:gd name="T26" fmla="*/ 0 w 2668"/>
              <a:gd name="T27" fmla="*/ 196475 h 2939"/>
              <a:gd name="T28" fmla="*/ 163514 w 2668"/>
              <a:gd name="T29" fmla="*/ 359878 h 2939"/>
              <a:gd name="T30" fmla="*/ 326904 w 2668"/>
              <a:gd name="T31" fmla="*/ 196475 h 2939"/>
              <a:gd name="T32" fmla="*/ 278978 w 2668"/>
              <a:gd name="T33" fmla="*/ 80966 h 2939"/>
              <a:gd name="T34" fmla="*/ 163391 w 2668"/>
              <a:gd name="T35" fmla="*/ 154828 h 2939"/>
              <a:gd name="T36" fmla="*/ 163514 w 2668"/>
              <a:gd name="T37" fmla="*/ 154828 h 2939"/>
              <a:gd name="T38" fmla="*/ 172584 w 2668"/>
              <a:gd name="T39" fmla="*/ 145886 h 2939"/>
              <a:gd name="T40" fmla="*/ 172584 w 2668"/>
              <a:gd name="T41" fmla="*/ 9064 h 2939"/>
              <a:gd name="T42" fmla="*/ 163514 w 2668"/>
              <a:gd name="T43" fmla="*/ 0 h 2939"/>
              <a:gd name="T44" fmla="*/ 163391 w 2668"/>
              <a:gd name="T45" fmla="*/ 0 h 2939"/>
              <a:gd name="T46" fmla="*/ 154320 w 2668"/>
              <a:gd name="T47" fmla="*/ 9064 h 2939"/>
              <a:gd name="T48" fmla="*/ 154320 w 2668"/>
              <a:gd name="T49" fmla="*/ 145886 h 2939"/>
              <a:gd name="T50" fmla="*/ 163391 w 2668"/>
              <a:gd name="T51" fmla="*/ 154828 h 29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668" h="2939">
                <a:moveTo>
                  <a:pt x="2276" y="661"/>
                </a:moveTo>
                <a:lnTo>
                  <a:pt x="2276" y="661"/>
                </a:lnTo>
                <a:cubicBezTo>
                  <a:pt x="2263" y="648"/>
                  <a:pt x="2244" y="640"/>
                  <a:pt x="2223" y="640"/>
                </a:cubicBezTo>
                <a:cubicBezTo>
                  <a:pt x="2182" y="640"/>
                  <a:pt x="2148" y="673"/>
                  <a:pt x="2148" y="714"/>
                </a:cubicBezTo>
                <a:cubicBezTo>
                  <a:pt x="2148" y="736"/>
                  <a:pt x="2157" y="755"/>
                  <a:pt x="2171" y="768"/>
                </a:cubicBezTo>
                <a:cubicBezTo>
                  <a:pt x="2385" y="983"/>
                  <a:pt x="2517" y="1278"/>
                  <a:pt x="2517" y="1604"/>
                </a:cubicBezTo>
                <a:cubicBezTo>
                  <a:pt x="2517" y="2258"/>
                  <a:pt x="1987" y="2788"/>
                  <a:pt x="1334" y="2788"/>
                </a:cubicBezTo>
                <a:cubicBezTo>
                  <a:pt x="680" y="2788"/>
                  <a:pt x="150" y="2258"/>
                  <a:pt x="150" y="1604"/>
                </a:cubicBezTo>
                <a:cubicBezTo>
                  <a:pt x="150" y="1279"/>
                  <a:pt x="282" y="983"/>
                  <a:pt x="495" y="769"/>
                </a:cubicBezTo>
                <a:cubicBezTo>
                  <a:pt x="510" y="755"/>
                  <a:pt x="519" y="736"/>
                  <a:pt x="519" y="715"/>
                </a:cubicBezTo>
                <a:cubicBezTo>
                  <a:pt x="519" y="673"/>
                  <a:pt x="485" y="640"/>
                  <a:pt x="444" y="640"/>
                </a:cubicBezTo>
                <a:cubicBezTo>
                  <a:pt x="423" y="640"/>
                  <a:pt x="404" y="648"/>
                  <a:pt x="391" y="661"/>
                </a:cubicBezTo>
                <a:cubicBezTo>
                  <a:pt x="149" y="903"/>
                  <a:pt x="0" y="1236"/>
                  <a:pt x="0" y="1604"/>
                </a:cubicBezTo>
                <a:cubicBezTo>
                  <a:pt x="0" y="2340"/>
                  <a:pt x="597" y="2938"/>
                  <a:pt x="1334" y="2938"/>
                </a:cubicBezTo>
                <a:cubicBezTo>
                  <a:pt x="2070" y="2938"/>
                  <a:pt x="2667" y="2340"/>
                  <a:pt x="2667" y="1604"/>
                </a:cubicBezTo>
                <a:cubicBezTo>
                  <a:pt x="2667" y="1236"/>
                  <a:pt x="2518" y="903"/>
                  <a:pt x="2276" y="661"/>
                </a:cubicBezTo>
                <a:close/>
                <a:moveTo>
                  <a:pt x="1333" y="1264"/>
                </a:moveTo>
                <a:lnTo>
                  <a:pt x="1334" y="1264"/>
                </a:lnTo>
                <a:cubicBezTo>
                  <a:pt x="1375" y="1264"/>
                  <a:pt x="1408" y="1231"/>
                  <a:pt x="1408" y="1191"/>
                </a:cubicBezTo>
                <a:lnTo>
                  <a:pt x="1408" y="74"/>
                </a:lnTo>
                <a:cubicBezTo>
                  <a:pt x="1408" y="33"/>
                  <a:pt x="1375" y="0"/>
                  <a:pt x="1334" y="0"/>
                </a:cubicBezTo>
                <a:lnTo>
                  <a:pt x="1333" y="0"/>
                </a:lnTo>
                <a:cubicBezTo>
                  <a:pt x="1292" y="0"/>
                  <a:pt x="1259" y="33"/>
                  <a:pt x="1259" y="74"/>
                </a:cubicBezTo>
                <a:lnTo>
                  <a:pt x="1259" y="1191"/>
                </a:lnTo>
                <a:cubicBezTo>
                  <a:pt x="1259" y="1231"/>
                  <a:pt x="1292" y="1264"/>
                  <a:pt x="1333" y="1264"/>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67" name="Freeform 13">
            <a:extLst>
              <a:ext uri="{FF2B5EF4-FFF2-40B4-BE49-F238E27FC236}">
                <a16:creationId xmlns:a16="http://schemas.microsoft.com/office/drawing/2014/main" id="{0465E28A-BDBE-3445-ACA9-31D0EE62943A}"/>
              </a:ext>
            </a:extLst>
          </p:cNvPr>
          <p:cNvSpPr>
            <a:spLocks noChangeAspect="1" noChangeArrowheads="1"/>
          </p:cNvSpPr>
          <p:nvPr/>
        </p:nvSpPr>
        <p:spPr bwMode="auto">
          <a:xfrm>
            <a:off x="4978185" y="1537091"/>
            <a:ext cx="408947" cy="435824"/>
          </a:xfrm>
          <a:custGeom>
            <a:avLst/>
            <a:gdLst>
              <a:gd name="T0" fmla="*/ 319414 w 2718"/>
              <a:gd name="T1" fmla="*/ 98441 h 2900"/>
              <a:gd name="T2" fmla="*/ 310858 w 2718"/>
              <a:gd name="T3" fmla="*/ 92855 h 2900"/>
              <a:gd name="T4" fmla="*/ 301434 w 2718"/>
              <a:gd name="T5" fmla="*/ 102290 h 2900"/>
              <a:gd name="T6" fmla="*/ 302426 w 2718"/>
              <a:gd name="T7" fmla="*/ 106634 h 2900"/>
              <a:gd name="T8" fmla="*/ 302426 w 2718"/>
              <a:gd name="T9" fmla="*/ 106634 h 2900"/>
              <a:gd name="T10" fmla="*/ 317926 w 2718"/>
              <a:gd name="T11" fmla="*/ 173172 h 2900"/>
              <a:gd name="T12" fmla="*/ 168511 w 2718"/>
              <a:gd name="T13" fmla="*/ 322759 h 2900"/>
              <a:gd name="T14" fmla="*/ 109860 w 2718"/>
              <a:gd name="T15" fmla="*/ 310841 h 2900"/>
              <a:gd name="T16" fmla="*/ 121516 w 2718"/>
              <a:gd name="T17" fmla="*/ 280055 h 2900"/>
              <a:gd name="T18" fmla="*/ 94485 w 2718"/>
              <a:gd name="T19" fmla="*/ 292593 h 2900"/>
              <a:gd name="T20" fmla="*/ 80969 w 2718"/>
              <a:gd name="T21" fmla="*/ 298924 h 2900"/>
              <a:gd name="T22" fmla="*/ 80969 w 2718"/>
              <a:gd name="T23" fmla="*/ 298924 h 2900"/>
              <a:gd name="T24" fmla="*/ 72042 w 2718"/>
              <a:gd name="T25" fmla="*/ 312455 h 2900"/>
              <a:gd name="T26" fmla="*/ 73406 w 2718"/>
              <a:gd name="T27" fmla="*/ 318786 h 2900"/>
              <a:gd name="T28" fmla="*/ 79357 w 2718"/>
              <a:gd name="T29" fmla="*/ 332566 h 2900"/>
              <a:gd name="T30" fmla="*/ 91385 w 2718"/>
              <a:gd name="T31" fmla="*/ 359876 h 2900"/>
              <a:gd name="T32" fmla="*/ 103165 w 2718"/>
              <a:gd name="T33" fmla="*/ 328469 h 2900"/>
              <a:gd name="T34" fmla="*/ 168511 w 2718"/>
              <a:gd name="T35" fmla="*/ 341628 h 2900"/>
              <a:gd name="T36" fmla="*/ 336897 w 2718"/>
              <a:gd name="T37" fmla="*/ 173172 h 2900"/>
              <a:gd name="T38" fmla="*/ 319414 w 2718"/>
              <a:gd name="T39" fmla="*/ 98441 h 2900"/>
              <a:gd name="T40" fmla="*/ 168511 w 2718"/>
              <a:gd name="T41" fmla="*/ 23338 h 2900"/>
              <a:gd name="T42" fmla="*/ 243776 w 2718"/>
              <a:gd name="T43" fmla="*/ 43697 h 2900"/>
              <a:gd name="T44" fmla="*/ 225673 w 2718"/>
              <a:gd name="T45" fmla="*/ 71379 h 2900"/>
              <a:gd name="T46" fmla="*/ 254812 w 2718"/>
              <a:gd name="T47" fmla="*/ 65048 h 2900"/>
              <a:gd name="T48" fmla="*/ 269319 w 2718"/>
              <a:gd name="T49" fmla="*/ 61821 h 2900"/>
              <a:gd name="T50" fmla="*/ 269319 w 2718"/>
              <a:gd name="T51" fmla="*/ 61821 h 2900"/>
              <a:gd name="T52" fmla="*/ 280975 w 2718"/>
              <a:gd name="T53" fmla="*/ 50400 h 2900"/>
              <a:gd name="T54" fmla="*/ 280975 w 2718"/>
              <a:gd name="T55" fmla="*/ 44069 h 2900"/>
              <a:gd name="T56" fmla="*/ 278123 w 2718"/>
              <a:gd name="T57" fmla="*/ 29297 h 2900"/>
              <a:gd name="T58" fmla="*/ 272295 w 2718"/>
              <a:gd name="T59" fmla="*/ 0 h 2900"/>
              <a:gd name="T60" fmla="*/ 254068 w 2718"/>
              <a:gd name="T61" fmla="*/ 27931 h 2900"/>
              <a:gd name="T62" fmla="*/ 168511 w 2718"/>
              <a:gd name="T63" fmla="*/ 4469 h 2900"/>
              <a:gd name="T64" fmla="*/ 0 w 2718"/>
              <a:gd name="T65" fmla="*/ 173172 h 2900"/>
              <a:gd name="T66" fmla="*/ 26783 w 2718"/>
              <a:gd name="T67" fmla="*/ 264166 h 2900"/>
              <a:gd name="T68" fmla="*/ 26783 w 2718"/>
              <a:gd name="T69" fmla="*/ 264166 h 2900"/>
              <a:gd name="T70" fmla="*/ 35091 w 2718"/>
              <a:gd name="T71" fmla="*/ 269007 h 2900"/>
              <a:gd name="T72" fmla="*/ 44515 w 2718"/>
              <a:gd name="T73" fmla="*/ 259572 h 2900"/>
              <a:gd name="T74" fmla="*/ 42655 w 2718"/>
              <a:gd name="T75" fmla="*/ 253862 h 2900"/>
              <a:gd name="T76" fmla="*/ 18971 w 2718"/>
              <a:gd name="T77" fmla="*/ 173172 h 2900"/>
              <a:gd name="T78" fmla="*/ 168511 w 2718"/>
              <a:gd name="T79" fmla="*/ 23338 h 29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718" h="2900">
                <a:moveTo>
                  <a:pt x="2576" y="793"/>
                </a:moveTo>
                <a:cubicBezTo>
                  <a:pt x="2564" y="767"/>
                  <a:pt x="2538" y="748"/>
                  <a:pt x="2507" y="748"/>
                </a:cubicBezTo>
                <a:cubicBezTo>
                  <a:pt x="2465" y="748"/>
                  <a:pt x="2431" y="782"/>
                  <a:pt x="2431" y="824"/>
                </a:cubicBezTo>
                <a:cubicBezTo>
                  <a:pt x="2431" y="837"/>
                  <a:pt x="2434" y="849"/>
                  <a:pt x="2439" y="859"/>
                </a:cubicBezTo>
                <a:cubicBezTo>
                  <a:pt x="2519" y="1020"/>
                  <a:pt x="2564" y="1202"/>
                  <a:pt x="2564" y="1395"/>
                </a:cubicBezTo>
                <a:cubicBezTo>
                  <a:pt x="2564" y="2060"/>
                  <a:pt x="2024" y="2600"/>
                  <a:pt x="1359" y="2600"/>
                </a:cubicBezTo>
                <a:cubicBezTo>
                  <a:pt x="1191" y="2600"/>
                  <a:pt x="1031" y="2566"/>
                  <a:pt x="886" y="2504"/>
                </a:cubicBezTo>
                <a:lnTo>
                  <a:pt x="980" y="2256"/>
                </a:lnTo>
                <a:lnTo>
                  <a:pt x="762" y="2357"/>
                </a:lnTo>
                <a:lnTo>
                  <a:pt x="653" y="2408"/>
                </a:lnTo>
                <a:cubicBezTo>
                  <a:pt x="610" y="2426"/>
                  <a:pt x="581" y="2468"/>
                  <a:pt x="581" y="2517"/>
                </a:cubicBezTo>
                <a:cubicBezTo>
                  <a:pt x="581" y="2535"/>
                  <a:pt x="585" y="2552"/>
                  <a:pt x="592" y="2568"/>
                </a:cubicBezTo>
                <a:lnTo>
                  <a:pt x="640" y="2679"/>
                </a:lnTo>
                <a:lnTo>
                  <a:pt x="737" y="2899"/>
                </a:lnTo>
                <a:lnTo>
                  <a:pt x="832" y="2646"/>
                </a:lnTo>
                <a:cubicBezTo>
                  <a:pt x="994" y="2714"/>
                  <a:pt x="1172" y="2752"/>
                  <a:pt x="1359" y="2752"/>
                </a:cubicBezTo>
                <a:cubicBezTo>
                  <a:pt x="2108" y="2752"/>
                  <a:pt x="2717" y="2144"/>
                  <a:pt x="2717" y="1395"/>
                </a:cubicBezTo>
                <a:cubicBezTo>
                  <a:pt x="2717" y="1178"/>
                  <a:pt x="2666" y="974"/>
                  <a:pt x="2576" y="793"/>
                </a:cubicBezTo>
                <a:close/>
                <a:moveTo>
                  <a:pt x="1359" y="188"/>
                </a:moveTo>
                <a:cubicBezTo>
                  <a:pt x="1580" y="188"/>
                  <a:pt x="1787" y="248"/>
                  <a:pt x="1966" y="352"/>
                </a:cubicBezTo>
                <a:lnTo>
                  <a:pt x="1820" y="575"/>
                </a:lnTo>
                <a:lnTo>
                  <a:pt x="2055" y="524"/>
                </a:lnTo>
                <a:lnTo>
                  <a:pt x="2172" y="498"/>
                </a:lnTo>
                <a:cubicBezTo>
                  <a:pt x="2218" y="489"/>
                  <a:pt x="2256" y="454"/>
                  <a:pt x="2266" y="406"/>
                </a:cubicBezTo>
                <a:cubicBezTo>
                  <a:pt x="2270" y="389"/>
                  <a:pt x="2270" y="371"/>
                  <a:pt x="2266" y="355"/>
                </a:cubicBezTo>
                <a:lnTo>
                  <a:pt x="2243" y="236"/>
                </a:lnTo>
                <a:lnTo>
                  <a:pt x="2196" y="0"/>
                </a:lnTo>
                <a:lnTo>
                  <a:pt x="2049" y="225"/>
                </a:lnTo>
                <a:cubicBezTo>
                  <a:pt x="1847" y="105"/>
                  <a:pt x="1610" y="36"/>
                  <a:pt x="1359" y="36"/>
                </a:cubicBezTo>
                <a:cubicBezTo>
                  <a:pt x="609" y="36"/>
                  <a:pt x="0" y="644"/>
                  <a:pt x="0" y="1395"/>
                </a:cubicBezTo>
                <a:cubicBezTo>
                  <a:pt x="0" y="1664"/>
                  <a:pt x="80" y="1916"/>
                  <a:pt x="216" y="2128"/>
                </a:cubicBezTo>
                <a:cubicBezTo>
                  <a:pt x="229" y="2151"/>
                  <a:pt x="254" y="2167"/>
                  <a:pt x="283" y="2167"/>
                </a:cubicBezTo>
                <a:cubicBezTo>
                  <a:pt x="325" y="2167"/>
                  <a:pt x="359" y="2133"/>
                  <a:pt x="359" y="2091"/>
                </a:cubicBezTo>
                <a:cubicBezTo>
                  <a:pt x="359" y="2074"/>
                  <a:pt x="353" y="2058"/>
                  <a:pt x="344" y="2045"/>
                </a:cubicBezTo>
                <a:cubicBezTo>
                  <a:pt x="223" y="1857"/>
                  <a:pt x="153" y="1634"/>
                  <a:pt x="153" y="1395"/>
                </a:cubicBezTo>
                <a:cubicBezTo>
                  <a:pt x="153" y="728"/>
                  <a:pt x="693" y="188"/>
                  <a:pt x="1359" y="18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6168" name="Freeform 14">
            <a:extLst>
              <a:ext uri="{FF2B5EF4-FFF2-40B4-BE49-F238E27FC236}">
                <a16:creationId xmlns:a16="http://schemas.microsoft.com/office/drawing/2014/main" id="{6A9887B4-B26F-D84B-BB9A-74C0AF732735}"/>
              </a:ext>
            </a:extLst>
          </p:cNvPr>
          <p:cNvSpPr>
            <a:spLocks noChangeAspect="1" noChangeArrowheads="1"/>
          </p:cNvSpPr>
          <p:nvPr/>
        </p:nvSpPr>
        <p:spPr bwMode="auto">
          <a:xfrm>
            <a:off x="10169687" y="1537091"/>
            <a:ext cx="476143" cy="435824"/>
          </a:xfrm>
          <a:custGeom>
            <a:avLst/>
            <a:gdLst>
              <a:gd name="T0" fmla="*/ 67540 w 2927"/>
              <a:gd name="T1" fmla="*/ 9959 h 2675"/>
              <a:gd name="T2" fmla="*/ 57315 w 2927"/>
              <a:gd name="T3" fmla="*/ 0 h 2675"/>
              <a:gd name="T4" fmla="*/ 47359 w 2927"/>
              <a:gd name="T5" fmla="*/ 193929 h 2675"/>
              <a:gd name="T6" fmla="*/ 47897 w 2927"/>
              <a:gd name="T7" fmla="*/ 307110 h 2675"/>
              <a:gd name="T8" fmla="*/ 47359 w 2927"/>
              <a:gd name="T9" fmla="*/ 349907 h 2675"/>
              <a:gd name="T10" fmla="*/ 57719 w 2927"/>
              <a:gd name="T11" fmla="*/ 359865 h 2675"/>
              <a:gd name="T12" fmla="*/ 67540 w 2927"/>
              <a:gd name="T13" fmla="*/ 310340 h 2675"/>
              <a:gd name="T14" fmla="*/ 114899 w 2927"/>
              <a:gd name="T15" fmla="*/ 250452 h 2675"/>
              <a:gd name="T16" fmla="*/ 57450 w 2927"/>
              <a:gd name="T17" fmla="*/ 287731 h 2675"/>
              <a:gd name="T18" fmla="*/ 57450 w 2927"/>
              <a:gd name="T19" fmla="*/ 213174 h 2675"/>
              <a:gd name="T20" fmla="*/ 57450 w 2927"/>
              <a:gd name="T21" fmla="*/ 287731 h 2675"/>
              <a:gd name="T22" fmla="*/ 206119 w 2927"/>
              <a:gd name="T23" fmla="*/ 9959 h 2675"/>
              <a:gd name="T24" fmla="*/ 195894 w 2927"/>
              <a:gd name="T25" fmla="*/ 0 h 2675"/>
              <a:gd name="T26" fmla="*/ 186072 w 2927"/>
              <a:gd name="T27" fmla="*/ 42662 h 2675"/>
              <a:gd name="T28" fmla="*/ 186072 w 2927"/>
              <a:gd name="T29" fmla="*/ 155708 h 2675"/>
              <a:gd name="T30" fmla="*/ 195894 w 2927"/>
              <a:gd name="T31" fmla="*/ 348830 h 2675"/>
              <a:gd name="T32" fmla="*/ 206119 w 2927"/>
              <a:gd name="T33" fmla="*/ 338871 h 2675"/>
              <a:gd name="T34" fmla="*/ 253478 w 2927"/>
              <a:gd name="T35" fmla="*/ 99185 h 2675"/>
              <a:gd name="T36" fmla="*/ 196163 w 2927"/>
              <a:gd name="T37" fmla="*/ 136464 h 2675"/>
              <a:gd name="T38" fmla="*/ 196163 w 2927"/>
              <a:gd name="T39" fmla="*/ 61907 h 2675"/>
              <a:gd name="T40" fmla="*/ 196163 w 2927"/>
              <a:gd name="T41" fmla="*/ 136464 h 2675"/>
              <a:gd name="T42" fmla="*/ 346312 w 2927"/>
              <a:gd name="T43" fmla="*/ 193929 h 2675"/>
              <a:gd name="T44" fmla="*/ 336491 w 2927"/>
              <a:gd name="T45" fmla="*/ 0 h 2675"/>
              <a:gd name="T46" fmla="*/ 326131 w 2927"/>
              <a:gd name="T47" fmla="*/ 9959 h 2675"/>
              <a:gd name="T48" fmla="*/ 278772 w 2927"/>
              <a:gd name="T49" fmla="*/ 250452 h 2675"/>
              <a:gd name="T50" fmla="*/ 326131 w 2927"/>
              <a:gd name="T51" fmla="*/ 310340 h 2675"/>
              <a:gd name="T52" fmla="*/ 336087 w 2927"/>
              <a:gd name="T53" fmla="*/ 359865 h 2675"/>
              <a:gd name="T54" fmla="*/ 346312 w 2927"/>
              <a:gd name="T55" fmla="*/ 349907 h 2675"/>
              <a:gd name="T56" fmla="*/ 345909 w 2927"/>
              <a:gd name="T57" fmla="*/ 307110 h 2675"/>
              <a:gd name="T58" fmla="*/ 336222 w 2927"/>
              <a:gd name="T59" fmla="*/ 287731 h 2675"/>
              <a:gd name="T60" fmla="*/ 336222 w 2927"/>
              <a:gd name="T61" fmla="*/ 213174 h 2675"/>
              <a:gd name="T62" fmla="*/ 336222 w 2927"/>
              <a:gd name="T63" fmla="*/ 287731 h 267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927" h="2675">
                <a:moveTo>
                  <a:pt x="502" y="1441"/>
                </a:moveTo>
                <a:lnTo>
                  <a:pt x="502" y="74"/>
                </a:lnTo>
                <a:cubicBezTo>
                  <a:pt x="502" y="33"/>
                  <a:pt x="469" y="0"/>
                  <a:pt x="429" y="0"/>
                </a:cubicBezTo>
                <a:lnTo>
                  <a:pt x="426" y="0"/>
                </a:lnTo>
                <a:cubicBezTo>
                  <a:pt x="385" y="0"/>
                  <a:pt x="352" y="33"/>
                  <a:pt x="352" y="74"/>
                </a:cubicBezTo>
                <a:lnTo>
                  <a:pt x="352" y="1441"/>
                </a:lnTo>
                <a:cubicBezTo>
                  <a:pt x="152" y="1476"/>
                  <a:pt x="0" y="1651"/>
                  <a:pt x="0" y="1861"/>
                </a:cubicBezTo>
                <a:cubicBezTo>
                  <a:pt x="0" y="2073"/>
                  <a:pt x="154" y="2248"/>
                  <a:pt x="356" y="2282"/>
                </a:cubicBezTo>
                <a:cubicBezTo>
                  <a:pt x="354" y="2290"/>
                  <a:pt x="352" y="2297"/>
                  <a:pt x="352" y="2306"/>
                </a:cubicBezTo>
                <a:lnTo>
                  <a:pt x="352" y="2600"/>
                </a:lnTo>
                <a:cubicBezTo>
                  <a:pt x="352" y="2641"/>
                  <a:pt x="385" y="2674"/>
                  <a:pt x="426" y="2674"/>
                </a:cubicBezTo>
                <a:lnTo>
                  <a:pt x="429" y="2674"/>
                </a:lnTo>
                <a:cubicBezTo>
                  <a:pt x="469" y="2674"/>
                  <a:pt x="502" y="2641"/>
                  <a:pt x="502" y="2600"/>
                </a:cubicBezTo>
                <a:lnTo>
                  <a:pt x="502" y="2306"/>
                </a:lnTo>
                <a:cubicBezTo>
                  <a:pt x="502" y="2297"/>
                  <a:pt x="501" y="2290"/>
                  <a:pt x="498" y="2282"/>
                </a:cubicBezTo>
                <a:cubicBezTo>
                  <a:pt x="700" y="2248"/>
                  <a:pt x="854" y="2073"/>
                  <a:pt x="854" y="1861"/>
                </a:cubicBezTo>
                <a:cubicBezTo>
                  <a:pt x="854" y="1651"/>
                  <a:pt x="702" y="1476"/>
                  <a:pt x="502" y="1441"/>
                </a:cubicBezTo>
                <a:close/>
                <a:moveTo>
                  <a:pt x="427" y="2138"/>
                </a:moveTo>
                <a:cubicBezTo>
                  <a:pt x="274" y="2138"/>
                  <a:pt x="150" y="2014"/>
                  <a:pt x="150" y="1861"/>
                </a:cubicBezTo>
                <a:cubicBezTo>
                  <a:pt x="150" y="1708"/>
                  <a:pt x="274" y="1584"/>
                  <a:pt x="427" y="1584"/>
                </a:cubicBezTo>
                <a:cubicBezTo>
                  <a:pt x="580" y="1584"/>
                  <a:pt x="704" y="1708"/>
                  <a:pt x="704" y="1861"/>
                </a:cubicBezTo>
                <a:cubicBezTo>
                  <a:pt x="704" y="2014"/>
                  <a:pt x="580" y="2138"/>
                  <a:pt x="427" y="2138"/>
                </a:cubicBezTo>
                <a:close/>
                <a:moveTo>
                  <a:pt x="1532" y="317"/>
                </a:moveTo>
                <a:lnTo>
                  <a:pt x="1532" y="74"/>
                </a:lnTo>
                <a:cubicBezTo>
                  <a:pt x="1532" y="33"/>
                  <a:pt x="1499" y="0"/>
                  <a:pt x="1459" y="0"/>
                </a:cubicBezTo>
                <a:lnTo>
                  <a:pt x="1456" y="0"/>
                </a:lnTo>
                <a:cubicBezTo>
                  <a:pt x="1416" y="0"/>
                  <a:pt x="1383" y="33"/>
                  <a:pt x="1383" y="74"/>
                </a:cubicBezTo>
                <a:lnTo>
                  <a:pt x="1383" y="317"/>
                </a:lnTo>
                <a:cubicBezTo>
                  <a:pt x="1183" y="352"/>
                  <a:pt x="1031" y="527"/>
                  <a:pt x="1031" y="737"/>
                </a:cubicBezTo>
                <a:cubicBezTo>
                  <a:pt x="1031" y="947"/>
                  <a:pt x="1183" y="1122"/>
                  <a:pt x="1383" y="1157"/>
                </a:cubicBezTo>
                <a:lnTo>
                  <a:pt x="1383" y="2518"/>
                </a:lnTo>
                <a:cubicBezTo>
                  <a:pt x="1383" y="2559"/>
                  <a:pt x="1416" y="2592"/>
                  <a:pt x="1456" y="2592"/>
                </a:cubicBezTo>
                <a:lnTo>
                  <a:pt x="1459" y="2592"/>
                </a:lnTo>
                <a:cubicBezTo>
                  <a:pt x="1499" y="2592"/>
                  <a:pt x="1532" y="2559"/>
                  <a:pt x="1532" y="2518"/>
                </a:cubicBezTo>
                <a:lnTo>
                  <a:pt x="1532" y="1157"/>
                </a:lnTo>
                <a:cubicBezTo>
                  <a:pt x="1732" y="1122"/>
                  <a:pt x="1884" y="947"/>
                  <a:pt x="1884" y="737"/>
                </a:cubicBezTo>
                <a:cubicBezTo>
                  <a:pt x="1884" y="527"/>
                  <a:pt x="1732" y="352"/>
                  <a:pt x="1532" y="317"/>
                </a:cubicBezTo>
                <a:close/>
                <a:moveTo>
                  <a:pt x="1458" y="1014"/>
                </a:moveTo>
                <a:cubicBezTo>
                  <a:pt x="1305" y="1014"/>
                  <a:pt x="1181" y="890"/>
                  <a:pt x="1181" y="737"/>
                </a:cubicBezTo>
                <a:cubicBezTo>
                  <a:pt x="1181" y="584"/>
                  <a:pt x="1305" y="460"/>
                  <a:pt x="1458" y="460"/>
                </a:cubicBezTo>
                <a:cubicBezTo>
                  <a:pt x="1610" y="460"/>
                  <a:pt x="1734" y="584"/>
                  <a:pt x="1734" y="737"/>
                </a:cubicBezTo>
                <a:cubicBezTo>
                  <a:pt x="1734" y="890"/>
                  <a:pt x="1610" y="1014"/>
                  <a:pt x="1458" y="1014"/>
                </a:cubicBezTo>
                <a:close/>
                <a:moveTo>
                  <a:pt x="2926" y="1861"/>
                </a:moveTo>
                <a:cubicBezTo>
                  <a:pt x="2926" y="1651"/>
                  <a:pt x="2774" y="1476"/>
                  <a:pt x="2574" y="1441"/>
                </a:cubicBezTo>
                <a:lnTo>
                  <a:pt x="2574" y="74"/>
                </a:lnTo>
                <a:cubicBezTo>
                  <a:pt x="2574" y="33"/>
                  <a:pt x="2541" y="0"/>
                  <a:pt x="2501" y="0"/>
                </a:cubicBezTo>
                <a:lnTo>
                  <a:pt x="2498" y="0"/>
                </a:lnTo>
                <a:cubicBezTo>
                  <a:pt x="2457" y="0"/>
                  <a:pt x="2424" y="33"/>
                  <a:pt x="2424" y="74"/>
                </a:cubicBezTo>
                <a:lnTo>
                  <a:pt x="2424" y="1441"/>
                </a:lnTo>
                <a:cubicBezTo>
                  <a:pt x="2224" y="1476"/>
                  <a:pt x="2072" y="1651"/>
                  <a:pt x="2072" y="1861"/>
                </a:cubicBezTo>
                <a:cubicBezTo>
                  <a:pt x="2072" y="2073"/>
                  <a:pt x="2226" y="2248"/>
                  <a:pt x="2428" y="2282"/>
                </a:cubicBezTo>
                <a:cubicBezTo>
                  <a:pt x="2426" y="2290"/>
                  <a:pt x="2424" y="2297"/>
                  <a:pt x="2424" y="2306"/>
                </a:cubicBezTo>
                <a:lnTo>
                  <a:pt x="2424" y="2600"/>
                </a:lnTo>
                <a:cubicBezTo>
                  <a:pt x="2424" y="2641"/>
                  <a:pt x="2457" y="2674"/>
                  <a:pt x="2498" y="2674"/>
                </a:cubicBezTo>
                <a:lnTo>
                  <a:pt x="2501" y="2674"/>
                </a:lnTo>
                <a:cubicBezTo>
                  <a:pt x="2542" y="2674"/>
                  <a:pt x="2574" y="2641"/>
                  <a:pt x="2574" y="2600"/>
                </a:cubicBezTo>
                <a:lnTo>
                  <a:pt x="2574" y="2306"/>
                </a:lnTo>
                <a:cubicBezTo>
                  <a:pt x="2574" y="2297"/>
                  <a:pt x="2573" y="2290"/>
                  <a:pt x="2571" y="2282"/>
                </a:cubicBezTo>
                <a:cubicBezTo>
                  <a:pt x="2772" y="2248"/>
                  <a:pt x="2926" y="2073"/>
                  <a:pt x="2926" y="1861"/>
                </a:cubicBezTo>
                <a:close/>
                <a:moveTo>
                  <a:pt x="2499" y="2138"/>
                </a:moveTo>
                <a:cubicBezTo>
                  <a:pt x="2346" y="2138"/>
                  <a:pt x="2223" y="2014"/>
                  <a:pt x="2223" y="1861"/>
                </a:cubicBezTo>
                <a:cubicBezTo>
                  <a:pt x="2223" y="1708"/>
                  <a:pt x="2346" y="1584"/>
                  <a:pt x="2499" y="1584"/>
                </a:cubicBezTo>
                <a:cubicBezTo>
                  <a:pt x="2652" y="1584"/>
                  <a:pt x="2776" y="1708"/>
                  <a:pt x="2776" y="1861"/>
                </a:cubicBezTo>
                <a:cubicBezTo>
                  <a:pt x="2776" y="2014"/>
                  <a:pt x="2652" y="2138"/>
                  <a:pt x="2499" y="2138"/>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sp>
        <p:nvSpPr>
          <p:cNvPr id="44" name="形状">
            <a:extLst>
              <a:ext uri="{FF2B5EF4-FFF2-40B4-BE49-F238E27FC236}">
                <a16:creationId xmlns:a16="http://schemas.microsoft.com/office/drawing/2014/main" id="{DFF1233E-E0C1-CD4F-BD63-A42F882F684B}"/>
              </a:ext>
            </a:extLst>
          </p:cNvPr>
          <p:cNvSpPr/>
          <p:nvPr/>
        </p:nvSpPr>
        <p:spPr>
          <a:xfrm>
            <a:off x="4874509" y="3339909"/>
            <a:ext cx="395507" cy="395507"/>
          </a:xfrm>
          <a:custGeom>
            <a:avLst/>
            <a:gdLst/>
            <a:ahLst/>
            <a:cxnLst>
              <a:cxn ang="0">
                <a:pos x="wd2" y="hd2"/>
              </a:cxn>
              <a:cxn ang="5400000">
                <a:pos x="wd2" y="hd2"/>
              </a:cxn>
              <a:cxn ang="10800000">
                <a:pos x="wd2" y="hd2"/>
              </a:cxn>
              <a:cxn ang="16200000">
                <a:pos x="wd2" y="hd2"/>
              </a:cxn>
            </a:cxnLst>
            <a:rect l="0" t="0" r="r" b="b"/>
            <a:pathLst>
              <a:path w="21600" h="21600" extrusionOk="0">
                <a:moveTo>
                  <a:pt x="17274" y="21600"/>
                </a:moveTo>
                <a:cubicBezTo>
                  <a:pt x="16950" y="21600"/>
                  <a:pt x="16665" y="21521"/>
                  <a:pt x="16389" y="21354"/>
                </a:cubicBezTo>
                <a:cubicBezTo>
                  <a:pt x="16104" y="21197"/>
                  <a:pt x="15898" y="20991"/>
                  <a:pt x="15731" y="20706"/>
                </a:cubicBezTo>
                <a:cubicBezTo>
                  <a:pt x="15573" y="20421"/>
                  <a:pt x="15495" y="20146"/>
                  <a:pt x="15495" y="19821"/>
                </a:cubicBezTo>
                <a:lnTo>
                  <a:pt x="15495" y="1779"/>
                </a:lnTo>
                <a:cubicBezTo>
                  <a:pt x="15495" y="1454"/>
                  <a:pt x="15573" y="1169"/>
                  <a:pt x="15731" y="884"/>
                </a:cubicBezTo>
                <a:cubicBezTo>
                  <a:pt x="15898" y="609"/>
                  <a:pt x="16104" y="403"/>
                  <a:pt x="16389" y="236"/>
                </a:cubicBezTo>
                <a:cubicBezTo>
                  <a:pt x="16665" y="79"/>
                  <a:pt x="16950" y="0"/>
                  <a:pt x="17274" y="0"/>
                </a:cubicBezTo>
                <a:lnTo>
                  <a:pt x="19820" y="0"/>
                </a:lnTo>
                <a:cubicBezTo>
                  <a:pt x="20145" y="0"/>
                  <a:pt x="20440" y="69"/>
                  <a:pt x="20715" y="236"/>
                </a:cubicBezTo>
                <a:cubicBezTo>
                  <a:pt x="21000" y="393"/>
                  <a:pt x="21197" y="609"/>
                  <a:pt x="21364" y="884"/>
                </a:cubicBezTo>
                <a:cubicBezTo>
                  <a:pt x="21521" y="1169"/>
                  <a:pt x="21600" y="1454"/>
                  <a:pt x="21600" y="1779"/>
                </a:cubicBezTo>
                <a:lnTo>
                  <a:pt x="21600" y="19821"/>
                </a:lnTo>
                <a:cubicBezTo>
                  <a:pt x="21600" y="20146"/>
                  <a:pt x="21531" y="20421"/>
                  <a:pt x="21364" y="20706"/>
                </a:cubicBezTo>
                <a:cubicBezTo>
                  <a:pt x="21207" y="20991"/>
                  <a:pt x="20990" y="21197"/>
                  <a:pt x="20715" y="21354"/>
                </a:cubicBezTo>
                <a:cubicBezTo>
                  <a:pt x="20430" y="21521"/>
                  <a:pt x="20145" y="21600"/>
                  <a:pt x="19820" y="21600"/>
                </a:cubicBezTo>
                <a:lnTo>
                  <a:pt x="17274" y="21600"/>
                </a:lnTo>
                <a:close/>
                <a:moveTo>
                  <a:pt x="17274" y="688"/>
                </a:moveTo>
                <a:cubicBezTo>
                  <a:pt x="17068" y="688"/>
                  <a:pt x="16900" y="737"/>
                  <a:pt x="16724" y="835"/>
                </a:cubicBezTo>
                <a:cubicBezTo>
                  <a:pt x="16556" y="934"/>
                  <a:pt x="16429" y="1052"/>
                  <a:pt x="16330" y="1228"/>
                </a:cubicBezTo>
                <a:cubicBezTo>
                  <a:pt x="16232" y="1395"/>
                  <a:pt x="16183" y="1572"/>
                  <a:pt x="16183" y="1779"/>
                </a:cubicBezTo>
                <a:lnTo>
                  <a:pt x="16183" y="19821"/>
                </a:lnTo>
                <a:cubicBezTo>
                  <a:pt x="16183" y="20018"/>
                  <a:pt x="16232" y="20195"/>
                  <a:pt x="16330" y="20362"/>
                </a:cubicBezTo>
                <a:cubicBezTo>
                  <a:pt x="16429" y="20539"/>
                  <a:pt x="16556" y="20666"/>
                  <a:pt x="16724" y="20765"/>
                </a:cubicBezTo>
                <a:cubicBezTo>
                  <a:pt x="16900" y="20863"/>
                  <a:pt x="17068" y="20912"/>
                  <a:pt x="17274" y="20912"/>
                </a:cubicBezTo>
                <a:lnTo>
                  <a:pt x="19820" y="20912"/>
                </a:lnTo>
                <a:cubicBezTo>
                  <a:pt x="20027" y="20912"/>
                  <a:pt x="20204" y="20863"/>
                  <a:pt x="20371" y="20765"/>
                </a:cubicBezTo>
                <a:cubicBezTo>
                  <a:pt x="20548" y="20666"/>
                  <a:pt x="20666" y="20539"/>
                  <a:pt x="20764" y="20362"/>
                </a:cubicBezTo>
                <a:cubicBezTo>
                  <a:pt x="20863" y="20195"/>
                  <a:pt x="20912" y="20018"/>
                  <a:pt x="20912" y="19821"/>
                </a:cubicBezTo>
                <a:lnTo>
                  <a:pt x="20912" y="1779"/>
                </a:lnTo>
                <a:cubicBezTo>
                  <a:pt x="20912" y="1572"/>
                  <a:pt x="20863" y="1395"/>
                  <a:pt x="20764" y="1228"/>
                </a:cubicBezTo>
                <a:cubicBezTo>
                  <a:pt x="20666" y="1052"/>
                  <a:pt x="20548" y="934"/>
                  <a:pt x="20371" y="835"/>
                </a:cubicBezTo>
                <a:cubicBezTo>
                  <a:pt x="20204" y="737"/>
                  <a:pt x="20027" y="688"/>
                  <a:pt x="19820" y="688"/>
                </a:cubicBezTo>
                <a:lnTo>
                  <a:pt x="17274" y="688"/>
                </a:lnTo>
                <a:close/>
                <a:moveTo>
                  <a:pt x="9527" y="21531"/>
                </a:moveTo>
                <a:cubicBezTo>
                  <a:pt x="9202" y="21531"/>
                  <a:pt x="8927" y="21453"/>
                  <a:pt x="8642" y="21295"/>
                </a:cubicBezTo>
                <a:cubicBezTo>
                  <a:pt x="8357" y="21128"/>
                  <a:pt x="8150" y="20922"/>
                  <a:pt x="7993" y="20647"/>
                </a:cubicBezTo>
                <a:cubicBezTo>
                  <a:pt x="7826" y="20362"/>
                  <a:pt x="7757" y="20087"/>
                  <a:pt x="7757" y="19753"/>
                </a:cubicBezTo>
                <a:lnTo>
                  <a:pt x="7757" y="6682"/>
                </a:lnTo>
                <a:cubicBezTo>
                  <a:pt x="7757" y="6358"/>
                  <a:pt x="7826" y="6073"/>
                  <a:pt x="7993" y="5798"/>
                </a:cubicBezTo>
                <a:cubicBezTo>
                  <a:pt x="8150" y="5513"/>
                  <a:pt x="8357" y="5307"/>
                  <a:pt x="8642" y="5140"/>
                </a:cubicBezTo>
                <a:cubicBezTo>
                  <a:pt x="8927" y="4982"/>
                  <a:pt x="9202" y="4904"/>
                  <a:pt x="9527" y="4904"/>
                </a:cubicBezTo>
                <a:lnTo>
                  <a:pt x="12073" y="4904"/>
                </a:lnTo>
                <a:cubicBezTo>
                  <a:pt x="12398" y="4904"/>
                  <a:pt x="12683" y="4973"/>
                  <a:pt x="12958" y="5140"/>
                </a:cubicBezTo>
                <a:cubicBezTo>
                  <a:pt x="13253" y="5297"/>
                  <a:pt x="13450" y="5513"/>
                  <a:pt x="13607" y="5798"/>
                </a:cubicBezTo>
                <a:cubicBezTo>
                  <a:pt x="13774" y="6073"/>
                  <a:pt x="13843" y="6358"/>
                  <a:pt x="13843" y="6682"/>
                </a:cubicBezTo>
                <a:lnTo>
                  <a:pt x="13843" y="19753"/>
                </a:lnTo>
                <a:cubicBezTo>
                  <a:pt x="13843" y="20087"/>
                  <a:pt x="13774" y="20362"/>
                  <a:pt x="13607" y="20647"/>
                </a:cubicBezTo>
                <a:cubicBezTo>
                  <a:pt x="13450" y="20922"/>
                  <a:pt x="13253" y="21138"/>
                  <a:pt x="12958" y="21295"/>
                </a:cubicBezTo>
                <a:cubicBezTo>
                  <a:pt x="12683" y="21462"/>
                  <a:pt x="12398" y="21531"/>
                  <a:pt x="12073" y="21531"/>
                </a:cubicBezTo>
                <a:lnTo>
                  <a:pt x="9527" y="21531"/>
                </a:lnTo>
                <a:close/>
                <a:moveTo>
                  <a:pt x="9527" y="5592"/>
                </a:moveTo>
                <a:cubicBezTo>
                  <a:pt x="9330" y="5592"/>
                  <a:pt x="9163" y="5641"/>
                  <a:pt x="8986" y="5739"/>
                </a:cubicBezTo>
                <a:cubicBezTo>
                  <a:pt x="8809" y="5837"/>
                  <a:pt x="8681" y="5955"/>
                  <a:pt x="8583" y="6132"/>
                </a:cubicBezTo>
                <a:cubicBezTo>
                  <a:pt x="8475" y="6299"/>
                  <a:pt x="8445" y="6476"/>
                  <a:pt x="8445" y="6682"/>
                </a:cubicBezTo>
                <a:lnTo>
                  <a:pt x="8445" y="19753"/>
                </a:lnTo>
                <a:cubicBezTo>
                  <a:pt x="8445" y="19959"/>
                  <a:pt x="8475" y="20136"/>
                  <a:pt x="8583" y="20303"/>
                </a:cubicBezTo>
                <a:cubicBezTo>
                  <a:pt x="8681" y="20480"/>
                  <a:pt x="8809" y="20598"/>
                  <a:pt x="8986" y="20696"/>
                </a:cubicBezTo>
                <a:cubicBezTo>
                  <a:pt x="9163" y="20794"/>
                  <a:pt x="9330" y="20843"/>
                  <a:pt x="9527" y="20843"/>
                </a:cubicBezTo>
                <a:lnTo>
                  <a:pt x="12073" y="20843"/>
                </a:lnTo>
                <a:cubicBezTo>
                  <a:pt x="12270" y="20843"/>
                  <a:pt x="12437" y="20794"/>
                  <a:pt x="12614" y="20696"/>
                </a:cubicBezTo>
                <a:cubicBezTo>
                  <a:pt x="12791" y="20598"/>
                  <a:pt x="12919" y="20480"/>
                  <a:pt x="13017" y="20303"/>
                </a:cubicBezTo>
                <a:cubicBezTo>
                  <a:pt x="13125" y="20136"/>
                  <a:pt x="13155" y="19959"/>
                  <a:pt x="13155" y="19753"/>
                </a:cubicBezTo>
                <a:lnTo>
                  <a:pt x="13155" y="6682"/>
                </a:lnTo>
                <a:cubicBezTo>
                  <a:pt x="13155" y="6476"/>
                  <a:pt x="13125" y="6299"/>
                  <a:pt x="13017" y="6132"/>
                </a:cubicBezTo>
                <a:cubicBezTo>
                  <a:pt x="12919" y="5955"/>
                  <a:pt x="12791" y="5837"/>
                  <a:pt x="12614" y="5739"/>
                </a:cubicBezTo>
                <a:cubicBezTo>
                  <a:pt x="12437" y="5641"/>
                  <a:pt x="12270" y="5592"/>
                  <a:pt x="12073" y="5592"/>
                </a:cubicBezTo>
                <a:lnTo>
                  <a:pt x="9527" y="5592"/>
                </a:lnTo>
                <a:close/>
                <a:moveTo>
                  <a:pt x="4326" y="21394"/>
                </a:moveTo>
                <a:lnTo>
                  <a:pt x="1780" y="21394"/>
                </a:lnTo>
                <a:cubicBezTo>
                  <a:pt x="1455" y="21384"/>
                  <a:pt x="1170" y="21315"/>
                  <a:pt x="885" y="21148"/>
                </a:cubicBezTo>
                <a:cubicBezTo>
                  <a:pt x="610" y="20991"/>
                  <a:pt x="403" y="20784"/>
                  <a:pt x="236" y="20499"/>
                </a:cubicBezTo>
                <a:cubicBezTo>
                  <a:pt x="79" y="20214"/>
                  <a:pt x="0" y="19939"/>
                  <a:pt x="0" y="19615"/>
                </a:cubicBezTo>
                <a:lnTo>
                  <a:pt x="0" y="11960"/>
                </a:lnTo>
                <a:cubicBezTo>
                  <a:pt x="0" y="11635"/>
                  <a:pt x="79" y="11350"/>
                  <a:pt x="236" y="11075"/>
                </a:cubicBezTo>
                <a:cubicBezTo>
                  <a:pt x="403" y="10790"/>
                  <a:pt x="610" y="10594"/>
                  <a:pt x="885" y="10427"/>
                </a:cubicBezTo>
                <a:cubicBezTo>
                  <a:pt x="1170" y="10269"/>
                  <a:pt x="1455" y="10191"/>
                  <a:pt x="1780" y="10191"/>
                </a:cubicBezTo>
                <a:lnTo>
                  <a:pt x="4326" y="10191"/>
                </a:lnTo>
                <a:cubicBezTo>
                  <a:pt x="4650" y="10191"/>
                  <a:pt x="4935" y="10260"/>
                  <a:pt x="5211" y="10427"/>
                </a:cubicBezTo>
                <a:cubicBezTo>
                  <a:pt x="5496" y="10584"/>
                  <a:pt x="5702" y="10790"/>
                  <a:pt x="5869" y="11075"/>
                </a:cubicBezTo>
                <a:cubicBezTo>
                  <a:pt x="6027" y="11350"/>
                  <a:pt x="6105" y="11635"/>
                  <a:pt x="6105" y="11960"/>
                </a:cubicBezTo>
                <a:lnTo>
                  <a:pt x="6105" y="19615"/>
                </a:lnTo>
                <a:cubicBezTo>
                  <a:pt x="6105" y="19939"/>
                  <a:pt x="6027" y="20214"/>
                  <a:pt x="5869" y="20499"/>
                </a:cubicBezTo>
                <a:cubicBezTo>
                  <a:pt x="5702" y="20784"/>
                  <a:pt x="5486" y="20991"/>
                  <a:pt x="5211" y="21148"/>
                </a:cubicBezTo>
                <a:cubicBezTo>
                  <a:pt x="4926" y="21315"/>
                  <a:pt x="4650" y="21384"/>
                  <a:pt x="4326" y="21394"/>
                </a:cubicBezTo>
                <a:close/>
                <a:moveTo>
                  <a:pt x="1780" y="10869"/>
                </a:moveTo>
                <a:cubicBezTo>
                  <a:pt x="1573" y="10869"/>
                  <a:pt x="1396" y="10918"/>
                  <a:pt x="1229" y="11016"/>
                </a:cubicBezTo>
                <a:cubicBezTo>
                  <a:pt x="1052" y="11114"/>
                  <a:pt x="934" y="11252"/>
                  <a:pt x="836" y="11419"/>
                </a:cubicBezTo>
                <a:cubicBezTo>
                  <a:pt x="737" y="11596"/>
                  <a:pt x="688" y="11763"/>
                  <a:pt x="688" y="11960"/>
                </a:cubicBezTo>
                <a:lnTo>
                  <a:pt x="688" y="19615"/>
                </a:lnTo>
                <a:cubicBezTo>
                  <a:pt x="688" y="19811"/>
                  <a:pt x="737" y="19988"/>
                  <a:pt x="836" y="20155"/>
                </a:cubicBezTo>
                <a:cubicBezTo>
                  <a:pt x="934" y="20332"/>
                  <a:pt x="1052" y="20460"/>
                  <a:pt x="1229" y="20558"/>
                </a:cubicBezTo>
                <a:cubicBezTo>
                  <a:pt x="1396" y="20657"/>
                  <a:pt x="1573" y="20706"/>
                  <a:pt x="1780" y="20706"/>
                </a:cubicBezTo>
                <a:lnTo>
                  <a:pt x="4326" y="20706"/>
                </a:lnTo>
                <a:cubicBezTo>
                  <a:pt x="4532" y="20706"/>
                  <a:pt x="4699" y="20657"/>
                  <a:pt x="4876" y="20558"/>
                </a:cubicBezTo>
                <a:cubicBezTo>
                  <a:pt x="5044" y="20460"/>
                  <a:pt x="5171" y="20332"/>
                  <a:pt x="5270" y="20155"/>
                </a:cubicBezTo>
                <a:cubicBezTo>
                  <a:pt x="5368" y="19988"/>
                  <a:pt x="5417" y="19811"/>
                  <a:pt x="5417" y="19615"/>
                </a:cubicBezTo>
                <a:lnTo>
                  <a:pt x="5417" y="11960"/>
                </a:lnTo>
                <a:cubicBezTo>
                  <a:pt x="5417" y="11763"/>
                  <a:pt x="5368" y="11596"/>
                  <a:pt x="5270" y="11419"/>
                </a:cubicBezTo>
                <a:cubicBezTo>
                  <a:pt x="5171" y="11252"/>
                  <a:pt x="5044" y="11114"/>
                  <a:pt x="4876" y="11016"/>
                </a:cubicBezTo>
                <a:cubicBezTo>
                  <a:pt x="4699" y="10918"/>
                  <a:pt x="4532" y="10869"/>
                  <a:pt x="4326" y="10869"/>
                </a:cubicBezTo>
                <a:lnTo>
                  <a:pt x="1780" y="10869"/>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45" name="形状">
            <a:extLst>
              <a:ext uri="{FF2B5EF4-FFF2-40B4-BE49-F238E27FC236}">
                <a16:creationId xmlns:a16="http://schemas.microsoft.com/office/drawing/2014/main" id="{C8CCB64A-98B4-FB47-8801-13EE84DFD14E}"/>
              </a:ext>
            </a:extLst>
          </p:cNvPr>
          <p:cNvSpPr/>
          <p:nvPr/>
        </p:nvSpPr>
        <p:spPr>
          <a:xfrm>
            <a:off x="11056693" y="2426021"/>
            <a:ext cx="424307" cy="420467"/>
          </a:xfrm>
          <a:custGeom>
            <a:avLst/>
            <a:gdLst/>
            <a:ahLst/>
            <a:cxnLst>
              <a:cxn ang="0">
                <a:pos x="wd2" y="hd2"/>
              </a:cxn>
              <a:cxn ang="5400000">
                <a:pos x="wd2" y="hd2"/>
              </a:cxn>
              <a:cxn ang="10800000">
                <a:pos x="wd2" y="hd2"/>
              </a:cxn>
              <a:cxn ang="16200000">
                <a:pos x="wd2" y="hd2"/>
              </a:cxn>
            </a:cxnLst>
            <a:rect l="0" t="0" r="r" b="b"/>
            <a:pathLst>
              <a:path w="21600" h="21600" extrusionOk="0">
                <a:moveTo>
                  <a:pt x="4987" y="0"/>
                </a:moveTo>
                <a:cubicBezTo>
                  <a:pt x="4721" y="0"/>
                  <a:pt x="4500" y="231"/>
                  <a:pt x="4500" y="499"/>
                </a:cubicBezTo>
                <a:lnTo>
                  <a:pt x="4500" y="4106"/>
                </a:lnTo>
                <a:cubicBezTo>
                  <a:pt x="4500" y="4375"/>
                  <a:pt x="4721" y="4605"/>
                  <a:pt x="4987" y="4605"/>
                </a:cubicBezTo>
                <a:lnTo>
                  <a:pt x="7268" y="4605"/>
                </a:lnTo>
                <a:cubicBezTo>
                  <a:pt x="6687" y="7257"/>
                  <a:pt x="5959" y="9018"/>
                  <a:pt x="5119" y="9791"/>
                </a:cubicBezTo>
                <a:cubicBezTo>
                  <a:pt x="4907" y="9986"/>
                  <a:pt x="4907" y="10321"/>
                  <a:pt x="5119" y="10515"/>
                </a:cubicBezTo>
                <a:cubicBezTo>
                  <a:pt x="6493" y="11735"/>
                  <a:pt x="7738" y="13046"/>
                  <a:pt x="8697" y="14386"/>
                </a:cubicBezTo>
                <a:cubicBezTo>
                  <a:pt x="9823" y="15964"/>
                  <a:pt x="10405" y="17408"/>
                  <a:pt x="10389" y="18666"/>
                </a:cubicBezTo>
                <a:lnTo>
                  <a:pt x="5048" y="18666"/>
                </a:lnTo>
                <a:lnTo>
                  <a:pt x="5048" y="16913"/>
                </a:lnTo>
                <a:cubicBezTo>
                  <a:pt x="5048" y="16646"/>
                  <a:pt x="4828" y="16424"/>
                  <a:pt x="4561" y="16424"/>
                </a:cubicBezTo>
                <a:lnTo>
                  <a:pt x="487" y="16424"/>
                </a:lnTo>
                <a:cubicBezTo>
                  <a:pt x="220" y="16424"/>
                  <a:pt x="0" y="16646"/>
                  <a:pt x="0" y="16913"/>
                </a:cubicBezTo>
                <a:lnTo>
                  <a:pt x="0" y="21111"/>
                </a:lnTo>
                <a:cubicBezTo>
                  <a:pt x="0" y="21379"/>
                  <a:pt x="220" y="21600"/>
                  <a:pt x="487" y="21600"/>
                </a:cubicBezTo>
                <a:lnTo>
                  <a:pt x="4561" y="21600"/>
                </a:lnTo>
                <a:cubicBezTo>
                  <a:pt x="4828" y="21600"/>
                  <a:pt x="5048" y="21379"/>
                  <a:pt x="5048" y="21111"/>
                </a:cubicBezTo>
                <a:lnTo>
                  <a:pt x="5048" y="19644"/>
                </a:lnTo>
                <a:lnTo>
                  <a:pt x="10815" y="19644"/>
                </a:lnTo>
                <a:lnTo>
                  <a:pt x="11008" y="19644"/>
                </a:lnTo>
                <a:lnTo>
                  <a:pt x="16562" y="19644"/>
                </a:lnTo>
                <a:lnTo>
                  <a:pt x="16562" y="21111"/>
                </a:lnTo>
                <a:cubicBezTo>
                  <a:pt x="16562" y="21379"/>
                  <a:pt x="16772" y="21600"/>
                  <a:pt x="17039" y="21600"/>
                </a:cubicBezTo>
                <a:lnTo>
                  <a:pt x="21113" y="21600"/>
                </a:lnTo>
                <a:cubicBezTo>
                  <a:pt x="21380" y="21600"/>
                  <a:pt x="21600" y="21379"/>
                  <a:pt x="21600" y="21111"/>
                </a:cubicBezTo>
                <a:lnTo>
                  <a:pt x="21600" y="16913"/>
                </a:lnTo>
                <a:cubicBezTo>
                  <a:pt x="21600" y="16646"/>
                  <a:pt x="21380" y="16424"/>
                  <a:pt x="21113" y="16424"/>
                </a:cubicBezTo>
                <a:lnTo>
                  <a:pt x="17039" y="16424"/>
                </a:lnTo>
                <a:cubicBezTo>
                  <a:pt x="16772" y="16424"/>
                  <a:pt x="16562" y="16646"/>
                  <a:pt x="16562" y="16913"/>
                </a:cubicBezTo>
                <a:lnTo>
                  <a:pt x="16562" y="18666"/>
                </a:lnTo>
                <a:lnTo>
                  <a:pt x="11434" y="18666"/>
                </a:lnTo>
                <a:cubicBezTo>
                  <a:pt x="11425" y="17408"/>
                  <a:pt x="11991" y="15964"/>
                  <a:pt x="13116" y="14386"/>
                </a:cubicBezTo>
                <a:cubicBezTo>
                  <a:pt x="14074" y="13046"/>
                  <a:pt x="15322" y="11735"/>
                  <a:pt x="16694" y="10515"/>
                </a:cubicBezTo>
                <a:cubicBezTo>
                  <a:pt x="16906" y="10321"/>
                  <a:pt x="16906" y="9986"/>
                  <a:pt x="16694" y="9791"/>
                </a:cubicBezTo>
                <a:cubicBezTo>
                  <a:pt x="15847" y="9018"/>
                  <a:pt x="15122" y="7257"/>
                  <a:pt x="14535" y="4605"/>
                </a:cubicBezTo>
                <a:lnTo>
                  <a:pt x="16542" y="4605"/>
                </a:lnTo>
                <a:cubicBezTo>
                  <a:pt x="16808" y="4605"/>
                  <a:pt x="17018" y="4375"/>
                  <a:pt x="17018" y="4106"/>
                </a:cubicBezTo>
                <a:lnTo>
                  <a:pt x="17018" y="499"/>
                </a:lnTo>
                <a:cubicBezTo>
                  <a:pt x="17019" y="231"/>
                  <a:pt x="16808" y="0"/>
                  <a:pt x="16542" y="0"/>
                </a:cubicBezTo>
                <a:lnTo>
                  <a:pt x="4987" y="0"/>
                </a:lnTo>
                <a:close/>
                <a:moveTo>
                  <a:pt x="5473" y="978"/>
                </a:moveTo>
                <a:lnTo>
                  <a:pt x="16056" y="978"/>
                </a:lnTo>
                <a:lnTo>
                  <a:pt x="16056" y="3627"/>
                </a:lnTo>
                <a:lnTo>
                  <a:pt x="5473" y="3627"/>
                </a:lnTo>
                <a:lnTo>
                  <a:pt x="5473" y="978"/>
                </a:lnTo>
                <a:close/>
                <a:moveTo>
                  <a:pt x="8251" y="4605"/>
                </a:moveTo>
                <a:lnTo>
                  <a:pt x="13572" y="4605"/>
                </a:lnTo>
                <a:cubicBezTo>
                  <a:pt x="14120" y="7196"/>
                  <a:pt x="14802" y="9079"/>
                  <a:pt x="15681" y="10128"/>
                </a:cubicBezTo>
                <a:cubicBezTo>
                  <a:pt x="14400" y="11293"/>
                  <a:pt x="13247" y="12541"/>
                  <a:pt x="12336" y="13826"/>
                </a:cubicBezTo>
                <a:cubicBezTo>
                  <a:pt x="11985" y="14316"/>
                  <a:pt x="11681" y="14798"/>
                  <a:pt x="11423" y="15273"/>
                </a:cubicBezTo>
                <a:lnTo>
                  <a:pt x="11423" y="11167"/>
                </a:lnTo>
                <a:cubicBezTo>
                  <a:pt x="12355" y="10901"/>
                  <a:pt x="13045" y="10068"/>
                  <a:pt x="13045" y="9048"/>
                </a:cubicBezTo>
                <a:cubicBezTo>
                  <a:pt x="13045" y="7806"/>
                  <a:pt x="12051" y="6806"/>
                  <a:pt x="10825" y="6806"/>
                </a:cubicBezTo>
                <a:cubicBezTo>
                  <a:pt x="9591" y="6806"/>
                  <a:pt x="8595" y="7806"/>
                  <a:pt x="8595" y="9048"/>
                </a:cubicBezTo>
                <a:cubicBezTo>
                  <a:pt x="8595" y="10149"/>
                  <a:pt x="9410" y="11026"/>
                  <a:pt x="10460" y="11208"/>
                </a:cubicBezTo>
                <a:lnTo>
                  <a:pt x="10460" y="15436"/>
                </a:lnTo>
                <a:cubicBezTo>
                  <a:pt x="10186" y="14908"/>
                  <a:pt x="9876" y="14373"/>
                  <a:pt x="9487" y="13826"/>
                </a:cubicBezTo>
                <a:cubicBezTo>
                  <a:pt x="8565" y="12541"/>
                  <a:pt x="7405" y="11293"/>
                  <a:pt x="6132" y="10128"/>
                </a:cubicBezTo>
                <a:cubicBezTo>
                  <a:pt x="7012" y="9079"/>
                  <a:pt x="7702" y="7196"/>
                  <a:pt x="8251" y="4605"/>
                </a:cubicBezTo>
                <a:close/>
                <a:moveTo>
                  <a:pt x="10825" y="7784"/>
                </a:moveTo>
                <a:cubicBezTo>
                  <a:pt x="11516" y="7784"/>
                  <a:pt x="12082" y="8344"/>
                  <a:pt x="12082" y="9048"/>
                </a:cubicBezTo>
                <a:cubicBezTo>
                  <a:pt x="12082" y="9742"/>
                  <a:pt x="11516" y="10321"/>
                  <a:pt x="10825" y="10321"/>
                </a:cubicBezTo>
                <a:cubicBezTo>
                  <a:pt x="10125" y="10321"/>
                  <a:pt x="9568" y="9742"/>
                  <a:pt x="9568" y="9048"/>
                </a:cubicBezTo>
                <a:cubicBezTo>
                  <a:pt x="9568" y="8344"/>
                  <a:pt x="10125" y="7784"/>
                  <a:pt x="10825" y="7784"/>
                </a:cubicBezTo>
                <a:close/>
                <a:moveTo>
                  <a:pt x="973" y="17402"/>
                </a:moveTo>
                <a:lnTo>
                  <a:pt x="4075" y="17402"/>
                </a:lnTo>
                <a:lnTo>
                  <a:pt x="4075" y="20622"/>
                </a:lnTo>
                <a:lnTo>
                  <a:pt x="973" y="20622"/>
                </a:lnTo>
                <a:lnTo>
                  <a:pt x="973" y="17402"/>
                </a:lnTo>
                <a:close/>
                <a:moveTo>
                  <a:pt x="17535" y="17402"/>
                </a:moveTo>
                <a:lnTo>
                  <a:pt x="20637" y="17402"/>
                </a:lnTo>
                <a:lnTo>
                  <a:pt x="20637" y="20622"/>
                </a:lnTo>
                <a:lnTo>
                  <a:pt x="17535" y="20622"/>
                </a:lnTo>
                <a:lnTo>
                  <a:pt x="17535" y="17402"/>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46" name="形状">
            <a:extLst>
              <a:ext uri="{FF2B5EF4-FFF2-40B4-BE49-F238E27FC236}">
                <a16:creationId xmlns:a16="http://schemas.microsoft.com/office/drawing/2014/main" id="{99055EBA-68DF-9441-BA72-86E7AC78CBE5}"/>
              </a:ext>
            </a:extLst>
          </p:cNvPr>
          <p:cNvSpPr/>
          <p:nvPr/>
        </p:nvSpPr>
        <p:spPr>
          <a:xfrm>
            <a:off x="5657841" y="3345669"/>
            <a:ext cx="401267" cy="385907"/>
          </a:xfrm>
          <a:custGeom>
            <a:avLst/>
            <a:gdLst/>
            <a:ahLst/>
            <a:cxnLst>
              <a:cxn ang="0">
                <a:pos x="wd2" y="hd2"/>
              </a:cxn>
              <a:cxn ang="5400000">
                <a:pos x="wd2" y="hd2"/>
              </a:cxn>
              <a:cxn ang="10800000">
                <a:pos x="wd2" y="hd2"/>
              </a:cxn>
              <a:cxn ang="16200000">
                <a:pos x="wd2" y="hd2"/>
              </a:cxn>
            </a:cxnLst>
            <a:rect l="0" t="0" r="r" b="b"/>
            <a:pathLst>
              <a:path w="21411" h="21600" extrusionOk="0">
                <a:moveTo>
                  <a:pt x="11618" y="0"/>
                </a:moveTo>
                <a:cubicBezTo>
                  <a:pt x="11358" y="0"/>
                  <a:pt x="11230" y="12"/>
                  <a:pt x="11066" y="22"/>
                </a:cubicBezTo>
                <a:cubicBezTo>
                  <a:pt x="10826" y="52"/>
                  <a:pt x="10609" y="108"/>
                  <a:pt x="10387" y="189"/>
                </a:cubicBezTo>
                <a:cubicBezTo>
                  <a:pt x="9251" y="641"/>
                  <a:pt x="8546" y="2010"/>
                  <a:pt x="8276" y="4646"/>
                </a:cubicBezTo>
                <a:cubicBezTo>
                  <a:pt x="7428" y="7222"/>
                  <a:pt x="4858" y="8737"/>
                  <a:pt x="456" y="9170"/>
                </a:cubicBezTo>
                <a:cubicBezTo>
                  <a:pt x="196" y="9200"/>
                  <a:pt x="0" y="9431"/>
                  <a:pt x="0" y="9702"/>
                </a:cubicBezTo>
                <a:lnTo>
                  <a:pt x="0" y="21068"/>
                </a:lnTo>
                <a:cubicBezTo>
                  <a:pt x="0" y="21360"/>
                  <a:pt x="230" y="21600"/>
                  <a:pt x="509" y="21600"/>
                </a:cubicBezTo>
                <a:lnTo>
                  <a:pt x="16732" y="21600"/>
                </a:lnTo>
                <a:cubicBezTo>
                  <a:pt x="18167" y="21600"/>
                  <a:pt x="19403" y="20541"/>
                  <a:pt x="19682" y="19072"/>
                </a:cubicBezTo>
                <a:lnTo>
                  <a:pt x="21369" y="10235"/>
                </a:lnTo>
                <a:cubicBezTo>
                  <a:pt x="21600" y="9057"/>
                  <a:pt x="20862" y="7916"/>
                  <a:pt x="19735" y="7684"/>
                </a:cubicBezTo>
                <a:cubicBezTo>
                  <a:pt x="19600" y="7654"/>
                  <a:pt x="19467" y="7640"/>
                  <a:pt x="19332" y="7640"/>
                </a:cubicBezTo>
                <a:lnTo>
                  <a:pt x="14493" y="7640"/>
                </a:lnTo>
                <a:cubicBezTo>
                  <a:pt x="14802" y="5366"/>
                  <a:pt x="14774" y="3619"/>
                  <a:pt x="14398" y="2362"/>
                </a:cubicBezTo>
                <a:cubicBezTo>
                  <a:pt x="13955" y="883"/>
                  <a:pt x="13028" y="60"/>
                  <a:pt x="11661" y="0"/>
                </a:cubicBezTo>
                <a:cubicBezTo>
                  <a:pt x="11661" y="0"/>
                  <a:pt x="11649" y="0"/>
                  <a:pt x="11639" y="0"/>
                </a:cubicBezTo>
                <a:lnTo>
                  <a:pt x="11618" y="0"/>
                </a:lnTo>
                <a:close/>
                <a:moveTo>
                  <a:pt x="11618" y="1064"/>
                </a:moveTo>
                <a:lnTo>
                  <a:pt x="11629" y="1064"/>
                </a:lnTo>
                <a:cubicBezTo>
                  <a:pt x="12544" y="1115"/>
                  <a:pt x="13125" y="1616"/>
                  <a:pt x="13443" y="2672"/>
                </a:cubicBezTo>
                <a:cubicBezTo>
                  <a:pt x="13790" y="3859"/>
                  <a:pt x="13788" y="5659"/>
                  <a:pt x="13422" y="8083"/>
                </a:cubicBezTo>
                <a:cubicBezTo>
                  <a:pt x="13374" y="8405"/>
                  <a:pt x="13603" y="8693"/>
                  <a:pt x="13921" y="8693"/>
                </a:cubicBezTo>
                <a:lnTo>
                  <a:pt x="19332" y="8693"/>
                </a:lnTo>
                <a:cubicBezTo>
                  <a:pt x="19399" y="8693"/>
                  <a:pt x="19466" y="8695"/>
                  <a:pt x="19533" y="8715"/>
                </a:cubicBezTo>
                <a:cubicBezTo>
                  <a:pt x="20111" y="8836"/>
                  <a:pt x="20487" y="9420"/>
                  <a:pt x="20371" y="10024"/>
                </a:cubicBezTo>
                <a:lnTo>
                  <a:pt x="18684" y="18872"/>
                </a:lnTo>
                <a:cubicBezTo>
                  <a:pt x="18501" y="19848"/>
                  <a:pt x="17686" y="20547"/>
                  <a:pt x="16732" y="20547"/>
                </a:cubicBezTo>
                <a:lnTo>
                  <a:pt x="1019" y="20547"/>
                </a:lnTo>
                <a:lnTo>
                  <a:pt x="1019" y="10179"/>
                </a:lnTo>
                <a:cubicBezTo>
                  <a:pt x="5536" y="9646"/>
                  <a:pt x="8309" y="7901"/>
                  <a:pt x="9263" y="4923"/>
                </a:cubicBezTo>
                <a:cubicBezTo>
                  <a:pt x="9272" y="4883"/>
                  <a:pt x="9284" y="4853"/>
                  <a:pt x="9284" y="4812"/>
                </a:cubicBezTo>
                <a:cubicBezTo>
                  <a:pt x="9409" y="3535"/>
                  <a:pt x="9634" y="2622"/>
                  <a:pt x="9942" y="2018"/>
                </a:cubicBezTo>
                <a:cubicBezTo>
                  <a:pt x="10173" y="1555"/>
                  <a:pt x="10429" y="1296"/>
                  <a:pt x="10737" y="1175"/>
                </a:cubicBezTo>
                <a:cubicBezTo>
                  <a:pt x="10969" y="1085"/>
                  <a:pt x="11175" y="1064"/>
                  <a:pt x="11618" y="1064"/>
                </a:cubicBezTo>
                <a:close/>
                <a:moveTo>
                  <a:pt x="4074" y="11621"/>
                </a:moveTo>
                <a:cubicBezTo>
                  <a:pt x="3796" y="11621"/>
                  <a:pt x="3565" y="11861"/>
                  <a:pt x="3565" y="12153"/>
                </a:cubicBezTo>
                <a:lnTo>
                  <a:pt x="3565" y="18495"/>
                </a:lnTo>
                <a:cubicBezTo>
                  <a:pt x="3565" y="18787"/>
                  <a:pt x="3796" y="19028"/>
                  <a:pt x="4074" y="19028"/>
                </a:cubicBezTo>
                <a:cubicBezTo>
                  <a:pt x="4353" y="19028"/>
                  <a:pt x="4573" y="18787"/>
                  <a:pt x="4573" y="18495"/>
                </a:cubicBezTo>
                <a:lnTo>
                  <a:pt x="4573" y="12153"/>
                </a:lnTo>
                <a:cubicBezTo>
                  <a:pt x="4573" y="11861"/>
                  <a:pt x="4353" y="11621"/>
                  <a:pt x="4074" y="11621"/>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47" name="形状">
            <a:extLst>
              <a:ext uri="{FF2B5EF4-FFF2-40B4-BE49-F238E27FC236}">
                <a16:creationId xmlns:a16="http://schemas.microsoft.com/office/drawing/2014/main" id="{B794A8C3-F937-A448-AD1E-37A2B562EB42}"/>
              </a:ext>
            </a:extLst>
          </p:cNvPr>
          <p:cNvSpPr/>
          <p:nvPr/>
        </p:nvSpPr>
        <p:spPr>
          <a:xfrm>
            <a:off x="7940641" y="4188517"/>
            <a:ext cx="399347" cy="416627"/>
          </a:xfrm>
          <a:custGeom>
            <a:avLst/>
            <a:gdLst/>
            <a:ahLst/>
            <a:cxnLst>
              <a:cxn ang="0">
                <a:pos x="wd2" y="hd2"/>
              </a:cxn>
              <a:cxn ang="5400000">
                <a:pos x="wd2" y="hd2"/>
              </a:cxn>
              <a:cxn ang="10800000">
                <a:pos x="wd2" y="hd2"/>
              </a:cxn>
              <a:cxn ang="16200000">
                <a:pos x="wd2" y="hd2"/>
              </a:cxn>
            </a:cxnLst>
            <a:rect l="0" t="0" r="r" b="b"/>
            <a:pathLst>
              <a:path w="21337" h="21600" extrusionOk="0">
                <a:moveTo>
                  <a:pt x="10587" y="0"/>
                </a:moveTo>
                <a:cubicBezTo>
                  <a:pt x="6303" y="0"/>
                  <a:pt x="2842" y="3363"/>
                  <a:pt x="2842" y="7509"/>
                </a:cubicBezTo>
                <a:cubicBezTo>
                  <a:pt x="2842" y="10272"/>
                  <a:pt x="5307" y="13994"/>
                  <a:pt x="10226" y="18802"/>
                </a:cubicBezTo>
                <a:cubicBezTo>
                  <a:pt x="10418" y="18998"/>
                  <a:pt x="10744" y="18998"/>
                  <a:pt x="10937" y="18802"/>
                </a:cubicBezTo>
                <a:cubicBezTo>
                  <a:pt x="15856" y="13994"/>
                  <a:pt x="18320" y="10272"/>
                  <a:pt x="18320" y="7509"/>
                </a:cubicBezTo>
                <a:cubicBezTo>
                  <a:pt x="18321" y="3363"/>
                  <a:pt x="14861" y="0"/>
                  <a:pt x="10587" y="0"/>
                </a:cubicBezTo>
                <a:close/>
                <a:moveTo>
                  <a:pt x="10587" y="987"/>
                </a:moveTo>
                <a:cubicBezTo>
                  <a:pt x="14302" y="987"/>
                  <a:pt x="17313" y="3905"/>
                  <a:pt x="17313" y="7509"/>
                </a:cubicBezTo>
                <a:cubicBezTo>
                  <a:pt x="17313" y="9861"/>
                  <a:pt x="15073" y="13301"/>
                  <a:pt x="10587" y="17763"/>
                </a:cubicBezTo>
                <a:cubicBezTo>
                  <a:pt x="6091" y="13301"/>
                  <a:pt x="3861" y="9861"/>
                  <a:pt x="3861" y="7509"/>
                </a:cubicBezTo>
                <a:cubicBezTo>
                  <a:pt x="3861" y="3905"/>
                  <a:pt x="6861" y="987"/>
                  <a:pt x="10587" y="987"/>
                </a:cubicBezTo>
                <a:close/>
                <a:moveTo>
                  <a:pt x="10629" y="4320"/>
                </a:moveTo>
                <a:cubicBezTo>
                  <a:pt x="8748" y="4320"/>
                  <a:pt x="7213" y="5807"/>
                  <a:pt x="7213" y="7642"/>
                </a:cubicBezTo>
                <a:cubicBezTo>
                  <a:pt x="7213" y="9468"/>
                  <a:pt x="8748" y="10944"/>
                  <a:pt x="10629" y="10944"/>
                </a:cubicBezTo>
                <a:cubicBezTo>
                  <a:pt x="12500" y="10944"/>
                  <a:pt x="14034" y="9468"/>
                  <a:pt x="14034" y="7642"/>
                </a:cubicBezTo>
                <a:cubicBezTo>
                  <a:pt x="14034" y="5807"/>
                  <a:pt x="12500" y="4320"/>
                  <a:pt x="10629" y="4320"/>
                </a:cubicBezTo>
                <a:close/>
                <a:moveTo>
                  <a:pt x="10629" y="5307"/>
                </a:moveTo>
                <a:cubicBezTo>
                  <a:pt x="11944" y="5307"/>
                  <a:pt x="13037" y="6347"/>
                  <a:pt x="13037" y="7642"/>
                </a:cubicBezTo>
                <a:cubicBezTo>
                  <a:pt x="13037" y="8928"/>
                  <a:pt x="11944" y="9977"/>
                  <a:pt x="10629" y="9977"/>
                </a:cubicBezTo>
                <a:cubicBezTo>
                  <a:pt x="9305" y="9977"/>
                  <a:pt x="8221" y="8928"/>
                  <a:pt x="8221" y="7642"/>
                </a:cubicBezTo>
                <a:cubicBezTo>
                  <a:pt x="8221" y="6347"/>
                  <a:pt x="9305" y="5307"/>
                  <a:pt x="10629" y="5307"/>
                </a:cubicBezTo>
                <a:close/>
                <a:moveTo>
                  <a:pt x="3245" y="15974"/>
                </a:moveTo>
                <a:cubicBezTo>
                  <a:pt x="3120" y="16004"/>
                  <a:pt x="3010" y="16073"/>
                  <a:pt x="2938" y="16190"/>
                </a:cubicBezTo>
                <a:lnTo>
                  <a:pt x="73" y="20849"/>
                </a:lnTo>
                <a:cubicBezTo>
                  <a:pt x="-129" y="21177"/>
                  <a:pt x="113" y="21600"/>
                  <a:pt x="508" y="21600"/>
                </a:cubicBezTo>
                <a:lnTo>
                  <a:pt x="20835" y="21600"/>
                </a:lnTo>
                <a:cubicBezTo>
                  <a:pt x="21230" y="21600"/>
                  <a:pt x="21471" y="21177"/>
                  <a:pt x="21259" y="20849"/>
                </a:cubicBezTo>
                <a:lnTo>
                  <a:pt x="18278" y="16190"/>
                </a:lnTo>
                <a:cubicBezTo>
                  <a:pt x="18124" y="15965"/>
                  <a:pt x="17820" y="15885"/>
                  <a:pt x="17588" y="16025"/>
                </a:cubicBezTo>
                <a:cubicBezTo>
                  <a:pt x="17348" y="16175"/>
                  <a:pt x="17265" y="16480"/>
                  <a:pt x="17419" y="16714"/>
                </a:cubicBezTo>
                <a:lnTo>
                  <a:pt x="19912" y="20613"/>
                </a:lnTo>
                <a:lnTo>
                  <a:pt x="1399" y="20613"/>
                </a:lnTo>
                <a:lnTo>
                  <a:pt x="3808" y="16704"/>
                </a:lnTo>
                <a:cubicBezTo>
                  <a:pt x="3952" y="16470"/>
                  <a:pt x="3868" y="16166"/>
                  <a:pt x="3627" y="16025"/>
                </a:cubicBezTo>
                <a:cubicBezTo>
                  <a:pt x="3507" y="15955"/>
                  <a:pt x="3370" y="15943"/>
                  <a:pt x="3245" y="15974"/>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48" name="形状">
            <a:extLst>
              <a:ext uri="{FF2B5EF4-FFF2-40B4-BE49-F238E27FC236}">
                <a16:creationId xmlns:a16="http://schemas.microsoft.com/office/drawing/2014/main" id="{A7FA1C6C-6F7D-9C49-B7C2-0162AC616BD1}"/>
              </a:ext>
            </a:extLst>
          </p:cNvPr>
          <p:cNvSpPr/>
          <p:nvPr/>
        </p:nvSpPr>
        <p:spPr>
          <a:xfrm>
            <a:off x="7266745" y="3339909"/>
            <a:ext cx="393587" cy="395507"/>
          </a:xfrm>
          <a:custGeom>
            <a:avLst/>
            <a:gdLst/>
            <a:ahLst/>
            <a:cxnLst>
              <a:cxn ang="0">
                <a:pos x="wd2" y="hd2"/>
              </a:cxn>
              <a:cxn ang="5400000">
                <a:pos x="wd2" y="hd2"/>
              </a:cxn>
              <a:cxn ang="10800000">
                <a:pos x="wd2" y="hd2"/>
              </a:cxn>
              <a:cxn ang="16200000">
                <a:pos x="wd2" y="hd2"/>
              </a:cxn>
            </a:cxnLst>
            <a:rect l="0" t="0" r="r" b="b"/>
            <a:pathLst>
              <a:path w="21600" h="21600" extrusionOk="0">
                <a:moveTo>
                  <a:pt x="5088" y="0"/>
                </a:moveTo>
                <a:cubicBezTo>
                  <a:pt x="4763" y="0"/>
                  <a:pt x="4474" y="71"/>
                  <a:pt x="4198" y="239"/>
                </a:cubicBezTo>
                <a:cubicBezTo>
                  <a:pt x="3913" y="396"/>
                  <a:pt x="3694" y="604"/>
                  <a:pt x="3537" y="889"/>
                </a:cubicBezTo>
                <a:cubicBezTo>
                  <a:pt x="3369" y="1175"/>
                  <a:pt x="3298" y="1453"/>
                  <a:pt x="3298" y="1778"/>
                </a:cubicBezTo>
                <a:lnTo>
                  <a:pt x="3298" y="4912"/>
                </a:lnTo>
                <a:lnTo>
                  <a:pt x="250" y="11125"/>
                </a:lnTo>
                <a:cubicBezTo>
                  <a:pt x="230" y="11174"/>
                  <a:pt x="217" y="11218"/>
                  <a:pt x="217" y="11277"/>
                </a:cubicBezTo>
                <a:cubicBezTo>
                  <a:pt x="217" y="11300"/>
                  <a:pt x="236" y="11320"/>
                  <a:pt x="239" y="11342"/>
                </a:cubicBezTo>
                <a:cubicBezTo>
                  <a:pt x="85" y="11624"/>
                  <a:pt x="0" y="11900"/>
                  <a:pt x="0" y="12220"/>
                </a:cubicBezTo>
                <a:lnTo>
                  <a:pt x="0" y="19811"/>
                </a:lnTo>
                <a:cubicBezTo>
                  <a:pt x="0" y="20135"/>
                  <a:pt x="81" y="20415"/>
                  <a:pt x="239" y="20700"/>
                </a:cubicBezTo>
                <a:cubicBezTo>
                  <a:pt x="406" y="20985"/>
                  <a:pt x="614" y="21193"/>
                  <a:pt x="890" y="21351"/>
                </a:cubicBezTo>
                <a:cubicBezTo>
                  <a:pt x="1175" y="21518"/>
                  <a:pt x="1455" y="21600"/>
                  <a:pt x="1779" y="21600"/>
                </a:cubicBezTo>
                <a:lnTo>
                  <a:pt x="19821" y="21600"/>
                </a:lnTo>
                <a:cubicBezTo>
                  <a:pt x="20145" y="21600"/>
                  <a:pt x="20436" y="21518"/>
                  <a:pt x="20721" y="21351"/>
                </a:cubicBezTo>
                <a:cubicBezTo>
                  <a:pt x="20997" y="21193"/>
                  <a:pt x="21215" y="20985"/>
                  <a:pt x="21372" y="20700"/>
                </a:cubicBezTo>
                <a:cubicBezTo>
                  <a:pt x="21539" y="20415"/>
                  <a:pt x="21600" y="20135"/>
                  <a:pt x="21600" y="19811"/>
                </a:cubicBezTo>
                <a:lnTo>
                  <a:pt x="21600" y="12220"/>
                </a:lnTo>
                <a:cubicBezTo>
                  <a:pt x="21600" y="11896"/>
                  <a:pt x="21539" y="11616"/>
                  <a:pt x="21372" y="11331"/>
                </a:cubicBezTo>
                <a:lnTo>
                  <a:pt x="19126" y="4825"/>
                </a:lnTo>
                <a:lnTo>
                  <a:pt x="19126" y="1778"/>
                </a:lnTo>
                <a:cubicBezTo>
                  <a:pt x="19126" y="1453"/>
                  <a:pt x="19066" y="1175"/>
                  <a:pt x="18899" y="889"/>
                </a:cubicBezTo>
                <a:cubicBezTo>
                  <a:pt x="18731" y="604"/>
                  <a:pt x="18533" y="396"/>
                  <a:pt x="18248" y="239"/>
                </a:cubicBezTo>
                <a:cubicBezTo>
                  <a:pt x="17962" y="71"/>
                  <a:pt x="17683" y="0"/>
                  <a:pt x="17358" y="0"/>
                </a:cubicBezTo>
                <a:lnTo>
                  <a:pt x="5088" y="0"/>
                </a:lnTo>
                <a:close/>
                <a:moveTo>
                  <a:pt x="5088" y="694"/>
                </a:moveTo>
                <a:lnTo>
                  <a:pt x="17358" y="694"/>
                </a:lnTo>
                <a:cubicBezTo>
                  <a:pt x="17555" y="694"/>
                  <a:pt x="17723" y="727"/>
                  <a:pt x="17901" y="835"/>
                </a:cubicBezTo>
                <a:cubicBezTo>
                  <a:pt x="18078" y="933"/>
                  <a:pt x="18204" y="1059"/>
                  <a:pt x="18302" y="1236"/>
                </a:cubicBezTo>
                <a:cubicBezTo>
                  <a:pt x="18410" y="1413"/>
                  <a:pt x="18443" y="1581"/>
                  <a:pt x="18443" y="1778"/>
                </a:cubicBezTo>
                <a:lnTo>
                  <a:pt x="18443" y="4782"/>
                </a:lnTo>
                <a:cubicBezTo>
                  <a:pt x="18441" y="4800"/>
                  <a:pt x="18432" y="4818"/>
                  <a:pt x="18432" y="4836"/>
                </a:cubicBezTo>
                <a:cubicBezTo>
                  <a:pt x="18432" y="4856"/>
                  <a:pt x="18441" y="4872"/>
                  <a:pt x="18443" y="4890"/>
                </a:cubicBezTo>
                <a:lnTo>
                  <a:pt x="18443" y="10453"/>
                </a:lnTo>
                <a:lnTo>
                  <a:pt x="3992" y="10453"/>
                </a:lnTo>
                <a:lnTo>
                  <a:pt x="3992" y="1778"/>
                </a:lnTo>
                <a:cubicBezTo>
                  <a:pt x="3992" y="1581"/>
                  <a:pt x="4046" y="1413"/>
                  <a:pt x="4144" y="1236"/>
                </a:cubicBezTo>
                <a:cubicBezTo>
                  <a:pt x="4243" y="1059"/>
                  <a:pt x="4368" y="933"/>
                  <a:pt x="4546" y="835"/>
                </a:cubicBezTo>
                <a:cubicBezTo>
                  <a:pt x="4713" y="727"/>
                  <a:pt x="4891" y="694"/>
                  <a:pt x="5088" y="694"/>
                </a:cubicBezTo>
                <a:close/>
                <a:moveTo>
                  <a:pt x="7442" y="2559"/>
                </a:moveTo>
                <a:cubicBezTo>
                  <a:pt x="7373" y="2559"/>
                  <a:pt x="7318" y="2574"/>
                  <a:pt x="7269" y="2613"/>
                </a:cubicBezTo>
                <a:cubicBezTo>
                  <a:pt x="7210" y="2643"/>
                  <a:pt x="7179" y="2684"/>
                  <a:pt x="7149" y="2743"/>
                </a:cubicBezTo>
                <a:cubicBezTo>
                  <a:pt x="7110" y="2792"/>
                  <a:pt x="7106" y="2847"/>
                  <a:pt x="7106" y="2906"/>
                </a:cubicBezTo>
                <a:cubicBezTo>
                  <a:pt x="7106" y="2965"/>
                  <a:pt x="7110" y="3021"/>
                  <a:pt x="7149" y="3080"/>
                </a:cubicBezTo>
                <a:cubicBezTo>
                  <a:pt x="7179" y="3129"/>
                  <a:pt x="7210" y="3159"/>
                  <a:pt x="7269" y="3199"/>
                </a:cubicBezTo>
                <a:cubicBezTo>
                  <a:pt x="7318" y="3228"/>
                  <a:pt x="7373" y="3253"/>
                  <a:pt x="7442" y="3253"/>
                </a:cubicBezTo>
                <a:lnTo>
                  <a:pt x="14863" y="3253"/>
                </a:lnTo>
                <a:cubicBezTo>
                  <a:pt x="14922" y="3253"/>
                  <a:pt x="14976" y="3228"/>
                  <a:pt x="15026" y="3199"/>
                </a:cubicBezTo>
                <a:cubicBezTo>
                  <a:pt x="15085" y="3159"/>
                  <a:pt x="15126" y="3129"/>
                  <a:pt x="15156" y="3080"/>
                </a:cubicBezTo>
                <a:cubicBezTo>
                  <a:pt x="15185" y="3021"/>
                  <a:pt x="15199" y="2965"/>
                  <a:pt x="15199" y="2906"/>
                </a:cubicBezTo>
                <a:cubicBezTo>
                  <a:pt x="15199" y="2847"/>
                  <a:pt x="15185" y="2793"/>
                  <a:pt x="15156" y="2743"/>
                </a:cubicBezTo>
                <a:cubicBezTo>
                  <a:pt x="15126" y="2684"/>
                  <a:pt x="15085" y="2643"/>
                  <a:pt x="15026" y="2613"/>
                </a:cubicBezTo>
                <a:cubicBezTo>
                  <a:pt x="14976" y="2574"/>
                  <a:pt x="14922" y="2559"/>
                  <a:pt x="14863" y="2559"/>
                </a:cubicBezTo>
                <a:lnTo>
                  <a:pt x="7442" y="2559"/>
                </a:lnTo>
                <a:close/>
                <a:moveTo>
                  <a:pt x="7442" y="5487"/>
                </a:moveTo>
                <a:cubicBezTo>
                  <a:pt x="7373" y="5487"/>
                  <a:pt x="7318" y="5501"/>
                  <a:pt x="7269" y="5530"/>
                </a:cubicBezTo>
                <a:cubicBezTo>
                  <a:pt x="7210" y="5560"/>
                  <a:pt x="7179" y="5601"/>
                  <a:pt x="7149" y="5660"/>
                </a:cubicBezTo>
                <a:cubicBezTo>
                  <a:pt x="7110" y="5709"/>
                  <a:pt x="7106" y="5754"/>
                  <a:pt x="7106" y="5823"/>
                </a:cubicBezTo>
                <a:cubicBezTo>
                  <a:pt x="7106" y="5882"/>
                  <a:pt x="7110" y="5948"/>
                  <a:pt x="7149" y="6007"/>
                </a:cubicBezTo>
                <a:cubicBezTo>
                  <a:pt x="7179" y="6056"/>
                  <a:pt x="7210" y="6087"/>
                  <a:pt x="7269" y="6127"/>
                </a:cubicBezTo>
                <a:cubicBezTo>
                  <a:pt x="7318" y="6156"/>
                  <a:pt x="7373" y="6170"/>
                  <a:pt x="7442" y="6170"/>
                </a:cubicBezTo>
                <a:lnTo>
                  <a:pt x="14863" y="6170"/>
                </a:lnTo>
                <a:cubicBezTo>
                  <a:pt x="14922" y="6170"/>
                  <a:pt x="14976" y="6156"/>
                  <a:pt x="15026" y="6127"/>
                </a:cubicBezTo>
                <a:cubicBezTo>
                  <a:pt x="15085" y="6087"/>
                  <a:pt x="15126" y="6056"/>
                  <a:pt x="15156" y="6007"/>
                </a:cubicBezTo>
                <a:cubicBezTo>
                  <a:pt x="15185" y="5948"/>
                  <a:pt x="15199" y="5882"/>
                  <a:pt x="15199" y="5823"/>
                </a:cubicBezTo>
                <a:cubicBezTo>
                  <a:pt x="15199" y="5754"/>
                  <a:pt x="15185" y="5709"/>
                  <a:pt x="15156" y="5660"/>
                </a:cubicBezTo>
                <a:cubicBezTo>
                  <a:pt x="15126" y="5601"/>
                  <a:pt x="15085" y="5560"/>
                  <a:pt x="15026" y="5530"/>
                </a:cubicBezTo>
                <a:cubicBezTo>
                  <a:pt x="14976" y="5501"/>
                  <a:pt x="14922" y="5487"/>
                  <a:pt x="14863" y="5487"/>
                </a:cubicBezTo>
                <a:lnTo>
                  <a:pt x="7442" y="5487"/>
                </a:lnTo>
                <a:close/>
                <a:moveTo>
                  <a:pt x="3298" y="6473"/>
                </a:moveTo>
                <a:lnTo>
                  <a:pt x="3298" y="10453"/>
                </a:lnTo>
                <a:lnTo>
                  <a:pt x="1779" y="10453"/>
                </a:lnTo>
                <a:cubicBezTo>
                  <a:pt x="1597" y="10453"/>
                  <a:pt x="1445" y="10536"/>
                  <a:pt x="1280" y="10583"/>
                </a:cubicBezTo>
                <a:lnTo>
                  <a:pt x="3298" y="6473"/>
                </a:lnTo>
                <a:close/>
                <a:moveTo>
                  <a:pt x="19126" y="6907"/>
                </a:moveTo>
                <a:lnTo>
                  <a:pt x="20396" y="10594"/>
                </a:lnTo>
                <a:cubicBezTo>
                  <a:pt x="20211" y="10533"/>
                  <a:pt x="20028" y="10453"/>
                  <a:pt x="19821" y="10453"/>
                </a:cubicBezTo>
                <a:lnTo>
                  <a:pt x="19126" y="10453"/>
                </a:lnTo>
                <a:lnTo>
                  <a:pt x="19126" y="6907"/>
                </a:lnTo>
                <a:close/>
                <a:moveTo>
                  <a:pt x="7442" y="8414"/>
                </a:moveTo>
                <a:cubicBezTo>
                  <a:pt x="7373" y="8414"/>
                  <a:pt x="7318" y="8408"/>
                  <a:pt x="7269" y="8447"/>
                </a:cubicBezTo>
                <a:cubicBezTo>
                  <a:pt x="7210" y="8477"/>
                  <a:pt x="7179" y="8518"/>
                  <a:pt x="7149" y="8577"/>
                </a:cubicBezTo>
                <a:cubicBezTo>
                  <a:pt x="7110" y="8626"/>
                  <a:pt x="7106" y="8682"/>
                  <a:pt x="7106" y="8751"/>
                </a:cubicBezTo>
                <a:cubicBezTo>
                  <a:pt x="7106" y="8810"/>
                  <a:pt x="7110" y="8865"/>
                  <a:pt x="7149" y="8924"/>
                </a:cubicBezTo>
                <a:cubicBezTo>
                  <a:pt x="7179" y="8973"/>
                  <a:pt x="7210" y="9025"/>
                  <a:pt x="7269" y="9054"/>
                </a:cubicBezTo>
                <a:cubicBezTo>
                  <a:pt x="7318" y="9084"/>
                  <a:pt x="7373" y="9098"/>
                  <a:pt x="7442" y="9098"/>
                </a:cubicBezTo>
                <a:lnTo>
                  <a:pt x="14863" y="9098"/>
                </a:lnTo>
                <a:cubicBezTo>
                  <a:pt x="14922" y="9098"/>
                  <a:pt x="14976" y="9084"/>
                  <a:pt x="15026" y="9054"/>
                </a:cubicBezTo>
                <a:cubicBezTo>
                  <a:pt x="15085" y="9025"/>
                  <a:pt x="15126" y="8973"/>
                  <a:pt x="15156" y="8924"/>
                </a:cubicBezTo>
                <a:cubicBezTo>
                  <a:pt x="15185" y="8865"/>
                  <a:pt x="15199" y="8810"/>
                  <a:pt x="15199" y="8751"/>
                </a:cubicBezTo>
                <a:cubicBezTo>
                  <a:pt x="15199" y="8682"/>
                  <a:pt x="15185" y="8626"/>
                  <a:pt x="15156" y="8577"/>
                </a:cubicBezTo>
                <a:cubicBezTo>
                  <a:pt x="15126" y="8518"/>
                  <a:pt x="15085" y="8476"/>
                  <a:pt x="15026" y="8447"/>
                </a:cubicBezTo>
                <a:cubicBezTo>
                  <a:pt x="14976" y="8408"/>
                  <a:pt x="14922" y="8414"/>
                  <a:pt x="14863" y="8414"/>
                </a:cubicBezTo>
                <a:lnTo>
                  <a:pt x="7442" y="8414"/>
                </a:lnTo>
                <a:close/>
                <a:moveTo>
                  <a:pt x="1779" y="11136"/>
                </a:moveTo>
                <a:lnTo>
                  <a:pt x="19821" y="11136"/>
                </a:lnTo>
                <a:cubicBezTo>
                  <a:pt x="20027" y="11136"/>
                  <a:pt x="20207" y="11179"/>
                  <a:pt x="20374" y="11277"/>
                </a:cubicBezTo>
                <a:cubicBezTo>
                  <a:pt x="20551" y="11385"/>
                  <a:pt x="20666" y="11501"/>
                  <a:pt x="20765" y="11678"/>
                </a:cubicBezTo>
                <a:cubicBezTo>
                  <a:pt x="20863" y="11855"/>
                  <a:pt x="20917" y="12024"/>
                  <a:pt x="20917" y="12220"/>
                </a:cubicBezTo>
                <a:lnTo>
                  <a:pt x="20917" y="19811"/>
                </a:lnTo>
                <a:cubicBezTo>
                  <a:pt x="20917" y="20007"/>
                  <a:pt x="20863" y="20186"/>
                  <a:pt x="20765" y="20353"/>
                </a:cubicBezTo>
                <a:cubicBezTo>
                  <a:pt x="20666" y="20530"/>
                  <a:pt x="20551" y="20656"/>
                  <a:pt x="20374" y="20754"/>
                </a:cubicBezTo>
                <a:cubicBezTo>
                  <a:pt x="20207" y="20853"/>
                  <a:pt x="20027" y="20906"/>
                  <a:pt x="19821" y="20906"/>
                </a:cubicBezTo>
                <a:lnTo>
                  <a:pt x="1779" y="20906"/>
                </a:lnTo>
                <a:cubicBezTo>
                  <a:pt x="1573" y="20906"/>
                  <a:pt x="1404" y="20853"/>
                  <a:pt x="1237" y="20754"/>
                </a:cubicBezTo>
                <a:cubicBezTo>
                  <a:pt x="1060" y="20656"/>
                  <a:pt x="934" y="20530"/>
                  <a:pt x="835" y="20353"/>
                </a:cubicBezTo>
                <a:cubicBezTo>
                  <a:pt x="737" y="20186"/>
                  <a:pt x="694" y="20007"/>
                  <a:pt x="694" y="19811"/>
                </a:cubicBezTo>
                <a:lnTo>
                  <a:pt x="694" y="12220"/>
                </a:lnTo>
                <a:cubicBezTo>
                  <a:pt x="694" y="12024"/>
                  <a:pt x="737" y="11855"/>
                  <a:pt x="835" y="11678"/>
                </a:cubicBezTo>
                <a:cubicBezTo>
                  <a:pt x="934" y="11501"/>
                  <a:pt x="1060" y="11385"/>
                  <a:pt x="1237" y="11277"/>
                </a:cubicBezTo>
                <a:cubicBezTo>
                  <a:pt x="1404" y="11179"/>
                  <a:pt x="1573" y="11136"/>
                  <a:pt x="1779" y="11136"/>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49" name="形状">
            <a:extLst>
              <a:ext uri="{FF2B5EF4-FFF2-40B4-BE49-F238E27FC236}">
                <a16:creationId xmlns:a16="http://schemas.microsoft.com/office/drawing/2014/main" id="{3591091C-D4CD-8A4C-9245-B62A4C67F626}"/>
              </a:ext>
            </a:extLst>
          </p:cNvPr>
          <p:cNvSpPr/>
          <p:nvPr/>
        </p:nvSpPr>
        <p:spPr>
          <a:xfrm>
            <a:off x="4772755" y="4205797"/>
            <a:ext cx="439664" cy="382067"/>
          </a:xfrm>
          <a:custGeom>
            <a:avLst/>
            <a:gdLst/>
            <a:ahLst/>
            <a:cxnLst>
              <a:cxn ang="0">
                <a:pos x="wd2" y="hd2"/>
              </a:cxn>
              <a:cxn ang="5400000">
                <a:pos x="wd2" y="hd2"/>
              </a:cxn>
              <a:cxn ang="10800000">
                <a:pos x="wd2" y="hd2"/>
              </a:cxn>
              <a:cxn ang="16200000">
                <a:pos x="wd2" y="hd2"/>
              </a:cxn>
            </a:cxnLst>
            <a:rect l="0" t="0" r="r" b="b"/>
            <a:pathLst>
              <a:path w="21600" h="21600" extrusionOk="0">
                <a:moveTo>
                  <a:pt x="5637" y="0"/>
                </a:moveTo>
                <a:cubicBezTo>
                  <a:pt x="5548" y="0"/>
                  <a:pt x="5483" y="28"/>
                  <a:pt x="5412" y="78"/>
                </a:cubicBezTo>
                <a:cubicBezTo>
                  <a:pt x="5332" y="129"/>
                  <a:pt x="5282" y="188"/>
                  <a:pt x="5246" y="269"/>
                </a:cubicBezTo>
                <a:lnTo>
                  <a:pt x="78" y="10542"/>
                </a:lnTo>
                <a:cubicBezTo>
                  <a:pt x="34" y="10624"/>
                  <a:pt x="0" y="10698"/>
                  <a:pt x="0" y="10800"/>
                </a:cubicBezTo>
                <a:cubicBezTo>
                  <a:pt x="0" y="10892"/>
                  <a:pt x="34" y="10976"/>
                  <a:pt x="78" y="11058"/>
                </a:cubicBezTo>
                <a:lnTo>
                  <a:pt x="5246" y="21331"/>
                </a:lnTo>
                <a:cubicBezTo>
                  <a:pt x="5282" y="21412"/>
                  <a:pt x="5332" y="21471"/>
                  <a:pt x="5412" y="21522"/>
                </a:cubicBezTo>
                <a:cubicBezTo>
                  <a:pt x="5483" y="21572"/>
                  <a:pt x="5548" y="21600"/>
                  <a:pt x="5637" y="21600"/>
                </a:cubicBezTo>
                <a:lnTo>
                  <a:pt x="15963" y="21600"/>
                </a:lnTo>
                <a:cubicBezTo>
                  <a:pt x="16052" y="21600"/>
                  <a:pt x="16127" y="21572"/>
                  <a:pt x="16198" y="21522"/>
                </a:cubicBezTo>
                <a:cubicBezTo>
                  <a:pt x="16277" y="21471"/>
                  <a:pt x="16328" y="21412"/>
                  <a:pt x="16364" y="21331"/>
                </a:cubicBezTo>
                <a:lnTo>
                  <a:pt x="21532" y="11058"/>
                </a:lnTo>
                <a:cubicBezTo>
                  <a:pt x="21576" y="10976"/>
                  <a:pt x="21600" y="10892"/>
                  <a:pt x="21600" y="10800"/>
                </a:cubicBezTo>
                <a:cubicBezTo>
                  <a:pt x="21600" y="10698"/>
                  <a:pt x="21576" y="10624"/>
                  <a:pt x="21532" y="10542"/>
                </a:cubicBezTo>
                <a:lnTo>
                  <a:pt x="16364" y="269"/>
                </a:lnTo>
                <a:cubicBezTo>
                  <a:pt x="16328" y="188"/>
                  <a:pt x="16277" y="129"/>
                  <a:pt x="16198" y="78"/>
                </a:cubicBezTo>
                <a:cubicBezTo>
                  <a:pt x="16127" y="28"/>
                  <a:pt x="16052" y="0"/>
                  <a:pt x="15963" y="0"/>
                </a:cubicBezTo>
                <a:lnTo>
                  <a:pt x="5637" y="0"/>
                </a:lnTo>
                <a:close/>
                <a:moveTo>
                  <a:pt x="5910" y="1076"/>
                </a:moveTo>
                <a:lnTo>
                  <a:pt x="15699" y="1076"/>
                </a:lnTo>
                <a:lnTo>
                  <a:pt x="20594" y="10800"/>
                </a:lnTo>
                <a:lnTo>
                  <a:pt x="15699" y="20524"/>
                </a:lnTo>
                <a:lnTo>
                  <a:pt x="5910" y="20524"/>
                </a:lnTo>
                <a:lnTo>
                  <a:pt x="1016" y="10800"/>
                </a:lnTo>
                <a:lnTo>
                  <a:pt x="5910" y="1076"/>
                </a:lnTo>
                <a:close/>
                <a:moveTo>
                  <a:pt x="10805" y="6632"/>
                </a:moveTo>
                <a:cubicBezTo>
                  <a:pt x="8808" y="6632"/>
                  <a:pt x="7190" y="8487"/>
                  <a:pt x="7190" y="10778"/>
                </a:cubicBezTo>
                <a:cubicBezTo>
                  <a:pt x="7190" y="13058"/>
                  <a:pt x="8808" y="14923"/>
                  <a:pt x="10805" y="14923"/>
                </a:cubicBezTo>
                <a:cubicBezTo>
                  <a:pt x="12793" y="14923"/>
                  <a:pt x="14410" y="13058"/>
                  <a:pt x="14410" y="10778"/>
                </a:cubicBezTo>
                <a:cubicBezTo>
                  <a:pt x="14410" y="8487"/>
                  <a:pt x="12793" y="6632"/>
                  <a:pt x="10805" y="6632"/>
                </a:cubicBezTo>
                <a:close/>
                <a:moveTo>
                  <a:pt x="10805" y="7697"/>
                </a:moveTo>
                <a:cubicBezTo>
                  <a:pt x="12281" y="7697"/>
                  <a:pt x="13482" y="9075"/>
                  <a:pt x="13482" y="10778"/>
                </a:cubicBezTo>
                <a:cubicBezTo>
                  <a:pt x="13482" y="12470"/>
                  <a:pt x="12281" y="13859"/>
                  <a:pt x="10805" y="13859"/>
                </a:cubicBezTo>
                <a:cubicBezTo>
                  <a:pt x="9320" y="13859"/>
                  <a:pt x="8118" y="12470"/>
                  <a:pt x="8118" y="10778"/>
                </a:cubicBezTo>
                <a:cubicBezTo>
                  <a:pt x="8118" y="9075"/>
                  <a:pt x="9320" y="7697"/>
                  <a:pt x="10805" y="7697"/>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50" name="形状">
            <a:extLst>
              <a:ext uri="{FF2B5EF4-FFF2-40B4-BE49-F238E27FC236}">
                <a16:creationId xmlns:a16="http://schemas.microsoft.com/office/drawing/2014/main" id="{27D9B0A5-6BA3-8349-95F2-AD4D2391403C}"/>
              </a:ext>
            </a:extLst>
          </p:cNvPr>
          <p:cNvSpPr/>
          <p:nvPr/>
        </p:nvSpPr>
        <p:spPr>
          <a:xfrm>
            <a:off x="8697097" y="5100489"/>
            <a:ext cx="370547" cy="405105"/>
          </a:xfrm>
          <a:custGeom>
            <a:avLst/>
            <a:gdLst/>
            <a:ahLst/>
            <a:cxnLst>
              <a:cxn ang="0">
                <a:pos x="wd2" y="hd2"/>
              </a:cxn>
              <a:cxn ang="5400000">
                <a:pos x="wd2" y="hd2"/>
              </a:cxn>
              <a:cxn ang="10800000">
                <a:pos x="wd2" y="hd2"/>
              </a:cxn>
              <a:cxn ang="16200000">
                <a:pos x="wd2" y="hd2"/>
              </a:cxn>
            </a:cxnLst>
            <a:rect l="0" t="0" r="r" b="b"/>
            <a:pathLst>
              <a:path w="21600" h="21600" extrusionOk="0">
                <a:moveTo>
                  <a:pt x="10794" y="0"/>
                </a:moveTo>
                <a:cubicBezTo>
                  <a:pt x="10699" y="0"/>
                  <a:pt x="10611" y="26"/>
                  <a:pt x="10527" y="74"/>
                </a:cubicBezTo>
                <a:cubicBezTo>
                  <a:pt x="10485" y="93"/>
                  <a:pt x="10478" y="97"/>
                  <a:pt x="10457" y="116"/>
                </a:cubicBezTo>
                <a:lnTo>
                  <a:pt x="198" y="7995"/>
                </a:lnTo>
                <a:cubicBezTo>
                  <a:pt x="145" y="8042"/>
                  <a:pt x="113" y="8084"/>
                  <a:pt x="81" y="8132"/>
                </a:cubicBezTo>
                <a:cubicBezTo>
                  <a:pt x="29" y="8218"/>
                  <a:pt x="0" y="8299"/>
                  <a:pt x="0" y="8385"/>
                </a:cubicBezTo>
                <a:lnTo>
                  <a:pt x="0" y="21094"/>
                </a:lnTo>
                <a:cubicBezTo>
                  <a:pt x="0" y="21371"/>
                  <a:pt x="252" y="21600"/>
                  <a:pt x="558" y="21600"/>
                </a:cubicBezTo>
                <a:lnTo>
                  <a:pt x="7529" y="21600"/>
                </a:lnTo>
                <a:lnTo>
                  <a:pt x="13896" y="21600"/>
                </a:lnTo>
                <a:lnTo>
                  <a:pt x="21054" y="21600"/>
                </a:lnTo>
                <a:cubicBezTo>
                  <a:pt x="21360" y="21600"/>
                  <a:pt x="21600" y="21371"/>
                  <a:pt x="21600" y="21094"/>
                </a:cubicBezTo>
                <a:lnTo>
                  <a:pt x="21600" y="8385"/>
                </a:lnTo>
                <a:cubicBezTo>
                  <a:pt x="21600" y="8299"/>
                  <a:pt x="21583" y="8218"/>
                  <a:pt x="21530" y="8132"/>
                </a:cubicBezTo>
                <a:cubicBezTo>
                  <a:pt x="21499" y="8084"/>
                  <a:pt x="21456" y="8042"/>
                  <a:pt x="21414" y="7995"/>
                </a:cubicBezTo>
                <a:lnTo>
                  <a:pt x="11154" y="116"/>
                </a:lnTo>
                <a:cubicBezTo>
                  <a:pt x="11133" y="97"/>
                  <a:pt x="11127" y="93"/>
                  <a:pt x="11085" y="74"/>
                </a:cubicBezTo>
                <a:cubicBezTo>
                  <a:pt x="11000" y="26"/>
                  <a:pt x="10900" y="0"/>
                  <a:pt x="10794" y="0"/>
                </a:cubicBezTo>
                <a:close/>
                <a:moveTo>
                  <a:pt x="10794" y="1160"/>
                </a:moveTo>
                <a:lnTo>
                  <a:pt x="20496" y="8617"/>
                </a:lnTo>
                <a:lnTo>
                  <a:pt x="20496" y="20588"/>
                </a:lnTo>
                <a:lnTo>
                  <a:pt x="14443" y="20588"/>
                </a:lnTo>
                <a:lnTo>
                  <a:pt x="14443" y="16274"/>
                </a:lnTo>
                <a:cubicBezTo>
                  <a:pt x="14443" y="14392"/>
                  <a:pt x="12768" y="12867"/>
                  <a:pt x="10713" y="12867"/>
                </a:cubicBezTo>
                <a:cubicBezTo>
                  <a:pt x="8647" y="12867"/>
                  <a:pt x="6971" y="14392"/>
                  <a:pt x="6971" y="16274"/>
                </a:cubicBezTo>
                <a:lnTo>
                  <a:pt x="6971" y="20588"/>
                </a:lnTo>
                <a:lnTo>
                  <a:pt x="1115" y="20588"/>
                </a:lnTo>
                <a:lnTo>
                  <a:pt x="1115" y="8617"/>
                </a:lnTo>
                <a:lnTo>
                  <a:pt x="10794" y="1160"/>
                </a:lnTo>
                <a:close/>
                <a:moveTo>
                  <a:pt x="10713" y="13880"/>
                </a:moveTo>
                <a:cubicBezTo>
                  <a:pt x="12157" y="13880"/>
                  <a:pt x="13339" y="14946"/>
                  <a:pt x="13339" y="16274"/>
                </a:cubicBezTo>
                <a:lnTo>
                  <a:pt x="13339" y="20588"/>
                </a:lnTo>
                <a:lnTo>
                  <a:pt x="8075" y="20588"/>
                </a:lnTo>
                <a:lnTo>
                  <a:pt x="8075" y="16274"/>
                </a:lnTo>
                <a:cubicBezTo>
                  <a:pt x="8075" y="14946"/>
                  <a:pt x="9258" y="13880"/>
                  <a:pt x="10713" y="13880"/>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96" name="任意形状 95">
            <a:extLst>
              <a:ext uri="{FF2B5EF4-FFF2-40B4-BE49-F238E27FC236}">
                <a16:creationId xmlns:a16="http://schemas.microsoft.com/office/drawing/2014/main" id="{C160E1CF-DDA0-0D4A-9602-43B7BE72A32C}"/>
              </a:ext>
            </a:extLst>
          </p:cNvPr>
          <p:cNvSpPr/>
          <p:nvPr/>
        </p:nvSpPr>
        <p:spPr>
          <a:xfrm>
            <a:off x="810012" y="5106245"/>
            <a:ext cx="305269" cy="395507"/>
          </a:xfrm>
          <a:custGeom>
            <a:avLst/>
            <a:gdLst>
              <a:gd name="connsiteX0" fmla="*/ 214509 w 251196"/>
              <a:gd name="connsiteY0" fmla="*/ 226690 h 326833"/>
              <a:gd name="connsiteX1" fmla="*/ 219773 w 251196"/>
              <a:gd name="connsiteY1" fmla="*/ 246037 h 326833"/>
              <a:gd name="connsiteX2" fmla="*/ 214503 w 251196"/>
              <a:gd name="connsiteY2" fmla="*/ 265533 h 326833"/>
              <a:gd name="connsiteX3" fmla="*/ 214610 w 251196"/>
              <a:gd name="connsiteY3" fmla="*/ 265426 h 326833"/>
              <a:gd name="connsiteX4" fmla="*/ 219834 w 251196"/>
              <a:gd name="connsiteY4" fmla="*/ 246036 h 326833"/>
              <a:gd name="connsiteX5" fmla="*/ 214610 w 251196"/>
              <a:gd name="connsiteY5" fmla="*/ 226791 h 326833"/>
              <a:gd name="connsiteX6" fmla="*/ 53158 w 251196"/>
              <a:gd name="connsiteY6" fmla="*/ 202137 h 326833"/>
              <a:gd name="connsiteX7" fmla="*/ 120923 w 251196"/>
              <a:gd name="connsiteY7" fmla="*/ 202137 h 326833"/>
              <a:gd name="connsiteX8" fmla="*/ 123714 w 251196"/>
              <a:gd name="connsiteY8" fmla="*/ 202954 h 326833"/>
              <a:gd name="connsiteX9" fmla="*/ 125354 w 251196"/>
              <a:gd name="connsiteY9" fmla="*/ 204770 h 326833"/>
              <a:gd name="connsiteX10" fmla="*/ 126168 w 251196"/>
              <a:gd name="connsiteY10" fmla="*/ 207388 h 326833"/>
              <a:gd name="connsiteX11" fmla="*/ 125354 w 251196"/>
              <a:gd name="connsiteY11" fmla="*/ 209854 h 326833"/>
              <a:gd name="connsiteX12" fmla="*/ 123714 w 251196"/>
              <a:gd name="connsiteY12" fmla="*/ 211821 h 326833"/>
              <a:gd name="connsiteX13" fmla="*/ 120923 w 251196"/>
              <a:gd name="connsiteY13" fmla="*/ 212638 h 326833"/>
              <a:gd name="connsiteX14" fmla="*/ 53158 w 251196"/>
              <a:gd name="connsiteY14" fmla="*/ 212638 h 326833"/>
              <a:gd name="connsiteX15" fmla="*/ 50704 w 251196"/>
              <a:gd name="connsiteY15" fmla="*/ 211821 h 326833"/>
              <a:gd name="connsiteX16" fmla="*/ 48727 w 251196"/>
              <a:gd name="connsiteY16" fmla="*/ 209854 h 326833"/>
              <a:gd name="connsiteX17" fmla="*/ 47913 w 251196"/>
              <a:gd name="connsiteY17" fmla="*/ 207388 h 326833"/>
              <a:gd name="connsiteX18" fmla="*/ 48727 w 251196"/>
              <a:gd name="connsiteY18" fmla="*/ 204770 h 326833"/>
              <a:gd name="connsiteX19" fmla="*/ 50704 w 251196"/>
              <a:gd name="connsiteY19" fmla="*/ 202954 h 326833"/>
              <a:gd name="connsiteX20" fmla="*/ 53158 w 251196"/>
              <a:gd name="connsiteY20" fmla="*/ 202137 h 326833"/>
              <a:gd name="connsiteX21" fmla="*/ 181053 w 251196"/>
              <a:gd name="connsiteY21" fmla="*/ 196961 h 326833"/>
              <a:gd name="connsiteX22" fmla="*/ 205663 w 251196"/>
              <a:gd name="connsiteY22" fmla="*/ 203523 h 326833"/>
              <a:gd name="connsiteX23" fmla="*/ 223711 w 251196"/>
              <a:gd name="connsiteY23" fmla="*/ 221571 h 326833"/>
              <a:gd name="connsiteX24" fmla="*/ 230273 w 251196"/>
              <a:gd name="connsiteY24" fmla="*/ 246036 h 326833"/>
              <a:gd name="connsiteX25" fmla="*/ 223711 w 251196"/>
              <a:gd name="connsiteY25" fmla="*/ 270646 h 326833"/>
              <a:gd name="connsiteX26" fmla="*/ 213140 w 251196"/>
              <a:gd name="connsiteY26" fmla="*/ 281218 h 326833"/>
              <a:gd name="connsiteX27" fmla="*/ 241544 w 251196"/>
              <a:gd name="connsiteY27" fmla="*/ 313535 h 326833"/>
              <a:gd name="connsiteX28" fmla="*/ 242144 w 251196"/>
              <a:gd name="connsiteY28" fmla="*/ 314280 h 326833"/>
              <a:gd name="connsiteX29" fmla="*/ 242743 w 251196"/>
              <a:gd name="connsiteY29" fmla="*/ 316958 h 326833"/>
              <a:gd name="connsiteX30" fmla="*/ 242144 w 251196"/>
              <a:gd name="connsiteY30" fmla="*/ 319488 h 326833"/>
              <a:gd name="connsiteX31" fmla="*/ 240195 w 251196"/>
              <a:gd name="connsiteY31" fmla="*/ 321422 h 326833"/>
              <a:gd name="connsiteX32" fmla="*/ 237497 w 251196"/>
              <a:gd name="connsiteY32" fmla="*/ 322165 h 326833"/>
              <a:gd name="connsiteX33" fmla="*/ 234949 w 251196"/>
              <a:gd name="connsiteY33" fmla="*/ 321422 h 326833"/>
              <a:gd name="connsiteX34" fmla="*/ 233600 w 251196"/>
              <a:gd name="connsiteY34" fmla="*/ 320230 h 326833"/>
              <a:gd name="connsiteX35" fmla="*/ 205720 w 251196"/>
              <a:gd name="connsiteY35" fmla="*/ 288637 h 326833"/>
              <a:gd name="connsiteX36" fmla="*/ 205663 w 251196"/>
              <a:gd name="connsiteY36" fmla="*/ 288694 h 326833"/>
              <a:gd name="connsiteX37" fmla="*/ 181053 w 251196"/>
              <a:gd name="connsiteY37" fmla="*/ 295256 h 326833"/>
              <a:gd name="connsiteX38" fmla="*/ 156588 w 251196"/>
              <a:gd name="connsiteY38" fmla="*/ 288694 h 326833"/>
              <a:gd name="connsiteX39" fmla="*/ 138540 w 251196"/>
              <a:gd name="connsiteY39" fmla="*/ 270646 h 326833"/>
              <a:gd name="connsiteX40" fmla="*/ 137885 w 251196"/>
              <a:gd name="connsiteY40" fmla="*/ 268189 h 326833"/>
              <a:gd name="connsiteX41" fmla="*/ 137790 w 251196"/>
              <a:gd name="connsiteY41" fmla="*/ 268095 h 326833"/>
              <a:gd name="connsiteX42" fmla="*/ 131978 w 251196"/>
              <a:gd name="connsiteY42" fmla="*/ 246037 h 326833"/>
              <a:gd name="connsiteX43" fmla="*/ 131978 w 251196"/>
              <a:gd name="connsiteY43" fmla="*/ 246036 h 326833"/>
              <a:gd name="connsiteX44" fmla="*/ 131978 w 251196"/>
              <a:gd name="connsiteY44" fmla="*/ 246036 h 326833"/>
              <a:gd name="connsiteX45" fmla="*/ 132002 w 251196"/>
              <a:gd name="connsiteY45" fmla="*/ 245947 h 326833"/>
              <a:gd name="connsiteX46" fmla="*/ 137790 w 251196"/>
              <a:gd name="connsiteY46" fmla="*/ 224124 h 326833"/>
              <a:gd name="connsiteX47" fmla="*/ 137879 w 251196"/>
              <a:gd name="connsiteY47" fmla="*/ 224035 h 326833"/>
              <a:gd name="connsiteX48" fmla="*/ 138540 w 251196"/>
              <a:gd name="connsiteY48" fmla="*/ 221571 h 326833"/>
              <a:gd name="connsiteX49" fmla="*/ 156588 w 251196"/>
              <a:gd name="connsiteY49" fmla="*/ 203523 h 326833"/>
              <a:gd name="connsiteX50" fmla="*/ 181053 w 251196"/>
              <a:gd name="connsiteY50" fmla="*/ 196961 h 326833"/>
              <a:gd name="connsiteX51" fmla="*/ 53158 w 251196"/>
              <a:gd name="connsiteY51" fmla="*/ 136181 h 326833"/>
              <a:gd name="connsiteX52" fmla="*/ 200829 w 251196"/>
              <a:gd name="connsiteY52" fmla="*/ 136181 h 326833"/>
              <a:gd name="connsiteX53" fmla="*/ 203283 w 251196"/>
              <a:gd name="connsiteY53" fmla="*/ 136998 h 326833"/>
              <a:gd name="connsiteX54" fmla="*/ 205260 w 251196"/>
              <a:gd name="connsiteY54" fmla="*/ 138965 h 326833"/>
              <a:gd name="connsiteX55" fmla="*/ 205911 w 251196"/>
              <a:gd name="connsiteY55" fmla="*/ 141431 h 326833"/>
              <a:gd name="connsiteX56" fmla="*/ 205260 w 251196"/>
              <a:gd name="connsiteY56" fmla="*/ 144049 h 326833"/>
              <a:gd name="connsiteX57" fmla="*/ 203283 w 251196"/>
              <a:gd name="connsiteY57" fmla="*/ 146031 h 326833"/>
              <a:gd name="connsiteX58" fmla="*/ 200829 w 251196"/>
              <a:gd name="connsiteY58" fmla="*/ 146682 h 326833"/>
              <a:gd name="connsiteX59" fmla="*/ 53158 w 251196"/>
              <a:gd name="connsiteY59" fmla="*/ 146682 h 326833"/>
              <a:gd name="connsiteX60" fmla="*/ 50704 w 251196"/>
              <a:gd name="connsiteY60" fmla="*/ 146031 h 326833"/>
              <a:gd name="connsiteX61" fmla="*/ 48727 w 251196"/>
              <a:gd name="connsiteY61" fmla="*/ 144049 h 326833"/>
              <a:gd name="connsiteX62" fmla="*/ 47913 w 251196"/>
              <a:gd name="connsiteY62" fmla="*/ 141431 h 326833"/>
              <a:gd name="connsiteX63" fmla="*/ 48727 w 251196"/>
              <a:gd name="connsiteY63" fmla="*/ 138965 h 326833"/>
              <a:gd name="connsiteX64" fmla="*/ 50704 w 251196"/>
              <a:gd name="connsiteY64" fmla="*/ 136998 h 326833"/>
              <a:gd name="connsiteX65" fmla="*/ 53158 w 251196"/>
              <a:gd name="connsiteY65" fmla="*/ 136181 h 326833"/>
              <a:gd name="connsiteX66" fmla="*/ 53158 w 251196"/>
              <a:gd name="connsiteY66" fmla="*/ 70224 h 326833"/>
              <a:gd name="connsiteX67" fmla="*/ 200829 w 251196"/>
              <a:gd name="connsiteY67" fmla="*/ 70224 h 326833"/>
              <a:gd name="connsiteX68" fmla="*/ 203283 w 251196"/>
              <a:gd name="connsiteY68" fmla="*/ 71041 h 326833"/>
              <a:gd name="connsiteX69" fmla="*/ 205260 w 251196"/>
              <a:gd name="connsiteY69" fmla="*/ 72842 h 326833"/>
              <a:gd name="connsiteX70" fmla="*/ 205911 w 251196"/>
              <a:gd name="connsiteY70" fmla="*/ 75474 h 326833"/>
              <a:gd name="connsiteX71" fmla="*/ 205260 w 251196"/>
              <a:gd name="connsiteY71" fmla="*/ 78092 h 326833"/>
              <a:gd name="connsiteX72" fmla="*/ 203283 w 251196"/>
              <a:gd name="connsiteY72" fmla="*/ 79908 h 326833"/>
              <a:gd name="connsiteX73" fmla="*/ 200829 w 251196"/>
              <a:gd name="connsiteY73" fmla="*/ 80725 h 326833"/>
              <a:gd name="connsiteX74" fmla="*/ 53158 w 251196"/>
              <a:gd name="connsiteY74" fmla="*/ 80725 h 326833"/>
              <a:gd name="connsiteX75" fmla="*/ 50704 w 251196"/>
              <a:gd name="connsiteY75" fmla="*/ 79908 h 326833"/>
              <a:gd name="connsiteX76" fmla="*/ 48727 w 251196"/>
              <a:gd name="connsiteY76" fmla="*/ 78092 h 326833"/>
              <a:gd name="connsiteX77" fmla="*/ 47913 w 251196"/>
              <a:gd name="connsiteY77" fmla="*/ 75474 h 326833"/>
              <a:gd name="connsiteX78" fmla="*/ 48727 w 251196"/>
              <a:gd name="connsiteY78" fmla="*/ 72842 h 326833"/>
              <a:gd name="connsiteX79" fmla="*/ 50704 w 251196"/>
              <a:gd name="connsiteY79" fmla="*/ 71041 h 326833"/>
              <a:gd name="connsiteX80" fmla="*/ 53158 w 251196"/>
              <a:gd name="connsiteY80" fmla="*/ 70224 h 326833"/>
              <a:gd name="connsiteX81" fmla="*/ 26911 w 251196"/>
              <a:gd name="connsiteY81" fmla="*/ 0 h 326833"/>
              <a:gd name="connsiteX82" fmla="*/ 224448 w 251196"/>
              <a:gd name="connsiteY82" fmla="*/ 0 h 326833"/>
              <a:gd name="connsiteX83" fmla="*/ 237741 w 251196"/>
              <a:gd name="connsiteY83" fmla="*/ 3617 h 326833"/>
              <a:gd name="connsiteX84" fmla="*/ 247591 w 251196"/>
              <a:gd name="connsiteY84" fmla="*/ 13452 h 326833"/>
              <a:gd name="connsiteX85" fmla="*/ 251196 w 251196"/>
              <a:gd name="connsiteY85" fmla="*/ 26903 h 326833"/>
              <a:gd name="connsiteX86" fmla="*/ 251196 w 251196"/>
              <a:gd name="connsiteY86" fmla="*/ 249059 h 326833"/>
              <a:gd name="connsiteX87" fmla="*/ 250545 w 251196"/>
              <a:gd name="connsiteY87" fmla="*/ 251692 h 326833"/>
              <a:gd name="connsiteX88" fmla="*/ 248568 w 251196"/>
              <a:gd name="connsiteY88" fmla="*/ 253659 h 326833"/>
              <a:gd name="connsiteX89" fmla="*/ 246114 w 251196"/>
              <a:gd name="connsiteY89" fmla="*/ 254310 h 326833"/>
              <a:gd name="connsiteX90" fmla="*/ 243323 w 251196"/>
              <a:gd name="connsiteY90" fmla="*/ 253659 h 326833"/>
              <a:gd name="connsiteX91" fmla="*/ 241520 w 251196"/>
              <a:gd name="connsiteY91" fmla="*/ 251692 h 326833"/>
              <a:gd name="connsiteX92" fmla="*/ 240857 w 251196"/>
              <a:gd name="connsiteY92" fmla="*/ 249059 h 326833"/>
              <a:gd name="connsiteX93" fmla="*/ 240857 w 251196"/>
              <a:gd name="connsiteY93" fmla="*/ 26903 h 326833"/>
              <a:gd name="connsiteX94" fmla="*/ 238566 w 251196"/>
              <a:gd name="connsiteY94" fmla="*/ 18702 h 326833"/>
              <a:gd name="connsiteX95" fmla="*/ 232496 w 251196"/>
              <a:gd name="connsiteY95" fmla="*/ 12635 h 326833"/>
              <a:gd name="connsiteX96" fmla="*/ 224448 w 251196"/>
              <a:gd name="connsiteY96" fmla="*/ 10501 h 326833"/>
              <a:gd name="connsiteX97" fmla="*/ 26911 w 251196"/>
              <a:gd name="connsiteY97" fmla="*/ 10501 h 326833"/>
              <a:gd name="connsiteX98" fmla="*/ 18700 w 251196"/>
              <a:gd name="connsiteY98" fmla="*/ 12635 h 326833"/>
              <a:gd name="connsiteX99" fmla="*/ 12630 w 251196"/>
              <a:gd name="connsiteY99" fmla="*/ 18702 h 326833"/>
              <a:gd name="connsiteX100" fmla="*/ 10501 w 251196"/>
              <a:gd name="connsiteY100" fmla="*/ 26903 h 326833"/>
              <a:gd name="connsiteX101" fmla="*/ 10501 w 251196"/>
              <a:gd name="connsiteY101" fmla="*/ 299930 h 326833"/>
              <a:gd name="connsiteX102" fmla="*/ 12630 w 251196"/>
              <a:gd name="connsiteY102" fmla="*/ 307965 h 326833"/>
              <a:gd name="connsiteX103" fmla="*/ 18700 w 251196"/>
              <a:gd name="connsiteY103" fmla="*/ 314199 h 326833"/>
              <a:gd name="connsiteX104" fmla="*/ 26911 w 251196"/>
              <a:gd name="connsiteY104" fmla="*/ 316332 h 326833"/>
              <a:gd name="connsiteX105" fmla="*/ 168999 w 251196"/>
              <a:gd name="connsiteY105" fmla="*/ 316332 h 326833"/>
              <a:gd name="connsiteX106" fmla="*/ 171453 w 251196"/>
              <a:gd name="connsiteY106" fmla="*/ 316983 h 326833"/>
              <a:gd name="connsiteX107" fmla="*/ 173430 w 251196"/>
              <a:gd name="connsiteY107" fmla="*/ 318965 h 326833"/>
              <a:gd name="connsiteX108" fmla="*/ 174081 w 251196"/>
              <a:gd name="connsiteY108" fmla="*/ 321583 h 326833"/>
              <a:gd name="connsiteX109" fmla="*/ 173430 w 251196"/>
              <a:gd name="connsiteY109" fmla="*/ 324049 h 326833"/>
              <a:gd name="connsiteX110" fmla="*/ 171453 w 251196"/>
              <a:gd name="connsiteY110" fmla="*/ 326016 h 326833"/>
              <a:gd name="connsiteX111" fmla="*/ 168999 w 251196"/>
              <a:gd name="connsiteY111" fmla="*/ 326833 h 326833"/>
              <a:gd name="connsiteX112" fmla="*/ 26911 w 251196"/>
              <a:gd name="connsiteY112" fmla="*/ 326833 h 326833"/>
              <a:gd name="connsiteX113" fmla="*/ 13455 w 251196"/>
              <a:gd name="connsiteY113" fmla="*/ 323066 h 326833"/>
              <a:gd name="connsiteX114" fmla="*/ 3605 w 251196"/>
              <a:gd name="connsiteY114" fmla="*/ 313215 h 326833"/>
              <a:gd name="connsiteX115" fmla="*/ 0 w 251196"/>
              <a:gd name="connsiteY115" fmla="*/ 299930 h 326833"/>
              <a:gd name="connsiteX116" fmla="*/ 0 w 251196"/>
              <a:gd name="connsiteY116" fmla="*/ 26903 h 326833"/>
              <a:gd name="connsiteX117" fmla="*/ 3605 w 251196"/>
              <a:gd name="connsiteY117" fmla="*/ 13452 h 326833"/>
              <a:gd name="connsiteX118" fmla="*/ 13455 w 251196"/>
              <a:gd name="connsiteY118" fmla="*/ 3617 h 326833"/>
              <a:gd name="connsiteX119" fmla="*/ 26911 w 251196"/>
              <a:gd name="connsiteY119" fmla="*/ 0 h 326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251196" h="326833">
                <a:moveTo>
                  <a:pt x="214509" y="226690"/>
                </a:moveTo>
                <a:lnTo>
                  <a:pt x="219773" y="246037"/>
                </a:lnTo>
                <a:lnTo>
                  <a:pt x="214503" y="265533"/>
                </a:lnTo>
                <a:lnTo>
                  <a:pt x="214610" y="265426"/>
                </a:lnTo>
                <a:cubicBezTo>
                  <a:pt x="218191" y="259310"/>
                  <a:pt x="219834" y="253194"/>
                  <a:pt x="219834" y="246036"/>
                </a:cubicBezTo>
                <a:cubicBezTo>
                  <a:pt x="219834" y="239023"/>
                  <a:pt x="218191" y="232907"/>
                  <a:pt x="214610" y="226791"/>
                </a:cubicBezTo>
                <a:close/>
                <a:moveTo>
                  <a:pt x="53158" y="202137"/>
                </a:moveTo>
                <a:lnTo>
                  <a:pt x="120923" y="202137"/>
                </a:lnTo>
                <a:cubicBezTo>
                  <a:pt x="121970" y="202137"/>
                  <a:pt x="122819" y="202516"/>
                  <a:pt x="123714" y="202954"/>
                </a:cubicBezTo>
                <a:cubicBezTo>
                  <a:pt x="124458" y="203560"/>
                  <a:pt x="124761" y="204014"/>
                  <a:pt x="125354" y="204770"/>
                </a:cubicBezTo>
                <a:cubicBezTo>
                  <a:pt x="125796" y="205648"/>
                  <a:pt x="126168" y="206495"/>
                  <a:pt x="126168" y="207388"/>
                </a:cubicBezTo>
                <a:cubicBezTo>
                  <a:pt x="126168" y="208432"/>
                  <a:pt x="125796" y="209113"/>
                  <a:pt x="125354" y="209854"/>
                </a:cubicBezTo>
                <a:cubicBezTo>
                  <a:pt x="124761" y="210747"/>
                  <a:pt x="124458" y="211367"/>
                  <a:pt x="123714" y="211821"/>
                </a:cubicBezTo>
                <a:cubicBezTo>
                  <a:pt x="122819" y="212260"/>
                  <a:pt x="121970" y="212638"/>
                  <a:pt x="120923" y="212638"/>
                </a:cubicBezTo>
                <a:lnTo>
                  <a:pt x="53158" y="212638"/>
                </a:lnTo>
                <a:cubicBezTo>
                  <a:pt x="52263" y="212638"/>
                  <a:pt x="51588" y="212260"/>
                  <a:pt x="50704" y="211821"/>
                </a:cubicBezTo>
                <a:cubicBezTo>
                  <a:pt x="49809" y="211367"/>
                  <a:pt x="49181" y="210747"/>
                  <a:pt x="48727" y="209854"/>
                </a:cubicBezTo>
                <a:cubicBezTo>
                  <a:pt x="48285" y="209113"/>
                  <a:pt x="47913" y="208432"/>
                  <a:pt x="47913" y="207388"/>
                </a:cubicBezTo>
                <a:cubicBezTo>
                  <a:pt x="47913" y="206495"/>
                  <a:pt x="48285" y="205648"/>
                  <a:pt x="48727" y="204770"/>
                </a:cubicBezTo>
                <a:cubicBezTo>
                  <a:pt x="49181" y="204014"/>
                  <a:pt x="49809" y="203560"/>
                  <a:pt x="50704" y="202954"/>
                </a:cubicBezTo>
                <a:cubicBezTo>
                  <a:pt x="51588" y="202516"/>
                  <a:pt x="52263" y="202137"/>
                  <a:pt x="53158" y="202137"/>
                </a:cubicBezTo>
                <a:close/>
                <a:moveTo>
                  <a:pt x="181053" y="196961"/>
                </a:moveTo>
                <a:cubicBezTo>
                  <a:pt x="190150" y="196961"/>
                  <a:pt x="197904" y="199050"/>
                  <a:pt x="205663" y="203523"/>
                </a:cubicBezTo>
                <a:cubicBezTo>
                  <a:pt x="213567" y="207997"/>
                  <a:pt x="219238" y="213817"/>
                  <a:pt x="223711" y="221571"/>
                </a:cubicBezTo>
                <a:cubicBezTo>
                  <a:pt x="228334" y="229476"/>
                  <a:pt x="230273" y="237085"/>
                  <a:pt x="230273" y="246036"/>
                </a:cubicBezTo>
                <a:cubicBezTo>
                  <a:pt x="230273" y="255133"/>
                  <a:pt x="228184" y="262742"/>
                  <a:pt x="223711" y="270646"/>
                </a:cubicBezTo>
                <a:lnTo>
                  <a:pt x="213140" y="281218"/>
                </a:lnTo>
                <a:lnTo>
                  <a:pt x="241544" y="313535"/>
                </a:lnTo>
                <a:cubicBezTo>
                  <a:pt x="241694" y="313683"/>
                  <a:pt x="241994" y="313982"/>
                  <a:pt x="242144" y="314280"/>
                </a:cubicBezTo>
                <a:cubicBezTo>
                  <a:pt x="242743" y="315171"/>
                  <a:pt x="242743" y="316065"/>
                  <a:pt x="242743" y="316958"/>
                </a:cubicBezTo>
                <a:cubicBezTo>
                  <a:pt x="242743" y="317999"/>
                  <a:pt x="242743" y="318594"/>
                  <a:pt x="242144" y="319488"/>
                </a:cubicBezTo>
                <a:cubicBezTo>
                  <a:pt x="241694" y="320381"/>
                  <a:pt x="240944" y="320976"/>
                  <a:pt x="240195" y="321422"/>
                </a:cubicBezTo>
                <a:cubicBezTo>
                  <a:pt x="239296" y="321867"/>
                  <a:pt x="238546" y="322165"/>
                  <a:pt x="237497" y="322165"/>
                </a:cubicBezTo>
                <a:cubicBezTo>
                  <a:pt x="236598" y="322017"/>
                  <a:pt x="235699" y="321867"/>
                  <a:pt x="234949" y="321422"/>
                </a:cubicBezTo>
                <a:cubicBezTo>
                  <a:pt x="234350" y="321124"/>
                  <a:pt x="234050" y="320825"/>
                  <a:pt x="233600" y="320230"/>
                </a:cubicBezTo>
                <a:lnTo>
                  <a:pt x="205720" y="288637"/>
                </a:lnTo>
                <a:lnTo>
                  <a:pt x="205663" y="288694"/>
                </a:lnTo>
                <a:cubicBezTo>
                  <a:pt x="197758" y="293167"/>
                  <a:pt x="190150" y="295256"/>
                  <a:pt x="181053" y="295256"/>
                </a:cubicBezTo>
                <a:cubicBezTo>
                  <a:pt x="172102" y="295256"/>
                  <a:pt x="164493" y="293318"/>
                  <a:pt x="156588" y="288694"/>
                </a:cubicBezTo>
                <a:cubicBezTo>
                  <a:pt x="148834" y="284221"/>
                  <a:pt x="143013" y="278551"/>
                  <a:pt x="138540" y="270646"/>
                </a:cubicBezTo>
                <a:lnTo>
                  <a:pt x="137885" y="268189"/>
                </a:lnTo>
                <a:lnTo>
                  <a:pt x="137790" y="268095"/>
                </a:lnTo>
                <a:cubicBezTo>
                  <a:pt x="133766" y="261092"/>
                  <a:pt x="131978" y="254235"/>
                  <a:pt x="131978" y="246037"/>
                </a:cubicBezTo>
                <a:lnTo>
                  <a:pt x="131978" y="246036"/>
                </a:lnTo>
                <a:lnTo>
                  <a:pt x="131978" y="246036"/>
                </a:lnTo>
                <a:lnTo>
                  <a:pt x="132002" y="245947"/>
                </a:lnTo>
                <a:lnTo>
                  <a:pt x="137790" y="224124"/>
                </a:lnTo>
                <a:lnTo>
                  <a:pt x="137879" y="224035"/>
                </a:lnTo>
                <a:lnTo>
                  <a:pt x="138540" y="221571"/>
                </a:lnTo>
                <a:cubicBezTo>
                  <a:pt x="143013" y="213817"/>
                  <a:pt x="148834" y="207997"/>
                  <a:pt x="156588" y="203523"/>
                </a:cubicBezTo>
                <a:cubicBezTo>
                  <a:pt x="164493" y="199050"/>
                  <a:pt x="172102" y="196961"/>
                  <a:pt x="181053" y="196961"/>
                </a:cubicBezTo>
                <a:close/>
                <a:moveTo>
                  <a:pt x="53158" y="136181"/>
                </a:moveTo>
                <a:lnTo>
                  <a:pt x="200829" y="136181"/>
                </a:lnTo>
                <a:cubicBezTo>
                  <a:pt x="201724" y="136181"/>
                  <a:pt x="202387" y="136559"/>
                  <a:pt x="203283" y="136998"/>
                </a:cubicBezTo>
                <a:cubicBezTo>
                  <a:pt x="204178" y="137452"/>
                  <a:pt x="204806" y="138072"/>
                  <a:pt x="205260" y="138965"/>
                </a:cubicBezTo>
                <a:cubicBezTo>
                  <a:pt x="205702" y="139706"/>
                  <a:pt x="205911" y="140387"/>
                  <a:pt x="205911" y="141431"/>
                </a:cubicBezTo>
                <a:cubicBezTo>
                  <a:pt x="205911" y="142324"/>
                  <a:pt x="205702" y="143171"/>
                  <a:pt x="205260" y="144049"/>
                </a:cubicBezTo>
                <a:cubicBezTo>
                  <a:pt x="204806" y="144805"/>
                  <a:pt x="204178" y="145426"/>
                  <a:pt x="203283" y="146031"/>
                </a:cubicBezTo>
                <a:cubicBezTo>
                  <a:pt x="202387" y="146470"/>
                  <a:pt x="201724" y="146682"/>
                  <a:pt x="200829" y="146682"/>
                </a:cubicBezTo>
                <a:lnTo>
                  <a:pt x="53158" y="146682"/>
                </a:lnTo>
                <a:cubicBezTo>
                  <a:pt x="52263" y="146682"/>
                  <a:pt x="51588" y="146470"/>
                  <a:pt x="50704" y="146031"/>
                </a:cubicBezTo>
                <a:cubicBezTo>
                  <a:pt x="49809" y="145426"/>
                  <a:pt x="49181" y="144805"/>
                  <a:pt x="48727" y="144049"/>
                </a:cubicBezTo>
                <a:cubicBezTo>
                  <a:pt x="48285" y="143171"/>
                  <a:pt x="47913" y="142324"/>
                  <a:pt x="47913" y="141431"/>
                </a:cubicBezTo>
                <a:cubicBezTo>
                  <a:pt x="47913" y="140387"/>
                  <a:pt x="48285" y="139706"/>
                  <a:pt x="48727" y="138965"/>
                </a:cubicBezTo>
                <a:cubicBezTo>
                  <a:pt x="49181" y="138072"/>
                  <a:pt x="49809" y="137452"/>
                  <a:pt x="50704" y="136998"/>
                </a:cubicBezTo>
                <a:cubicBezTo>
                  <a:pt x="51588" y="136559"/>
                  <a:pt x="52263" y="136181"/>
                  <a:pt x="53158" y="136181"/>
                </a:cubicBezTo>
                <a:close/>
                <a:moveTo>
                  <a:pt x="53158" y="70224"/>
                </a:moveTo>
                <a:lnTo>
                  <a:pt x="200829" y="70224"/>
                </a:lnTo>
                <a:cubicBezTo>
                  <a:pt x="201724" y="70224"/>
                  <a:pt x="202387" y="70451"/>
                  <a:pt x="203283" y="71041"/>
                </a:cubicBezTo>
                <a:cubicBezTo>
                  <a:pt x="204178" y="71495"/>
                  <a:pt x="204806" y="71964"/>
                  <a:pt x="205260" y="72842"/>
                </a:cubicBezTo>
                <a:cubicBezTo>
                  <a:pt x="205702" y="73598"/>
                  <a:pt x="205911" y="74430"/>
                  <a:pt x="205911" y="75474"/>
                </a:cubicBezTo>
                <a:cubicBezTo>
                  <a:pt x="205911" y="76367"/>
                  <a:pt x="205702" y="77215"/>
                  <a:pt x="205260" y="78092"/>
                </a:cubicBezTo>
                <a:cubicBezTo>
                  <a:pt x="204806" y="78849"/>
                  <a:pt x="204178" y="79454"/>
                  <a:pt x="203283" y="79908"/>
                </a:cubicBezTo>
                <a:cubicBezTo>
                  <a:pt x="202387" y="80347"/>
                  <a:pt x="201724" y="80725"/>
                  <a:pt x="200829" y="80725"/>
                </a:cubicBezTo>
                <a:lnTo>
                  <a:pt x="53158" y="80725"/>
                </a:lnTo>
                <a:cubicBezTo>
                  <a:pt x="52263" y="80725"/>
                  <a:pt x="51588" y="80347"/>
                  <a:pt x="50704" y="79908"/>
                </a:cubicBezTo>
                <a:cubicBezTo>
                  <a:pt x="49809" y="79454"/>
                  <a:pt x="49181" y="78849"/>
                  <a:pt x="48727" y="78092"/>
                </a:cubicBezTo>
                <a:cubicBezTo>
                  <a:pt x="48285" y="77215"/>
                  <a:pt x="47913" y="76367"/>
                  <a:pt x="47913" y="75474"/>
                </a:cubicBezTo>
                <a:cubicBezTo>
                  <a:pt x="47913" y="74430"/>
                  <a:pt x="48285" y="73598"/>
                  <a:pt x="48727" y="72842"/>
                </a:cubicBezTo>
                <a:cubicBezTo>
                  <a:pt x="49181" y="71964"/>
                  <a:pt x="49809" y="71495"/>
                  <a:pt x="50704" y="71041"/>
                </a:cubicBezTo>
                <a:cubicBezTo>
                  <a:pt x="51588" y="70451"/>
                  <a:pt x="52263" y="70224"/>
                  <a:pt x="53158" y="70224"/>
                </a:cubicBezTo>
                <a:close/>
                <a:moveTo>
                  <a:pt x="26911" y="0"/>
                </a:moveTo>
                <a:lnTo>
                  <a:pt x="224448" y="0"/>
                </a:lnTo>
                <a:cubicBezTo>
                  <a:pt x="229356" y="0"/>
                  <a:pt x="233426" y="1090"/>
                  <a:pt x="237741" y="3617"/>
                </a:cubicBezTo>
                <a:cubicBezTo>
                  <a:pt x="242055" y="5992"/>
                  <a:pt x="245207" y="9139"/>
                  <a:pt x="247591" y="13452"/>
                </a:cubicBezTo>
                <a:cubicBezTo>
                  <a:pt x="250115" y="17764"/>
                  <a:pt x="251196" y="22001"/>
                  <a:pt x="251196" y="26903"/>
                </a:cubicBezTo>
                <a:lnTo>
                  <a:pt x="251196" y="249059"/>
                </a:lnTo>
                <a:cubicBezTo>
                  <a:pt x="251196" y="249952"/>
                  <a:pt x="250987" y="250950"/>
                  <a:pt x="250545" y="251692"/>
                </a:cubicBezTo>
                <a:cubicBezTo>
                  <a:pt x="250091" y="252585"/>
                  <a:pt x="249463" y="253205"/>
                  <a:pt x="248568" y="253659"/>
                </a:cubicBezTo>
                <a:cubicBezTo>
                  <a:pt x="247684" y="254098"/>
                  <a:pt x="247149" y="254310"/>
                  <a:pt x="246114" y="254310"/>
                </a:cubicBezTo>
                <a:cubicBezTo>
                  <a:pt x="245219" y="254310"/>
                  <a:pt x="244207" y="254098"/>
                  <a:pt x="243323" y="253659"/>
                </a:cubicBezTo>
                <a:cubicBezTo>
                  <a:pt x="242579" y="253205"/>
                  <a:pt x="241962" y="252585"/>
                  <a:pt x="241520" y="251692"/>
                </a:cubicBezTo>
                <a:cubicBezTo>
                  <a:pt x="241067" y="250950"/>
                  <a:pt x="240857" y="249952"/>
                  <a:pt x="240857" y="249059"/>
                </a:cubicBezTo>
                <a:lnTo>
                  <a:pt x="240857" y="26903"/>
                </a:lnTo>
                <a:cubicBezTo>
                  <a:pt x="240857" y="23938"/>
                  <a:pt x="240043" y="21381"/>
                  <a:pt x="238566" y="18702"/>
                </a:cubicBezTo>
                <a:cubicBezTo>
                  <a:pt x="237078" y="16024"/>
                  <a:pt x="235171" y="14118"/>
                  <a:pt x="232496" y="12635"/>
                </a:cubicBezTo>
                <a:cubicBezTo>
                  <a:pt x="229961" y="11001"/>
                  <a:pt x="227425" y="10501"/>
                  <a:pt x="224448" y="10501"/>
                </a:cubicBezTo>
                <a:lnTo>
                  <a:pt x="26911" y="10501"/>
                </a:lnTo>
                <a:cubicBezTo>
                  <a:pt x="23782" y="10501"/>
                  <a:pt x="21375" y="11001"/>
                  <a:pt x="18700" y="12635"/>
                </a:cubicBezTo>
                <a:cubicBezTo>
                  <a:pt x="16025" y="14118"/>
                  <a:pt x="14118" y="16024"/>
                  <a:pt x="12630" y="18702"/>
                </a:cubicBezTo>
                <a:cubicBezTo>
                  <a:pt x="11001" y="21381"/>
                  <a:pt x="10501" y="23938"/>
                  <a:pt x="10501" y="26903"/>
                </a:cubicBezTo>
                <a:lnTo>
                  <a:pt x="10501" y="299930"/>
                </a:lnTo>
                <a:cubicBezTo>
                  <a:pt x="10501" y="302896"/>
                  <a:pt x="11001" y="305438"/>
                  <a:pt x="12630" y="307965"/>
                </a:cubicBezTo>
                <a:cubicBezTo>
                  <a:pt x="14118" y="310643"/>
                  <a:pt x="16025" y="312716"/>
                  <a:pt x="18700" y="314199"/>
                </a:cubicBezTo>
                <a:cubicBezTo>
                  <a:pt x="21375" y="315682"/>
                  <a:pt x="23782" y="316332"/>
                  <a:pt x="26911" y="316332"/>
                </a:cubicBezTo>
                <a:lnTo>
                  <a:pt x="168999" y="316332"/>
                </a:lnTo>
                <a:cubicBezTo>
                  <a:pt x="169883" y="316332"/>
                  <a:pt x="170709" y="316544"/>
                  <a:pt x="171453" y="316983"/>
                </a:cubicBezTo>
                <a:cubicBezTo>
                  <a:pt x="172348" y="317588"/>
                  <a:pt x="172976" y="318208"/>
                  <a:pt x="173430" y="318965"/>
                </a:cubicBezTo>
                <a:cubicBezTo>
                  <a:pt x="173872" y="319843"/>
                  <a:pt x="174081" y="320690"/>
                  <a:pt x="174081" y="321583"/>
                </a:cubicBezTo>
                <a:cubicBezTo>
                  <a:pt x="174081" y="322627"/>
                  <a:pt x="173872" y="323308"/>
                  <a:pt x="173430" y="324049"/>
                </a:cubicBezTo>
                <a:cubicBezTo>
                  <a:pt x="172976" y="324942"/>
                  <a:pt x="172348" y="325562"/>
                  <a:pt x="171453" y="326016"/>
                </a:cubicBezTo>
                <a:cubicBezTo>
                  <a:pt x="170709" y="326455"/>
                  <a:pt x="169883" y="326833"/>
                  <a:pt x="168999" y="326833"/>
                </a:cubicBezTo>
                <a:lnTo>
                  <a:pt x="26911" y="326833"/>
                </a:lnTo>
                <a:cubicBezTo>
                  <a:pt x="21852" y="326833"/>
                  <a:pt x="17770" y="325592"/>
                  <a:pt x="13455" y="323066"/>
                </a:cubicBezTo>
                <a:cubicBezTo>
                  <a:pt x="9141" y="320675"/>
                  <a:pt x="6140" y="317528"/>
                  <a:pt x="3605" y="313215"/>
                </a:cubicBezTo>
                <a:cubicBezTo>
                  <a:pt x="1082" y="308903"/>
                  <a:pt x="0" y="304833"/>
                  <a:pt x="0" y="299930"/>
                </a:cubicBezTo>
                <a:lnTo>
                  <a:pt x="0" y="26903"/>
                </a:lnTo>
                <a:cubicBezTo>
                  <a:pt x="0" y="22001"/>
                  <a:pt x="1082" y="17764"/>
                  <a:pt x="3605" y="13452"/>
                </a:cubicBezTo>
                <a:cubicBezTo>
                  <a:pt x="6140" y="9139"/>
                  <a:pt x="9141" y="5992"/>
                  <a:pt x="13455" y="3617"/>
                </a:cubicBezTo>
                <a:cubicBezTo>
                  <a:pt x="17770" y="1075"/>
                  <a:pt x="21852" y="0"/>
                  <a:pt x="26911" y="0"/>
                </a:cubicBezTo>
                <a:close/>
              </a:path>
            </a:pathLst>
          </a:custGeom>
          <a:solidFill>
            <a:srgbClr val="000000"/>
          </a:solidFill>
          <a:ln w="12700" cap="flat">
            <a:noFill/>
            <a:miter lim="400000"/>
          </a:ln>
          <a:effectLst/>
        </p:spPr>
        <p:txBody>
          <a:bodyPr lIns="22859" tIns="22859" rIns="22859" b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56" name="形状">
            <a:extLst>
              <a:ext uri="{FF2B5EF4-FFF2-40B4-BE49-F238E27FC236}">
                <a16:creationId xmlns:a16="http://schemas.microsoft.com/office/drawing/2014/main" id="{0C56ED6A-6922-7541-ACE3-E9C3EBB17D28}"/>
              </a:ext>
            </a:extLst>
          </p:cNvPr>
          <p:cNvSpPr/>
          <p:nvPr/>
        </p:nvSpPr>
        <p:spPr>
          <a:xfrm>
            <a:off x="10265682" y="4198121"/>
            <a:ext cx="422385" cy="397425"/>
          </a:xfrm>
          <a:custGeom>
            <a:avLst/>
            <a:gdLst/>
            <a:ahLst/>
            <a:cxnLst>
              <a:cxn ang="0">
                <a:pos x="wd2" y="hd2"/>
              </a:cxn>
              <a:cxn ang="5400000">
                <a:pos x="wd2" y="hd2"/>
              </a:cxn>
              <a:cxn ang="10800000">
                <a:pos x="wd2" y="hd2"/>
              </a:cxn>
              <a:cxn ang="16200000">
                <a:pos x="wd2" y="hd2"/>
              </a:cxn>
            </a:cxnLst>
            <a:rect l="0" t="0" r="r" b="b"/>
            <a:pathLst>
              <a:path w="21600" h="21600" extrusionOk="0">
                <a:moveTo>
                  <a:pt x="7586" y="0"/>
                </a:moveTo>
                <a:cubicBezTo>
                  <a:pt x="7319" y="0"/>
                  <a:pt x="7109" y="245"/>
                  <a:pt x="7109" y="528"/>
                </a:cubicBezTo>
                <a:lnTo>
                  <a:pt x="7109" y="3837"/>
                </a:lnTo>
                <a:lnTo>
                  <a:pt x="498" y="3837"/>
                </a:lnTo>
                <a:cubicBezTo>
                  <a:pt x="230" y="3837"/>
                  <a:pt x="0" y="4071"/>
                  <a:pt x="0" y="4354"/>
                </a:cubicBezTo>
                <a:lnTo>
                  <a:pt x="0" y="21083"/>
                </a:lnTo>
                <a:cubicBezTo>
                  <a:pt x="0" y="21366"/>
                  <a:pt x="230" y="21600"/>
                  <a:pt x="498" y="21600"/>
                </a:cubicBezTo>
                <a:lnTo>
                  <a:pt x="21113" y="21600"/>
                </a:lnTo>
                <a:cubicBezTo>
                  <a:pt x="21380" y="21600"/>
                  <a:pt x="21600" y="21366"/>
                  <a:pt x="21600" y="21083"/>
                </a:cubicBezTo>
                <a:lnTo>
                  <a:pt x="21600" y="4354"/>
                </a:lnTo>
                <a:cubicBezTo>
                  <a:pt x="21600" y="4071"/>
                  <a:pt x="21380" y="3837"/>
                  <a:pt x="21113" y="3837"/>
                </a:cubicBezTo>
                <a:lnTo>
                  <a:pt x="14491" y="3837"/>
                </a:lnTo>
                <a:lnTo>
                  <a:pt x="14491" y="528"/>
                </a:lnTo>
                <a:cubicBezTo>
                  <a:pt x="14491" y="245"/>
                  <a:pt x="14281" y="0"/>
                  <a:pt x="14014" y="0"/>
                </a:cubicBezTo>
                <a:lnTo>
                  <a:pt x="7586" y="0"/>
                </a:lnTo>
                <a:close/>
                <a:moveTo>
                  <a:pt x="8073" y="1035"/>
                </a:moveTo>
                <a:lnTo>
                  <a:pt x="13527" y="1035"/>
                </a:lnTo>
                <a:lnTo>
                  <a:pt x="13527" y="3837"/>
                </a:lnTo>
                <a:lnTo>
                  <a:pt x="8073" y="3837"/>
                </a:lnTo>
                <a:lnTo>
                  <a:pt x="8073" y="1035"/>
                </a:lnTo>
                <a:close/>
                <a:moveTo>
                  <a:pt x="975" y="4872"/>
                </a:moveTo>
                <a:lnTo>
                  <a:pt x="7494" y="4872"/>
                </a:lnTo>
                <a:cubicBezTo>
                  <a:pt x="7528" y="4880"/>
                  <a:pt x="7550" y="4915"/>
                  <a:pt x="7586" y="4915"/>
                </a:cubicBezTo>
                <a:lnTo>
                  <a:pt x="14014" y="4915"/>
                </a:lnTo>
                <a:cubicBezTo>
                  <a:pt x="14049" y="4915"/>
                  <a:pt x="14072" y="4880"/>
                  <a:pt x="14105" y="4872"/>
                </a:cubicBezTo>
                <a:lnTo>
                  <a:pt x="20635" y="4872"/>
                </a:lnTo>
                <a:lnTo>
                  <a:pt x="20635" y="20565"/>
                </a:lnTo>
                <a:lnTo>
                  <a:pt x="975" y="20565"/>
                </a:lnTo>
                <a:lnTo>
                  <a:pt x="975" y="4872"/>
                </a:lnTo>
                <a:close/>
                <a:moveTo>
                  <a:pt x="10927" y="9356"/>
                </a:moveTo>
                <a:cubicBezTo>
                  <a:pt x="10667" y="9356"/>
                  <a:pt x="10439" y="9600"/>
                  <a:pt x="10439" y="9884"/>
                </a:cubicBezTo>
                <a:lnTo>
                  <a:pt x="10439" y="12201"/>
                </a:lnTo>
                <a:lnTo>
                  <a:pt x="8246" y="12201"/>
                </a:lnTo>
                <a:cubicBezTo>
                  <a:pt x="7979" y="12201"/>
                  <a:pt x="7759" y="12435"/>
                  <a:pt x="7759" y="12719"/>
                </a:cubicBezTo>
                <a:cubicBezTo>
                  <a:pt x="7759" y="13002"/>
                  <a:pt x="7979" y="13236"/>
                  <a:pt x="8246" y="13236"/>
                </a:cubicBezTo>
                <a:lnTo>
                  <a:pt x="10439" y="13236"/>
                </a:lnTo>
                <a:lnTo>
                  <a:pt x="10439" y="15564"/>
                </a:lnTo>
                <a:cubicBezTo>
                  <a:pt x="10439" y="15848"/>
                  <a:pt x="10667" y="16081"/>
                  <a:pt x="10927" y="16081"/>
                </a:cubicBezTo>
                <a:cubicBezTo>
                  <a:pt x="11196" y="16081"/>
                  <a:pt x="11404" y="15848"/>
                  <a:pt x="11404" y="15564"/>
                </a:cubicBezTo>
                <a:lnTo>
                  <a:pt x="11404" y="13236"/>
                </a:lnTo>
                <a:lnTo>
                  <a:pt x="13598" y="13236"/>
                </a:lnTo>
                <a:cubicBezTo>
                  <a:pt x="13865" y="13236"/>
                  <a:pt x="14085" y="13002"/>
                  <a:pt x="14085" y="12719"/>
                </a:cubicBezTo>
                <a:cubicBezTo>
                  <a:pt x="14085" y="12435"/>
                  <a:pt x="13865" y="12201"/>
                  <a:pt x="13598" y="12201"/>
                </a:cubicBezTo>
                <a:lnTo>
                  <a:pt x="11404" y="12201"/>
                </a:lnTo>
                <a:lnTo>
                  <a:pt x="11404" y="9884"/>
                </a:lnTo>
                <a:cubicBezTo>
                  <a:pt x="11404" y="9600"/>
                  <a:pt x="11196" y="9356"/>
                  <a:pt x="10927" y="9356"/>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57" name="形状">
            <a:extLst>
              <a:ext uri="{FF2B5EF4-FFF2-40B4-BE49-F238E27FC236}">
                <a16:creationId xmlns:a16="http://schemas.microsoft.com/office/drawing/2014/main" id="{B1D3F2B6-4DDE-0247-9C92-E4B5C8B3D1A9}"/>
              </a:ext>
            </a:extLst>
          </p:cNvPr>
          <p:cNvSpPr/>
          <p:nvPr/>
        </p:nvSpPr>
        <p:spPr>
          <a:xfrm>
            <a:off x="7145789" y="5106245"/>
            <a:ext cx="374387" cy="393587"/>
          </a:xfrm>
          <a:custGeom>
            <a:avLst/>
            <a:gdLst/>
            <a:ahLst/>
            <a:cxnLst>
              <a:cxn ang="0">
                <a:pos x="wd2" y="hd2"/>
              </a:cxn>
              <a:cxn ang="5400000">
                <a:pos x="wd2" y="hd2"/>
              </a:cxn>
              <a:cxn ang="10800000">
                <a:pos x="wd2" y="hd2"/>
              </a:cxn>
              <a:cxn ang="16200000">
                <a:pos x="wd2" y="hd2"/>
              </a:cxn>
            </a:cxnLst>
            <a:rect l="0" t="0" r="r" b="b"/>
            <a:pathLst>
              <a:path w="21600" h="21600" extrusionOk="0">
                <a:moveTo>
                  <a:pt x="9483" y="0"/>
                </a:moveTo>
                <a:cubicBezTo>
                  <a:pt x="9142" y="10"/>
                  <a:pt x="8849" y="83"/>
                  <a:pt x="8549" y="250"/>
                </a:cubicBezTo>
                <a:cubicBezTo>
                  <a:pt x="8249" y="408"/>
                  <a:pt x="8041" y="617"/>
                  <a:pt x="7865" y="904"/>
                </a:cubicBezTo>
                <a:cubicBezTo>
                  <a:pt x="7689" y="1190"/>
                  <a:pt x="7626" y="1471"/>
                  <a:pt x="7626" y="1796"/>
                </a:cubicBezTo>
                <a:lnTo>
                  <a:pt x="7626" y="3397"/>
                </a:lnTo>
                <a:cubicBezTo>
                  <a:pt x="7626" y="3409"/>
                  <a:pt x="7637" y="3418"/>
                  <a:pt x="7637" y="3429"/>
                </a:cubicBezTo>
                <a:cubicBezTo>
                  <a:pt x="7402" y="3535"/>
                  <a:pt x="7189" y="3634"/>
                  <a:pt x="6953" y="3767"/>
                </a:cubicBezTo>
                <a:cubicBezTo>
                  <a:pt x="6467" y="4041"/>
                  <a:pt x="6069" y="4337"/>
                  <a:pt x="5654" y="4681"/>
                </a:cubicBezTo>
                <a:lnTo>
                  <a:pt x="4024" y="3832"/>
                </a:lnTo>
                <a:cubicBezTo>
                  <a:pt x="3734" y="3694"/>
                  <a:pt x="3465" y="3625"/>
                  <a:pt x="3135" y="3625"/>
                </a:cubicBezTo>
                <a:cubicBezTo>
                  <a:pt x="2793" y="3625"/>
                  <a:pt x="2511" y="3697"/>
                  <a:pt x="2211" y="3865"/>
                </a:cubicBezTo>
                <a:cubicBezTo>
                  <a:pt x="1912" y="4033"/>
                  <a:pt x="1692" y="4232"/>
                  <a:pt x="1516" y="4518"/>
                </a:cubicBezTo>
                <a:cubicBezTo>
                  <a:pt x="1516" y="4538"/>
                  <a:pt x="1504" y="4541"/>
                  <a:pt x="1493" y="4551"/>
                </a:cubicBezTo>
                <a:lnTo>
                  <a:pt x="228" y="6783"/>
                </a:lnTo>
                <a:cubicBezTo>
                  <a:pt x="73" y="7059"/>
                  <a:pt x="0" y="7316"/>
                  <a:pt x="0" y="7632"/>
                </a:cubicBezTo>
                <a:cubicBezTo>
                  <a:pt x="0" y="7958"/>
                  <a:pt x="86" y="8238"/>
                  <a:pt x="262" y="8525"/>
                </a:cubicBezTo>
                <a:cubicBezTo>
                  <a:pt x="428" y="8811"/>
                  <a:pt x="646" y="9010"/>
                  <a:pt x="946" y="9178"/>
                </a:cubicBezTo>
                <a:cubicBezTo>
                  <a:pt x="956" y="9178"/>
                  <a:pt x="981" y="9190"/>
                  <a:pt x="992" y="9200"/>
                </a:cubicBezTo>
                <a:lnTo>
                  <a:pt x="2656" y="10060"/>
                </a:lnTo>
                <a:cubicBezTo>
                  <a:pt x="2698" y="10080"/>
                  <a:pt x="2731" y="10087"/>
                  <a:pt x="2770" y="10092"/>
                </a:cubicBezTo>
                <a:cubicBezTo>
                  <a:pt x="2755" y="10290"/>
                  <a:pt x="2736" y="10487"/>
                  <a:pt x="2736" y="10691"/>
                </a:cubicBezTo>
                <a:lnTo>
                  <a:pt x="2736" y="10854"/>
                </a:lnTo>
                <a:cubicBezTo>
                  <a:pt x="2736" y="11227"/>
                  <a:pt x="2759" y="11565"/>
                  <a:pt x="2815" y="11932"/>
                </a:cubicBezTo>
                <a:cubicBezTo>
                  <a:pt x="2782" y="11938"/>
                  <a:pt x="2747" y="11937"/>
                  <a:pt x="2713" y="11954"/>
                </a:cubicBezTo>
                <a:lnTo>
                  <a:pt x="2713" y="11965"/>
                </a:lnTo>
                <a:lnTo>
                  <a:pt x="1094" y="12901"/>
                </a:lnTo>
                <a:cubicBezTo>
                  <a:pt x="815" y="13069"/>
                  <a:pt x="610" y="13266"/>
                  <a:pt x="445" y="13533"/>
                </a:cubicBezTo>
                <a:cubicBezTo>
                  <a:pt x="269" y="13819"/>
                  <a:pt x="205" y="14111"/>
                  <a:pt x="205" y="14436"/>
                </a:cubicBezTo>
                <a:cubicBezTo>
                  <a:pt x="205" y="14772"/>
                  <a:pt x="269" y="15032"/>
                  <a:pt x="445" y="15318"/>
                </a:cubicBezTo>
                <a:cubicBezTo>
                  <a:pt x="455" y="15328"/>
                  <a:pt x="457" y="15352"/>
                  <a:pt x="467" y="15362"/>
                </a:cubicBezTo>
                <a:lnTo>
                  <a:pt x="1858" y="17517"/>
                </a:lnTo>
                <a:cubicBezTo>
                  <a:pt x="2034" y="17784"/>
                  <a:pt x="2240" y="17969"/>
                  <a:pt x="2519" y="18127"/>
                </a:cubicBezTo>
                <a:cubicBezTo>
                  <a:pt x="2819" y="18285"/>
                  <a:pt x="3091" y="18367"/>
                  <a:pt x="3442" y="18367"/>
                </a:cubicBezTo>
                <a:cubicBezTo>
                  <a:pt x="3783" y="18367"/>
                  <a:pt x="4089" y="18285"/>
                  <a:pt x="4388" y="18127"/>
                </a:cubicBezTo>
                <a:cubicBezTo>
                  <a:pt x="4399" y="18117"/>
                  <a:pt x="4402" y="18116"/>
                  <a:pt x="4423" y="18116"/>
                </a:cubicBezTo>
                <a:lnTo>
                  <a:pt x="6041" y="17169"/>
                </a:lnTo>
                <a:cubicBezTo>
                  <a:pt x="6073" y="17151"/>
                  <a:pt x="6097" y="17120"/>
                  <a:pt x="6121" y="17093"/>
                </a:cubicBezTo>
                <a:cubicBezTo>
                  <a:pt x="6396" y="17284"/>
                  <a:pt x="6657" y="17459"/>
                  <a:pt x="6964" y="17626"/>
                </a:cubicBezTo>
                <a:cubicBezTo>
                  <a:pt x="7187" y="17749"/>
                  <a:pt x="7413" y="17844"/>
                  <a:pt x="7637" y="17942"/>
                </a:cubicBezTo>
                <a:cubicBezTo>
                  <a:pt x="7635" y="17962"/>
                  <a:pt x="7626" y="17985"/>
                  <a:pt x="7626" y="18007"/>
                </a:cubicBezTo>
                <a:lnTo>
                  <a:pt x="7626" y="19815"/>
                </a:lnTo>
                <a:cubicBezTo>
                  <a:pt x="7626" y="20140"/>
                  <a:pt x="7689" y="20421"/>
                  <a:pt x="7865" y="20707"/>
                </a:cubicBezTo>
                <a:cubicBezTo>
                  <a:pt x="8041" y="20993"/>
                  <a:pt x="8249" y="21203"/>
                  <a:pt x="8549" y="21360"/>
                </a:cubicBezTo>
                <a:cubicBezTo>
                  <a:pt x="8849" y="21528"/>
                  <a:pt x="9142" y="21600"/>
                  <a:pt x="9483" y="21600"/>
                </a:cubicBezTo>
                <a:lnTo>
                  <a:pt x="12128" y="21600"/>
                </a:lnTo>
                <a:cubicBezTo>
                  <a:pt x="12469" y="21600"/>
                  <a:pt x="12773" y="21528"/>
                  <a:pt x="13063" y="21360"/>
                </a:cubicBezTo>
                <a:cubicBezTo>
                  <a:pt x="13362" y="21203"/>
                  <a:pt x="13581" y="20993"/>
                  <a:pt x="13746" y="20707"/>
                </a:cubicBezTo>
                <a:cubicBezTo>
                  <a:pt x="13922" y="20421"/>
                  <a:pt x="13997" y="20140"/>
                  <a:pt x="13997" y="19815"/>
                </a:cubicBezTo>
                <a:lnTo>
                  <a:pt x="13997" y="18247"/>
                </a:lnTo>
                <a:cubicBezTo>
                  <a:pt x="14764" y="17957"/>
                  <a:pt x="15559" y="17514"/>
                  <a:pt x="16197" y="17049"/>
                </a:cubicBezTo>
                <a:lnTo>
                  <a:pt x="17599" y="17768"/>
                </a:lnTo>
                <a:cubicBezTo>
                  <a:pt x="17878" y="17916"/>
                  <a:pt x="18156" y="17985"/>
                  <a:pt x="18477" y="17985"/>
                </a:cubicBezTo>
                <a:cubicBezTo>
                  <a:pt x="18828" y="17985"/>
                  <a:pt x="19112" y="17914"/>
                  <a:pt x="19412" y="17746"/>
                </a:cubicBezTo>
                <a:cubicBezTo>
                  <a:pt x="19711" y="17578"/>
                  <a:pt x="19920" y="17369"/>
                  <a:pt x="20095" y="17093"/>
                </a:cubicBezTo>
                <a:cubicBezTo>
                  <a:pt x="20106" y="17073"/>
                  <a:pt x="20118" y="17070"/>
                  <a:pt x="20118" y="17060"/>
                </a:cubicBezTo>
                <a:lnTo>
                  <a:pt x="21383" y="14828"/>
                </a:lnTo>
                <a:cubicBezTo>
                  <a:pt x="21538" y="14552"/>
                  <a:pt x="21600" y="14285"/>
                  <a:pt x="21600" y="13979"/>
                </a:cubicBezTo>
                <a:cubicBezTo>
                  <a:pt x="21600" y="13653"/>
                  <a:pt x="21536" y="13372"/>
                  <a:pt x="21361" y="13086"/>
                </a:cubicBezTo>
                <a:cubicBezTo>
                  <a:pt x="21185" y="12810"/>
                  <a:pt x="20976" y="12601"/>
                  <a:pt x="20677" y="12433"/>
                </a:cubicBezTo>
                <a:cubicBezTo>
                  <a:pt x="20656" y="12423"/>
                  <a:pt x="20641" y="12421"/>
                  <a:pt x="20631" y="12411"/>
                </a:cubicBezTo>
                <a:lnTo>
                  <a:pt x="19434" y="11791"/>
                </a:lnTo>
                <a:cubicBezTo>
                  <a:pt x="19462" y="11530"/>
                  <a:pt x="19457" y="11099"/>
                  <a:pt x="19457" y="10702"/>
                </a:cubicBezTo>
                <a:lnTo>
                  <a:pt x="19457" y="10680"/>
                </a:lnTo>
                <a:cubicBezTo>
                  <a:pt x="19457" y="10325"/>
                  <a:pt x="19422" y="9784"/>
                  <a:pt x="19366" y="9385"/>
                </a:cubicBezTo>
                <a:lnTo>
                  <a:pt x="20517" y="8710"/>
                </a:lnTo>
                <a:cubicBezTo>
                  <a:pt x="20796" y="8542"/>
                  <a:pt x="21000" y="8345"/>
                  <a:pt x="21155" y="8078"/>
                </a:cubicBezTo>
                <a:cubicBezTo>
                  <a:pt x="21331" y="7792"/>
                  <a:pt x="21418" y="7500"/>
                  <a:pt x="21418" y="7175"/>
                </a:cubicBezTo>
                <a:cubicBezTo>
                  <a:pt x="21418" y="6839"/>
                  <a:pt x="21331" y="6579"/>
                  <a:pt x="21155" y="6293"/>
                </a:cubicBezTo>
                <a:cubicBezTo>
                  <a:pt x="21155" y="6283"/>
                  <a:pt x="21154" y="6259"/>
                  <a:pt x="21144" y="6249"/>
                </a:cubicBezTo>
                <a:lnTo>
                  <a:pt x="19753" y="4094"/>
                </a:lnTo>
                <a:cubicBezTo>
                  <a:pt x="19588" y="3827"/>
                  <a:pt x="19383" y="3631"/>
                  <a:pt x="19104" y="3473"/>
                </a:cubicBezTo>
                <a:cubicBezTo>
                  <a:pt x="18804" y="3305"/>
                  <a:pt x="18510" y="3244"/>
                  <a:pt x="18169" y="3244"/>
                </a:cubicBezTo>
                <a:cubicBezTo>
                  <a:pt x="17828" y="3244"/>
                  <a:pt x="17524" y="3305"/>
                  <a:pt x="17234" y="3473"/>
                </a:cubicBezTo>
                <a:cubicBezTo>
                  <a:pt x="17214" y="3483"/>
                  <a:pt x="17199" y="3495"/>
                  <a:pt x="17189" y="3495"/>
                </a:cubicBezTo>
                <a:lnTo>
                  <a:pt x="15935" y="4224"/>
                </a:lnTo>
                <a:cubicBezTo>
                  <a:pt x="15886" y="4191"/>
                  <a:pt x="15831" y="4156"/>
                  <a:pt x="15787" y="4126"/>
                </a:cubicBezTo>
                <a:cubicBezTo>
                  <a:pt x="15255" y="3764"/>
                  <a:pt x="14790" y="3474"/>
                  <a:pt x="13997" y="3223"/>
                </a:cubicBezTo>
                <a:lnTo>
                  <a:pt x="13997" y="1796"/>
                </a:lnTo>
                <a:cubicBezTo>
                  <a:pt x="13997" y="1471"/>
                  <a:pt x="13912" y="1190"/>
                  <a:pt x="13746" y="904"/>
                </a:cubicBezTo>
                <a:cubicBezTo>
                  <a:pt x="13571" y="617"/>
                  <a:pt x="13362" y="408"/>
                  <a:pt x="13063" y="250"/>
                </a:cubicBezTo>
                <a:cubicBezTo>
                  <a:pt x="12773" y="83"/>
                  <a:pt x="12469" y="10"/>
                  <a:pt x="12128" y="0"/>
                </a:cubicBezTo>
                <a:lnTo>
                  <a:pt x="9483" y="0"/>
                </a:lnTo>
                <a:close/>
                <a:moveTo>
                  <a:pt x="9483" y="697"/>
                </a:moveTo>
                <a:lnTo>
                  <a:pt x="12128" y="697"/>
                </a:lnTo>
                <a:cubicBezTo>
                  <a:pt x="12335" y="697"/>
                  <a:pt x="12522" y="740"/>
                  <a:pt x="12698" y="838"/>
                </a:cubicBezTo>
                <a:cubicBezTo>
                  <a:pt x="12884" y="937"/>
                  <a:pt x="13016" y="1074"/>
                  <a:pt x="13120" y="1252"/>
                </a:cubicBezTo>
                <a:cubicBezTo>
                  <a:pt x="13223" y="1430"/>
                  <a:pt x="13279" y="1599"/>
                  <a:pt x="13279" y="1796"/>
                </a:cubicBezTo>
                <a:lnTo>
                  <a:pt x="13279" y="3397"/>
                </a:lnTo>
                <a:cubicBezTo>
                  <a:pt x="13279" y="3466"/>
                  <a:pt x="13282" y="3523"/>
                  <a:pt x="13313" y="3582"/>
                </a:cubicBezTo>
                <a:cubicBezTo>
                  <a:pt x="13355" y="3631"/>
                  <a:pt x="13398" y="3651"/>
                  <a:pt x="13450" y="3691"/>
                </a:cubicBezTo>
                <a:cubicBezTo>
                  <a:pt x="13477" y="3722"/>
                  <a:pt x="13498" y="3761"/>
                  <a:pt x="13541" y="3789"/>
                </a:cubicBezTo>
                <a:cubicBezTo>
                  <a:pt x="13562" y="3799"/>
                  <a:pt x="13589" y="3812"/>
                  <a:pt x="13610" y="3821"/>
                </a:cubicBezTo>
                <a:cubicBezTo>
                  <a:pt x="14432" y="4057"/>
                  <a:pt x="14800" y="4310"/>
                  <a:pt x="15365" y="4692"/>
                </a:cubicBezTo>
                <a:cubicBezTo>
                  <a:pt x="15447" y="4741"/>
                  <a:pt x="15523" y="4797"/>
                  <a:pt x="15616" y="4856"/>
                </a:cubicBezTo>
                <a:cubicBezTo>
                  <a:pt x="15616" y="4856"/>
                  <a:pt x="15628" y="4867"/>
                  <a:pt x="15639" y="4867"/>
                </a:cubicBezTo>
                <a:cubicBezTo>
                  <a:pt x="15662" y="4881"/>
                  <a:pt x="15685" y="4881"/>
                  <a:pt x="15707" y="4888"/>
                </a:cubicBezTo>
                <a:cubicBezTo>
                  <a:pt x="15727" y="4905"/>
                  <a:pt x="15742" y="4926"/>
                  <a:pt x="15764" y="4943"/>
                </a:cubicBezTo>
                <a:cubicBezTo>
                  <a:pt x="15826" y="4972"/>
                  <a:pt x="15884" y="4975"/>
                  <a:pt x="15946" y="4975"/>
                </a:cubicBezTo>
                <a:cubicBezTo>
                  <a:pt x="16019" y="4975"/>
                  <a:pt x="16067" y="4972"/>
                  <a:pt x="16129" y="4943"/>
                </a:cubicBezTo>
                <a:cubicBezTo>
                  <a:pt x="16129" y="4933"/>
                  <a:pt x="16129" y="4932"/>
                  <a:pt x="16129" y="4932"/>
                </a:cubicBezTo>
                <a:lnTo>
                  <a:pt x="17565" y="4094"/>
                </a:lnTo>
                <a:cubicBezTo>
                  <a:pt x="17575" y="4094"/>
                  <a:pt x="17589" y="4083"/>
                  <a:pt x="17599" y="4083"/>
                </a:cubicBezTo>
                <a:cubicBezTo>
                  <a:pt x="17775" y="3974"/>
                  <a:pt x="17962" y="3930"/>
                  <a:pt x="18169" y="3930"/>
                </a:cubicBezTo>
                <a:cubicBezTo>
                  <a:pt x="18386" y="3930"/>
                  <a:pt x="18553" y="3974"/>
                  <a:pt x="18739" y="4083"/>
                </a:cubicBezTo>
                <a:cubicBezTo>
                  <a:pt x="18904" y="4171"/>
                  <a:pt x="19036" y="4285"/>
                  <a:pt x="19149" y="4453"/>
                </a:cubicBezTo>
                <a:lnTo>
                  <a:pt x="20529" y="6619"/>
                </a:lnTo>
                <a:cubicBezTo>
                  <a:pt x="20529" y="6619"/>
                  <a:pt x="20530" y="6631"/>
                  <a:pt x="20540" y="6641"/>
                </a:cubicBezTo>
                <a:cubicBezTo>
                  <a:pt x="20643" y="6819"/>
                  <a:pt x="20700" y="6967"/>
                  <a:pt x="20700" y="7175"/>
                </a:cubicBezTo>
                <a:cubicBezTo>
                  <a:pt x="20700" y="7372"/>
                  <a:pt x="20643" y="7552"/>
                  <a:pt x="20540" y="7730"/>
                </a:cubicBezTo>
                <a:cubicBezTo>
                  <a:pt x="20437" y="7898"/>
                  <a:pt x="20318" y="8012"/>
                  <a:pt x="20152" y="8111"/>
                </a:cubicBezTo>
                <a:lnTo>
                  <a:pt x="18716" y="8960"/>
                </a:lnTo>
                <a:cubicBezTo>
                  <a:pt x="18665" y="8990"/>
                  <a:pt x="18622" y="9020"/>
                  <a:pt x="18591" y="9069"/>
                </a:cubicBezTo>
                <a:cubicBezTo>
                  <a:pt x="18560" y="9128"/>
                  <a:pt x="18534" y="9185"/>
                  <a:pt x="18534" y="9254"/>
                </a:cubicBezTo>
                <a:cubicBezTo>
                  <a:pt x="18534" y="9313"/>
                  <a:pt x="18560" y="9358"/>
                  <a:pt x="18591" y="9417"/>
                </a:cubicBezTo>
                <a:cubicBezTo>
                  <a:pt x="18604" y="9438"/>
                  <a:pt x="18629" y="9453"/>
                  <a:pt x="18648" y="9472"/>
                </a:cubicBezTo>
                <a:cubicBezTo>
                  <a:pt x="18704" y="9890"/>
                  <a:pt x="18739" y="10257"/>
                  <a:pt x="18739" y="10680"/>
                </a:cubicBezTo>
                <a:lnTo>
                  <a:pt x="18739" y="10702"/>
                </a:lnTo>
                <a:cubicBezTo>
                  <a:pt x="18739" y="10959"/>
                  <a:pt x="18735" y="11470"/>
                  <a:pt x="18716" y="11725"/>
                </a:cubicBezTo>
                <a:cubicBezTo>
                  <a:pt x="18699" y="11745"/>
                  <a:pt x="18672" y="11759"/>
                  <a:pt x="18659" y="11780"/>
                </a:cubicBezTo>
                <a:cubicBezTo>
                  <a:pt x="18628" y="11839"/>
                  <a:pt x="18614" y="11884"/>
                  <a:pt x="18614" y="11943"/>
                </a:cubicBezTo>
                <a:cubicBezTo>
                  <a:pt x="18614" y="12012"/>
                  <a:pt x="18628" y="12068"/>
                  <a:pt x="18659" y="12117"/>
                </a:cubicBezTo>
                <a:cubicBezTo>
                  <a:pt x="18690" y="12177"/>
                  <a:pt x="18734" y="12209"/>
                  <a:pt x="18796" y="12248"/>
                </a:cubicBezTo>
                <a:lnTo>
                  <a:pt x="18807" y="12248"/>
                </a:lnTo>
                <a:lnTo>
                  <a:pt x="20278" y="13021"/>
                </a:lnTo>
                <a:cubicBezTo>
                  <a:pt x="20288" y="13021"/>
                  <a:pt x="20302" y="13022"/>
                  <a:pt x="20312" y="13032"/>
                </a:cubicBezTo>
                <a:cubicBezTo>
                  <a:pt x="20488" y="13131"/>
                  <a:pt x="20619" y="13267"/>
                  <a:pt x="20722" y="13435"/>
                </a:cubicBezTo>
                <a:cubicBezTo>
                  <a:pt x="20836" y="13612"/>
                  <a:pt x="20882" y="13782"/>
                  <a:pt x="20882" y="13979"/>
                </a:cubicBezTo>
                <a:cubicBezTo>
                  <a:pt x="20882" y="14166"/>
                  <a:pt x="20838" y="14334"/>
                  <a:pt x="20745" y="14502"/>
                </a:cubicBezTo>
                <a:lnTo>
                  <a:pt x="19491" y="16723"/>
                </a:lnTo>
                <a:cubicBezTo>
                  <a:pt x="19481" y="16732"/>
                  <a:pt x="19479" y="16745"/>
                  <a:pt x="19468" y="16755"/>
                </a:cubicBezTo>
                <a:cubicBezTo>
                  <a:pt x="19365" y="16933"/>
                  <a:pt x="19244" y="17049"/>
                  <a:pt x="19058" y="17147"/>
                </a:cubicBezTo>
                <a:cubicBezTo>
                  <a:pt x="18872" y="17256"/>
                  <a:pt x="18695" y="17289"/>
                  <a:pt x="18488" y="17289"/>
                </a:cubicBezTo>
                <a:cubicBezTo>
                  <a:pt x="18282" y="17289"/>
                  <a:pt x="18117" y="17258"/>
                  <a:pt x="17941" y="17169"/>
                </a:cubicBezTo>
                <a:lnTo>
                  <a:pt x="16448" y="16396"/>
                </a:lnTo>
                <a:cubicBezTo>
                  <a:pt x="16445" y="16394"/>
                  <a:pt x="16440" y="16398"/>
                  <a:pt x="16437" y="16396"/>
                </a:cubicBezTo>
                <a:cubicBezTo>
                  <a:pt x="16414" y="16375"/>
                  <a:pt x="16399" y="16351"/>
                  <a:pt x="16368" y="16331"/>
                </a:cubicBezTo>
                <a:cubicBezTo>
                  <a:pt x="16316" y="16301"/>
                  <a:pt x="16258" y="16287"/>
                  <a:pt x="16186" y="16287"/>
                </a:cubicBezTo>
                <a:cubicBezTo>
                  <a:pt x="16124" y="16287"/>
                  <a:pt x="16055" y="16301"/>
                  <a:pt x="16003" y="16331"/>
                </a:cubicBezTo>
                <a:cubicBezTo>
                  <a:pt x="15983" y="16341"/>
                  <a:pt x="15979" y="16354"/>
                  <a:pt x="15958" y="16374"/>
                </a:cubicBezTo>
                <a:cubicBezTo>
                  <a:pt x="15336" y="16863"/>
                  <a:pt x="14478" y="17315"/>
                  <a:pt x="13689" y="17604"/>
                </a:cubicBezTo>
                <a:cubicBezTo>
                  <a:pt x="13669" y="17614"/>
                  <a:pt x="13665" y="17616"/>
                  <a:pt x="13644" y="17626"/>
                </a:cubicBezTo>
                <a:cubicBezTo>
                  <a:pt x="13623" y="17639"/>
                  <a:pt x="13615" y="17656"/>
                  <a:pt x="13598" y="17670"/>
                </a:cubicBezTo>
                <a:cubicBezTo>
                  <a:pt x="13548" y="17676"/>
                  <a:pt x="13500" y="17678"/>
                  <a:pt x="13450" y="17702"/>
                </a:cubicBezTo>
                <a:cubicBezTo>
                  <a:pt x="13398" y="17732"/>
                  <a:pt x="13355" y="17784"/>
                  <a:pt x="13313" y="17833"/>
                </a:cubicBezTo>
                <a:cubicBezTo>
                  <a:pt x="13282" y="17892"/>
                  <a:pt x="13279" y="17948"/>
                  <a:pt x="13279" y="18007"/>
                </a:cubicBezTo>
                <a:lnTo>
                  <a:pt x="13279" y="19815"/>
                </a:lnTo>
                <a:cubicBezTo>
                  <a:pt x="13279" y="20012"/>
                  <a:pt x="13223" y="20181"/>
                  <a:pt x="13120" y="20359"/>
                </a:cubicBezTo>
                <a:cubicBezTo>
                  <a:pt x="13016" y="20536"/>
                  <a:pt x="12884" y="20663"/>
                  <a:pt x="12698" y="20762"/>
                </a:cubicBezTo>
                <a:cubicBezTo>
                  <a:pt x="12522" y="20870"/>
                  <a:pt x="12335" y="20903"/>
                  <a:pt x="12128" y="20903"/>
                </a:cubicBezTo>
                <a:lnTo>
                  <a:pt x="9483" y="20903"/>
                </a:lnTo>
                <a:cubicBezTo>
                  <a:pt x="9277" y="20903"/>
                  <a:pt x="9100" y="20870"/>
                  <a:pt x="8914" y="20762"/>
                </a:cubicBezTo>
                <a:cubicBezTo>
                  <a:pt x="8728" y="20663"/>
                  <a:pt x="8607" y="20536"/>
                  <a:pt x="8503" y="20359"/>
                </a:cubicBezTo>
                <a:cubicBezTo>
                  <a:pt x="8390" y="20181"/>
                  <a:pt x="8344" y="20012"/>
                  <a:pt x="8344" y="19815"/>
                </a:cubicBezTo>
                <a:lnTo>
                  <a:pt x="8344" y="18007"/>
                </a:lnTo>
                <a:cubicBezTo>
                  <a:pt x="8344" y="18000"/>
                  <a:pt x="8344" y="17992"/>
                  <a:pt x="8344" y="17985"/>
                </a:cubicBezTo>
                <a:cubicBezTo>
                  <a:pt x="8358" y="17971"/>
                  <a:pt x="8375" y="17962"/>
                  <a:pt x="8389" y="17942"/>
                </a:cubicBezTo>
                <a:cubicBezTo>
                  <a:pt x="8420" y="17893"/>
                  <a:pt x="8423" y="17837"/>
                  <a:pt x="8423" y="17768"/>
                </a:cubicBezTo>
                <a:cubicBezTo>
                  <a:pt x="8423" y="17709"/>
                  <a:pt x="8420" y="17663"/>
                  <a:pt x="8389" y="17604"/>
                </a:cubicBezTo>
                <a:cubicBezTo>
                  <a:pt x="8348" y="17555"/>
                  <a:pt x="8304" y="17503"/>
                  <a:pt x="8252" y="17474"/>
                </a:cubicBezTo>
                <a:cubicBezTo>
                  <a:pt x="8242" y="17464"/>
                  <a:pt x="8228" y="17462"/>
                  <a:pt x="8207" y="17452"/>
                </a:cubicBezTo>
                <a:cubicBezTo>
                  <a:pt x="7896" y="17324"/>
                  <a:pt x="7630" y="17196"/>
                  <a:pt x="7341" y="17038"/>
                </a:cubicBezTo>
                <a:cubicBezTo>
                  <a:pt x="6999" y="16851"/>
                  <a:pt x="6728" y="16678"/>
                  <a:pt x="6417" y="16461"/>
                </a:cubicBezTo>
                <a:cubicBezTo>
                  <a:pt x="6407" y="16451"/>
                  <a:pt x="6405" y="16438"/>
                  <a:pt x="6395" y="16429"/>
                </a:cubicBezTo>
                <a:cubicBezTo>
                  <a:pt x="6332" y="16399"/>
                  <a:pt x="6263" y="16374"/>
                  <a:pt x="6201" y="16374"/>
                </a:cubicBezTo>
                <a:cubicBezTo>
                  <a:pt x="6139" y="16374"/>
                  <a:pt x="6082" y="16399"/>
                  <a:pt x="6030" y="16429"/>
                </a:cubicBezTo>
                <a:cubicBezTo>
                  <a:pt x="5978" y="16453"/>
                  <a:pt x="5945" y="16497"/>
                  <a:pt x="5916" y="16537"/>
                </a:cubicBezTo>
                <a:cubicBezTo>
                  <a:pt x="5897" y="16534"/>
                  <a:pt x="5879" y="16527"/>
                  <a:pt x="5859" y="16527"/>
                </a:cubicBezTo>
                <a:cubicBezTo>
                  <a:pt x="5786" y="16527"/>
                  <a:pt x="5727" y="16531"/>
                  <a:pt x="5665" y="16570"/>
                </a:cubicBezTo>
                <a:lnTo>
                  <a:pt x="4046" y="17517"/>
                </a:lnTo>
                <a:cubicBezTo>
                  <a:pt x="4036" y="17517"/>
                  <a:pt x="4034" y="17528"/>
                  <a:pt x="4024" y="17528"/>
                </a:cubicBezTo>
                <a:cubicBezTo>
                  <a:pt x="3838" y="17627"/>
                  <a:pt x="3649" y="17681"/>
                  <a:pt x="3442" y="17681"/>
                </a:cubicBezTo>
                <a:cubicBezTo>
                  <a:pt x="3225" y="17681"/>
                  <a:pt x="3058" y="17627"/>
                  <a:pt x="2872" y="17528"/>
                </a:cubicBezTo>
                <a:cubicBezTo>
                  <a:pt x="2697" y="17439"/>
                  <a:pt x="2577" y="17326"/>
                  <a:pt x="2473" y="17158"/>
                </a:cubicBezTo>
                <a:lnTo>
                  <a:pt x="1094" y="14992"/>
                </a:lnTo>
                <a:cubicBezTo>
                  <a:pt x="1094" y="14992"/>
                  <a:pt x="1083" y="14980"/>
                  <a:pt x="1083" y="14970"/>
                </a:cubicBezTo>
                <a:cubicBezTo>
                  <a:pt x="969" y="14792"/>
                  <a:pt x="923" y="14644"/>
                  <a:pt x="923" y="14436"/>
                </a:cubicBezTo>
                <a:cubicBezTo>
                  <a:pt x="923" y="14239"/>
                  <a:pt x="969" y="14059"/>
                  <a:pt x="1083" y="13881"/>
                </a:cubicBezTo>
                <a:cubicBezTo>
                  <a:pt x="1176" y="13713"/>
                  <a:pt x="1295" y="13588"/>
                  <a:pt x="1470" y="13489"/>
                </a:cubicBezTo>
                <a:lnTo>
                  <a:pt x="3089" y="12542"/>
                </a:lnTo>
                <a:cubicBezTo>
                  <a:pt x="3130" y="12518"/>
                  <a:pt x="3152" y="12491"/>
                  <a:pt x="3180" y="12455"/>
                </a:cubicBezTo>
                <a:cubicBezTo>
                  <a:pt x="3184" y="12455"/>
                  <a:pt x="3188" y="12455"/>
                  <a:pt x="3192" y="12455"/>
                </a:cubicBezTo>
                <a:cubicBezTo>
                  <a:pt x="3222" y="12455"/>
                  <a:pt x="3239" y="12454"/>
                  <a:pt x="3260" y="12444"/>
                </a:cubicBezTo>
                <a:cubicBezTo>
                  <a:pt x="3301" y="12434"/>
                  <a:pt x="3333" y="12420"/>
                  <a:pt x="3374" y="12400"/>
                </a:cubicBezTo>
                <a:cubicBezTo>
                  <a:pt x="3425" y="12371"/>
                  <a:pt x="3470" y="12329"/>
                  <a:pt x="3511" y="12270"/>
                </a:cubicBezTo>
                <a:cubicBezTo>
                  <a:pt x="3541" y="12220"/>
                  <a:pt x="3545" y="12166"/>
                  <a:pt x="3545" y="12106"/>
                </a:cubicBezTo>
                <a:cubicBezTo>
                  <a:pt x="3545" y="12077"/>
                  <a:pt x="3545" y="12050"/>
                  <a:pt x="3545" y="12030"/>
                </a:cubicBezTo>
                <a:cubicBezTo>
                  <a:pt x="3453" y="11624"/>
                  <a:pt x="3454" y="11291"/>
                  <a:pt x="3454" y="10854"/>
                </a:cubicBezTo>
                <a:lnTo>
                  <a:pt x="3454" y="10691"/>
                </a:lnTo>
                <a:cubicBezTo>
                  <a:pt x="3454" y="10443"/>
                  <a:pt x="3479" y="10200"/>
                  <a:pt x="3499" y="9962"/>
                </a:cubicBezTo>
                <a:cubicBezTo>
                  <a:pt x="3499" y="9952"/>
                  <a:pt x="3499" y="9939"/>
                  <a:pt x="3499" y="9929"/>
                </a:cubicBezTo>
                <a:cubicBezTo>
                  <a:pt x="3499" y="9870"/>
                  <a:pt x="3473" y="9815"/>
                  <a:pt x="3442" y="9766"/>
                </a:cubicBezTo>
                <a:cubicBezTo>
                  <a:pt x="3401" y="9706"/>
                  <a:pt x="3380" y="9665"/>
                  <a:pt x="3328" y="9635"/>
                </a:cubicBezTo>
                <a:cubicBezTo>
                  <a:pt x="3267" y="9605"/>
                  <a:pt x="3196" y="9581"/>
                  <a:pt x="3135" y="9581"/>
                </a:cubicBezTo>
                <a:cubicBezTo>
                  <a:pt x="3130" y="9581"/>
                  <a:pt x="3127" y="9581"/>
                  <a:pt x="3123" y="9581"/>
                </a:cubicBezTo>
                <a:cubicBezTo>
                  <a:pt x="3087" y="9530"/>
                  <a:pt x="3056" y="9488"/>
                  <a:pt x="3009" y="9461"/>
                </a:cubicBezTo>
                <a:cubicBezTo>
                  <a:pt x="2999" y="9461"/>
                  <a:pt x="2998" y="9461"/>
                  <a:pt x="2998" y="9461"/>
                </a:cubicBezTo>
                <a:lnTo>
                  <a:pt x="1322" y="8590"/>
                </a:lnTo>
                <a:cubicBezTo>
                  <a:pt x="1322" y="8590"/>
                  <a:pt x="1321" y="8579"/>
                  <a:pt x="1311" y="8579"/>
                </a:cubicBezTo>
                <a:cubicBezTo>
                  <a:pt x="1125" y="8480"/>
                  <a:pt x="981" y="8344"/>
                  <a:pt x="878" y="8176"/>
                </a:cubicBezTo>
                <a:cubicBezTo>
                  <a:pt x="774" y="7999"/>
                  <a:pt x="729" y="7829"/>
                  <a:pt x="729" y="7632"/>
                </a:cubicBezTo>
                <a:cubicBezTo>
                  <a:pt x="730" y="7444"/>
                  <a:pt x="785" y="7277"/>
                  <a:pt x="878" y="7109"/>
                </a:cubicBezTo>
                <a:lnTo>
                  <a:pt x="2132" y="4888"/>
                </a:lnTo>
                <a:cubicBezTo>
                  <a:pt x="2132" y="4878"/>
                  <a:pt x="2143" y="4866"/>
                  <a:pt x="2143" y="4856"/>
                </a:cubicBezTo>
                <a:cubicBezTo>
                  <a:pt x="2246" y="4678"/>
                  <a:pt x="2379" y="4551"/>
                  <a:pt x="2565" y="4453"/>
                </a:cubicBezTo>
                <a:cubicBezTo>
                  <a:pt x="2740" y="4344"/>
                  <a:pt x="2928" y="4322"/>
                  <a:pt x="3135" y="4322"/>
                </a:cubicBezTo>
                <a:cubicBezTo>
                  <a:pt x="3331" y="4322"/>
                  <a:pt x="3506" y="4353"/>
                  <a:pt x="3682" y="4442"/>
                </a:cubicBezTo>
                <a:lnTo>
                  <a:pt x="5346" y="5302"/>
                </a:lnTo>
                <a:cubicBezTo>
                  <a:pt x="5398" y="5332"/>
                  <a:pt x="5466" y="5346"/>
                  <a:pt x="5528" y="5346"/>
                </a:cubicBezTo>
                <a:cubicBezTo>
                  <a:pt x="5537" y="5346"/>
                  <a:pt x="5543" y="5335"/>
                  <a:pt x="5551" y="5335"/>
                </a:cubicBezTo>
                <a:cubicBezTo>
                  <a:pt x="5555" y="5337"/>
                  <a:pt x="5558" y="5343"/>
                  <a:pt x="5562" y="5346"/>
                </a:cubicBezTo>
                <a:cubicBezTo>
                  <a:pt x="5624" y="5375"/>
                  <a:pt x="5673" y="5400"/>
                  <a:pt x="5745" y="5400"/>
                </a:cubicBezTo>
                <a:cubicBezTo>
                  <a:pt x="5807" y="5400"/>
                  <a:pt x="5864" y="5375"/>
                  <a:pt x="5916" y="5346"/>
                </a:cubicBezTo>
                <a:cubicBezTo>
                  <a:pt x="5936" y="5336"/>
                  <a:pt x="5964" y="5322"/>
                  <a:pt x="5984" y="5302"/>
                </a:cubicBezTo>
                <a:cubicBezTo>
                  <a:pt x="6416" y="4926"/>
                  <a:pt x="6802" y="4633"/>
                  <a:pt x="7306" y="4366"/>
                </a:cubicBezTo>
                <a:cubicBezTo>
                  <a:pt x="7574" y="4217"/>
                  <a:pt x="7826" y="4093"/>
                  <a:pt x="8104" y="3974"/>
                </a:cubicBezTo>
                <a:cubicBezTo>
                  <a:pt x="8125" y="3974"/>
                  <a:pt x="8141" y="3973"/>
                  <a:pt x="8161" y="3963"/>
                </a:cubicBezTo>
                <a:cubicBezTo>
                  <a:pt x="8213" y="3933"/>
                  <a:pt x="8257" y="3882"/>
                  <a:pt x="8298" y="3832"/>
                </a:cubicBezTo>
                <a:cubicBezTo>
                  <a:pt x="8329" y="3773"/>
                  <a:pt x="8332" y="3718"/>
                  <a:pt x="8332" y="3658"/>
                </a:cubicBezTo>
                <a:cubicBezTo>
                  <a:pt x="8332" y="3610"/>
                  <a:pt x="8322" y="3577"/>
                  <a:pt x="8309" y="3538"/>
                </a:cubicBezTo>
                <a:cubicBezTo>
                  <a:pt x="8329" y="3495"/>
                  <a:pt x="8344" y="3450"/>
                  <a:pt x="8344" y="3397"/>
                </a:cubicBezTo>
                <a:lnTo>
                  <a:pt x="8344" y="1796"/>
                </a:lnTo>
                <a:cubicBezTo>
                  <a:pt x="8344" y="1599"/>
                  <a:pt x="8390" y="1430"/>
                  <a:pt x="8503" y="1252"/>
                </a:cubicBezTo>
                <a:cubicBezTo>
                  <a:pt x="8607" y="1074"/>
                  <a:pt x="8728" y="937"/>
                  <a:pt x="8914" y="838"/>
                </a:cubicBezTo>
                <a:cubicBezTo>
                  <a:pt x="9100" y="740"/>
                  <a:pt x="9277" y="697"/>
                  <a:pt x="9483" y="697"/>
                </a:cubicBezTo>
                <a:close/>
                <a:moveTo>
                  <a:pt x="11113" y="7011"/>
                </a:moveTo>
                <a:cubicBezTo>
                  <a:pt x="10412" y="7011"/>
                  <a:pt x="9830" y="7167"/>
                  <a:pt x="9221" y="7512"/>
                </a:cubicBezTo>
                <a:cubicBezTo>
                  <a:pt x="8603" y="7847"/>
                  <a:pt x="8170" y="8260"/>
                  <a:pt x="7819" y="8851"/>
                </a:cubicBezTo>
                <a:cubicBezTo>
                  <a:pt x="7458" y="9432"/>
                  <a:pt x="7295" y="10001"/>
                  <a:pt x="7295" y="10680"/>
                </a:cubicBezTo>
                <a:cubicBezTo>
                  <a:pt x="7295" y="11350"/>
                  <a:pt x="7458" y="11907"/>
                  <a:pt x="7819" y="12487"/>
                </a:cubicBezTo>
                <a:cubicBezTo>
                  <a:pt x="8170" y="13078"/>
                  <a:pt x="8603" y="13492"/>
                  <a:pt x="9221" y="13827"/>
                </a:cubicBezTo>
                <a:cubicBezTo>
                  <a:pt x="9830" y="14171"/>
                  <a:pt x="10423" y="14327"/>
                  <a:pt x="11113" y="14327"/>
                </a:cubicBezTo>
                <a:cubicBezTo>
                  <a:pt x="11825" y="14327"/>
                  <a:pt x="12420" y="14171"/>
                  <a:pt x="13028" y="13827"/>
                </a:cubicBezTo>
                <a:cubicBezTo>
                  <a:pt x="13637" y="13492"/>
                  <a:pt x="14080" y="13068"/>
                  <a:pt x="14430" y="12487"/>
                </a:cubicBezTo>
                <a:cubicBezTo>
                  <a:pt x="14781" y="11907"/>
                  <a:pt x="14943" y="11340"/>
                  <a:pt x="14943" y="10680"/>
                </a:cubicBezTo>
                <a:cubicBezTo>
                  <a:pt x="14943" y="10001"/>
                  <a:pt x="14791" y="9432"/>
                  <a:pt x="14430" y="8851"/>
                </a:cubicBezTo>
                <a:cubicBezTo>
                  <a:pt x="14080" y="8260"/>
                  <a:pt x="13647" y="7847"/>
                  <a:pt x="13028" y="7512"/>
                </a:cubicBezTo>
                <a:cubicBezTo>
                  <a:pt x="12420" y="7167"/>
                  <a:pt x="11825" y="7011"/>
                  <a:pt x="11113" y="7011"/>
                </a:cubicBezTo>
                <a:close/>
                <a:moveTo>
                  <a:pt x="11113" y="7708"/>
                </a:moveTo>
                <a:cubicBezTo>
                  <a:pt x="11691" y="7708"/>
                  <a:pt x="12180" y="7834"/>
                  <a:pt x="12675" y="8100"/>
                </a:cubicBezTo>
                <a:cubicBezTo>
                  <a:pt x="13170" y="8376"/>
                  <a:pt x="13526" y="8716"/>
                  <a:pt x="13815" y="9189"/>
                </a:cubicBezTo>
                <a:cubicBezTo>
                  <a:pt x="14093" y="9661"/>
                  <a:pt x="14225" y="10129"/>
                  <a:pt x="14225" y="10680"/>
                </a:cubicBezTo>
                <a:cubicBezTo>
                  <a:pt x="14225" y="11212"/>
                  <a:pt x="14104" y="11677"/>
                  <a:pt x="13815" y="12150"/>
                </a:cubicBezTo>
                <a:cubicBezTo>
                  <a:pt x="13526" y="12632"/>
                  <a:pt x="13170" y="12963"/>
                  <a:pt x="12675" y="13239"/>
                </a:cubicBezTo>
                <a:cubicBezTo>
                  <a:pt x="12180" y="13514"/>
                  <a:pt x="11691" y="13631"/>
                  <a:pt x="11113" y="13631"/>
                </a:cubicBezTo>
                <a:cubicBezTo>
                  <a:pt x="10546" y="13631"/>
                  <a:pt x="10070" y="13514"/>
                  <a:pt x="9575" y="13239"/>
                </a:cubicBezTo>
                <a:cubicBezTo>
                  <a:pt x="9070" y="12963"/>
                  <a:pt x="8723" y="12632"/>
                  <a:pt x="8435" y="12150"/>
                </a:cubicBezTo>
                <a:cubicBezTo>
                  <a:pt x="8146" y="11677"/>
                  <a:pt x="8024" y="11222"/>
                  <a:pt x="8024" y="10680"/>
                </a:cubicBezTo>
                <a:cubicBezTo>
                  <a:pt x="8024" y="10129"/>
                  <a:pt x="8146" y="9661"/>
                  <a:pt x="8435" y="9189"/>
                </a:cubicBezTo>
                <a:cubicBezTo>
                  <a:pt x="8723" y="8716"/>
                  <a:pt x="9070" y="8376"/>
                  <a:pt x="9575" y="8100"/>
                </a:cubicBezTo>
                <a:cubicBezTo>
                  <a:pt x="10070" y="7824"/>
                  <a:pt x="10557" y="7708"/>
                  <a:pt x="11113" y="7708"/>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59" name="形状">
            <a:extLst>
              <a:ext uri="{FF2B5EF4-FFF2-40B4-BE49-F238E27FC236}">
                <a16:creationId xmlns:a16="http://schemas.microsoft.com/office/drawing/2014/main" id="{8F4740D6-78B1-7649-95B7-31CB6A0DA52A}"/>
              </a:ext>
            </a:extLst>
          </p:cNvPr>
          <p:cNvSpPr/>
          <p:nvPr/>
        </p:nvSpPr>
        <p:spPr>
          <a:xfrm>
            <a:off x="6302942" y="5133127"/>
            <a:ext cx="441585" cy="341748"/>
          </a:xfrm>
          <a:custGeom>
            <a:avLst/>
            <a:gdLst/>
            <a:ahLst/>
            <a:cxnLst>
              <a:cxn ang="0">
                <a:pos x="wd2" y="hd2"/>
              </a:cxn>
              <a:cxn ang="5400000">
                <a:pos x="wd2" y="hd2"/>
              </a:cxn>
              <a:cxn ang="10800000">
                <a:pos x="wd2" y="hd2"/>
              </a:cxn>
              <a:cxn ang="16200000">
                <a:pos x="wd2" y="hd2"/>
              </a:cxn>
            </a:cxnLst>
            <a:rect l="0" t="0" r="r" b="b"/>
            <a:pathLst>
              <a:path w="21600" h="21529" extrusionOk="0">
                <a:moveTo>
                  <a:pt x="10650" y="0"/>
                </a:moveTo>
                <a:cubicBezTo>
                  <a:pt x="7564" y="0"/>
                  <a:pt x="4870" y="2538"/>
                  <a:pt x="3844" y="6215"/>
                </a:cubicBezTo>
                <a:cubicBezTo>
                  <a:pt x="1609" y="7037"/>
                  <a:pt x="0" y="9643"/>
                  <a:pt x="0" y="12706"/>
                </a:cubicBezTo>
                <a:cubicBezTo>
                  <a:pt x="0" y="16455"/>
                  <a:pt x="2358" y="19509"/>
                  <a:pt x="5257" y="19509"/>
                </a:cubicBezTo>
                <a:lnTo>
                  <a:pt x="7823" y="19509"/>
                </a:lnTo>
                <a:cubicBezTo>
                  <a:pt x="8078" y="19509"/>
                  <a:pt x="8278" y="19225"/>
                  <a:pt x="8278" y="18896"/>
                </a:cubicBezTo>
                <a:cubicBezTo>
                  <a:pt x="8278" y="18566"/>
                  <a:pt x="8078" y="18308"/>
                  <a:pt x="7823" y="18308"/>
                </a:cubicBezTo>
                <a:lnTo>
                  <a:pt x="5257" y="18308"/>
                </a:lnTo>
                <a:cubicBezTo>
                  <a:pt x="2859" y="18308"/>
                  <a:pt x="929" y="15796"/>
                  <a:pt x="929" y="12706"/>
                </a:cubicBezTo>
                <a:cubicBezTo>
                  <a:pt x="929" y="10069"/>
                  <a:pt x="2339" y="7821"/>
                  <a:pt x="4289" y="7253"/>
                </a:cubicBezTo>
                <a:cubicBezTo>
                  <a:pt x="4331" y="7240"/>
                  <a:pt x="4350" y="7191"/>
                  <a:pt x="4386" y="7166"/>
                </a:cubicBezTo>
                <a:cubicBezTo>
                  <a:pt x="4404" y="7155"/>
                  <a:pt x="4417" y="7142"/>
                  <a:pt x="4434" y="7128"/>
                </a:cubicBezTo>
                <a:cubicBezTo>
                  <a:pt x="4509" y="7059"/>
                  <a:pt x="4557" y="6986"/>
                  <a:pt x="4589" y="6878"/>
                </a:cubicBezTo>
                <a:cubicBezTo>
                  <a:pt x="4600" y="6851"/>
                  <a:pt x="4630" y="6846"/>
                  <a:pt x="4638" y="6816"/>
                </a:cubicBezTo>
                <a:cubicBezTo>
                  <a:pt x="5480" y="3487"/>
                  <a:pt x="7894" y="1201"/>
                  <a:pt x="10650" y="1201"/>
                </a:cubicBezTo>
                <a:cubicBezTo>
                  <a:pt x="13353" y="1201"/>
                  <a:pt x="15737" y="3416"/>
                  <a:pt x="16624" y="6665"/>
                </a:cubicBezTo>
                <a:cubicBezTo>
                  <a:pt x="16643" y="6734"/>
                  <a:pt x="16695" y="6763"/>
                  <a:pt x="16730" y="6816"/>
                </a:cubicBezTo>
                <a:cubicBezTo>
                  <a:pt x="16791" y="6995"/>
                  <a:pt x="16892" y="7154"/>
                  <a:pt x="17050" y="7191"/>
                </a:cubicBezTo>
                <a:cubicBezTo>
                  <a:pt x="19132" y="7623"/>
                  <a:pt x="20680" y="9944"/>
                  <a:pt x="20680" y="12706"/>
                </a:cubicBezTo>
                <a:cubicBezTo>
                  <a:pt x="20680" y="15796"/>
                  <a:pt x="18752" y="18308"/>
                  <a:pt x="16362" y="18308"/>
                </a:cubicBezTo>
                <a:lnTo>
                  <a:pt x="13438" y="18308"/>
                </a:lnTo>
                <a:lnTo>
                  <a:pt x="14697" y="16870"/>
                </a:lnTo>
                <a:cubicBezTo>
                  <a:pt x="14889" y="16643"/>
                  <a:pt x="14902" y="16270"/>
                  <a:pt x="14736" y="16032"/>
                </a:cubicBezTo>
                <a:cubicBezTo>
                  <a:pt x="14570" y="15783"/>
                  <a:pt x="14280" y="15767"/>
                  <a:pt x="14097" y="15982"/>
                </a:cubicBezTo>
                <a:lnTo>
                  <a:pt x="12102" y="18258"/>
                </a:lnTo>
                <a:cubicBezTo>
                  <a:pt x="11893" y="18496"/>
                  <a:pt x="11893" y="18920"/>
                  <a:pt x="12102" y="19159"/>
                </a:cubicBezTo>
                <a:lnTo>
                  <a:pt x="14097" y="21385"/>
                </a:lnTo>
                <a:cubicBezTo>
                  <a:pt x="14289" y="21600"/>
                  <a:pt x="14570" y="21572"/>
                  <a:pt x="14736" y="21322"/>
                </a:cubicBezTo>
                <a:cubicBezTo>
                  <a:pt x="14901" y="21084"/>
                  <a:pt x="14889" y="20700"/>
                  <a:pt x="14697" y="20484"/>
                </a:cubicBezTo>
                <a:lnTo>
                  <a:pt x="13826" y="19509"/>
                </a:lnTo>
                <a:lnTo>
                  <a:pt x="16362" y="19509"/>
                </a:lnTo>
                <a:cubicBezTo>
                  <a:pt x="19261" y="19509"/>
                  <a:pt x="21600" y="16455"/>
                  <a:pt x="21600" y="12706"/>
                </a:cubicBezTo>
                <a:cubicBezTo>
                  <a:pt x="21600" y="9466"/>
                  <a:pt x="19831" y="6719"/>
                  <a:pt x="17417" y="6078"/>
                </a:cubicBezTo>
                <a:cubicBezTo>
                  <a:pt x="16367" y="2460"/>
                  <a:pt x="13693" y="0"/>
                  <a:pt x="10650" y="0"/>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0" name="形状">
            <a:extLst>
              <a:ext uri="{FF2B5EF4-FFF2-40B4-BE49-F238E27FC236}">
                <a16:creationId xmlns:a16="http://schemas.microsoft.com/office/drawing/2014/main" id="{DB7EDBC2-481C-3545-9DF0-01D3A397D27B}"/>
              </a:ext>
            </a:extLst>
          </p:cNvPr>
          <p:cNvSpPr/>
          <p:nvPr/>
        </p:nvSpPr>
        <p:spPr>
          <a:xfrm>
            <a:off x="3198408" y="3339909"/>
            <a:ext cx="445424" cy="397427"/>
          </a:xfrm>
          <a:custGeom>
            <a:avLst/>
            <a:gdLst/>
            <a:ahLst/>
            <a:cxnLst>
              <a:cxn ang="0">
                <a:pos x="wd2" y="hd2"/>
              </a:cxn>
              <a:cxn ang="5400000">
                <a:pos x="wd2" y="hd2"/>
              </a:cxn>
              <a:cxn ang="10800000">
                <a:pos x="wd2" y="hd2"/>
              </a:cxn>
              <a:cxn ang="16200000">
                <a:pos x="wd2" y="hd2"/>
              </a:cxn>
            </a:cxnLst>
            <a:rect l="0" t="0" r="r" b="b"/>
            <a:pathLst>
              <a:path w="21437" h="21600" extrusionOk="0">
                <a:moveTo>
                  <a:pt x="10719" y="0"/>
                </a:moveTo>
                <a:cubicBezTo>
                  <a:pt x="10641" y="0"/>
                  <a:pt x="10579" y="26"/>
                  <a:pt x="10509" y="65"/>
                </a:cubicBezTo>
                <a:lnTo>
                  <a:pt x="248" y="6090"/>
                </a:lnTo>
                <a:cubicBezTo>
                  <a:pt x="-80" y="6286"/>
                  <a:pt x="-81" y="6800"/>
                  <a:pt x="239" y="6995"/>
                </a:cubicBezTo>
                <a:lnTo>
                  <a:pt x="3459" y="8903"/>
                </a:lnTo>
                <a:lnTo>
                  <a:pt x="3459" y="17515"/>
                </a:lnTo>
                <a:cubicBezTo>
                  <a:pt x="3459" y="17603"/>
                  <a:pt x="3483" y="17695"/>
                  <a:pt x="3526" y="17774"/>
                </a:cubicBezTo>
                <a:cubicBezTo>
                  <a:pt x="3569" y="17852"/>
                  <a:pt x="3619" y="17908"/>
                  <a:pt x="3688" y="17957"/>
                </a:cubicBezTo>
                <a:cubicBezTo>
                  <a:pt x="3696" y="17967"/>
                  <a:pt x="3708" y="17969"/>
                  <a:pt x="3716" y="17978"/>
                </a:cubicBezTo>
                <a:lnTo>
                  <a:pt x="10024" y="21546"/>
                </a:lnTo>
                <a:cubicBezTo>
                  <a:pt x="10093" y="21575"/>
                  <a:pt x="10155" y="21600"/>
                  <a:pt x="10233" y="21600"/>
                </a:cubicBezTo>
                <a:cubicBezTo>
                  <a:pt x="10302" y="21600"/>
                  <a:pt x="10363" y="21585"/>
                  <a:pt x="10424" y="21546"/>
                </a:cubicBezTo>
                <a:lnTo>
                  <a:pt x="17140" y="17978"/>
                </a:lnTo>
                <a:cubicBezTo>
                  <a:pt x="17149" y="17978"/>
                  <a:pt x="17161" y="17967"/>
                  <a:pt x="17179" y="17957"/>
                </a:cubicBezTo>
                <a:cubicBezTo>
                  <a:pt x="17248" y="17908"/>
                  <a:pt x="17297" y="17852"/>
                  <a:pt x="17341" y="17774"/>
                </a:cubicBezTo>
                <a:cubicBezTo>
                  <a:pt x="17384" y="17695"/>
                  <a:pt x="17398" y="17603"/>
                  <a:pt x="17398" y="17515"/>
                </a:cubicBezTo>
                <a:lnTo>
                  <a:pt x="17398" y="9248"/>
                </a:lnTo>
                <a:lnTo>
                  <a:pt x="21199" y="6995"/>
                </a:lnTo>
                <a:cubicBezTo>
                  <a:pt x="21519" y="6800"/>
                  <a:pt x="21518" y="6286"/>
                  <a:pt x="21190" y="6090"/>
                </a:cubicBezTo>
                <a:lnTo>
                  <a:pt x="10929" y="65"/>
                </a:lnTo>
                <a:cubicBezTo>
                  <a:pt x="10859" y="26"/>
                  <a:pt x="10788" y="0"/>
                  <a:pt x="10719" y="0"/>
                </a:cubicBezTo>
                <a:close/>
                <a:moveTo>
                  <a:pt x="10719" y="1099"/>
                </a:moveTo>
                <a:lnTo>
                  <a:pt x="20008" y="6553"/>
                </a:lnTo>
                <a:lnTo>
                  <a:pt x="10719" y="12050"/>
                </a:lnTo>
                <a:lnTo>
                  <a:pt x="1430" y="6553"/>
                </a:lnTo>
                <a:lnTo>
                  <a:pt x="10719" y="1099"/>
                </a:lnTo>
                <a:close/>
                <a:moveTo>
                  <a:pt x="20075" y="8968"/>
                </a:moveTo>
                <a:cubicBezTo>
                  <a:pt x="19825" y="8968"/>
                  <a:pt x="19618" y="9202"/>
                  <a:pt x="19618" y="9485"/>
                </a:cubicBezTo>
                <a:lnTo>
                  <a:pt x="19618" y="15995"/>
                </a:lnTo>
                <a:cubicBezTo>
                  <a:pt x="19618" y="16279"/>
                  <a:pt x="19825" y="16513"/>
                  <a:pt x="20075" y="16513"/>
                </a:cubicBezTo>
                <a:cubicBezTo>
                  <a:pt x="20325" y="16513"/>
                  <a:pt x="20523" y="16279"/>
                  <a:pt x="20523" y="15995"/>
                </a:cubicBezTo>
                <a:lnTo>
                  <a:pt x="20523" y="9485"/>
                </a:lnTo>
                <a:cubicBezTo>
                  <a:pt x="20523" y="9202"/>
                  <a:pt x="20325" y="8968"/>
                  <a:pt x="20075" y="8968"/>
                </a:cubicBezTo>
                <a:close/>
                <a:moveTo>
                  <a:pt x="4374" y="9442"/>
                </a:moveTo>
                <a:lnTo>
                  <a:pt x="10509" y="13085"/>
                </a:lnTo>
                <a:cubicBezTo>
                  <a:pt x="10579" y="13124"/>
                  <a:pt x="10641" y="13150"/>
                  <a:pt x="10719" y="13150"/>
                </a:cubicBezTo>
                <a:cubicBezTo>
                  <a:pt x="10788" y="13150"/>
                  <a:pt x="10859" y="13124"/>
                  <a:pt x="10929" y="13085"/>
                </a:cubicBezTo>
                <a:lnTo>
                  <a:pt x="16493" y="9787"/>
                </a:lnTo>
                <a:lnTo>
                  <a:pt x="16493" y="17181"/>
                </a:lnTo>
                <a:lnTo>
                  <a:pt x="10243" y="20511"/>
                </a:lnTo>
                <a:lnTo>
                  <a:pt x="4374" y="17192"/>
                </a:lnTo>
                <a:lnTo>
                  <a:pt x="4374" y="9442"/>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1" name="形状">
            <a:extLst>
              <a:ext uri="{FF2B5EF4-FFF2-40B4-BE49-F238E27FC236}">
                <a16:creationId xmlns:a16="http://schemas.microsoft.com/office/drawing/2014/main" id="{15164B86-FDE6-5F4C-96E3-CE428B625101}"/>
              </a:ext>
            </a:extLst>
          </p:cNvPr>
          <p:cNvSpPr/>
          <p:nvPr/>
        </p:nvSpPr>
        <p:spPr>
          <a:xfrm>
            <a:off x="5437053" y="5092809"/>
            <a:ext cx="466543" cy="420465"/>
          </a:xfrm>
          <a:custGeom>
            <a:avLst/>
            <a:gdLst/>
            <a:ahLst/>
            <a:cxnLst>
              <a:cxn ang="0">
                <a:pos x="wd2" y="hd2"/>
              </a:cxn>
              <a:cxn ang="5400000">
                <a:pos x="wd2" y="hd2"/>
              </a:cxn>
              <a:cxn ang="10800000">
                <a:pos x="wd2" y="hd2"/>
              </a:cxn>
              <a:cxn ang="16200000">
                <a:pos x="wd2" y="hd2"/>
              </a:cxn>
            </a:cxnLst>
            <a:rect l="0" t="0" r="r" b="b"/>
            <a:pathLst>
              <a:path w="21600" h="21542" extrusionOk="0">
                <a:moveTo>
                  <a:pt x="10768" y="0"/>
                </a:moveTo>
                <a:cubicBezTo>
                  <a:pt x="10761" y="0"/>
                  <a:pt x="10756" y="10"/>
                  <a:pt x="10749" y="10"/>
                </a:cubicBezTo>
                <a:lnTo>
                  <a:pt x="5513" y="10"/>
                </a:lnTo>
                <a:cubicBezTo>
                  <a:pt x="5429" y="10"/>
                  <a:pt x="5368" y="35"/>
                  <a:pt x="5301" y="81"/>
                </a:cubicBezTo>
                <a:cubicBezTo>
                  <a:pt x="5251" y="109"/>
                  <a:pt x="5214" y="147"/>
                  <a:pt x="5172" y="193"/>
                </a:cubicBezTo>
                <a:lnTo>
                  <a:pt x="101" y="7055"/>
                </a:lnTo>
                <a:cubicBezTo>
                  <a:pt x="85" y="7074"/>
                  <a:pt x="81" y="7089"/>
                  <a:pt x="64" y="7116"/>
                </a:cubicBezTo>
                <a:cubicBezTo>
                  <a:pt x="23" y="7190"/>
                  <a:pt x="0" y="7268"/>
                  <a:pt x="0" y="7360"/>
                </a:cubicBezTo>
                <a:cubicBezTo>
                  <a:pt x="0" y="7453"/>
                  <a:pt x="23" y="7520"/>
                  <a:pt x="64" y="7594"/>
                </a:cubicBezTo>
                <a:cubicBezTo>
                  <a:pt x="81" y="7622"/>
                  <a:pt x="85" y="7648"/>
                  <a:pt x="101" y="7675"/>
                </a:cubicBezTo>
                <a:lnTo>
                  <a:pt x="10565" y="21369"/>
                </a:lnTo>
                <a:cubicBezTo>
                  <a:pt x="10741" y="21600"/>
                  <a:pt x="11043" y="21600"/>
                  <a:pt x="11219" y="21369"/>
                </a:cubicBezTo>
                <a:lnTo>
                  <a:pt x="21508" y="7665"/>
                </a:lnTo>
                <a:cubicBezTo>
                  <a:pt x="21525" y="7647"/>
                  <a:pt x="21536" y="7622"/>
                  <a:pt x="21545" y="7594"/>
                </a:cubicBezTo>
                <a:cubicBezTo>
                  <a:pt x="21587" y="7520"/>
                  <a:pt x="21600" y="7453"/>
                  <a:pt x="21600" y="7360"/>
                </a:cubicBezTo>
                <a:cubicBezTo>
                  <a:pt x="21600" y="7268"/>
                  <a:pt x="21587" y="7190"/>
                  <a:pt x="21545" y="7116"/>
                </a:cubicBezTo>
                <a:cubicBezTo>
                  <a:pt x="21536" y="7089"/>
                  <a:pt x="21525" y="7073"/>
                  <a:pt x="21508" y="7045"/>
                </a:cubicBezTo>
                <a:lnTo>
                  <a:pt x="16354" y="183"/>
                </a:lnTo>
                <a:cubicBezTo>
                  <a:pt x="16312" y="137"/>
                  <a:pt x="16275" y="109"/>
                  <a:pt x="16225" y="81"/>
                </a:cubicBezTo>
                <a:cubicBezTo>
                  <a:pt x="16158" y="35"/>
                  <a:pt x="16088" y="10"/>
                  <a:pt x="16004" y="10"/>
                </a:cubicBezTo>
                <a:lnTo>
                  <a:pt x="10786" y="10"/>
                </a:lnTo>
                <a:cubicBezTo>
                  <a:pt x="10779" y="10"/>
                  <a:pt x="10775" y="0"/>
                  <a:pt x="10768" y="0"/>
                </a:cubicBezTo>
                <a:close/>
                <a:moveTo>
                  <a:pt x="5724" y="976"/>
                </a:moveTo>
                <a:lnTo>
                  <a:pt x="9930" y="976"/>
                </a:lnTo>
                <a:lnTo>
                  <a:pt x="6056" y="7005"/>
                </a:lnTo>
                <a:lnTo>
                  <a:pt x="1270" y="7005"/>
                </a:lnTo>
                <a:lnTo>
                  <a:pt x="5724" y="976"/>
                </a:lnTo>
                <a:close/>
                <a:moveTo>
                  <a:pt x="11614" y="976"/>
                </a:moveTo>
                <a:lnTo>
                  <a:pt x="15811" y="976"/>
                </a:lnTo>
                <a:lnTo>
                  <a:pt x="20339" y="7005"/>
                </a:lnTo>
                <a:lnTo>
                  <a:pt x="15434" y="7005"/>
                </a:lnTo>
                <a:lnTo>
                  <a:pt x="11614" y="976"/>
                </a:lnTo>
                <a:close/>
                <a:moveTo>
                  <a:pt x="10777" y="1322"/>
                </a:moveTo>
                <a:lnTo>
                  <a:pt x="14375" y="7005"/>
                </a:lnTo>
                <a:lnTo>
                  <a:pt x="7133" y="7005"/>
                </a:lnTo>
                <a:lnTo>
                  <a:pt x="10777" y="1322"/>
                </a:lnTo>
                <a:close/>
                <a:moveTo>
                  <a:pt x="1491" y="7980"/>
                </a:moveTo>
                <a:lnTo>
                  <a:pt x="5991" y="7980"/>
                </a:lnTo>
                <a:lnTo>
                  <a:pt x="9654" y="18706"/>
                </a:lnTo>
                <a:lnTo>
                  <a:pt x="1491" y="7980"/>
                </a:lnTo>
                <a:close/>
                <a:moveTo>
                  <a:pt x="6930" y="7980"/>
                </a:moveTo>
                <a:lnTo>
                  <a:pt x="14578" y="7980"/>
                </a:lnTo>
                <a:lnTo>
                  <a:pt x="10860" y="19519"/>
                </a:lnTo>
                <a:lnTo>
                  <a:pt x="6930" y="7980"/>
                </a:lnTo>
                <a:close/>
                <a:moveTo>
                  <a:pt x="15507" y="7980"/>
                </a:moveTo>
                <a:lnTo>
                  <a:pt x="20137" y="7980"/>
                </a:lnTo>
                <a:lnTo>
                  <a:pt x="12019" y="18787"/>
                </a:lnTo>
                <a:lnTo>
                  <a:pt x="15507" y="7980"/>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2" name="形状">
            <a:extLst>
              <a:ext uri="{FF2B5EF4-FFF2-40B4-BE49-F238E27FC236}">
                <a16:creationId xmlns:a16="http://schemas.microsoft.com/office/drawing/2014/main" id="{85F2F4FA-3960-B846-B272-79F7FBD31144}"/>
              </a:ext>
            </a:extLst>
          </p:cNvPr>
          <p:cNvSpPr/>
          <p:nvPr/>
        </p:nvSpPr>
        <p:spPr>
          <a:xfrm>
            <a:off x="8741253" y="4203877"/>
            <a:ext cx="412787" cy="383987"/>
          </a:xfrm>
          <a:custGeom>
            <a:avLst/>
            <a:gdLst/>
            <a:ahLst/>
            <a:cxnLst>
              <a:cxn ang="0">
                <a:pos x="wd2" y="hd2"/>
              </a:cxn>
              <a:cxn ang="5400000">
                <a:pos x="wd2" y="hd2"/>
              </a:cxn>
              <a:cxn ang="10800000">
                <a:pos x="wd2" y="hd2"/>
              </a:cxn>
              <a:cxn ang="16200000">
                <a:pos x="wd2" y="hd2"/>
              </a:cxn>
            </a:cxnLst>
            <a:rect l="0" t="0" r="r" b="b"/>
            <a:pathLst>
              <a:path w="21600" h="21600" extrusionOk="0">
                <a:moveTo>
                  <a:pt x="6256" y="0"/>
                </a:moveTo>
                <a:cubicBezTo>
                  <a:pt x="5982" y="0"/>
                  <a:pt x="5746" y="252"/>
                  <a:pt x="5746" y="546"/>
                </a:cubicBezTo>
                <a:lnTo>
                  <a:pt x="5746" y="7827"/>
                </a:lnTo>
                <a:cubicBezTo>
                  <a:pt x="5746" y="8121"/>
                  <a:pt x="5982" y="8373"/>
                  <a:pt x="6256" y="8373"/>
                </a:cubicBezTo>
                <a:lnTo>
                  <a:pt x="10295" y="8373"/>
                </a:lnTo>
                <a:lnTo>
                  <a:pt x="10295" y="11134"/>
                </a:lnTo>
                <a:lnTo>
                  <a:pt x="2790" y="11134"/>
                </a:lnTo>
                <a:cubicBezTo>
                  <a:pt x="2516" y="11134"/>
                  <a:pt x="2290" y="11386"/>
                  <a:pt x="2290" y="11680"/>
                </a:cubicBezTo>
                <a:lnTo>
                  <a:pt x="2290" y="15732"/>
                </a:lnTo>
                <a:lnTo>
                  <a:pt x="489" y="15732"/>
                </a:lnTo>
                <a:cubicBezTo>
                  <a:pt x="216" y="15732"/>
                  <a:pt x="0" y="15963"/>
                  <a:pt x="0" y="16256"/>
                </a:cubicBezTo>
                <a:lnTo>
                  <a:pt x="0" y="21054"/>
                </a:lnTo>
                <a:cubicBezTo>
                  <a:pt x="0" y="21347"/>
                  <a:pt x="216" y="21600"/>
                  <a:pt x="489" y="21600"/>
                </a:cubicBezTo>
                <a:lnTo>
                  <a:pt x="4986" y="21600"/>
                </a:lnTo>
                <a:cubicBezTo>
                  <a:pt x="5260" y="21600"/>
                  <a:pt x="5486" y="21347"/>
                  <a:pt x="5486" y="21054"/>
                </a:cubicBezTo>
                <a:lnTo>
                  <a:pt x="5486" y="16256"/>
                </a:lnTo>
                <a:cubicBezTo>
                  <a:pt x="5486" y="15963"/>
                  <a:pt x="5260" y="15732"/>
                  <a:pt x="4986" y="15732"/>
                </a:cubicBezTo>
                <a:lnTo>
                  <a:pt x="3289" y="15732"/>
                </a:lnTo>
                <a:lnTo>
                  <a:pt x="3289" y="12203"/>
                </a:lnTo>
                <a:lnTo>
                  <a:pt x="10295" y="12203"/>
                </a:lnTo>
                <a:lnTo>
                  <a:pt x="10295" y="15721"/>
                </a:lnTo>
                <a:lnTo>
                  <a:pt x="8536" y="15721"/>
                </a:lnTo>
                <a:cubicBezTo>
                  <a:pt x="8262" y="15721"/>
                  <a:pt x="8036" y="15963"/>
                  <a:pt x="8036" y="16256"/>
                </a:cubicBezTo>
                <a:lnTo>
                  <a:pt x="8036" y="21054"/>
                </a:lnTo>
                <a:cubicBezTo>
                  <a:pt x="8036" y="21347"/>
                  <a:pt x="8262" y="21600"/>
                  <a:pt x="8536" y="21600"/>
                </a:cubicBezTo>
                <a:lnTo>
                  <a:pt x="13022" y="21600"/>
                </a:lnTo>
                <a:cubicBezTo>
                  <a:pt x="13296" y="21600"/>
                  <a:pt x="13512" y="21347"/>
                  <a:pt x="13512" y="21054"/>
                </a:cubicBezTo>
                <a:lnTo>
                  <a:pt x="13512" y="16256"/>
                </a:lnTo>
                <a:cubicBezTo>
                  <a:pt x="13512" y="15963"/>
                  <a:pt x="13296" y="15721"/>
                  <a:pt x="13022" y="15721"/>
                </a:cubicBezTo>
                <a:lnTo>
                  <a:pt x="11274" y="15721"/>
                </a:lnTo>
                <a:lnTo>
                  <a:pt x="11274" y="12203"/>
                </a:lnTo>
                <a:lnTo>
                  <a:pt x="18363" y="12203"/>
                </a:lnTo>
                <a:lnTo>
                  <a:pt x="18363" y="15721"/>
                </a:lnTo>
                <a:lnTo>
                  <a:pt x="16624" y="15721"/>
                </a:lnTo>
                <a:cubicBezTo>
                  <a:pt x="16351" y="15721"/>
                  <a:pt x="16124" y="15963"/>
                  <a:pt x="16124" y="16256"/>
                </a:cubicBezTo>
                <a:lnTo>
                  <a:pt x="16124" y="21054"/>
                </a:lnTo>
                <a:cubicBezTo>
                  <a:pt x="16124" y="21347"/>
                  <a:pt x="16351" y="21600"/>
                  <a:pt x="16624" y="21600"/>
                </a:cubicBezTo>
                <a:lnTo>
                  <a:pt x="21111" y="21600"/>
                </a:lnTo>
                <a:cubicBezTo>
                  <a:pt x="21384" y="21600"/>
                  <a:pt x="21600" y="21347"/>
                  <a:pt x="21600" y="21054"/>
                </a:cubicBezTo>
                <a:lnTo>
                  <a:pt x="21600" y="16256"/>
                </a:lnTo>
                <a:cubicBezTo>
                  <a:pt x="21600" y="15963"/>
                  <a:pt x="21384" y="15721"/>
                  <a:pt x="21111" y="15721"/>
                </a:cubicBezTo>
                <a:lnTo>
                  <a:pt x="19351" y="15721"/>
                </a:lnTo>
                <a:lnTo>
                  <a:pt x="19351" y="11680"/>
                </a:lnTo>
                <a:cubicBezTo>
                  <a:pt x="19351" y="11386"/>
                  <a:pt x="19136" y="11134"/>
                  <a:pt x="18862" y="11134"/>
                </a:cubicBezTo>
                <a:lnTo>
                  <a:pt x="11274" y="11134"/>
                </a:lnTo>
                <a:lnTo>
                  <a:pt x="11274" y="8373"/>
                </a:lnTo>
                <a:lnTo>
                  <a:pt x="15281" y="8373"/>
                </a:lnTo>
                <a:cubicBezTo>
                  <a:pt x="15546" y="8373"/>
                  <a:pt x="15771" y="8121"/>
                  <a:pt x="15771" y="7827"/>
                </a:cubicBezTo>
                <a:lnTo>
                  <a:pt x="15771" y="546"/>
                </a:lnTo>
                <a:cubicBezTo>
                  <a:pt x="15771" y="252"/>
                  <a:pt x="15546" y="0"/>
                  <a:pt x="15281" y="0"/>
                </a:cubicBezTo>
                <a:lnTo>
                  <a:pt x="6256" y="0"/>
                </a:lnTo>
                <a:close/>
                <a:moveTo>
                  <a:pt x="6745" y="1069"/>
                </a:moveTo>
                <a:lnTo>
                  <a:pt x="14782" y="1069"/>
                </a:lnTo>
                <a:lnTo>
                  <a:pt x="14782" y="7304"/>
                </a:lnTo>
                <a:lnTo>
                  <a:pt x="10784" y="7304"/>
                </a:lnTo>
                <a:lnTo>
                  <a:pt x="6745" y="7304"/>
                </a:lnTo>
                <a:lnTo>
                  <a:pt x="6745" y="1069"/>
                </a:lnTo>
                <a:close/>
                <a:moveTo>
                  <a:pt x="989" y="16790"/>
                </a:moveTo>
                <a:lnTo>
                  <a:pt x="2790" y="16790"/>
                </a:lnTo>
                <a:lnTo>
                  <a:pt x="4487" y="16790"/>
                </a:lnTo>
                <a:lnTo>
                  <a:pt x="4487" y="20531"/>
                </a:lnTo>
                <a:lnTo>
                  <a:pt x="989" y="20531"/>
                </a:lnTo>
                <a:lnTo>
                  <a:pt x="989" y="16790"/>
                </a:lnTo>
                <a:close/>
                <a:moveTo>
                  <a:pt x="9036" y="16790"/>
                </a:moveTo>
                <a:lnTo>
                  <a:pt x="12523" y="16790"/>
                </a:lnTo>
                <a:lnTo>
                  <a:pt x="12523" y="20531"/>
                </a:lnTo>
                <a:lnTo>
                  <a:pt x="9036" y="20531"/>
                </a:lnTo>
                <a:lnTo>
                  <a:pt x="9036" y="16790"/>
                </a:lnTo>
                <a:close/>
                <a:moveTo>
                  <a:pt x="17113" y="16790"/>
                </a:moveTo>
                <a:lnTo>
                  <a:pt x="20611" y="16790"/>
                </a:lnTo>
                <a:lnTo>
                  <a:pt x="20611" y="20531"/>
                </a:lnTo>
                <a:lnTo>
                  <a:pt x="17113" y="20531"/>
                </a:lnTo>
                <a:lnTo>
                  <a:pt x="17113" y="16790"/>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3" name="形状">
            <a:extLst>
              <a:ext uri="{FF2B5EF4-FFF2-40B4-BE49-F238E27FC236}">
                <a16:creationId xmlns:a16="http://schemas.microsoft.com/office/drawing/2014/main" id="{A23EF467-D47B-A940-B56A-AFBEAEEB3386}"/>
              </a:ext>
            </a:extLst>
          </p:cNvPr>
          <p:cNvSpPr/>
          <p:nvPr/>
        </p:nvSpPr>
        <p:spPr>
          <a:xfrm>
            <a:off x="3991341" y="4207717"/>
            <a:ext cx="380147" cy="378227"/>
          </a:xfrm>
          <a:custGeom>
            <a:avLst/>
            <a:gdLst/>
            <a:ahLst/>
            <a:cxnLst>
              <a:cxn ang="0">
                <a:pos x="wd2" y="hd2"/>
              </a:cxn>
              <a:cxn ang="5400000">
                <a:pos x="wd2" y="hd2"/>
              </a:cxn>
              <a:cxn ang="10800000">
                <a:pos x="wd2" y="hd2"/>
              </a:cxn>
              <a:cxn ang="16200000">
                <a:pos x="wd2" y="hd2"/>
              </a:cxn>
            </a:cxnLst>
            <a:rect l="0" t="0" r="r" b="b"/>
            <a:pathLst>
              <a:path w="21545" h="21600" extrusionOk="0">
                <a:moveTo>
                  <a:pt x="539" y="0"/>
                </a:moveTo>
                <a:cubicBezTo>
                  <a:pt x="244" y="0"/>
                  <a:pt x="0" y="246"/>
                  <a:pt x="0" y="543"/>
                </a:cubicBezTo>
                <a:lnTo>
                  <a:pt x="0" y="21057"/>
                </a:lnTo>
                <a:cubicBezTo>
                  <a:pt x="0" y="21354"/>
                  <a:pt x="244" y="21600"/>
                  <a:pt x="539" y="21600"/>
                </a:cubicBezTo>
                <a:lnTo>
                  <a:pt x="20622" y="21600"/>
                </a:lnTo>
                <a:cubicBezTo>
                  <a:pt x="20918" y="21600"/>
                  <a:pt x="21150" y="21354"/>
                  <a:pt x="21150" y="21057"/>
                </a:cubicBezTo>
                <a:lnTo>
                  <a:pt x="21150" y="12079"/>
                </a:lnTo>
                <a:cubicBezTo>
                  <a:pt x="21150" y="11782"/>
                  <a:pt x="20918" y="11536"/>
                  <a:pt x="20622" y="11536"/>
                </a:cubicBezTo>
                <a:cubicBezTo>
                  <a:pt x="20327" y="11536"/>
                  <a:pt x="20083" y="11782"/>
                  <a:pt x="20083" y="12079"/>
                </a:cubicBezTo>
                <a:lnTo>
                  <a:pt x="20083" y="20513"/>
                </a:lnTo>
                <a:lnTo>
                  <a:pt x="1078" y="20513"/>
                </a:lnTo>
                <a:lnTo>
                  <a:pt x="1078" y="1087"/>
                </a:lnTo>
                <a:lnTo>
                  <a:pt x="8750" y="1087"/>
                </a:lnTo>
                <a:cubicBezTo>
                  <a:pt x="9045" y="1087"/>
                  <a:pt x="9289" y="841"/>
                  <a:pt x="9289" y="543"/>
                </a:cubicBezTo>
                <a:cubicBezTo>
                  <a:pt x="9289" y="246"/>
                  <a:pt x="9045" y="0"/>
                  <a:pt x="8750" y="0"/>
                </a:cubicBezTo>
                <a:lnTo>
                  <a:pt x="539" y="0"/>
                </a:lnTo>
                <a:close/>
                <a:moveTo>
                  <a:pt x="16545" y="102"/>
                </a:moveTo>
                <a:cubicBezTo>
                  <a:pt x="16414" y="106"/>
                  <a:pt x="16287" y="163"/>
                  <a:pt x="16186" y="260"/>
                </a:cubicBezTo>
                <a:lnTo>
                  <a:pt x="14243" y="2219"/>
                </a:lnTo>
                <a:lnTo>
                  <a:pt x="14231" y="2219"/>
                </a:lnTo>
                <a:cubicBezTo>
                  <a:pt x="14229" y="2222"/>
                  <a:pt x="14234" y="2228"/>
                  <a:pt x="14231" y="2230"/>
                </a:cubicBezTo>
                <a:lnTo>
                  <a:pt x="7267" y="9226"/>
                </a:lnTo>
                <a:cubicBezTo>
                  <a:pt x="7227" y="9257"/>
                  <a:pt x="7198" y="9288"/>
                  <a:pt x="7177" y="9340"/>
                </a:cubicBezTo>
                <a:cubicBezTo>
                  <a:pt x="7127" y="9411"/>
                  <a:pt x="7099" y="9497"/>
                  <a:pt x="7099" y="9600"/>
                </a:cubicBezTo>
                <a:lnTo>
                  <a:pt x="7099" y="13992"/>
                </a:lnTo>
                <a:cubicBezTo>
                  <a:pt x="7099" y="14290"/>
                  <a:pt x="7343" y="14536"/>
                  <a:pt x="7638" y="14536"/>
                </a:cubicBezTo>
                <a:lnTo>
                  <a:pt x="11614" y="14536"/>
                </a:lnTo>
                <a:cubicBezTo>
                  <a:pt x="11706" y="14536"/>
                  <a:pt x="11791" y="14508"/>
                  <a:pt x="11873" y="14457"/>
                </a:cubicBezTo>
                <a:cubicBezTo>
                  <a:pt x="11923" y="14436"/>
                  <a:pt x="11943" y="14407"/>
                  <a:pt x="11974" y="14366"/>
                </a:cubicBezTo>
                <a:lnTo>
                  <a:pt x="21386" y="4981"/>
                </a:lnTo>
                <a:cubicBezTo>
                  <a:pt x="21600" y="4755"/>
                  <a:pt x="21599" y="4394"/>
                  <a:pt x="21375" y="4189"/>
                </a:cubicBezTo>
                <a:lnTo>
                  <a:pt x="16916" y="238"/>
                </a:lnTo>
                <a:cubicBezTo>
                  <a:pt x="16809" y="145"/>
                  <a:pt x="16676" y="98"/>
                  <a:pt x="16545" y="102"/>
                </a:cubicBezTo>
                <a:close/>
                <a:moveTo>
                  <a:pt x="16590" y="1370"/>
                </a:moveTo>
                <a:lnTo>
                  <a:pt x="20229" y="4619"/>
                </a:lnTo>
                <a:lnTo>
                  <a:pt x="18792" y="6057"/>
                </a:lnTo>
                <a:lnTo>
                  <a:pt x="15366" y="2604"/>
                </a:lnTo>
                <a:lnTo>
                  <a:pt x="16590" y="1370"/>
                </a:lnTo>
                <a:close/>
                <a:moveTo>
                  <a:pt x="14613" y="3362"/>
                </a:moveTo>
                <a:lnTo>
                  <a:pt x="18039" y="6815"/>
                </a:lnTo>
                <a:lnTo>
                  <a:pt x="11390" y="13449"/>
                </a:lnTo>
                <a:lnTo>
                  <a:pt x="8177" y="13449"/>
                </a:lnTo>
                <a:lnTo>
                  <a:pt x="8177" y="9826"/>
                </a:lnTo>
                <a:lnTo>
                  <a:pt x="14613" y="3362"/>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4" name="形状">
            <a:extLst>
              <a:ext uri="{FF2B5EF4-FFF2-40B4-BE49-F238E27FC236}">
                <a16:creationId xmlns:a16="http://schemas.microsoft.com/office/drawing/2014/main" id="{CA27FE9B-41F2-F549-A7CC-71C9407CD7AA}"/>
              </a:ext>
            </a:extLst>
          </p:cNvPr>
          <p:cNvSpPr/>
          <p:nvPr/>
        </p:nvSpPr>
        <p:spPr>
          <a:xfrm>
            <a:off x="3889585" y="5115845"/>
            <a:ext cx="374387" cy="374387"/>
          </a:xfrm>
          <a:custGeom>
            <a:avLst/>
            <a:gdLst/>
            <a:ahLst/>
            <a:cxnLst>
              <a:cxn ang="0">
                <a:pos x="wd2" y="hd2"/>
              </a:cxn>
              <a:cxn ang="5400000">
                <a:pos x="wd2" y="hd2"/>
              </a:cxn>
              <a:cxn ang="10800000">
                <a:pos x="wd2" y="hd2"/>
              </a:cxn>
              <a:cxn ang="16200000">
                <a:pos x="wd2" y="hd2"/>
              </a:cxn>
            </a:cxnLst>
            <a:rect l="0" t="0" r="r" b="b"/>
            <a:pathLst>
              <a:path w="21600" h="21600" extrusionOk="0">
                <a:moveTo>
                  <a:pt x="10794" y="0"/>
                </a:moveTo>
                <a:cubicBezTo>
                  <a:pt x="4831" y="0"/>
                  <a:pt x="0" y="4830"/>
                  <a:pt x="0" y="10800"/>
                </a:cubicBezTo>
                <a:cubicBezTo>
                  <a:pt x="0" y="16760"/>
                  <a:pt x="4831" y="21600"/>
                  <a:pt x="10794" y="21600"/>
                </a:cubicBezTo>
                <a:cubicBezTo>
                  <a:pt x="10834" y="21600"/>
                  <a:pt x="10860" y="21563"/>
                  <a:pt x="10897" y="21554"/>
                </a:cubicBezTo>
                <a:lnTo>
                  <a:pt x="15580" y="21554"/>
                </a:lnTo>
                <a:cubicBezTo>
                  <a:pt x="15880" y="21554"/>
                  <a:pt x="16117" y="21306"/>
                  <a:pt x="16117" y="21006"/>
                </a:cubicBezTo>
                <a:cubicBezTo>
                  <a:pt x="16117" y="20706"/>
                  <a:pt x="15880" y="20458"/>
                  <a:pt x="15580" y="20458"/>
                </a:cubicBezTo>
                <a:lnTo>
                  <a:pt x="10726" y="20458"/>
                </a:lnTo>
                <a:cubicBezTo>
                  <a:pt x="10698" y="20458"/>
                  <a:pt x="10684" y="20489"/>
                  <a:pt x="10657" y="20493"/>
                </a:cubicBezTo>
                <a:cubicBezTo>
                  <a:pt x="5361" y="20417"/>
                  <a:pt x="1097" y="16112"/>
                  <a:pt x="1097" y="10800"/>
                </a:cubicBezTo>
                <a:cubicBezTo>
                  <a:pt x="1097" y="5431"/>
                  <a:pt x="5433" y="1096"/>
                  <a:pt x="10794" y="1096"/>
                </a:cubicBezTo>
                <a:cubicBezTo>
                  <a:pt x="16166" y="1096"/>
                  <a:pt x="20515" y="5431"/>
                  <a:pt x="20515" y="10800"/>
                </a:cubicBezTo>
                <a:cubicBezTo>
                  <a:pt x="20515" y="11528"/>
                  <a:pt x="20409" y="12248"/>
                  <a:pt x="20252" y="12946"/>
                </a:cubicBezTo>
                <a:lnTo>
                  <a:pt x="15101" y="12022"/>
                </a:lnTo>
                <a:cubicBezTo>
                  <a:pt x="15218" y="11620"/>
                  <a:pt x="15295" y="11194"/>
                  <a:pt x="15295" y="10754"/>
                </a:cubicBezTo>
                <a:cubicBezTo>
                  <a:pt x="15295" y="8239"/>
                  <a:pt x="13255" y="6211"/>
                  <a:pt x="10749" y="6211"/>
                </a:cubicBezTo>
                <a:cubicBezTo>
                  <a:pt x="8253" y="6211"/>
                  <a:pt x="6214" y="8239"/>
                  <a:pt x="6214" y="10754"/>
                </a:cubicBezTo>
                <a:cubicBezTo>
                  <a:pt x="6214" y="13259"/>
                  <a:pt x="8253" y="15298"/>
                  <a:pt x="10749" y="15298"/>
                </a:cubicBezTo>
                <a:cubicBezTo>
                  <a:pt x="12405" y="15298"/>
                  <a:pt x="13803" y="14362"/>
                  <a:pt x="14598" y="13038"/>
                </a:cubicBezTo>
                <a:lnTo>
                  <a:pt x="20412" y="14099"/>
                </a:lnTo>
                <a:cubicBezTo>
                  <a:pt x="20438" y="14104"/>
                  <a:pt x="20456" y="14087"/>
                  <a:pt x="20481" y="14088"/>
                </a:cubicBezTo>
                <a:cubicBezTo>
                  <a:pt x="20499" y="14095"/>
                  <a:pt x="20507" y="14117"/>
                  <a:pt x="20526" y="14122"/>
                </a:cubicBezTo>
                <a:cubicBezTo>
                  <a:pt x="20817" y="14205"/>
                  <a:pt x="21117" y="14036"/>
                  <a:pt x="21200" y="13745"/>
                </a:cubicBezTo>
                <a:cubicBezTo>
                  <a:pt x="21470" y="12792"/>
                  <a:pt x="21600" y="11795"/>
                  <a:pt x="21600" y="10800"/>
                </a:cubicBezTo>
                <a:cubicBezTo>
                  <a:pt x="21600" y="4830"/>
                  <a:pt x="16767" y="0"/>
                  <a:pt x="10794" y="0"/>
                </a:cubicBezTo>
                <a:close/>
                <a:moveTo>
                  <a:pt x="10749" y="7307"/>
                </a:moveTo>
                <a:cubicBezTo>
                  <a:pt x="12654" y="7307"/>
                  <a:pt x="14210" y="8840"/>
                  <a:pt x="14210" y="10754"/>
                </a:cubicBezTo>
                <a:cubicBezTo>
                  <a:pt x="14210" y="12659"/>
                  <a:pt x="12654" y="14202"/>
                  <a:pt x="10749" y="14202"/>
                </a:cubicBezTo>
                <a:cubicBezTo>
                  <a:pt x="8854" y="14202"/>
                  <a:pt x="7310" y="12659"/>
                  <a:pt x="7310" y="10754"/>
                </a:cubicBezTo>
                <a:cubicBezTo>
                  <a:pt x="7310" y="8840"/>
                  <a:pt x="8853" y="7307"/>
                  <a:pt x="10749" y="7307"/>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5" name="形状">
            <a:extLst>
              <a:ext uri="{FF2B5EF4-FFF2-40B4-BE49-F238E27FC236}">
                <a16:creationId xmlns:a16="http://schemas.microsoft.com/office/drawing/2014/main" id="{732A022E-60DC-CA48-98DC-0D7DCC0382C9}"/>
              </a:ext>
            </a:extLst>
          </p:cNvPr>
          <p:cNvSpPr/>
          <p:nvPr/>
        </p:nvSpPr>
        <p:spPr>
          <a:xfrm>
            <a:off x="808093" y="4203877"/>
            <a:ext cx="309111" cy="383987"/>
          </a:xfrm>
          <a:custGeom>
            <a:avLst/>
            <a:gdLst/>
            <a:ahLst/>
            <a:cxnLst>
              <a:cxn ang="0">
                <a:pos x="wd2" y="hd2"/>
              </a:cxn>
              <a:cxn ang="5400000">
                <a:pos x="wd2" y="hd2"/>
              </a:cxn>
              <a:cxn ang="10800000">
                <a:pos x="wd2" y="hd2"/>
              </a:cxn>
              <a:cxn ang="16200000">
                <a:pos x="wd2" y="hd2"/>
              </a:cxn>
            </a:cxnLst>
            <a:rect l="0" t="0" r="r" b="b"/>
            <a:pathLst>
              <a:path w="21600" h="21600" extrusionOk="0">
                <a:moveTo>
                  <a:pt x="10988" y="0"/>
                </a:moveTo>
                <a:cubicBezTo>
                  <a:pt x="7266" y="0"/>
                  <a:pt x="4234" y="2428"/>
                  <a:pt x="4234" y="5422"/>
                </a:cubicBezTo>
                <a:lnTo>
                  <a:pt x="4234" y="7616"/>
                </a:lnTo>
                <a:lnTo>
                  <a:pt x="668" y="7616"/>
                </a:lnTo>
                <a:cubicBezTo>
                  <a:pt x="302" y="7616"/>
                  <a:pt x="0" y="7868"/>
                  <a:pt x="0" y="8161"/>
                </a:cubicBezTo>
                <a:lnTo>
                  <a:pt x="0" y="21054"/>
                </a:lnTo>
                <a:cubicBezTo>
                  <a:pt x="0" y="21348"/>
                  <a:pt x="302" y="21600"/>
                  <a:pt x="668" y="21600"/>
                </a:cubicBezTo>
                <a:lnTo>
                  <a:pt x="20945" y="21600"/>
                </a:lnTo>
                <a:cubicBezTo>
                  <a:pt x="21312" y="21600"/>
                  <a:pt x="21600" y="21348"/>
                  <a:pt x="21600" y="21054"/>
                </a:cubicBezTo>
                <a:lnTo>
                  <a:pt x="21600" y="8161"/>
                </a:lnTo>
                <a:cubicBezTo>
                  <a:pt x="21600" y="7868"/>
                  <a:pt x="21312" y="7616"/>
                  <a:pt x="20945" y="7616"/>
                </a:cubicBezTo>
                <a:lnTo>
                  <a:pt x="5571" y="7616"/>
                </a:lnTo>
                <a:lnTo>
                  <a:pt x="5571" y="5422"/>
                </a:lnTo>
                <a:cubicBezTo>
                  <a:pt x="5571" y="3013"/>
                  <a:pt x="7998" y="1069"/>
                  <a:pt x="10988" y="1069"/>
                </a:cubicBezTo>
                <a:cubicBezTo>
                  <a:pt x="13107" y="1069"/>
                  <a:pt x="14994" y="2026"/>
                  <a:pt x="15890" y="3518"/>
                </a:cubicBezTo>
                <a:cubicBezTo>
                  <a:pt x="16243" y="4103"/>
                  <a:pt x="16433" y="4757"/>
                  <a:pt x="16433" y="5422"/>
                </a:cubicBezTo>
                <a:cubicBezTo>
                  <a:pt x="16433" y="5715"/>
                  <a:pt x="16722" y="5957"/>
                  <a:pt x="17088" y="5957"/>
                </a:cubicBezTo>
                <a:cubicBezTo>
                  <a:pt x="17454" y="5957"/>
                  <a:pt x="17756" y="5715"/>
                  <a:pt x="17756" y="5422"/>
                </a:cubicBezTo>
                <a:cubicBezTo>
                  <a:pt x="17756" y="4596"/>
                  <a:pt x="17529" y="3799"/>
                  <a:pt x="17088" y="3073"/>
                </a:cubicBezTo>
                <a:cubicBezTo>
                  <a:pt x="15965" y="1208"/>
                  <a:pt x="13612" y="0"/>
                  <a:pt x="10988" y="0"/>
                </a:cubicBezTo>
                <a:close/>
                <a:moveTo>
                  <a:pt x="1337" y="8685"/>
                </a:moveTo>
                <a:lnTo>
                  <a:pt x="20277" y="8685"/>
                </a:lnTo>
                <a:lnTo>
                  <a:pt x="20277" y="20531"/>
                </a:lnTo>
                <a:lnTo>
                  <a:pt x="1337" y="20531"/>
                </a:lnTo>
                <a:lnTo>
                  <a:pt x="1337" y="8685"/>
                </a:lnTo>
                <a:close/>
                <a:moveTo>
                  <a:pt x="8063" y="13851"/>
                </a:moveTo>
                <a:cubicBezTo>
                  <a:pt x="7698" y="13851"/>
                  <a:pt x="7409" y="14093"/>
                  <a:pt x="7409" y="14385"/>
                </a:cubicBezTo>
                <a:cubicBezTo>
                  <a:pt x="7409" y="14678"/>
                  <a:pt x="7698" y="14920"/>
                  <a:pt x="8063" y="14920"/>
                </a:cubicBezTo>
                <a:lnTo>
                  <a:pt x="13871" y="14920"/>
                </a:lnTo>
                <a:cubicBezTo>
                  <a:pt x="14236" y="14920"/>
                  <a:pt x="14525" y="14678"/>
                  <a:pt x="14525" y="14385"/>
                </a:cubicBezTo>
                <a:cubicBezTo>
                  <a:pt x="14525" y="14093"/>
                  <a:pt x="14236" y="13851"/>
                  <a:pt x="13871" y="13851"/>
                </a:cubicBezTo>
                <a:lnTo>
                  <a:pt x="8063" y="13851"/>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6" name="形状">
            <a:extLst>
              <a:ext uri="{FF2B5EF4-FFF2-40B4-BE49-F238E27FC236}">
                <a16:creationId xmlns:a16="http://schemas.microsoft.com/office/drawing/2014/main" id="{A0DBA093-F725-3540-905F-7B196A0DAB65}"/>
              </a:ext>
            </a:extLst>
          </p:cNvPr>
          <p:cNvSpPr/>
          <p:nvPr/>
        </p:nvSpPr>
        <p:spPr>
          <a:xfrm>
            <a:off x="9555307" y="4203877"/>
            <a:ext cx="307189" cy="383987"/>
          </a:xfrm>
          <a:custGeom>
            <a:avLst/>
            <a:gdLst/>
            <a:ahLst/>
            <a:cxnLst>
              <a:cxn ang="0">
                <a:pos x="wd2" y="hd2"/>
              </a:cxn>
              <a:cxn ang="5400000">
                <a:pos x="wd2" y="hd2"/>
              </a:cxn>
              <a:cxn ang="10800000">
                <a:pos x="wd2" y="hd2"/>
              </a:cxn>
              <a:cxn ang="16200000">
                <a:pos x="wd2" y="hd2"/>
              </a:cxn>
            </a:cxnLst>
            <a:rect l="0" t="0" r="r" b="b"/>
            <a:pathLst>
              <a:path w="21600" h="21600" extrusionOk="0">
                <a:moveTo>
                  <a:pt x="11044" y="0"/>
                </a:moveTo>
                <a:cubicBezTo>
                  <a:pt x="7309" y="0"/>
                  <a:pt x="4289" y="2433"/>
                  <a:pt x="4289" y="5433"/>
                </a:cubicBezTo>
                <a:lnTo>
                  <a:pt x="4289" y="7587"/>
                </a:lnTo>
                <a:lnTo>
                  <a:pt x="668" y="7587"/>
                </a:lnTo>
                <a:cubicBezTo>
                  <a:pt x="302" y="7587"/>
                  <a:pt x="0" y="7840"/>
                  <a:pt x="0" y="8133"/>
                </a:cubicBezTo>
                <a:lnTo>
                  <a:pt x="0" y="21053"/>
                </a:lnTo>
                <a:cubicBezTo>
                  <a:pt x="0" y="21347"/>
                  <a:pt x="302" y="21600"/>
                  <a:pt x="668" y="21600"/>
                </a:cubicBezTo>
                <a:lnTo>
                  <a:pt x="20945" y="21600"/>
                </a:lnTo>
                <a:cubicBezTo>
                  <a:pt x="21312" y="21600"/>
                  <a:pt x="21600" y="21347"/>
                  <a:pt x="21600" y="21053"/>
                </a:cubicBezTo>
                <a:lnTo>
                  <a:pt x="21600" y="8133"/>
                </a:lnTo>
                <a:cubicBezTo>
                  <a:pt x="21600" y="7840"/>
                  <a:pt x="21312" y="7587"/>
                  <a:pt x="20945" y="7587"/>
                </a:cubicBezTo>
                <a:lnTo>
                  <a:pt x="17812" y="7587"/>
                </a:lnTo>
                <a:lnTo>
                  <a:pt x="17812" y="5433"/>
                </a:lnTo>
                <a:cubicBezTo>
                  <a:pt x="17812" y="2433"/>
                  <a:pt x="14791" y="0"/>
                  <a:pt x="11044" y="0"/>
                </a:cubicBezTo>
                <a:close/>
                <a:moveTo>
                  <a:pt x="11044" y="1071"/>
                </a:moveTo>
                <a:cubicBezTo>
                  <a:pt x="14059" y="1071"/>
                  <a:pt x="16489" y="3019"/>
                  <a:pt x="16489" y="5433"/>
                </a:cubicBezTo>
                <a:lnTo>
                  <a:pt x="16489" y="7587"/>
                </a:lnTo>
                <a:lnTo>
                  <a:pt x="5626" y="7587"/>
                </a:lnTo>
                <a:lnTo>
                  <a:pt x="5626" y="5433"/>
                </a:lnTo>
                <a:cubicBezTo>
                  <a:pt x="5626" y="3019"/>
                  <a:pt x="8054" y="1071"/>
                  <a:pt x="11044" y="1071"/>
                </a:cubicBezTo>
                <a:close/>
                <a:moveTo>
                  <a:pt x="1337" y="8658"/>
                </a:moveTo>
                <a:lnTo>
                  <a:pt x="4944" y="8658"/>
                </a:lnTo>
                <a:lnTo>
                  <a:pt x="17144" y="8658"/>
                </a:lnTo>
                <a:lnTo>
                  <a:pt x="20277" y="8658"/>
                </a:lnTo>
                <a:lnTo>
                  <a:pt x="20277" y="20529"/>
                </a:lnTo>
                <a:lnTo>
                  <a:pt x="1337" y="20529"/>
                </a:lnTo>
                <a:lnTo>
                  <a:pt x="1337" y="8658"/>
                </a:lnTo>
                <a:close/>
                <a:moveTo>
                  <a:pt x="11030" y="11514"/>
                </a:moveTo>
                <a:cubicBezTo>
                  <a:pt x="10673" y="11514"/>
                  <a:pt x="10361" y="11767"/>
                  <a:pt x="10361" y="12061"/>
                </a:cubicBezTo>
                <a:lnTo>
                  <a:pt x="10361" y="16724"/>
                </a:lnTo>
                <a:cubicBezTo>
                  <a:pt x="10361" y="17018"/>
                  <a:pt x="10673" y="17271"/>
                  <a:pt x="11030" y="17271"/>
                </a:cubicBezTo>
                <a:cubicBezTo>
                  <a:pt x="11399" y="17271"/>
                  <a:pt x="11684" y="17018"/>
                  <a:pt x="11684" y="16724"/>
                </a:cubicBezTo>
                <a:lnTo>
                  <a:pt x="11684" y="12061"/>
                </a:lnTo>
                <a:cubicBezTo>
                  <a:pt x="11684" y="11767"/>
                  <a:pt x="11399" y="11514"/>
                  <a:pt x="11030" y="11514"/>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7" name="形状">
            <a:extLst>
              <a:ext uri="{FF2B5EF4-FFF2-40B4-BE49-F238E27FC236}">
                <a16:creationId xmlns:a16="http://schemas.microsoft.com/office/drawing/2014/main" id="{77554891-CBAC-4E40-B593-E83F852181B8}"/>
              </a:ext>
            </a:extLst>
          </p:cNvPr>
          <p:cNvSpPr/>
          <p:nvPr/>
        </p:nvSpPr>
        <p:spPr>
          <a:xfrm>
            <a:off x="5613685" y="4207717"/>
            <a:ext cx="374387" cy="378227"/>
          </a:xfrm>
          <a:custGeom>
            <a:avLst/>
            <a:gdLst/>
            <a:ahLst/>
            <a:cxnLst>
              <a:cxn ang="0">
                <a:pos x="wd2" y="hd2"/>
              </a:cxn>
              <a:cxn ang="5400000">
                <a:pos x="wd2" y="hd2"/>
              </a:cxn>
              <a:cxn ang="10800000">
                <a:pos x="wd2" y="hd2"/>
              </a:cxn>
              <a:cxn ang="16200000">
                <a:pos x="wd2" y="hd2"/>
              </a:cxn>
            </a:cxnLst>
            <a:rect l="0" t="0" r="r" b="b"/>
            <a:pathLst>
              <a:path w="21600" h="21600" extrusionOk="0">
                <a:moveTo>
                  <a:pt x="4565" y="0"/>
                </a:moveTo>
                <a:cubicBezTo>
                  <a:pt x="4264" y="0"/>
                  <a:pt x="4026" y="245"/>
                  <a:pt x="4026" y="543"/>
                </a:cubicBezTo>
                <a:lnTo>
                  <a:pt x="4026" y="2038"/>
                </a:lnTo>
                <a:lnTo>
                  <a:pt x="551" y="2038"/>
                </a:lnTo>
                <a:cubicBezTo>
                  <a:pt x="249" y="2038"/>
                  <a:pt x="0" y="2283"/>
                  <a:pt x="0" y="2581"/>
                </a:cubicBezTo>
                <a:lnTo>
                  <a:pt x="0" y="21045"/>
                </a:lnTo>
                <a:cubicBezTo>
                  <a:pt x="0" y="21343"/>
                  <a:pt x="249" y="21600"/>
                  <a:pt x="551" y="21600"/>
                </a:cubicBezTo>
                <a:lnTo>
                  <a:pt x="21061" y="21600"/>
                </a:lnTo>
                <a:cubicBezTo>
                  <a:pt x="21362" y="21600"/>
                  <a:pt x="21600" y="21343"/>
                  <a:pt x="21600" y="21045"/>
                </a:cubicBezTo>
                <a:lnTo>
                  <a:pt x="21600" y="2581"/>
                </a:lnTo>
                <a:cubicBezTo>
                  <a:pt x="21600" y="2283"/>
                  <a:pt x="21362" y="2038"/>
                  <a:pt x="21061" y="2038"/>
                </a:cubicBezTo>
                <a:lnTo>
                  <a:pt x="17688" y="2038"/>
                </a:lnTo>
                <a:lnTo>
                  <a:pt x="17688" y="543"/>
                </a:lnTo>
                <a:cubicBezTo>
                  <a:pt x="17688" y="245"/>
                  <a:pt x="17439" y="0"/>
                  <a:pt x="17138" y="0"/>
                </a:cubicBezTo>
                <a:cubicBezTo>
                  <a:pt x="16836" y="0"/>
                  <a:pt x="16587" y="245"/>
                  <a:pt x="16587" y="543"/>
                </a:cubicBezTo>
                <a:lnTo>
                  <a:pt x="16587" y="2038"/>
                </a:lnTo>
                <a:lnTo>
                  <a:pt x="5116" y="2038"/>
                </a:lnTo>
                <a:lnTo>
                  <a:pt x="5116" y="543"/>
                </a:lnTo>
                <a:cubicBezTo>
                  <a:pt x="5116" y="245"/>
                  <a:pt x="4867" y="0"/>
                  <a:pt x="4565" y="0"/>
                </a:cubicBezTo>
                <a:close/>
                <a:moveTo>
                  <a:pt x="1101" y="3125"/>
                </a:moveTo>
                <a:lnTo>
                  <a:pt x="4026" y="3125"/>
                </a:lnTo>
                <a:lnTo>
                  <a:pt x="4026" y="4981"/>
                </a:lnTo>
                <a:cubicBezTo>
                  <a:pt x="4026" y="5279"/>
                  <a:pt x="4264" y="5513"/>
                  <a:pt x="4565" y="5513"/>
                </a:cubicBezTo>
                <a:cubicBezTo>
                  <a:pt x="4867" y="5513"/>
                  <a:pt x="5116" y="5279"/>
                  <a:pt x="5116" y="4981"/>
                </a:cubicBezTo>
                <a:lnTo>
                  <a:pt x="5116" y="3125"/>
                </a:lnTo>
                <a:lnTo>
                  <a:pt x="16587" y="3125"/>
                </a:lnTo>
                <a:lnTo>
                  <a:pt x="16587" y="4981"/>
                </a:lnTo>
                <a:cubicBezTo>
                  <a:pt x="16587" y="5279"/>
                  <a:pt x="16836" y="5513"/>
                  <a:pt x="17138" y="5513"/>
                </a:cubicBezTo>
                <a:cubicBezTo>
                  <a:pt x="17439" y="5513"/>
                  <a:pt x="17688" y="5279"/>
                  <a:pt x="17688" y="4981"/>
                </a:cubicBezTo>
                <a:lnTo>
                  <a:pt x="17688" y="3125"/>
                </a:lnTo>
                <a:lnTo>
                  <a:pt x="20510" y="3125"/>
                </a:lnTo>
                <a:lnTo>
                  <a:pt x="20510" y="9238"/>
                </a:lnTo>
                <a:lnTo>
                  <a:pt x="1101" y="9238"/>
                </a:lnTo>
                <a:lnTo>
                  <a:pt x="1101" y="3125"/>
                </a:lnTo>
                <a:close/>
                <a:moveTo>
                  <a:pt x="1101" y="10325"/>
                </a:moveTo>
                <a:lnTo>
                  <a:pt x="20510" y="10325"/>
                </a:lnTo>
                <a:lnTo>
                  <a:pt x="20510" y="20513"/>
                </a:lnTo>
                <a:lnTo>
                  <a:pt x="1101" y="20513"/>
                </a:lnTo>
                <a:lnTo>
                  <a:pt x="1101" y="10325"/>
                </a:lnTo>
                <a:close/>
                <a:moveTo>
                  <a:pt x="10771" y="12860"/>
                </a:moveTo>
                <a:cubicBezTo>
                  <a:pt x="10467" y="12860"/>
                  <a:pt x="10232" y="13116"/>
                  <a:pt x="10232" y="13415"/>
                </a:cubicBezTo>
                <a:lnTo>
                  <a:pt x="10232" y="17921"/>
                </a:lnTo>
                <a:cubicBezTo>
                  <a:pt x="10232" y="18220"/>
                  <a:pt x="10467" y="18475"/>
                  <a:pt x="10771" y="18475"/>
                </a:cubicBezTo>
                <a:cubicBezTo>
                  <a:pt x="11075" y="18475"/>
                  <a:pt x="11322" y="18220"/>
                  <a:pt x="11322" y="17921"/>
                </a:cubicBezTo>
                <a:lnTo>
                  <a:pt x="11322" y="13415"/>
                </a:lnTo>
                <a:cubicBezTo>
                  <a:pt x="11322" y="13116"/>
                  <a:pt x="11075" y="12860"/>
                  <a:pt x="10771" y="12860"/>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8" name="形状">
            <a:extLst>
              <a:ext uri="{FF2B5EF4-FFF2-40B4-BE49-F238E27FC236}">
                <a16:creationId xmlns:a16="http://schemas.microsoft.com/office/drawing/2014/main" id="{78CFD158-D0C2-564A-A28D-04E227D3F7BC}"/>
              </a:ext>
            </a:extLst>
          </p:cNvPr>
          <p:cNvSpPr/>
          <p:nvPr/>
        </p:nvSpPr>
        <p:spPr>
          <a:xfrm>
            <a:off x="1514627" y="5119685"/>
            <a:ext cx="349428" cy="366707"/>
          </a:xfrm>
          <a:custGeom>
            <a:avLst/>
            <a:gdLst/>
            <a:ahLst/>
            <a:cxnLst>
              <a:cxn ang="0">
                <a:pos x="wd2" y="hd2"/>
              </a:cxn>
              <a:cxn ang="5400000">
                <a:pos x="wd2" y="hd2"/>
              </a:cxn>
              <a:cxn ang="10800000">
                <a:pos x="wd2" y="hd2"/>
              </a:cxn>
              <a:cxn ang="16200000">
                <a:pos x="wd2" y="hd2"/>
              </a:cxn>
            </a:cxnLst>
            <a:rect l="0" t="0" r="r" b="b"/>
            <a:pathLst>
              <a:path w="21600" h="21600" extrusionOk="0">
                <a:moveTo>
                  <a:pt x="7469" y="0"/>
                </a:moveTo>
                <a:cubicBezTo>
                  <a:pt x="7159" y="0"/>
                  <a:pt x="6894" y="254"/>
                  <a:pt x="6894" y="561"/>
                </a:cubicBezTo>
                <a:lnTo>
                  <a:pt x="6894" y="3039"/>
                </a:lnTo>
                <a:lnTo>
                  <a:pt x="587" y="3039"/>
                </a:lnTo>
                <a:cubicBezTo>
                  <a:pt x="266" y="3039"/>
                  <a:pt x="0" y="3293"/>
                  <a:pt x="0" y="3600"/>
                </a:cubicBezTo>
                <a:cubicBezTo>
                  <a:pt x="0" y="3907"/>
                  <a:pt x="266" y="4161"/>
                  <a:pt x="587" y="4161"/>
                </a:cubicBezTo>
                <a:lnTo>
                  <a:pt x="1662" y="4161"/>
                </a:lnTo>
                <a:lnTo>
                  <a:pt x="1662" y="21027"/>
                </a:lnTo>
                <a:cubicBezTo>
                  <a:pt x="1662" y="21335"/>
                  <a:pt x="1928" y="21600"/>
                  <a:pt x="2249" y="21600"/>
                </a:cubicBezTo>
                <a:lnTo>
                  <a:pt x="18764" y="21600"/>
                </a:lnTo>
                <a:cubicBezTo>
                  <a:pt x="19085" y="21600"/>
                  <a:pt x="19351" y="21335"/>
                  <a:pt x="19351" y="21027"/>
                </a:cubicBezTo>
                <a:lnTo>
                  <a:pt x="19351" y="4161"/>
                </a:lnTo>
                <a:lnTo>
                  <a:pt x="21013" y="4161"/>
                </a:lnTo>
                <a:cubicBezTo>
                  <a:pt x="21334" y="4161"/>
                  <a:pt x="21600" y="3907"/>
                  <a:pt x="21600" y="3600"/>
                </a:cubicBezTo>
                <a:cubicBezTo>
                  <a:pt x="21600" y="3293"/>
                  <a:pt x="21334" y="3039"/>
                  <a:pt x="21013" y="3039"/>
                </a:cubicBezTo>
                <a:lnTo>
                  <a:pt x="14901" y="3039"/>
                </a:lnTo>
                <a:lnTo>
                  <a:pt x="14901" y="561"/>
                </a:lnTo>
                <a:cubicBezTo>
                  <a:pt x="14901" y="254"/>
                  <a:pt x="14647" y="0"/>
                  <a:pt x="14327" y="0"/>
                </a:cubicBezTo>
                <a:lnTo>
                  <a:pt x="7469" y="0"/>
                </a:lnTo>
                <a:close/>
                <a:moveTo>
                  <a:pt x="8056" y="1122"/>
                </a:moveTo>
                <a:lnTo>
                  <a:pt x="13740" y="1122"/>
                </a:lnTo>
                <a:lnTo>
                  <a:pt x="13740" y="3039"/>
                </a:lnTo>
                <a:lnTo>
                  <a:pt x="8056" y="3039"/>
                </a:lnTo>
                <a:lnTo>
                  <a:pt x="8056" y="1122"/>
                </a:lnTo>
                <a:close/>
                <a:moveTo>
                  <a:pt x="2836" y="4161"/>
                </a:moveTo>
                <a:lnTo>
                  <a:pt x="7469" y="4161"/>
                </a:lnTo>
                <a:lnTo>
                  <a:pt x="14327" y="4161"/>
                </a:lnTo>
                <a:lnTo>
                  <a:pt x="18189" y="4161"/>
                </a:lnTo>
                <a:lnTo>
                  <a:pt x="18189" y="20478"/>
                </a:lnTo>
                <a:lnTo>
                  <a:pt x="2836" y="20478"/>
                </a:lnTo>
                <a:lnTo>
                  <a:pt x="2836" y="4161"/>
                </a:lnTo>
                <a:close/>
                <a:moveTo>
                  <a:pt x="8019" y="8275"/>
                </a:moveTo>
                <a:cubicBezTo>
                  <a:pt x="7698" y="8275"/>
                  <a:pt x="7432" y="8528"/>
                  <a:pt x="7432" y="8836"/>
                </a:cubicBezTo>
                <a:lnTo>
                  <a:pt x="7432" y="15382"/>
                </a:lnTo>
                <a:cubicBezTo>
                  <a:pt x="7432" y="15690"/>
                  <a:pt x="7698" y="15943"/>
                  <a:pt x="8019" y="15943"/>
                </a:cubicBezTo>
                <a:cubicBezTo>
                  <a:pt x="8340" y="15943"/>
                  <a:pt x="8594" y="15690"/>
                  <a:pt x="8594" y="15382"/>
                </a:cubicBezTo>
                <a:lnTo>
                  <a:pt x="8594" y="8836"/>
                </a:lnTo>
                <a:cubicBezTo>
                  <a:pt x="8594" y="8528"/>
                  <a:pt x="8340" y="8275"/>
                  <a:pt x="8019" y="8275"/>
                </a:cubicBezTo>
                <a:close/>
                <a:moveTo>
                  <a:pt x="13544" y="8275"/>
                </a:moveTo>
                <a:cubicBezTo>
                  <a:pt x="13223" y="8275"/>
                  <a:pt x="12958" y="8528"/>
                  <a:pt x="12958" y="8836"/>
                </a:cubicBezTo>
                <a:lnTo>
                  <a:pt x="12958" y="15382"/>
                </a:lnTo>
                <a:cubicBezTo>
                  <a:pt x="12958" y="15690"/>
                  <a:pt x="13223" y="15943"/>
                  <a:pt x="13544" y="15943"/>
                </a:cubicBezTo>
                <a:cubicBezTo>
                  <a:pt x="13865" y="15943"/>
                  <a:pt x="14119" y="15690"/>
                  <a:pt x="14119" y="15382"/>
                </a:cubicBezTo>
                <a:lnTo>
                  <a:pt x="14119" y="8836"/>
                </a:lnTo>
                <a:cubicBezTo>
                  <a:pt x="14119" y="8528"/>
                  <a:pt x="13865" y="8275"/>
                  <a:pt x="13544" y="8275"/>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9" name="形状">
            <a:extLst>
              <a:ext uri="{FF2B5EF4-FFF2-40B4-BE49-F238E27FC236}">
                <a16:creationId xmlns:a16="http://schemas.microsoft.com/office/drawing/2014/main" id="{51818158-2D89-BE46-ACF9-F52281F0E096}"/>
              </a:ext>
            </a:extLst>
          </p:cNvPr>
          <p:cNvSpPr/>
          <p:nvPr/>
        </p:nvSpPr>
        <p:spPr>
          <a:xfrm>
            <a:off x="7164989" y="4207717"/>
            <a:ext cx="374387" cy="378227"/>
          </a:xfrm>
          <a:custGeom>
            <a:avLst/>
            <a:gdLst/>
            <a:ahLst/>
            <a:cxnLst>
              <a:cxn ang="0">
                <a:pos x="wd2" y="hd2"/>
              </a:cxn>
              <a:cxn ang="5400000">
                <a:pos x="wd2" y="hd2"/>
              </a:cxn>
              <a:cxn ang="10800000">
                <a:pos x="wd2" y="hd2"/>
              </a:cxn>
              <a:cxn ang="16200000">
                <a:pos x="wd2" y="hd2"/>
              </a:cxn>
            </a:cxnLst>
            <a:rect l="0" t="0" r="r" b="b"/>
            <a:pathLst>
              <a:path w="21600" h="21600" extrusionOk="0">
                <a:moveTo>
                  <a:pt x="551" y="0"/>
                </a:moveTo>
                <a:cubicBezTo>
                  <a:pt x="249" y="0"/>
                  <a:pt x="0" y="246"/>
                  <a:pt x="0" y="543"/>
                </a:cubicBezTo>
                <a:lnTo>
                  <a:pt x="0" y="21057"/>
                </a:lnTo>
                <a:cubicBezTo>
                  <a:pt x="0" y="21354"/>
                  <a:pt x="249" y="21600"/>
                  <a:pt x="551" y="21600"/>
                </a:cubicBezTo>
                <a:lnTo>
                  <a:pt x="5116" y="21600"/>
                </a:lnTo>
                <a:cubicBezTo>
                  <a:pt x="5418" y="21600"/>
                  <a:pt x="5655" y="21354"/>
                  <a:pt x="5655" y="21057"/>
                </a:cubicBezTo>
                <a:cubicBezTo>
                  <a:pt x="5655" y="20759"/>
                  <a:pt x="5418" y="20513"/>
                  <a:pt x="5116" y="20513"/>
                </a:cubicBezTo>
                <a:lnTo>
                  <a:pt x="1101" y="20513"/>
                </a:lnTo>
                <a:lnTo>
                  <a:pt x="1101" y="1087"/>
                </a:lnTo>
                <a:lnTo>
                  <a:pt x="20510" y="1087"/>
                </a:lnTo>
                <a:lnTo>
                  <a:pt x="20510" y="20513"/>
                </a:lnTo>
                <a:lnTo>
                  <a:pt x="15876" y="20513"/>
                </a:lnTo>
                <a:cubicBezTo>
                  <a:pt x="15574" y="20513"/>
                  <a:pt x="15337" y="20759"/>
                  <a:pt x="15337" y="21057"/>
                </a:cubicBezTo>
                <a:cubicBezTo>
                  <a:pt x="15337" y="21354"/>
                  <a:pt x="15574" y="21600"/>
                  <a:pt x="15876" y="21600"/>
                </a:cubicBezTo>
                <a:lnTo>
                  <a:pt x="21061" y="21600"/>
                </a:lnTo>
                <a:cubicBezTo>
                  <a:pt x="21362" y="21600"/>
                  <a:pt x="21600" y="21354"/>
                  <a:pt x="21600" y="21057"/>
                </a:cubicBezTo>
                <a:lnTo>
                  <a:pt x="21600" y="543"/>
                </a:lnTo>
                <a:cubicBezTo>
                  <a:pt x="21600" y="246"/>
                  <a:pt x="21362" y="0"/>
                  <a:pt x="21061" y="0"/>
                </a:cubicBezTo>
                <a:lnTo>
                  <a:pt x="551" y="0"/>
                </a:lnTo>
                <a:close/>
                <a:moveTo>
                  <a:pt x="10955" y="11604"/>
                </a:moveTo>
                <a:cubicBezTo>
                  <a:pt x="10815" y="11604"/>
                  <a:pt x="10681" y="11660"/>
                  <a:pt x="10576" y="11762"/>
                </a:cubicBezTo>
                <a:lnTo>
                  <a:pt x="8202" y="14094"/>
                </a:lnTo>
                <a:cubicBezTo>
                  <a:pt x="7983" y="14309"/>
                  <a:pt x="7983" y="14649"/>
                  <a:pt x="8202" y="14864"/>
                </a:cubicBezTo>
                <a:cubicBezTo>
                  <a:pt x="8410" y="15069"/>
                  <a:pt x="8763" y="15069"/>
                  <a:pt x="8982" y="14864"/>
                </a:cubicBezTo>
                <a:lnTo>
                  <a:pt x="10416" y="13438"/>
                </a:lnTo>
                <a:lnTo>
                  <a:pt x="10416" y="21045"/>
                </a:lnTo>
                <a:cubicBezTo>
                  <a:pt x="10416" y="21343"/>
                  <a:pt x="10665" y="21600"/>
                  <a:pt x="10966" y="21600"/>
                </a:cubicBezTo>
                <a:cubicBezTo>
                  <a:pt x="11268" y="21600"/>
                  <a:pt x="11505" y="21343"/>
                  <a:pt x="11505" y="21045"/>
                </a:cubicBezTo>
                <a:lnTo>
                  <a:pt x="11505" y="13449"/>
                </a:lnTo>
                <a:lnTo>
                  <a:pt x="12951" y="14864"/>
                </a:lnTo>
                <a:cubicBezTo>
                  <a:pt x="13159" y="15069"/>
                  <a:pt x="13511" y="15079"/>
                  <a:pt x="13719" y="14864"/>
                </a:cubicBezTo>
                <a:cubicBezTo>
                  <a:pt x="13938" y="14659"/>
                  <a:pt x="13938" y="14309"/>
                  <a:pt x="13719" y="14094"/>
                </a:cubicBezTo>
                <a:lnTo>
                  <a:pt x="11345" y="11762"/>
                </a:lnTo>
                <a:cubicBezTo>
                  <a:pt x="11235" y="11660"/>
                  <a:pt x="11094" y="11604"/>
                  <a:pt x="10955" y="11604"/>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0" name="形状">
            <a:extLst>
              <a:ext uri="{FF2B5EF4-FFF2-40B4-BE49-F238E27FC236}">
                <a16:creationId xmlns:a16="http://schemas.microsoft.com/office/drawing/2014/main" id="{88523A39-68CF-4F40-8260-99F70C08FF19}"/>
              </a:ext>
            </a:extLst>
          </p:cNvPr>
          <p:cNvSpPr/>
          <p:nvPr/>
        </p:nvSpPr>
        <p:spPr>
          <a:xfrm>
            <a:off x="2363240" y="4213480"/>
            <a:ext cx="441585" cy="364787"/>
          </a:xfrm>
          <a:custGeom>
            <a:avLst/>
            <a:gdLst/>
            <a:ahLst/>
            <a:cxnLst>
              <a:cxn ang="0">
                <a:pos x="wd2" y="hd2"/>
              </a:cxn>
              <a:cxn ang="5400000">
                <a:pos x="wd2" y="hd2"/>
              </a:cxn>
              <a:cxn ang="10800000">
                <a:pos x="wd2" y="hd2"/>
              </a:cxn>
              <a:cxn ang="16200000">
                <a:pos x="wd2" y="hd2"/>
              </a:cxn>
            </a:cxnLst>
            <a:rect l="0" t="0" r="r" b="b"/>
            <a:pathLst>
              <a:path w="21600" h="21600" extrusionOk="0">
                <a:moveTo>
                  <a:pt x="10689" y="0"/>
                </a:moveTo>
                <a:cubicBezTo>
                  <a:pt x="7619" y="0"/>
                  <a:pt x="4930" y="2350"/>
                  <a:pt x="3892" y="5775"/>
                </a:cubicBezTo>
                <a:cubicBezTo>
                  <a:pt x="1624" y="6510"/>
                  <a:pt x="0" y="9005"/>
                  <a:pt x="0" y="11901"/>
                </a:cubicBezTo>
                <a:cubicBezTo>
                  <a:pt x="0" y="15413"/>
                  <a:pt x="2358" y="18273"/>
                  <a:pt x="5257" y="18273"/>
                </a:cubicBezTo>
                <a:lnTo>
                  <a:pt x="7823" y="18273"/>
                </a:lnTo>
                <a:cubicBezTo>
                  <a:pt x="8078" y="18273"/>
                  <a:pt x="8278" y="18008"/>
                  <a:pt x="8278" y="17699"/>
                </a:cubicBezTo>
                <a:cubicBezTo>
                  <a:pt x="8278" y="17391"/>
                  <a:pt x="8078" y="17149"/>
                  <a:pt x="7823" y="17149"/>
                </a:cubicBezTo>
                <a:lnTo>
                  <a:pt x="5257" y="17149"/>
                </a:lnTo>
                <a:cubicBezTo>
                  <a:pt x="2859" y="17149"/>
                  <a:pt x="929" y="14796"/>
                  <a:pt x="929" y="11901"/>
                </a:cubicBezTo>
                <a:cubicBezTo>
                  <a:pt x="929" y="9442"/>
                  <a:pt x="2339" y="7337"/>
                  <a:pt x="4289" y="6794"/>
                </a:cubicBezTo>
                <a:cubicBezTo>
                  <a:pt x="4329" y="6784"/>
                  <a:pt x="4342" y="6732"/>
                  <a:pt x="4376" y="6712"/>
                </a:cubicBezTo>
                <a:cubicBezTo>
                  <a:pt x="4439" y="6687"/>
                  <a:pt x="4482" y="6650"/>
                  <a:pt x="4531" y="6595"/>
                </a:cubicBezTo>
                <a:cubicBezTo>
                  <a:pt x="4550" y="6567"/>
                  <a:pt x="4565" y="6545"/>
                  <a:pt x="4579" y="6513"/>
                </a:cubicBezTo>
                <a:cubicBezTo>
                  <a:pt x="4609" y="6465"/>
                  <a:pt x="4660" y="6444"/>
                  <a:pt x="4676" y="6384"/>
                </a:cubicBezTo>
                <a:cubicBezTo>
                  <a:pt x="5519" y="3276"/>
                  <a:pt x="7933" y="1125"/>
                  <a:pt x="10689" y="1125"/>
                </a:cubicBezTo>
                <a:cubicBezTo>
                  <a:pt x="13392" y="1125"/>
                  <a:pt x="15776" y="3200"/>
                  <a:pt x="16662" y="6243"/>
                </a:cubicBezTo>
                <a:cubicBezTo>
                  <a:pt x="16672" y="6274"/>
                  <a:pt x="16698" y="6286"/>
                  <a:pt x="16711" y="6314"/>
                </a:cubicBezTo>
                <a:cubicBezTo>
                  <a:pt x="16756" y="6521"/>
                  <a:pt x="16868" y="6704"/>
                  <a:pt x="17050" y="6735"/>
                </a:cubicBezTo>
                <a:cubicBezTo>
                  <a:pt x="19131" y="7140"/>
                  <a:pt x="20680" y="9325"/>
                  <a:pt x="20680" y="11901"/>
                </a:cubicBezTo>
                <a:cubicBezTo>
                  <a:pt x="20680" y="14796"/>
                  <a:pt x="18752" y="17149"/>
                  <a:pt x="16362" y="17149"/>
                </a:cubicBezTo>
                <a:lnTo>
                  <a:pt x="13429" y="17149"/>
                </a:lnTo>
                <a:cubicBezTo>
                  <a:pt x="13174" y="17149"/>
                  <a:pt x="12964" y="17391"/>
                  <a:pt x="12964" y="17699"/>
                </a:cubicBezTo>
                <a:cubicBezTo>
                  <a:pt x="12964" y="18008"/>
                  <a:pt x="13174" y="18273"/>
                  <a:pt x="13429" y="18273"/>
                </a:cubicBezTo>
                <a:lnTo>
                  <a:pt x="16362" y="18273"/>
                </a:lnTo>
                <a:cubicBezTo>
                  <a:pt x="19261" y="18273"/>
                  <a:pt x="21600" y="15413"/>
                  <a:pt x="21600" y="11901"/>
                </a:cubicBezTo>
                <a:cubicBezTo>
                  <a:pt x="21600" y="8887"/>
                  <a:pt x="19855" y="6339"/>
                  <a:pt x="17466" y="5716"/>
                </a:cubicBezTo>
                <a:cubicBezTo>
                  <a:pt x="16420" y="2324"/>
                  <a:pt x="13740" y="0"/>
                  <a:pt x="10689" y="0"/>
                </a:cubicBezTo>
                <a:close/>
                <a:moveTo>
                  <a:pt x="10727" y="13846"/>
                </a:moveTo>
                <a:cubicBezTo>
                  <a:pt x="10602" y="13844"/>
                  <a:pt x="10471" y="13905"/>
                  <a:pt x="10379" y="14033"/>
                </a:cubicBezTo>
                <a:lnTo>
                  <a:pt x="8617" y="16469"/>
                </a:lnTo>
                <a:cubicBezTo>
                  <a:pt x="8450" y="16704"/>
                  <a:pt x="8462" y="17052"/>
                  <a:pt x="8655" y="17254"/>
                </a:cubicBezTo>
                <a:cubicBezTo>
                  <a:pt x="8840" y="17457"/>
                  <a:pt x="9128" y="17443"/>
                  <a:pt x="9304" y="17219"/>
                </a:cubicBezTo>
                <a:lnTo>
                  <a:pt x="10263" y="15907"/>
                </a:lnTo>
                <a:lnTo>
                  <a:pt x="10263" y="21038"/>
                </a:lnTo>
                <a:cubicBezTo>
                  <a:pt x="10263" y="21345"/>
                  <a:pt x="10471" y="21600"/>
                  <a:pt x="10727" y="21600"/>
                </a:cubicBezTo>
                <a:cubicBezTo>
                  <a:pt x="10975" y="21600"/>
                  <a:pt x="11182" y="21345"/>
                  <a:pt x="11182" y="21038"/>
                </a:cubicBezTo>
                <a:lnTo>
                  <a:pt x="11182" y="15907"/>
                </a:lnTo>
                <a:lnTo>
                  <a:pt x="12102" y="17207"/>
                </a:lnTo>
                <a:cubicBezTo>
                  <a:pt x="12269" y="17442"/>
                  <a:pt x="12557" y="17469"/>
                  <a:pt x="12751" y="17266"/>
                </a:cubicBezTo>
                <a:cubicBezTo>
                  <a:pt x="12944" y="17063"/>
                  <a:pt x="12966" y="16705"/>
                  <a:pt x="12799" y="16481"/>
                </a:cubicBezTo>
                <a:lnTo>
                  <a:pt x="11066" y="14045"/>
                </a:lnTo>
                <a:cubicBezTo>
                  <a:pt x="10974" y="13911"/>
                  <a:pt x="10853" y="13847"/>
                  <a:pt x="10727" y="13846"/>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1" name="形状">
            <a:extLst>
              <a:ext uri="{FF2B5EF4-FFF2-40B4-BE49-F238E27FC236}">
                <a16:creationId xmlns:a16="http://schemas.microsoft.com/office/drawing/2014/main" id="{F68BC48C-159B-C741-8958-AD28E4BD5812}"/>
              </a:ext>
            </a:extLst>
          </p:cNvPr>
          <p:cNvSpPr/>
          <p:nvPr/>
        </p:nvSpPr>
        <p:spPr>
          <a:xfrm>
            <a:off x="4663319" y="5115845"/>
            <a:ext cx="374388" cy="374387"/>
          </a:xfrm>
          <a:custGeom>
            <a:avLst/>
            <a:gdLst/>
            <a:ahLst/>
            <a:cxnLst>
              <a:cxn ang="0">
                <a:pos x="wd2" y="hd2"/>
              </a:cxn>
              <a:cxn ang="5400000">
                <a:pos x="wd2" y="hd2"/>
              </a:cxn>
              <a:cxn ang="10800000">
                <a:pos x="wd2" y="hd2"/>
              </a:cxn>
              <a:cxn ang="16200000">
                <a:pos x="wd2" y="hd2"/>
              </a:cxn>
            </a:cxnLst>
            <a:rect l="0" t="0" r="r" b="b"/>
            <a:pathLst>
              <a:path w="21600" h="21600" extrusionOk="0">
                <a:moveTo>
                  <a:pt x="551" y="0"/>
                </a:moveTo>
                <a:cubicBezTo>
                  <a:pt x="249" y="0"/>
                  <a:pt x="0" y="249"/>
                  <a:pt x="0" y="550"/>
                </a:cubicBezTo>
                <a:lnTo>
                  <a:pt x="0" y="21050"/>
                </a:lnTo>
                <a:cubicBezTo>
                  <a:pt x="0" y="21351"/>
                  <a:pt x="249" y="21600"/>
                  <a:pt x="551" y="21600"/>
                </a:cubicBezTo>
                <a:lnTo>
                  <a:pt x="21061" y="21600"/>
                </a:lnTo>
                <a:cubicBezTo>
                  <a:pt x="21362" y="21600"/>
                  <a:pt x="21600" y="21351"/>
                  <a:pt x="21600" y="21050"/>
                </a:cubicBezTo>
                <a:lnTo>
                  <a:pt x="21600" y="550"/>
                </a:lnTo>
                <a:cubicBezTo>
                  <a:pt x="21600" y="249"/>
                  <a:pt x="21362" y="0"/>
                  <a:pt x="21061" y="0"/>
                </a:cubicBezTo>
                <a:lnTo>
                  <a:pt x="551" y="0"/>
                </a:lnTo>
                <a:close/>
                <a:moveTo>
                  <a:pt x="1101" y="1101"/>
                </a:moveTo>
                <a:lnTo>
                  <a:pt x="20510" y="1101"/>
                </a:lnTo>
                <a:lnTo>
                  <a:pt x="20510" y="20499"/>
                </a:lnTo>
                <a:lnTo>
                  <a:pt x="1101" y="20499"/>
                </a:lnTo>
                <a:lnTo>
                  <a:pt x="1101" y="1101"/>
                </a:lnTo>
                <a:close/>
                <a:moveTo>
                  <a:pt x="10943" y="4678"/>
                </a:moveTo>
                <a:cubicBezTo>
                  <a:pt x="7235" y="4678"/>
                  <a:pt x="3951" y="6969"/>
                  <a:pt x="2638" y="10364"/>
                </a:cubicBezTo>
                <a:cubicBezTo>
                  <a:pt x="2524" y="10645"/>
                  <a:pt x="2678" y="10949"/>
                  <a:pt x="2960" y="11064"/>
                </a:cubicBezTo>
                <a:cubicBezTo>
                  <a:pt x="3241" y="11167"/>
                  <a:pt x="3544" y="11024"/>
                  <a:pt x="3648" y="10754"/>
                </a:cubicBezTo>
                <a:cubicBezTo>
                  <a:pt x="4804" y="7774"/>
                  <a:pt x="7693" y="5778"/>
                  <a:pt x="10943" y="5778"/>
                </a:cubicBezTo>
                <a:cubicBezTo>
                  <a:pt x="14235" y="5778"/>
                  <a:pt x="17148" y="7824"/>
                  <a:pt x="18273" y="10846"/>
                </a:cubicBezTo>
                <a:cubicBezTo>
                  <a:pt x="18378" y="11126"/>
                  <a:pt x="18692" y="11271"/>
                  <a:pt x="18973" y="11167"/>
                </a:cubicBezTo>
                <a:cubicBezTo>
                  <a:pt x="19254" y="11053"/>
                  <a:pt x="19398" y="10759"/>
                  <a:pt x="19294" y="10479"/>
                </a:cubicBezTo>
                <a:cubicBezTo>
                  <a:pt x="18013" y="7021"/>
                  <a:pt x="14704" y="4678"/>
                  <a:pt x="10943" y="4678"/>
                </a:cubicBezTo>
                <a:close/>
                <a:moveTo>
                  <a:pt x="6091" y="9344"/>
                </a:moveTo>
                <a:cubicBezTo>
                  <a:pt x="5953" y="9363"/>
                  <a:pt x="5824" y="9442"/>
                  <a:pt x="5736" y="9562"/>
                </a:cubicBezTo>
                <a:cubicBezTo>
                  <a:pt x="5558" y="9811"/>
                  <a:pt x="5599" y="10143"/>
                  <a:pt x="5839" y="10330"/>
                </a:cubicBezTo>
                <a:lnTo>
                  <a:pt x="9808" y="13276"/>
                </a:lnTo>
                <a:cubicBezTo>
                  <a:pt x="9804" y="13317"/>
                  <a:pt x="9773" y="13347"/>
                  <a:pt x="9773" y="13391"/>
                </a:cubicBezTo>
                <a:cubicBezTo>
                  <a:pt x="9773" y="13589"/>
                  <a:pt x="9819" y="13753"/>
                  <a:pt x="9922" y="13930"/>
                </a:cubicBezTo>
                <a:cubicBezTo>
                  <a:pt x="10015" y="14107"/>
                  <a:pt x="10137" y="14249"/>
                  <a:pt x="10312" y="14343"/>
                </a:cubicBezTo>
                <a:cubicBezTo>
                  <a:pt x="10478" y="14447"/>
                  <a:pt x="10644" y="14492"/>
                  <a:pt x="10840" y="14492"/>
                </a:cubicBezTo>
                <a:cubicBezTo>
                  <a:pt x="11047" y="14492"/>
                  <a:pt x="11215" y="14447"/>
                  <a:pt x="11391" y="14343"/>
                </a:cubicBezTo>
                <a:cubicBezTo>
                  <a:pt x="11566" y="14249"/>
                  <a:pt x="11688" y="14107"/>
                  <a:pt x="11781" y="13930"/>
                </a:cubicBezTo>
                <a:cubicBezTo>
                  <a:pt x="11884" y="13753"/>
                  <a:pt x="11918" y="13589"/>
                  <a:pt x="11918" y="13391"/>
                </a:cubicBezTo>
                <a:cubicBezTo>
                  <a:pt x="11918" y="13182"/>
                  <a:pt x="11884" y="13018"/>
                  <a:pt x="11781" y="12841"/>
                </a:cubicBezTo>
                <a:cubicBezTo>
                  <a:pt x="11688" y="12663"/>
                  <a:pt x="11566" y="12544"/>
                  <a:pt x="11391" y="12439"/>
                </a:cubicBezTo>
                <a:cubicBezTo>
                  <a:pt x="11215" y="12346"/>
                  <a:pt x="11047" y="12290"/>
                  <a:pt x="10840" y="12290"/>
                </a:cubicBezTo>
                <a:cubicBezTo>
                  <a:pt x="10696" y="12290"/>
                  <a:pt x="10573" y="12341"/>
                  <a:pt x="10450" y="12394"/>
                </a:cubicBezTo>
                <a:lnTo>
                  <a:pt x="6493" y="9459"/>
                </a:lnTo>
                <a:cubicBezTo>
                  <a:pt x="6373" y="9365"/>
                  <a:pt x="6229" y="9324"/>
                  <a:pt x="6091" y="9344"/>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2" name="形状">
            <a:extLst>
              <a:ext uri="{FF2B5EF4-FFF2-40B4-BE49-F238E27FC236}">
                <a16:creationId xmlns:a16="http://schemas.microsoft.com/office/drawing/2014/main" id="{ECEC4E6A-37DD-9C45-8184-31419573BAB3}"/>
              </a:ext>
            </a:extLst>
          </p:cNvPr>
          <p:cNvSpPr/>
          <p:nvPr/>
        </p:nvSpPr>
        <p:spPr>
          <a:xfrm>
            <a:off x="3208009" y="4226918"/>
            <a:ext cx="380147" cy="337908"/>
          </a:xfrm>
          <a:custGeom>
            <a:avLst/>
            <a:gdLst/>
            <a:ahLst/>
            <a:cxnLst>
              <a:cxn ang="0">
                <a:pos x="wd2" y="hd2"/>
              </a:cxn>
              <a:cxn ang="5400000">
                <a:pos x="wd2" y="hd2"/>
              </a:cxn>
              <a:cxn ang="10800000">
                <a:pos x="wd2" y="hd2"/>
              </a:cxn>
              <a:cxn ang="16200000">
                <a:pos x="wd2" y="hd2"/>
              </a:cxn>
            </a:cxnLst>
            <a:rect l="0" t="0" r="r" b="b"/>
            <a:pathLst>
              <a:path w="21600" h="21600" extrusionOk="0">
                <a:moveTo>
                  <a:pt x="6382" y="0"/>
                </a:moveTo>
                <a:cubicBezTo>
                  <a:pt x="6280" y="0"/>
                  <a:pt x="6204" y="31"/>
                  <a:pt x="6112" y="89"/>
                </a:cubicBezTo>
                <a:cubicBezTo>
                  <a:pt x="6051" y="135"/>
                  <a:pt x="6005" y="184"/>
                  <a:pt x="5954" y="241"/>
                </a:cubicBezTo>
                <a:lnTo>
                  <a:pt x="4052" y="2960"/>
                </a:lnTo>
                <a:lnTo>
                  <a:pt x="540" y="2960"/>
                </a:lnTo>
                <a:cubicBezTo>
                  <a:pt x="244" y="2961"/>
                  <a:pt x="0" y="3224"/>
                  <a:pt x="0" y="3558"/>
                </a:cubicBezTo>
                <a:lnTo>
                  <a:pt x="0" y="20977"/>
                </a:lnTo>
                <a:cubicBezTo>
                  <a:pt x="0" y="21311"/>
                  <a:pt x="244" y="21600"/>
                  <a:pt x="540" y="21600"/>
                </a:cubicBezTo>
                <a:lnTo>
                  <a:pt x="21060" y="21600"/>
                </a:lnTo>
                <a:cubicBezTo>
                  <a:pt x="21356" y="21600"/>
                  <a:pt x="21600" y="21311"/>
                  <a:pt x="21600" y="20977"/>
                </a:cubicBezTo>
                <a:lnTo>
                  <a:pt x="21600" y="3558"/>
                </a:lnTo>
                <a:cubicBezTo>
                  <a:pt x="21600" y="3224"/>
                  <a:pt x="21356" y="2960"/>
                  <a:pt x="21060" y="2960"/>
                </a:cubicBezTo>
                <a:lnTo>
                  <a:pt x="17784" y="2960"/>
                </a:lnTo>
                <a:lnTo>
                  <a:pt x="15623" y="216"/>
                </a:lnTo>
                <a:cubicBezTo>
                  <a:pt x="15582" y="158"/>
                  <a:pt x="15539" y="124"/>
                  <a:pt x="15488" y="89"/>
                </a:cubicBezTo>
                <a:cubicBezTo>
                  <a:pt x="15406" y="31"/>
                  <a:pt x="15320" y="0"/>
                  <a:pt x="15218" y="0"/>
                </a:cubicBezTo>
                <a:lnTo>
                  <a:pt x="6382" y="0"/>
                </a:lnTo>
                <a:close/>
                <a:moveTo>
                  <a:pt x="6641" y="1220"/>
                </a:moveTo>
                <a:lnTo>
                  <a:pt x="14982" y="1220"/>
                </a:lnTo>
                <a:lnTo>
                  <a:pt x="17143" y="3952"/>
                </a:lnTo>
                <a:cubicBezTo>
                  <a:pt x="17184" y="4009"/>
                  <a:pt x="17227" y="4044"/>
                  <a:pt x="17278" y="4079"/>
                </a:cubicBezTo>
                <a:cubicBezTo>
                  <a:pt x="17359" y="4136"/>
                  <a:pt x="17445" y="4168"/>
                  <a:pt x="17537" y="4168"/>
                </a:cubicBezTo>
                <a:lnTo>
                  <a:pt x="20531" y="4168"/>
                </a:lnTo>
                <a:lnTo>
                  <a:pt x="20531" y="20380"/>
                </a:lnTo>
                <a:lnTo>
                  <a:pt x="1081" y="20380"/>
                </a:lnTo>
                <a:lnTo>
                  <a:pt x="1081" y="4168"/>
                </a:lnTo>
                <a:lnTo>
                  <a:pt x="4311" y="4168"/>
                </a:lnTo>
                <a:cubicBezTo>
                  <a:pt x="4403" y="4168"/>
                  <a:pt x="4499" y="4136"/>
                  <a:pt x="4581" y="4079"/>
                </a:cubicBezTo>
                <a:cubicBezTo>
                  <a:pt x="4642" y="4033"/>
                  <a:pt x="4698" y="3996"/>
                  <a:pt x="4739" y="3939"/>
                </a:cubicBezTo>
                <a:lnTo>
                  <a:pt x="6641" y="1220"/>
                </a:lnTo>
                <a:close/>
                <a:moveTo>
                  <a:pt x="17379" y="6302"/>
                </a:moveTo>
                <a:cubicBezTo>
                  <a:pt x="17214" y="6302"/>
                  <a:pt x="17084" y="6349"/>
                  <a:pt x="16940" y="6442"/>
                </a:cubicBezTo>
                <a:cubicBezTo>
                  <a:pt x="16796" y="6535"/>
                  <a:pt x="16685" y="6648"/>
                  <a:pt x="16602" y="6810"/>
                </a:cubicBezTo>
                <a:cubicBezTo>
                  <a:pt x="16520" y="6961"/>
                  <a:pt x="16479" y="7133"/>
                  <a:pt x="16479" y="7319"/>
                </a:cubicBezTo>
                <a:cubicBezTo>
                  <a:pt x="16479" y="7504"/>
                  <a:pt x="16520" y="7651"/>
                  <a:pt x="16602" y="7814"/>
                </a:cubicBezTo>
                <a:cubicBezTo>
                  <a:pt x="16685" y="7977"/>
                  <a:pt x="16796" y="8102"/>
                  <a:pt x="16940" y="8195"/>
                </a:cubicBezTo>
                <a:cubicBezTo>
                  <a:pt x="17084" y="8288"/>
                  <a:pt x="17214" y="8335"/>
                  <a:pt x="17379" y="8335"/>
                </a:cubicBezTo>
                <a:cubicBezTo>
                  <a:pt x="17544" y="8335"/>
                  <a:pt x="17696" y="8288"/>
                  <a:pt x="17829" y="8195"/>
                </a:cubicBezTo>
                <a:cubicBezTo>
                  <a:pt x="17973" y="8102"/>
                  <a:pt x="18073" y="7977"/>
                  <a:pt x="18156" y="7814"/>
                </a:cubicBezTo>
                <a:cubicBezTo>
                  <a:pt x="18238" y="7651"/>
                  <a:pt x="18268" y="7505"/>
                  <a:pt x="18268" y="7319"/>
                </a:cubicBezTo>
                <a:cubicBezTo>
                  <a:pt x="18268" y="7133"/>
                  <a:pt x="18238" y="6961"/>
                  <a:pt x="18156" y="6810"/>
                </a:cubicBezTo>
                <a:cubicBezTo>
                  <a:pt x="18073" y="6648"/>
                  <a:pt x="17973" y="6535"/>
                  <a:pt x="17829" y="6442"/>
                </a:cubicBezTo>
                <a:cubicBezTo>
                  <a:pt x="17695" y="6349"/>
                  <a:pt x="17544" y="6302"/>
                  <a:pt x="17379" y="6302"/>
                </a:cubicBezTo>
                <a:close/>
                <a:moveTo>
                  <a:pt x="10783" y="7420"/>
                </a:moveTo>
                <a:cubicBezTo>
                  <a:pt x="8331" y="7420"/>
                  <a:pt x="6348" y="9665"/>
                  <a:pt x="6348" y="12414"/>
                </a:cubicBezTo>
                <a:cubicBezTo>
                  <a:pt x="6348" y="15185"/>
                  <a:pt x="8331" y="17432"/>
                  <a:pt x="10783" y="17432"/>
                </a:cubicBezTo>
                <a:cubicBezTo>
                  <a:pt x="13225" y="17432"/>
                  <a:pt x="15207" y="15185"/>
                  <a:pt x="15207" y="12414"/>
                </a:cubicBezTo>
                <a:cubicBezTo>
                  <a:pt x="15207" y="9654"/>
                  <a:pt x="13225" y="7420"/>
                  <a:pt x="10783" y="7420"/>
                </a:cubicBezTo>
                <a:close/>
                <a:moveTo>
                  <a:pt x="10783" y="8640"/>
                </a:moveTo>
                <a:cubicBezTo>
                  <a:pt x="12633" y="8640"/>
                  <a:pt x="14137" y="10323"/>
                  <a:pt x="14137" y="12414"/>
                </a:cubicBezTo>
                <a:cubicBezTo>
                  <a:pt x="14137" y="14515"/>
                  <a:pt x="12633" y="16213"/>
                  <a:pt x="10783" y="16213"/>
                </a:cubicBezTo>
                <a:cubicBezTo>
                  <a:pt x="8923" y="16213"/>
                  <a:pt x="7429" y="14515"/>
                  <a:pt x="7429" y="12414"/>
                </a:cubicBezTo>
                <a:cubicBezTo>
                  <a:pt x="7429" y="10335"/>
                  <a:pt x="8923" y="8640"/>
                  <a:pt x="10783" y="8640"/>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3" name="形状">
            <a:extLst>
              <a:ext uri="{FF2B5EF4-FFF2-40B4-BE49-F238E27FC236}">
                <a16:creationId xmlns:a16="http://schemas.microsoft.com/office/drawing/2014/main" id="{9BBB4A15-6F59-B342-8E80-C6FE9FF8746B}"/>
              </a:ext>
            </a:extLst>
          </p:cNvPr>
          <p:cNvSpPr/>
          <p:nvPr/>
        </p:nvSpPr>
        <p:spPr>
          <a:xfrm>
            <a:off x="6389337" y="4207717"/>
            <a:ext cx="374387" cy="378227"/>
          </a:xfrm>
          <a:custGeom>
            <a:avLst/>
            <a:gdLst/>
            <a:ahLst/>
            <a:cxnLst>
              <a:cxn ang="0">
                <a:pos x="wd2" y="hd2"/>
              </a:cxn>
              <a:cxn ang="5400000">
                <a:pos x="wd2" y="hd2"/>
              </a:cxn>
              <a:cxn ang="10800000">
                <a:pos x="wd2" y="hd2"/>
              </a:cxn>
              <a:cxn ang="16200000">
                <a:pos x="wd2" y="hd2"/>
              </a:cxn>
            </a:cxnLst>
            <a:rect l="0" t="0" r="r" b="b"/>
            <a:pathLst>
              <a:path w="21600" h="21600" extrusionOk="0">
                <a:moveTo>
                  <a:pt x="551" y="0"/>
                </a:moveTo>
                <a:cubicBezTo>
                  <a:pt x="249" y="0"/>
                  <a:pt x="0" y="246"/>
                  <a:pt x="0" y="543"/>
                </a:cubicBezTo>
                <a:lnTo>
                  <a:pt x="0" y="21057"/>
                </a:lnTo>
                <a:cubicBezTo>
                  <a:pt x="0" y="21354"/>
                  <a:pt x="249" y="21600"/>
                  <a:pt x="551" y="21600"/>
                </a:cubicBezTo>
                <a:lnTo>
                  <a:pt x="21061" y="21600"/>
                </a:lnTo>
                <a:cubicBezTo>
                  <a:pt x="21362" y="21600"/>
                  <a:pt x="21600" y="21354"/>
                  <a:pt x="21600" y="21057"/>
                </a:cubicBezTo>
                <a:lnTo>
                  <a:pt x="21600" y="543"/>
                </a:lnTo>
                <a:cubicBezTo>
                  <a:pt x="21600" y="246"/>
                  <a:pt x="21362" y="0"/>
                  <a:pt x="21061" y="0"/>
                </a:cubicBezTo>
                <a:lnTo>
                  <a:pt x="15876" y="0"/>
                </a:lnTo>
                <a:cubicBezTo>
                  <a:pt x="15574" y="0"/>
                  <a:pt x="15337" y="246"/>
                  <a:pt x="15337" y="543"/>
                </a:cubicBezTo>
                <a:cubicBezTo>
                  <a:pt x="15337" y="841"/>
                  <a:pt x="15574" y="1087"/>
                  <a:pt x="15876" y="1087"/>
                </a:cubicBezTo>
                <a:lnTo>
                  <a:pt x="20510" y="1087"/>
                </a:lnTo>
                <a:lnTo>
                  <a:pt x="20510" y="20513"/>
                </a:lnTo>
                <a:lnTo>
                  <a:pt x="1101" y="20513"/>
                </a:lnTo>
                <a:lnTo>
                  <a:pt x="1101" y="1087"/>
                </a:lnTo>
                <a:lnTo>
                  <a:pt x="5116" y="1087"/>
                </a:lnTo>
                <a:cubicBezTo>
                  <a:pt x="5418" y="1087"/>
                  <a:pt x="5655" y="841"/>
                  <a:pt x="5655" y="543"/>
                </a:cubicBezTo>
                <a:cubicBezTo>
                  <a:pt x="5655" y="246"/>
                  <a:pt x="5418" y="0"/>
                  <a:pt x="5116" y="0"/>
                </a:cubicBezTo>
                <a:lnTo>
                  <a:pt x="551" y="0"/>
                </a:lnTo>
                <a:close/>
                <a:moveTo>
                  <a:pt x="10920" y="0"/>
                </a:moveTo>
                <a:cubicBezTo>
                  <a:pt x="10619" y="0"/>
                  <a:pt x="10370" y="245"/>
                  <a:pt x="10370" y="543"/>
                </a:cubicBezTo>
                <a:lnTo>
                  <a:pt x="10370" y="8117"/>
                </a:lnTo>
                <a:lnTo>
                  <a:pt x="8982" y="6736"/>
                </a:lnTo>
                <a:cubicBezTo>
                  <a:pt x="8763" y="6521"/>
                  <a:pt x="8410" y="6521"/>
                  <a:pt x="8202" y="6736"/>
                </a:cubicBezTo>
                <a:cubicBezTo>
                  <a:pt x="7983" y="6941"/>
                  <a:pt x="7983" y="7290"/>
                  <a:pt x="8202" y="7494"/>
                </a:cubicBezTo>
                <a:lnTo>
                  <a:pt x="10576" y="9838"/>
                </a:lnTo>
                <a:cubicBezTo>
                  <a:pt x="10785" y="10053"/>
                  <a:pt x="11126" y="10053"/>
                  <a:pt x="11345" y="9838"/>
                </a:cubicBezTo>
                <a:lnTo>
                  <a:pt x="13719" y="7494"/>
                </a:lnTo>
                <a:cubicBezTo>
                  <a:pt x="13938" y="7290"/>
                  <a:pt x="13938" y="6941"/>
                  <a:pt x="13719" y="6736"/>
                </a:cubicBezTo>
                <a:cubicBezTo>
                  <a:pt x="13511" y="6521"/>
                  <a:pt x="13159" y="6521"/>
                  <a:pt x="12951" y="6736"/>
                </a:cubicBezTo>
                <a:lnTo>
                  <a:pt x="11460" y="8196"/>
                </a:lnTo>
                <a:lnTo>
                  <a:pt x="11460" y="543"/>
                </a:lnTo>
                <a:cubicBezTo>
                  <a:pt x="11460" y="245"/>
                  <a:pt x="11222" y="0"/>
                  <a:pt x="10920" y="0"/>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4" name="形状">
            <a:extLst>
              <a:ext uri="{FF2B5EF4-FFF2-40B4-BE49-F238E27FC236}">
                <a16:creationId xmlns:a16="http://schemas.microsoft.com/office/drawing/2014/main" id="{33A2B5A3-A20E-0041-A47F-14FE8B60D4C5}"/>
              </a:ext>
            </a:extLst>
          </p:cNvPr>
          <p:cNvSpPr/>
          <p:nvPr/>
        </p:nvSpPr>
        <p:spPr>
          <a:xfrm>
            <a:off x="1518470" y="4205800"/>
            <a:ext cx="443505" cy="380147"/>
          </a:xfrm>
          <a:custGeom>
            <a:avLst/>
            <a:gdLst/>
            <a:ahLst/>
            <a:cxnLst>
              <a:cxn ang="0">
                <a:pos x="wd2" y="hd2"/>
              </a:cxn>
              <a:cxn ang="5400000">
                <a:pos x="wd2" y="hd2"/>
              </a:cxn>
              <a:cxn ang="10800000">
                <a:pos x="wd2" y="hd2"/>
              </a:cxn>
              <a:cxn ang="16200000">
                <a:pos x="wd2" y="hd2"/>
              </a:cxn>
            </a:cxnLst>
            <a:rect l="0" t="0" r="r" b="b"/>
            <a:pathLst>
              <a:path w="21600" h="21539" extrusionOk="0">
                <a:moveTo>
                  <a:pt x="10650" y="0"/>
                </a:moveTo>
                <a:cubicBezTo>
                  <a:pt x="7574" y="0"/>
                  <a:pt x="4887" y="2265"/>
                  <a:pt x="3853" y="5558"/>
                </a:cubicBezTo>
                <a:cubicBezTo>
                  <a:pt x="1607" y="6279"/>
                  <a:pt x="0" y="8649"/>
                  <a:pt x="0" y="11408"/>
                </a:cubicBezTo>
                <a:cubicBezTo>
                  <a:pt x="0" y="14775"/>
                  <a:pt x="2358" y="17517"/>
                  <a:pt x="5257" y="17517"/>
                </a:cubicBezTo>
                <a:lnTo>
                  <a:pt x="7823" y="17517"/>
                </a:lnTo>
                <a:cubicBezTo>
                  <a:pt x="8078" y="17517"/>
                  <a:pt x="8278" y="17262"/>
                  <a:pt x="8278" y="16967"/>
                </a:cubicBezTo>
                <a:cubicBezTo>
                  <a:pt x="8278" y="16671"/>
                  <a:pt x="8078" y="16439"/>
                  <a:pt x="7823" y="16439"/>
                </a:cubicBezTo>
                <a:lnTo>
                  <a:pt x="5257" y="16439"/>
                </a:lnTo>
                <a:cubicBezTo>
                  <a:pt x="2859" y="16439"/>
                  <a:pt x="929" y="14183"/>
                  <a:pt x="929" y="11408"/>
                </a:cubicBezTo>
                <a:cubicBezTo>
                  <a:pt x="929" y="9051"/>
                  <a:pt x="2339" y="7033"/>
                  <a:pt x="4289" y="6513"/>
                </a:cubicBezTo>
                <a:cubicBezTo>
                  <a:pt x="4331" y="6502"/>
                  <a:pt x="4350" y="6456"/>
                  <a:pt x="4386" y="6434"/>
                </a:cubicBezTo>
                <a:cubicBezTo>
                  <a:pt x="4404" y="6424"/>
                  <a:pt x="4417" y="6413"/>
                  <a:pt x="4434" y="6400"/>
                </a:cubicBezTo>
                <a:cubicBezTo>
                  <a:pt x="4509" y="6340"/>
                  <a:pt x="4557" y="6273"/>
                  <a:pt x="4589" y="6176"/>
                </a:cubicBezTo>
                <a:cubicBezTo>
                  <a:pt x="4600" y="6151"/>
                  <a:pt x="4630" y="6147"/>
                  <a:pt x="4638" y="6120"/>
                </a:cubicBezTo>
                <a:cubicBezTo>
                  <a:pt x="5480" y="3141"/>
                  <a:pt x="7894" y="1078"/>
                  <a:pt x="10650" y="1078"/>
                </a:cubicBezTo>
                <a:cubicBezTo>
                  <a:pt x="13353" y="1078"/>
                  <a:pt x="15737" y="3067"/>
                  <a:pt x="16624" y="5985"/>
                </a:cubicBezTo>
                <a:cubicBezTo>
                  <a:pt x="16643" y="6047"/>
                  <a:pt x="16695" y="6072"/>
                  <a:pt x="16730" y="6120"/>
                </a:cubicBezTo>
                <a:cubicBezTo>
                  <a:pt x="16789" y="6286"/>
                  <a:pt x="16889" y="6430"/>
                  <a:pt x="17050" y="6456"/>
                </a:cubicBezTo>
                <a:cubicBezTo>
                  <a:pt x="19132" y="6844"/>
                  <a:pt x="20680" y="8939"/>
                  <a:pt x="20680" y="11408"/>
                </a:cubicBezTo>
                <a:cubicBezTo>
                  <a:pt x="20680" y="14183"/>
                  <a:pt x="18752" y="16439"/>
                  <a:pt x="16362" y="16439"/>
                </a:cubicBezTo>
                <a:lnTo>
                  <a:pt x="13429" y="16439"/>
                </a:lnTo>
                <a:cubicBezTo>
                  <a:pt x="13174" y="16439"/>
                  <a:pt x="12964" y="16671"/>
                  <a:pt x="12964" y="16967"/>
                </a:cubicBezTo>
                <a:cubicBezTo>
                  <a:pt x="12964" y="17262"/>
                  <a:pt x="13174" y="17517"/>
                  <a:pt x="13429" y="17517"/>
                </a:cubicBezTo>
                <a:lnTo>
                  <a:pt x="16362" y="17517"/>
                </a:lnTo>
                <a:cubicBezTo>
                  <a:pt x="19261" y="17517"/>
                  <a:pt x="21600" y="14775"/>
                  <a:pt x="21600" y="11408"/>
                </a:cubicBezTo>
                <a:cubicBezTo>
                  <a:pt x="21600" y="8503"/>
                  <a:pt x="19836" y="6048"/>
                  <a:pt x="17427" y="5468"/>
                </a:cubicBezTo>
                <a:cubicBezTo>
                  <a:pt x="16379" y="2222"/>
                  <a:pt x="13698" y="0"/>
                  <a:pt x="10650" y="0"/>
                </a:cubicBezTo>
                <a:close/>
                <a:moveTo>
                  <a:pt x="10727" y="14463"/>
                </a:moveTo>
                <a:cubicBezTo>
                  <a:pt x="10471" y="14463"/>
                  <a:pt x="10263" y="14707"/>
                  <a:pt x="10263" y="15002"/>
                </a:cubicBezTo>
                <a:lnTo>
                  <a:pt x="10263" y="19594"/>
                </a:lnTo>
                <a:lnTo>
                  <a:pt x="9304" y="18348"/>
                </a:lnTo>
                <a:cubicBezTo>
                  <a:pt x="9128" y="18125"/>
                  <a:pt x="8840" y="18110"/>
                  <a:pt x="8655" y="18303"/>
                </a:cubicBezTo>
                <a:cubicBezTo>
                  <a:pt x="8462" y="18505"/>
                  <a:pt x="8450" y="18831"/>
                  <a:pt x="8617" y="19044"/>
                </a:cubicBezTo>
                <a:lnTo>
                  <a:pt x="10379" y="21357"/>
                </a:lnTo>
                <a:cubicBezTo>
                  <a:pt x="10564" y="21600"/>
                  <a:pt x="10881" y="21600"/>
                  <a:pt x="11066" y="21357"/>
                </a:cubicBezTo>
                <a:lnTo>
                  <a:pt x="12799" y="19044"/>
                </a:lnTo>
                <a:cubicBezTo>
                  <a:pt x="12966" y="18821"/>
                  <a:pt x="12944" y="18495"/>
                  <a:pt x="12751" y="18303"/>
                </a:cubicBezTo>
                <a:cubicBezTo>
                  <a:pt x="12557" y="18110"/>
                  <a:pt x="12269" y="18135"/>
                  <a:pt x="12102" y="18348"/>
                </a:cubicBezTo>
                <a:lnTo>
                  <a:pt x="11182" y="19583"/>
                </a:lnTo>
                <a:lnTo>
                  <a:pt x="11182" y="15002"/>
                </a:lnTo>
                <a:cubicBezTo>
                  <a:pt x="11182" y="14707"/>
                  <a:pt x="10975" y="14463"/>
                  <a:pt x="10727" y="14463"/>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5" name="形状">
            <a:extLst>
              <a:ext uri="{FF2B5EF4-FFF2-40B4-BE49-F238E27FC236}">
                <a16:creationId xmlns:a16="http://schemas.microsoft.com/office/drawing/2014/main" id="{98A39AFF-E90A-9A45-B323-4546D6124DC2}"/>
              </a:ext>
            </a:extLst>
          </p:cNvPr>
          <p:cNvSpPr/>
          <p:nvPr/>
        </p:nvSpPr>
        <p:spPr>
          <a:xfrm>
            <a:off x="4169897" y="1523651"/>
            <a:ext cx="397425" cy="462704"/>
          </a:xfrm>
          <a:custGeom>
            <a:avLst/>
            <a:gdLst/>
            <a:ahLst/>
            <a:cxnLst>
              <a:cxn ang="0">
                <a:pos x="wd2" y="hd2"/>
              </a:cxn>
              <a:cxn ang="5400000">
                <a:pos x="wd2" y="hd2"/>
              </a:cxn>
              <a:cxn ang="10800000">
                <a:pos x="wd2" y="hd2"/>
              </a:cxn>
              <a:cxn ang="16200000">
                <a:pos x="wd2" y="hd2"/>
              </a:cxn>
            </a:cxnLst>
            <a:rect l="0" t="0" r="r" b="b"/>
            <a:pathLst>
              <a:path w="21598" h="21600" extrusionOk="0">
                <a:moveTo>
                  <a:pt x="10704" y="0"/>
                </a:moveTo>
                <a:cubicBezTo>
                  <a:pt x="10635" y="0"/>
                  <a:pt x="10589" y="11"/>
                  <a:pt x="10521" y="28"/>
                </a:cubicBezTo>
                <a:lnTo>
                  <a:pt x="333" y="3390"/>
                </a:lnTo>
                <a:cubicBezTo>
                  <a:pt x="304" y="3398"/>
                  <a:pt x="288" y="3401"/>
                  <a:pt x="269" y="3418"/>
                </a:cubicBezTo>
                <a:cubicBezTo>
                  <a:pt x="181" y="3460"/>
                  <a:pt x="114" y="3509"/>
                  <a:pt x="75" y="3585"/>
                </a:cubicBezTo>
                <a:cubicBezTo>
                  <a:pt x="27" y="3652"/>
                  <a:pt x="0" y="3722"/>
                  <a:pt x="0" y="3798"/>
                </a:cubicBezTo>
                <a:lnTo>
                  <a:pt x="0" y="12912"/>
                </a:lnTo>
                <a:cubicBezTo>
                  <a:pt x="0" y="12979"/>
                  <a:pt x="25" y="13029"/>
                  <a:pt x="54" y="13088"/>
                </a:cubicBezTo>
                <a:cubicBezTo>
                  <a:pt x="1604" y="16187"/>
                  <a:pt x="5141" y="19000"/>
                  <a:pt x="10661" y="21544"/>
                </a:cubicBezTo>
                <a:cubicBezTo>
                  <a:pt x="10739" y="21578"/>
                  <a:pt x="10810" y="21600"/>
                  <a:pt x="10897" y="21600"/>
                </a:cubicBezTo>
                <a:cubicBezTo>
                  <a:pt x="10995" y="21600"/>
                  <a:pt x="11077" y="21577"/>
                  <a:pt x="11155" y="21535"/>
                </a:cubicBezTo>
                <a:cubicBezTo>
                  <a:pt x="11175" y="21527"/>
                  <a:pt x="11190" y="21516"/>
                  <a:pt x="11209" y="21507"/>
                </a:cubicBezTo>
                <a:cubicBezTo>
                  <a:pt x="11287" y="21457"/>
                  <a:pt x="11796" y="21136"/>
                  <a:pt x="11952" y="21035"/>
                </a:cubicBezTo>
                <a:cubicBezTo>
                  <a:pt x="12371" y="20758"/>
                  <a:pt x="12726" y="20525"/>
                  <a:pt x="13146" y="20248"/>
                </a:cubicBezTo>
                <a:cubicBezTo>
                  <a:pt x="14238" y="19534"/>
                  <a:pt x="15279" y="18823"/>
                  <a:pt x="16255" y="18117"/>
                </a:cubicBezTo>
                <a:cubicBezTo>
                  <a:pt x="16859" y="17681"/>
                  <a:pt x="17428" y="17251"/>
                  <a:pt x="17954" y="16839"/>
                </a:cubicBezTo>
                <a:cubicBezTo>
                  <a:pt x="19983" y="15243"/>
                  <a:pt x="21257" y="13982"/>
                  <a:pt x="21569" y="13042"/>
                </a:cubicBezTo>
                <a:cubicBezTo>
                  <a:pt x="21588" y="13000"/>
                  <a:pt x="21590" y="12954"/>
                  <a:pt x="21590" y="12912"/>
                </a:cubicBezTo>
                <a:cubicBezTo>
                  <a:pt x="21600" y="11845"/>
                  <a:pt x="21600" y="8811"/>
                  <a:pt x="21590" y="3798"/>
                </a:cubicBezTo>
                <a:cubicBezTo>
                  <a:pt x="21590" y="3722"/>
                  <a:pt x="21564" y="3660"/>
                  <a:pt x="21515" y="3585"/>
                </a:cubicBezTo>
                <a:cubicBezTo>
                  <a:pt x="21466" y="3517"/>
                  <a:pt x="21410" y="3460"/>
                  <a:pt x="21332" y="3418"/>
                </a:cubicBezTo>
                <a:cubicBezTo>
                  <a:pt x="21303" y="3401"/>
                  <a:pt x="21286" y="3398"/>
                  <a:pt x="21257" y="3390"/>
                </a:cubicBezTo>
                <a:lnTo>
                  <a:pt x="10876" y="28"/>
                </a:lnTo>
                <a:cubicBezTo>
                  <a:pt x="10808" y="11"/>
                  <a:pt x="10772" y="0"/>
                  <a:pt x="10704" y="0"/>
                </a:cubicBezTo>
                <a:close/>
                <a:moveTo>
                  <a:pt x="10704" y="908"/>
                </a:moveTo>
                <a:lnTo>
                  <a:pt x="20558" y="4113"/>
                </a:lnTo>
                <a:cubicBezTo>
                  <a:pt x="20567" y="8841"/>
                  <a:pt x="20567" y="11747"/>
                  <a:pt x="20558" y="12847"/>
                </a:cubicBezTo>
                <a:cubicBezTo>
                  <a:pt x="20275" y="13578"/>
                  <a:pt x="19109" y="14755"/>
                  <a:pt x="17266" y="16191"/>
                </a:cubicBezTo>
                <a:cubicBezTo>
                  <a:pt x="16749" y="16594"/>
                  <a:pt x="16193" y="17014"/>
                  <a:pt x="15598" y="17450"/>
                </a:cubicBezTo>
                <a:cubicBezTo>
                  <a:pt x="14633" y="18139"/>
                  <a:pt x="13593" y="18839"/>
                  <a:pt x="12511" y="19553"/>
                </a:cubicBezTo>
                <a:cubicBezTo>
                  <a:pt x="12101" y="19822"/>
                  <a:pt x="11758" y="20062"/>
                  <a:pt x="11338" y="20331"/>
                </a:cubicBezTo>
                <a:cubicBezTo>
                  <a:pt x="11251" y="20390"/>
                  <a:pt x="11029" y="20519"/>
                  <a:pt x="10844" y="20637"/>
                </a:cubicBezTo>
                <a:cubicBezTo>
                  <a:pt x="5743" y="18235"/>
                  <a:pt x="2476" y="15624"/>
                  <a:pt x="1033" y="12819"/>
                </a:cubicBezTo>
                <a:lnTo>
                  <a:pt x="1033" y="4103"/>
                </a:lnTo>
                <a:lnTo>
                  <a:pt x="10704" y="908"/>
                </a:lnTo>
                <a:close/>
                <a:moveTo>
                  <a:pt x="10919" y="5595"/>
                </a:moveTo>
                <a:cubicBezTo>
                  <a:pt x="10643" y="5595"/>
                  <a:pt x="10413" y="5795"/>
                  <a:pt x="10413" y="6039"/>
                </a:cubicBezTo>
                <a:lnTo>
                  <a:pt x="10413" y="9448"/>
                </a:lnTo>
                <a:lnTo>
                  <a:pt x="6422" y="9448"/>
                </a:lnTo>
                <a:cubicBezTo>
                  <a:pt x="6139" y="9448"/>
                  <a:pt x="5895" y="9649"/>
                  <a:pt x="5895" y="9892"/>
                </a:cubicBezTo>
                <a:cubicBezTo>
                  <a:pt x="5895" y="10136"/>
                  <a:pt x="6139" y="10337"/>
                  <a:pt x="6422" y="10337"/>
                </a:cubicBezTo>
                <a:lnTo>
                  <a:pt x="10413" y="10337"/>
                </a:lnTo>
                <a:lnTo>
                  <a:pt x="10413" y="13773"/>
                </a:lnTo>
                <a:cubicBezTo>
                  <a:pt x="10413" y="14017"/>
                  <a:pt x="10643" y="14227"/>
                  <a:pt x="10919" y="14227"/>
                </a:cubicBezTo>
                <a:cubicBezTo>
                  <a:pt x="11204" y="14227"/>
                  <a:pt x="11435" y="14017"/>
                  <a:pt x="11435" y="13773"/>
                </a:cubicBezTo>
                <a:lnTo>
                  <a:pt x="11435" y="10337"/>
                </a:lnTo>
                <a:lnTo>
                  <a:pt x="15405" y="10337"/>
                </a:lnTo>
                <a:cubicBezTo>
                  <a:pt x="15688" y="10337"/>
                  <a:pt x="15910" y="10136"/>
                  <a:pt x="15910" y="9892"/>
                </a:cubicBezTo>
                <a:cubicBezTo>
                  <a:pt x="15910" y="9649"/>
                  <a:pt x="15688" y="9448"/>
                  <a:pt x="15405" y="9448"/>
                </a:cubicBezTo>
                <a:lnTo>
                  <a:pt x="11435" y="9448"/>
                </a:lnTo>
                <a:lnTo>
                  <a:pt x="11435" y="6039"/>
                </a:lnTo>
                <a:cubicBezTo>
                  <a:pt x="11435" y="5795"/>
                  <a:pt x="11204" y="5595"/>
                  <a:pt x="10919" y="5595"/>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6" name="形状">
            <a:extLst>
              <a:ext uri="{FF2B5EF4-FFF2-40B4-BE49-F238E27FC236}">
                <a16:creationId xmlns:a16="http://schemas.microsoft.com/office/drawing/2014/main" id="{FB82A3DF-4301-844A-9688-67BF5E59766E}"/>
              </a:ext>
            </a:extLst>
          </p:cNvPr>
          <p:cNvSpPr/>
          <p:nvPr/>
        </p:nvSpPr>
        <p:spPr>
          <a:xfrm>
            <a:off x="8050080" y="3328390"/>
            <a:ext cx="364787" cy="418545"/>
          </a:xfrm>
          <a:custGeom>
            <a:avLst/>
            <a:gdLst/>
            <a:ahLst/>
            <a:cxnLst>
              <a:cxn ang="0">
                <a:pos x="wd2" y="hd2"/>
              </a:cxn>
              <a:cxn ang="5400000">
                <a:pos x="wd2" y="hd2"/>
              </a:cxn>
              <a:cxn ang="10800000">
                <a:pos x="wd2" y="hd2"/>
              </a:cxn>
              <a:cxn ang="16200000">
                <a:pos x="wd2" y="hd2"/>
              </a:cxn>
            </a:cxnLst>
            <a:rect l="0" t="0" r="r" b="b"/>
            <a:pathLst>
              <a:path w="21600" h="21600" extrusionOk="0">
                <a:moveTo>
                  <a:pt x="10912" y="0"/>
                </a:moveTo>
                <a:cubicBezTo>
                  <a:pt x="6926" y="0"/>
                  <a:pt x="3673" y="2821"/>
                  <a:pt x="3673" y="6312"/>
                </a:cubicBezTo>
                <a:cubicBezTo>
                  <a:pt x="3673" y="8843"/>
                  <a:pt x="5394" y="11005"/>
                  <a:pt x="7851" y="12009"/>
                </a:cubicBezTo>
                <a:cubicBezTo>
                  <a:pt x="3335" y="13136"/>
                  <a:pt x="0" y="16721"/>
                  <a:pt x="0" y="21026"/>
                </a:cubicBezTo>
                <a:cubicBezTo>
                  <a:pt x="0" y="21161"/>
                  <a:pt x="74" y="21287"/>
                  <a:pt x="177" y="21375"/>
                </a:cubicBezTo>
                <a:cubicBezTo>
                  <a:pt x="279" y="21501"/>
                  <a:pt x="420" y="21600"/>
                  <a:pt x="612" y="21600"/>
                </a:cubicBezTo>
                <a:lnTo>
                  <a:pt x="21047" y="21600"/>
                </a:lnTo>
                <a:cubicBezTo>
                  <a:pt x="21356" y="21600"/>
                  <a:pt x="21600" y="21377"/>
                  <a:pt x="21600" y="21108"/>
                </a:cubicBezTo>
                <a:cubicBezTo>
                  <a:pt x="21600" y="21091"/>
                  <a:pt x="21578" y="21084"/>
                  <a:pt x="21576" y="21067"/>
                </a:cubicBezTo>
                <a:cubicBezTo>
                  <a:pt x="21578" y="21051"/>
                  <a:pt x="21600" y="21043"/>
                  <a:pt x="21600" y="21026"/>
                </a:cubicBezTo>
                <a:cubicBezTo>
                  <a:pt x="21600" y="16766"/>
                  <a:pt x="18348" y="13218"/>
                  <a:pt x="13902" y="12050"/>
                </a:cubicBezTo>
                <a:cubicBezTo>
                  <a:pt x="16415" y="11062"/>
                  <a:pt x="18163" y="8873"/>
                  <a:pt x="18163" y="6312"/>
                </a:cubicBezTo>
                <a:cubicBezTo>
                  <a:pt x="18163" y="2821"/>
                  <a:pt x="14919" y="0"/>
                  <a:pt x="10912" y="0"/>
                </a:cubicBezTo>
                <a:close/>
                <a:moveTo>
                  <a:pt x="10912" y="984"/>
                </a:moveTo>
                <a:cubicBezTo>
                  <a:pt x="14300" y="984"/>
                  <a:pt x="17045" y="3361"/>
                  <a:pt x="17045" y="6312"/>
                </a:cubicBezTo>
                <a:cubicBezTo>
                  <a:pt x="17045" y="9207"/>
                  <a:pt x="14399" y="11542"/>
                  <a:pt x="11100" y="11630"/>
                </a:cubicBezTo>
                <a:cubicBezTo>
                  <a:pt x="11000" y="11628"/>
                  <a:pt x="10907" y="11599"/>
                  <a:pt x="10806" y="11599"/>
                </a:cubicBezTo>
                <a:cubicBezTo>
                  <a:pt x="10741" y="11599"/>
                  <a:pt x="10682" y="11619"/>
                  <a:pt x="10618" y="11620"/>
                </a:cubicBezTo>
                <a:cubicBezTo>
                  <a:pt x="7390" y="11483"/>
                  <a:pt x="4803" y="9175"/>
                  <a:pt x="4803" y="6312"/>
                </a:cubicBezTo>
                <a:cubicBezTo>
                  <a:pt x="4803" y="3361"/>
                  <a:pt x="7545" y="984"/>
                  <a:pt x="10912" y="984"/>
                </a:cubicBezTo>
                <a:close/>
                <a:moveTo>
                  <a:pt x="8416" y="7449"/>
                </a:moveTo>
                <a:cubicBezTo>
                  <a:pt x="8275" y="7468"/>
                  <a:pt x="8142" y="7544"/>
                  <a:pt x="8051" y="7654"/>
                </a:cubicBezTo>
                <a:cubicBezTo>
                  <a:pt x="7870" y="7866"/>
                  <a:pt x="7924" y="8164"/>
                  <a:pt x="8169" y="8320"/>
                </a:cubicBezTo>
                <a:cubicBezTo>
                  <a:pt x="9265" y="9020"/>
                  <a:pt x="10124" y="9386"/>
                  <a:pt x="10794" y="9386"/>
                </a:cubicBezTo>
                <a:cubicBezTo>
                  <a:pt x="11475" y="9386"/>
                  <a:pt x="12335" y="9020"/>
                  <a:pt x="13431" y="8320"/>
                </a:cubicBezTo>
                <a:cubicBezTo>
                  <a:pt x="13686" y="8164"/>
                  <a:pt x="13740" y="7866"/>
                  <a:pt x="13549" y="7654"/>
                </a:cubicBezTo>
                <a:cubicBezTo>
                  <a:pt x="13368" y="7433"/>
                  <a:pt x="13016" y="7386"/>
                  <a:pt x="12772" y="7552"/>
                </a:cubicBezTo>
                <a:cubicBezTo>
                  <a:pt x="11846" y="8141"/>
                  <a:pt x="11167" y="8423"/>
                  <a:pt x="10794" y="8423"/>
                </a:cubicBezTo>
                <a:cubicBezTo>
                  <a:pt x="10432" y="8423"/>
                  <a:pt x="9754" y="8141"/>
                  <a:pt x="8828" y="7552"/>
                </a:cubicBezTo>
                <a:cubicBezTo>
                  <a:pt x="8706" y="7469"/>
                  <a:pt x="8557" y="7431"/>
                  <a:pt x="8416" y="7449"/>
                </a:cubicBezTo>
                <a:close/>
                <a:moveTo>
                  <a:pt x="10629" y="12603"/>
                </a:moveTo>
                <a:cubicBezTo>
                  <a:pt x="10725" y="12607"/>
                  <a:pt x="10816" y="12624"/>
                  <a:pt x="10912" y="12624"/>
                </a:cubicBezTo>
                <a:cubicBezTo>
                  <a:pt x="10973" y="12624"/>
                  <a:pt x="11028" y="12605"/>
                  <a:pt x="11088" y="12603"/>
                </a:cubicBezTo>
                <a:cubicBezTo>
                  <a:pt x="16147" y="12732"/>
                  <a:pt x="20201" y="16228"/>
                  <a:pt x="20446" y="20616"/>
                </a:cubicBezTo>
                <a:lnTo>
                  <a:pt x="1177" y="20616"/>
                </a:lnTo>
                <a:cubicBezTo>
                  <a:pt x="1425" y="16197"/>
                  <a:pt x="5531" y="12685"/>
                  <a:pt x="10629" y="12603"/>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7" name="形状">
            <a:extLst>
              <a:ext uri="{FF2B5EF4-FFF2-40B4-BE49-F238E27FC236}">
                <a16:creationId xmlns:a16="http://schemas.microsoft.com/office/drawing/2014/main" id="{0AB637F5-334B-9045-9E56-B596CE1E78D7}"/>
              </a:ext>
            </a:extLst>
          </p:cNvPr>
          <p:cNvSpPr/>
          <p:nvPr/>
        </p:nvSpPr>
        <p:spPr>
          <a:xfrm>
            <a:off x="8804613" y="3328390"/>
            <a:ext cx="362867" cy="418545"/>
          </a:xfrm>
          <a:custGeom>
            <a:avLst/>
            <a:gdLst/>
            <a:ahLst/>
            <a:cxnLst>
              <a:cxn ang="0">
                <a:pos x="wd2" y="hd2"/>
              </a:cxn>
              <a:cxn ang="5400000">
                <a:pos x="wd2" y="hd2"/>
              </a:cxn>
              <a:cxn ang="10800000">
                <a:pos x="wd2" y="hd2"/>
              </a:cxn>
              <a:cxn ang="16200000">
                <a:pos x="wd2" y="hd2"/>
              </a:cxn>
            </a:cxnLst>
            <a:rect l="0" t="0" r="r" b="b"/>
            <a:pathLst>
              <a:path w="21600" h="21600" extrusionOk="0">
                <a:moveTo>
                  <a:pt x="10865" y="0"/>
                </a:moveTo>
                <a:cubicBezTo>
                  <a:pt x="9157" y="0"/>
                  <a:pt x="7608" y="548"/>
                  <a:pt x="6368" y="1417"/>
                </a:cubicBezTo>
                <a:cubicBezTo>
                  <a:pt x="6016" y="1004"/>
                  <a:pt x="5522" y="698"/>
                  <a:pt x="4897" y="698"/>
                </a:cubicBezTo>
                <a:cubicBezTo>
                  <a:pt x="3839" y="698"/>
                  <a:pt x="2966" y="1456"/>
                  <a:pt x="2966" y="2382"/>
                </a:cubicBezTo>
                <a:cubicBezTo>
                  <a:pt x="2966" y="3095"/>
                  <a:pt x="3471" y="3695"/>
                  <a:pt x="4179" y="3942"/>
                </a:cubicBezTo>
                <a:cubicBezTo>
                  <a:pt x="3835" y="4678"/>
                  <a:pt x="3625" y="5479"/>
                  <a:pt x="3625" y="6324"/>
                </a:cubicBezTo>
                <a:cubicBezTo>
                  <a:pt x="3626" y="8884"/>
                  <a:pt x="5378" y="11070"/>
                  <a:pt x="7875" y="12063"/>
                </a:cubicBezTo>
                <a:cubicBezTo>
                  <a:pt x="3345" y="13185"/>
                  <a:pt x="0" y="16786"/>
                  <a:pt x="0" y="21107"/>
                </a:cubicBezTo>
                <a:cubicBezTo>
                  <a:pt x="0" y="21378"/>
                  <a:pt x="255" y="21600"/>
                  <a:pt x="565" y="21600"/>
                </a:cubicBezTo>
                <a:cubicBezTo>
                  <a:pt x="875" y="21600"/>
                  <a:pt x="1130" y="21378"/>
                  <a:pt x="1130" y="21107"/>
                </a:cubicBezTo>
                <a:cubicBezTo>
                  <a:pt x="1130" y="16432"/>
                  <a:pt x="5464" y="12648"/>
                  <a:pt x="10806" y="12648"/>
                </a:cubicBezTo>
                <a:cubicBezTo>
                  <a:pt x="10826" y="12648"/>
                  <a:pt x="10845" y="12648"/>
                  <a:pt x="10865" y="12648"/>
                </a:cubicBezTo>
                <a:cubicBezTo>
                  <a:pt x="16189" y="12676"/>
                  <a:pt x="20493" y="16450"/>
                  <a:pt x="20493" y="21107"/>
                </a:cubicBezTo>
                <a:cubicBezTo>
                  <a:pt x="20493" y="21378"/>
                  <a:pt x="20737" y="21600"/>
                  <a:pt x="21047" y="21600"/>
                </a:cubicBezTo>
                <a:cubicBezTo>
                  <a:pt x="21356" y="21600"/>
                  <a:pt x="21600" y="21378"/>
                  <a:pt x="21600" y="21107"/>
                </a:cubicBezTo>
                <a:cubicBezTo>
                  <a:pt x="21600" y="16812"/>
                  <a:pt x="18310" y="13229"/>
                  <a:pt x="13819" y="12083"/>
                </a:cubicBezTo>
                <a:cubicBezTo>
                  <a:pt x="16351" y="11100"/>
                  <a:pt x="18116" y="8901"/>
                  <a:pt x="18116" y="6324"/>
                </a:cubicBezTo>
                <a:cubicBezTo>
                  <a:pt x="18116" y="5484"/>
                  <a:pt x="17927" y="4685"/>
                  <a:pt x="17586" y="3952"/>
                </a:cubicBezTo>
                <a:cubicBezTo>
                  <a:pt x="18333" y="3723"/>
                  <a:pt x="18869" y="3120"/>
                  <a:pt x="18869" y="2382"/>
                </a:cubicBezTo>
                <a:cubicBezTo>
                  <a:pt x="18869" y="1456"/>
                  <a:pt x="18008" y="698"/>
                  <a:pt x="16950" y="698"/>
                </a:cubicBezTo>
                <a:cubicBezTo>
                  <a:pt x="16312" y="698"/>
                  <a:pt x="15795" y="1021"/>
                  <a:pt x="15444" y="1458"/>
                </a:cubicBezTo>
                <a:cubicBezTo>
                  <a:pt x="14192" y="565"/>
                  <a:pt x="12609" y="0"/>
                  <a:pt x="10865" y="0"/>
                </a:cubicBezTo>
                <a:close/>
                <a:moveTo>
                  <a:pt x="10865" y="986"/>
                </a:moveTo>
                <a:cubicBezTo>
                  <a:pt x="14252" y="986"/>
                  <a:pt x="16997" y="3367"/>
                  <a:pt x="16997" y="6324"/>
                </a:cubicBezTo>
                <a:cubicBezTo>
                  <a:pt x="16997" y="9281"/>
                  <a:pt x="14252" y="11662"/>
                  <a:pt x="10865" y="11662"/>
                </a:cubicBezTo>
                <a:cubicBezTo>
                  <a:pt x="10845" y="11662"/>
                  <a:pt x="10826" y="11663"/>
                  <a:pt x="10806" y="11662"/>
                </a:cubicBezTo>
                <a:cubicBezTo>
                  <a:pt x="7467" y="11634"/>
                  <a:pt x="4756" y="9263"/>
                  <a:pt x="4756" y="6324"/>
                </a:cubicBezTo>
                <a:cubicBezTo>
                  <a:pt x="4755" y="3367"/>
                  <a:pt x="7498" y="986"/>
                  <a:pt x="10865" y="986"/>
                </a:cubicBezTo>
                <a:close/>
                <a:moveTo>
                  <a:pt x="4897" y="1684"/>
                </a:moveTo>
                <a:cubicBezTo>
                  <a:pt x="5196" y="1684"/>
                  <a:pt x="5429" y="1837"/>
                  <a:pt x="5568" y="2053"/>
                </a:cubicBezTo>
                <a:cubicBezTo>
                  <a:pt x="5253" y="2351"/>
                  <a:pt x="4977" y="2672"/>
                  <a:pt x="4732" y="3018"/>
                </a:cubicBezTo>
                <a:cubicBezTo>
                  <a:pt x="4382" y="2945"/>
                  <a:pt x="4096" y="2717"/>
                  <a:pt x="4096" y="2382"/>
                </a:cubicBezTo>
                <a:cubicBezTo>
                  <a:pt x="4096" y="1998"/>
                  <a:pt x="4459" y="1684"/>
                  <a:pt x="4897" y="1684"/>
                </a:cubicBezTo>
                <a:close/>
                <a:moveTo>
                  <a:pt x="16950" y="1684"/>
                </a:moveTo>
                <a:cubicBezTo>
                  <a:pt x="17389" y="1684"/>
                  <a:pt x="17751" y="1998"/>
                  <a:pt x="17751" y="2382"/>
                </a:cubicBezTo>
                <a:cubicBezTo>
                  <a:pt x="17751" y="2742"/>
                  <a:pt x="17434" y="3004"/>
                  <a:pt x="17045" y="3049"/>
                </a:cubicBezTo>
                <a:cubicBezTo>
                  <a:pt x="16807" y="2710"/>
                  <a:pt x="16536" y="2398"/>
                  <a:pt x="16232" y="2105"/>
                </a:cubicBezTo>
                <a:cubicBezTo>
                  <a:pt x="16360" y="1857"/>
                  <a:pt x="16626" y="1684"/>
                  <a:pt x="16950" y="1684"/>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8" name="形状">
            <a:extLst>
              <a:ext uri="{FF2B5EF4-FFF2-40B4-BE49-F238E27FC236}">
                <a16:creationId xmlns:a16="http://schemas.microsoft.com/office/drawing/2014/main" id="{A275DCA0-477B-724C-BB7A-26D2528475FC}"/>
              </a:ext>
            </a:extLst>
          </p:cNvPr>
          <p:cNvSpPr/>
          <p:nvPr/>
        </p:nvSpPr>
        <p:spPr>
          <a:xfrm>
            <a:off x="11095091" y="3355269"/>
            <a:ext cx="347508" cy="364787"/>
          </a:xfrm>
          <a:custGeom>
            <a:avLst/>
            <a:gdLst/>
            <a:ahLst/>
            <a:cxnLst>
              <a:cxn ang="0">
                <a:pos x="wd2" y="hd2"/>
              </a:cxn>
              <a:cxn ang="5400000">
                <a:pos x="wd2" y="hd2"/>
              </a:cxn>
              <a:cxn ang="10800000">
                <a:pos x="wd2" y="hd2"/>
              </a:cxn>
              <a:cxn ang="16200000">
                <a:pos x="wd2" y="hd2"/>
              </a:cxn>
            </a:cxnLst>
            <a:rect l="0" t="0" r="r" b="b"/>
            <a:pathLst>
              <a:path w="21537" h="21425" extrusionOk="0">
                <a:moveTo>
                  <a:pt x="11682" y="61"/>
                </a:moveTo>
                <a:cubicBezTo>
                  <a:pt x="11497" y="-29"/>
                  <a:pt x="11267" y="-25"/>
                  <a:pt x="11077" y="107"/>
                </a:cubicBezTo>
                <a:lnTo>
                  <a:pt x="3651" y="5133"/>
                </a:lnTo>
                <a:lnTo>
                  <a:pt x="592" y="5133"/>
                </a:lnTo>
                <a:cubicBezTo>
                  <a:pt x="268" y="5132"/>
                  <a:pt x="0" y="5386"/>
                  <a:pt x="0" y="5692"/>
                </a:cubicBezTo>
                <a:lnTo>
                  <a:pt x="0" y="16360"/>
                </a:lnTo>
                <a:cubicBezTo>
                  <a:pt x="0" y="16667"/>
                  <a:pt x="268" y="16908"/>
                  <a:pt x="592" y="16908"/>
                </a:cubicBezTo>
                <a:lnTo>
                  <a:pt x="3664" y="16908"/>
                </a:lnTo>
                <a:lnTo>
                  <a:pt x="11114" y="21339"/>
                </a:lnTo>
                <a:cubicBezTo>
                  <a:pt x="11495" y="21571"/>
                  <a:pt x="12002" y="21305"/>
                  <a:pt x="12002" y="20872"/>
                </a:cubicBezTo>
                <a:lnTo>
                  <a:pt x="12002" y="562"/>
                </a:lnTo>
                <a:cubicBezTo>
                  <a:pt x="12002" y="335"/>
                  <a:pt x="11866" y="151"/>
                  <a:pt x="11682" y="61"/>
                </a:cubicBezTo>
                <a:close/>
                <a:moveTo>
                  <a:pt x="10843" y="1646"/>
                </a:moveTo>
                <a:lnTo>
                  <a:pt x="10843" y="19870"/>
                </a:lnTo>
                <a:lnTo>
                  <a:pt x="4478" y="16092"/>
                </a:lnTo>
                <a:lnTo>
                  <a:pt x="4478" y="6007"/>
                </a:lnTo>
                <a:cubicBezTo>
                  <a:pt x="4478" y="5988"/>
                  <a:pt x="4455" y="5978"/>
                  <a:pt x="4453" y="5960"/>
                </a:cubicBezTo>
                <a:lnTo>
                  <a:pt x="10843" y="1646"/>
                </a:lnTo>
                <a:close/>
                <a:moveTo>
                  <a:pt x="1184" y="6252"/>
                </a:moveTo>
                <a:lnTo>
                  <a:pt x="3306" y="6252"/>
                </a:lnTo>
                <a:lnTo>
                  <a:pt x="3306" y="15812"/>
                </a:lnTo>
                <a:lnTo>
                  <a:pt x="1184" y="15812"/>
                </a:lnTo>
                <a:lnTo>
                  <a:pt x="1184" y="6252"/>
                </a:lnTo>
                <a:close/>
                <a:moveTo>
                  <a:pt x="15000" y="7359"/>
                </a:moveTo>
                <a:cubicBezTo>
                  <a:pt x="14850" y="7359"/>
                  <a:pt x="14698" y="7412"/>
                  <a:pt x="14581" y="7523"/>
                </a:cubicBezTo>
                <a:cubicBezTo>
                  <a:pt x="14357" y="7734"/>
                  <a:pt x="14357" y="8082"/>
                  <a:pt x="14581" y="8304"/>
                </a:cubicBezTo>
                <a:lnTo>
                  <a:pt x="17159" y="10729"/>
                </a:lnTo>
                <a:lnTo>
                  <a:pt x="14593" y="13154"/>
                </a:lnTo>
                <a:cubicBezTo>
                  <a:pt x="14369" y="13366"/>
                  <a:pt x="14369" y="13723"/>
                  <a:pt x="14593" y="13935"/>
                </a:cubicBezTo>
                <a:cubicBezTo>
                  <a:pt x="14828" y="14147"/>
                  <a:pt x="15196" y="14147"/>
                  <a:pt x="15419" y="13935"/>
                </a:cubicBezTo>
                <a:lnTo>
                  <a:pt x="17985" y="11510"/>
                </a:lnTo>
                <a:lnTo>
                  <a:pt x="20526" y="13912"/>
                </a:lnTo>
                <a:cubicBezTo>
                  <a:pt x="20761" y="14134"/>
                  <a:pt x="21141" y="14134"/>
                  <a:pt x="21365" y="13912"/>
                </a:cubicBezTo>
                <a:cubicBezTo>
                  <a:pt x="21600" y="13700"/>
                  <a:pt x="21589" y="13342"/>
                  <a:pt x="21365" y="13131"/>
                </a:cubicBezTo>
                <a:lnTo>
                  <a:pt x="18812" y="10729"/>
                </a:lnTo>
                <a:lnTo>
                  <a:pt x="21365" y="8315"/>
                </a:lnTo>
                <a:cubicBezTo>
                  <a:pt x="21589" y="8093"/>
                  <a:pt x="21600" y="7746"/>
                  <a:pt x="21365" y="7534"/>
                </a:cubicBezTo>
                <a:cubicBezTo>
                  <a:pt x="21142" y="7312"/>
                  <a:pt x="20773" y="7312"/>
                  <a:pt x="20539" y="7534"/>
                </a:cubicBezTo>
                <a:lnTo>
                  <a:pt x="17985" y="9948"/>
                </a:lnTo>
                <a:lnTo>
                  <a:pt x="15407" y="7523"/>
                </a:lnTo>
                <a:cubicBezTo>
                  <a:pt x="15295" y="7412"/>
                  <a:pt x="15150" y="7359"/>
                  <a:pt x="15000" y="7359"/>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79" name="形状">
            <a:extLst>
              <a:ext uri="{FF2B5EF4-FFF2-40B4-BE49-F238E27FC236}">
                <a16:creationId xmlns:a16="http://schemas.microsoft.com/office/drawing/2014/main" id="{E28CECAC-DF25-E84A-9222-EA6B3C160565}"/>
              </a:ext>
            </a:extLst>
          </p:cNvPr>
          <p:cNvSpPr/>
          <p:nvPr/>
        </p:nvSpPr>
        <p:spPr>
          <a:xfrm>
            <a:off x="10265681" y="5102405"/>
            <a:ext cx="403187" cy="403187"/>
          </a:xfrm>
          <a:custGeom>
            <a:avLst/>
            <a:gdLst/>
            <a:ahLst/>
            <a:cxnLst>
              <a:cxn ang="0">
                <a:pos x="wd2" y="hd2"/>
              </a:cxn>
              <a:cxn ang="5400000">
                <a:pos x="wd2" y="hd2"/>
              </a:cxn>
              <a:cxn ang="10800000">
                <a:pos x="wd2" y="hd2"/>
              </a:cxn>
              <a:cxn ang="16200000">
                <a:pos x="wd2" y="hd2"/>
              </a:cxn>
            </a:cxnLst>
            <a:rect l="0" t="0" r="r" b="b"/>
            <a:pathLst>
              <a:path w="21600" h="21600" extrusionOk="0">
                <a:moveTo>
                  <a:pt x="10805" y="0"/>
                </a:moveTo>
                <a:cubicBezTo>
                  <a:pt x="4840" y="0"/>
                  <a:pt x="0" y="4838"/>
                  <a:pt x="0" y="10800"/>
                </a:cubicBezTo>
                <a:cubicBezTo>
                  <a:pt x="0" y="16752"/>
                  <a:pt x="4840" y="21600"/>
                  <a:pt x="10805" y="21600"/>
                </a:cubicBezTo>
                <a:cubicBezTo>
                  <a:pt x="16770" y="21600"/>
                  <a:pt x="21600" y="16752"/>
                  <a:pt x="21600" y="10800"/>
                </a:cubicBezTo>
                <a:cubicBezTo>
                  <a:pt x="21600" y="4838"/>
                  <a:pt x="16780" y="0"/>
                  <a:pt x="10805" y="0"/>
                </a:cubicBezTo>
                <a:close/>
                <a:moveTo>
                  <a:pt x="10805" y="1020"/>
                </a:moveTo>
                <a:cubicBezTo>
                  <a:pt x="16220" y="1020"/>
                  <a:pt x="20590" y="5388"/>
                  <a:pt x="20590" y="10800"/>
                </a:cubicBezTo>
                <a:cubicBezTo>
                  <a:pt x="20590" y="16202"/>
                  <a:pt x="16210" y="20580"/>
                  <a:pt x="10805" y="20580"/>
                </a:cubicBezTo>
                <a:cubicBezTo>
                  <a:pt x="5400" y="20580"/>
                  <a:pt x="1021" y="16202"/>
                  <a:pt x="1021" y="10800"/>
                </a:cubicBezTo>
                <a:cubicBezTo>
                  <a:pt x="1021" y="5388"/>
                  <a:pt x="5400" y="1020"/>
                  <a:pt x="10805" y="1020"/>
                </a:cubicBezTo>
                <a:close/>
                <a:moveTo>
                  <a:pt x="10369" y="4252"/>
                </a:moveTo>
                <a:cubicBezTo>
                  <a:pt x="10100" y="4252"/>
                  <a:pt x="9869" y="4493"/>
                  <a:pt x="9869" y="4773"/>
                </a:cubicBezTo>
                <a:lnTo>
                  <a:pt x="9869" y="11906"/>
                </a:lnTo>
                <a:cubicBezTo>
                  <a:pt x="9869" y="12185"/>
                  <a:pt x="10100" y="12416"/>
                  <a:pt x="10369" y="12416"/>
                </a:cubicBezTo>
                <a:lnTo>
                  <a:pt x="17569" y="12416"/>
                </a:lnTo>
                <a:cubicBezTo>
                  <a:pt x="17848" y="12416"/>
                  <a:pt x="18069" y="12185"/>
                  <a:pt x="18069" y="11906"/>
                </a:cubicBezTo>
                <a:cubicBezTo>
                  <a:pt x="18069" y="11626"/>
                  <a:pt x="17848" y="11406"/>
                  <a:pt x="17569" y="11406"/>
                </a:cubicBezTo>
                <a:lnTo>
                  <a:pt x="10880" y="11406"/>
                </a:lnTo>
                <a:lnTo>
                  <a:pt x="10880" y="4773"/>
                </a:lnTo>
                <a:cubicBezTo>
                  <a:pt x="10880" y="4493"/>
                  <a:pt x="10648" y="4252"/>
                  <a:pt x="10369" y="4252"/>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80" name="形状">
            <a:extLst>
              <a:ext uri="{FF2B5EF4-FFF2-40B4-BE49-F238E27FC236}">
                <a16:creationId xmlns:a16="http://schemas.microsoft.com/office/drawing/2014/main" id="{D8291AE2-ECE4-BC45-855A-34D0A08737F8}"/>
              </a:ext>
            </a:extLst>
          </p:cNvPr>
          <p:cNvSpPr/>
          <p:nvPr/>
        </p:nvSpPr>
        <p:spPr>
          <a:xfrm>
            <a:off x="11068213" y="5092809"/>
            <a:ext cx="401267" cy="422385"/>
          </a:xfrm>
          <a:custGeom>
            <a:avLst/>
            <a:gdLst/>
            <a:ahLst/>
            <a:cxnLst>
              <a:cxn ang="0">
                <a:pos x="wd2" y="hd2"/>
              </a:cxn>
              <a:cxn ang="5400000">
                <a:pos x="wd2" y="hd2"/>
              </a:cxn>
              <a:cxn ang="10800000">
                <a:pos x="wd2" y="hd2"/>
              </a:cxn>
              <a:cxn ang="16200000">
                <a:pos x="wd2" y="hd2"/>
              </a:cxn>
            </a:cxnLst>
            <a:rect l="0" t="0" r="r" b="b"/>
            <a:pathLst>
              <a:path w="21600" h="21591" extrusionOk="0">
                <a:moveTo>
                  <a:pt x="7863" y="0"/>
                </a:moveTo>
                <a:cubicBezTo>
                  <a:pt x="5962" y="0"/>
                  <a:pt x="4418" y="1460"/>
                  <a:pt x="4418" y="3262"/>
                </a:cubicBezTo>
                <a:cubicBezTo>
                  <a:pt x="4418" y="4459"/>
                  <a:pt x="5127" y="5493"/>
                  <a:pt x="6162" y="6059"/>
                </a:cubicBezTo>
                <a:cubicBezTo>
                  <a:pt x="2472" y="7724"/>
                  <a:pt x="0" y="11250"/>
                  <a:pt x="0" y="15248"/>
                </a:cubicBezTo>
                <a:cubicBezTo>
                  <a:pt x="0" y="16734"/>
                  <a:pt x="353" y="18167"/>
                  <a:pt x="984" y="19483"/>
                </a:cubicBezTo>
                <a:cubicBezTo>
                  <a:pt x="994" y="19514"/>
                  <a:pt x="978" y="19546"/>
                  <a:pt x="995" y="19575"/>
                </a:cubicBezTo>
                <a:cubicBezTo>
                  <a:pt x="1373" y="20255"/>
                  <a:pt x="2401" y="20702"/>
                  <a:pt x="4108" y="21023"/>
                </a:cubicBezTo>
                <a:cubicBezTo>
                  <a:pt x="5699" y="21318"/>
                  <a:pt x="7921" y="21507"/>
                  <a:pt x="10773" y="21581"/>
                </a:cubicBezTo>
                <a:cubicBezTo>
                  <a:pt x="10783" y="21590"/>
                  <a:pt x="10784" y="21591"/>
                  <a:pt x="10784" y="21591"/>
                </a:cubicBezTo>
                <a:cubicBezTo>
                  <a:pt x="16400" y="21600"/>
                  <a:pt x="19611" y="21004"/>
                  <a:pt x="20552" y="19615"/>
                </a:cubicBezTo>
                <a:cubicBezTo>
                  <a:pt x="20558" y="19606"/>
                  <a:pt x="20556" y="19594"/>
                  <a:pt x="20562" y="19585"/>
                </a:cubicBezTo>
                <a:cubicBezTo>
                  <a:pt x="20573" y="19568"/>
                  <a:pt x="20596" y="19563"/>
                  <a:pt x="20605" y="19544"/>
                </a:cubicBezTo>
                <a:cubicBezTo>
                  <a:pt x="21255" y="18211"/>
                  <a:pt x="21600" y="16746"/>
                  <a:pt x="21600" y="15248"/>
                </a:cubicBezTo>
                <a:cubicBezTo>
                  <a:pt x="21600" y="11290"/>
                  <a:pt x="19182" y="7783"/>
                  <a:pt x="15545" y="6099"/>
                </a:cubicBezTo>
                <a:cubicBezTo>
                  <a:pt x="16624" y="5548"/>
                  <a:pt x="17374" y="4499"/>
                  <a:pt x="17374" y="3262"/>
                </a:cubicBezTo>
                <a:cubicBezTo>
                  <a:pt x="17374" y="1460"/>
                  <a:pt x="15841" y="0"/>
                  <a:pt x="13940" y="0"/>
                </a:cubicBezTo>
                <a:cubicBezTo>
                  <a:pt x="13429" y="0"/>
                  <a:pt x="12937" y="138"/>
                  <a:pt x="12485" y="334"/>
                </a:cubicBezTo>
                <a:cubicBezTo>
                  <a:pt x="12032" y="130"/>
                  <a:pt x="11535" y="0"/>
                  <a:pt x="11019" y="0"/>
                </a:cubicBezTo>
                <a:cubicBezTo>
                  <a:pt x="10462" y="0"/>
                  <a:pt x="9927" y="151"/>
                  <a:pt x="9436" y="395"/>
                </a:cubicBezTo>
                <a:cubicBezTo>
                  <a:pt x="8951" y="153"/>
                  <a:pt x="8427" y="0"/>
                  <a:pt x="7863" y="0"/>
                </a:cubicBezTo>
                <a:close/>
                <a:moveTo>
                  <a:pt x="7863" y="973"/>
                </a:moveTo>
                <a:cubicBezTo>
                  <a:pt x="8329" y="973"/>
                  <a:pt x="8780" y="1088"/>
                  <a:pt x="9169" y="1327"/>
                </a:cubicBezTo>
                <a:cubicBezTo>
                  <a:pt x="9195" y="1344"/>
                  <a:pt x="9226" y="1336"/>
                  <a:pt x="9254" y="1348"/>
                </a:cubicBezTo>
                <a:cubicBezTo>
                  <a:pt x="9319" y="1374"/>
                  <a:pt x="9376" y="1379"/>
                  <a:pt x="9447" y="1378"/>
                </a:cubicBezTo>
                <a:cubicBezTo>
                  <a:pt x="9518" y="1377"/>
                  <a:pt x="9574" y="1366"/>
                  <a:pt x="9639" y="1337"/>
                </a:cubicBezTo>
                <a:cubicBezTo>
                  <a:pt x="9664" y="1327"/>
                  <a:pt x="9691" y="1342"/>
                  <a:pt x="9714" y="1327"/>
                </a:cubicBezTo>
                <a:cubicBezTo>
                  <a:pt x="10102" y="1097"/>
                  <a:pt x="10554" y="973"/>
                  <a:pt x="11019" y="973"/>
                </a:cubicBezTo>
                <a:cubicBezTo>
                  <a:pt x="11446" y="973"/>
                  <a:pt x="11870" y="1074"/>
                  <a:pt x="12239" y="1277"/>
                </a:cubicBezTo>
                <a:cubicBezTo>
                  <a:pt x="12326" y="1319"/>
                  <a:pt x="12408" y="1328"/>
                  <a:pt x="12506" y="1317"/>
                </a:cubicBezTo>
                <a:cubicBezTo>
                  <a:pt x="12569" y="1316"/>
                  <a:pt x="12620" y="1310"/>
                  <a:pt x="12678" y="1287"/>
                </a:cubicBezTo>
                <a:cubicBezTo>
                  <a:pt x="12684" y="1283"/>
                  <a:pt x="12692" y="1291"/>
                  <a:pt x="12699" y="1287"/>
                </a:cubicBezTo>
                <a:cubicBezTo>
                  <a:pt x="13068" y="1084"/>
                  <a:pt x="13503" y="973"/>
                  <a:pt x="13940" y="973"/>
                </a:cubicBezTo>
                <a:cubicBezTo>
                  <a:pt x="15279" y="973"/>
                  <a:pt x="16358" y="1993"/>
                  <a:pt x="16358" y="3262"/>
                </a:cubicBezTo>
                <a:cubicBezTo>
                  <a:pt x="16358" y="4495"/>
                  <a:pt x="15325" y="5506"/>
                  <a:pt x="14026" y="5552"/>
                </a:cubicBezTo>
                <a:cubicBezTo>
                  <a:pt x="13985" y="5554"/>
                  <a:pt x="13956" y="5583"/>
                  <a:pt x="13919" y="5593"/>
                </a:cubicBezTo>
                <a:cubicBezTo>
                  <a:pt x="13875" y="5606"/>
                  <a:pt x="13839" y="5620"/>
                  <a:pt x="13801" y="5643"/>
                </a:cubicBezTo>
                <a:cubicBezTo>
                  <a:pt x="13707" y="5694"/>
                  <a:pt x="13652" y="5762"/>
                  <a:pt x="13608" y="5856"/>
                </a:cubicBezTo>
                <a:cubicBezTo>
                  <a:pt x="13604" y="5866"/>
                  <a:pt x="13591" y="5866"/>
                  <a:pt x="13587" y="5876"/>
                </a:cubicBezTo>
                <a:cubicBezTo>
                  <a:pt x="13585" y="5883"/>
                  <a:pt x="13589" y="5890"/>
                  <a:pt x="13587" y="5897"/>
                </a:cubicBezTo>
                <a:cubicBezTo>
                  <a:pt x="13569" y="5949"/>
                  <a:pt x="13531" y="5990"/>
                  <a:pt x="13533" y="6049"/>
                </a:cubicBezTo>
                <a:cubicBezTo>
                  <a:pt x="13541" y="6256"/>
                  <a:pt x="13691" y="6391"/>
                  <a:pt x="13886" y="6454"/>
                </a:cubicBezTo>
                <a:cubicBezTo>
                  <a:pt x="13901" y="6460"/>
                  <a:pt x="13903" y="6480"/>
                  <a:pt x="13919" y="6484"/>
                </a:cubicBezTo>
                <a:cubicBezTo>
                  <a:pt x="17866" y="7744"/>
                  <a:pt x="20584" y="11241"/>
                  <a:pt x="20584" y="15248"/>
                </a:cubicBezTo>
                <a:cubicBezTo>
                  <a:pt x="20584" y="16587"/>
                  <a:pt x="20280" y="17881"/>
                  <a:pt x="19706" y="19078"/>
                </a:cubicBezTo>
                <a:cubicBezTo>
                  <a:pt x="19703" y="19082"/>
                  <a:pt x="19699" y="19084"/>
                  <a:pt x="19696" y="19088"/>
                </a:cubicBezTo>
                <a:cubicBezTo>
                  <a:pt x="19385" y="19539"/>
                  <a:pt x="18521" y="19936"/>
                  <a:pt x="17085" y="20203"/>
                </a:cubicBezTo>
                <a:cubicBezTo>
                  <a:pt x="15562" y="20488"/>
                  <a:pt x="13472" y="20618"/>
                  <a:pt x="10795" y="20618"/>
                </a:cubicBezTo>
                <a:cubicBezTo>
                  <a:pt x="8001" y="20545"/>
                  <a:pt x="5824" y="20366"/>
                  <a:pt x="4301" y="20081"/>
                </a:cubicBezTo>
                <a:cubicBezTo>
                  <a:pt x="2921" y="19821"/>
                  <a:pt x="2145" y="19471"/>
                  <a:pt x="1926" y="19139"/>
                </a:cubicBezTo>
                <a:cubicBezTo>
                  <a:pt x="1334" y="17935"/>
                  <a:pt x="1027" y="16609"/>
                  <a:pt x="1027" y="15248"/>
                </a:cubicBezTo>
                <a:cubicBezTo>
                  <a:pt x="1027" y="11232"/>
                  <a:pt x="3758" y="7724"/>
                  <a:pt x="7735" y="6474"/>
                </a:cubicBezTo>
                <a:cubicBezTo>
                  <a:pt x="7773" y="6462"/>
                  <a:pt x="7787" y="6423"/>
                  <a:pt x="7821" y="6403"/>
                </a:cubicBezTo>
                <a:cubicBezTo>
                  <a:pt x="7850" y="6384"/>
                  <a:pt x="7871" y="6367"/>
                  <a:pt x="7895" y="6342"/>
                </a:cubicBezTo>
                <a:cubicBezTo>
                  <a:pt x="7972" y="6273"/>
                  <a:pt x="8014" y="6198"/>
                  <a:pt x="8034" y="6099"/>
                </a:cubicBezTo>
                <a:cubicBezTo>
                  <a:pt x="8037" y="6087"/>
                  <a:pt x="8054" y="6082"/>
                  <a:pt x="8056" y="6069"/>
                </a:cubicBezTo>
                <a:cubicBezTo>
                  <a:pt x="8058" y="6051"/>
                  <a:pt x="8045" y="6036"/>
                  <a:pt x="8045" y="6018"/>
                </a:cubicBezTo>
                <a:cubicBezTo>
                  <a:pt x="8046" y="5966"/>
                  <a:pt x="8074" y="5918"/>
                  <a:pt x="8056" y="5866"/>
                </a:cubicBezTo>
                <a:cubicBezTo>
                  <a:pt x="8041" y="5823"/>
                  <a:pt x="7995" y="5810"/>
                  <a:pt x="7970" y="5775"/>
                </a:cubicBezTo>
                <a:cubicBezTo>
                  <a:pt x="7941" y="5728"/>
                  <a:pt x="7908" y="5699"/>
                  <a:pt x="7863" y="5664"/>
                </a:cubicBezTo>
                <a:cubicBezTo>
                  <a:pt x="7814" y="5628"/>
                  <a:pt x="7773" y="5599"/>
                  <a:pt x="7714" y="5583"/>
                </a:cubicBezTo>
                <a:cubicBezTo>
                  <a:pt x="7674" y="5569"/>
                  <a:pt x="7650" y="5536"/>
                  <a:pt x="7607" y="5532"/>
                </a:cubicBezTo>
                <a:cubicBezTo>
                  <a:pt x="6384" y="5412"/>
                  <a:pt x="5435" y="4430"/>
                  <a:pt x="5435" y="3262"/>
                </a:cubicBezTo>
                <a:cubicBezTo>
                  <a:pt x="5435" y="1993"/>
                  <a:pt x="6525" y="973"/>
                  <a:pt x="7863" y="973"/>
                </a:cubicBezTo>
                <a:close/>
                <a:moveTo>
                  <a:pt x="8216" y="9210"/>
                </a:moveTo>
                <a:cubicBezTo>
                  <a:pt x="8085" y="9210"/>
                  <a:pt x="7965" y="9260"/>
                  <a:pt x="7863" y="9352"/>
                </a:cubicBezTo>
                <a:cubicBezTo>
                  <a:pt x="7669" y="9535"/>
                  <a:pt x="7669" y="9838"/>
                  <a:pt x="7863" y="10030"/>
                </a:cubicBezTo>
                <a:lnTo>
                  <a:pt x="10527" y="12543"/>
                </a:lnTo>
                <a:lnTo>
                  <a:pt x="10527" y="13414"/>
                </a:lnTo>
                <a:lnTo>
                  <a:pt x="7874" y="13414"/>
                </a:lnTo>
                <a:cubicBezTo>
                  <a:pt x="7593" y="13414"/>
                  <a:pt x="7360" y="13634"/>
                  <a:pt x="7360" y="13901"/>
                </a:cubicBezTo>
                <a:cubicBezTo>
                  <a:pt x="7360" y="14168"/>
                  <a:pt x="7593" y="14377"/>
                  <a:pt x="7874" y="14377"/>
                </a:cubicBezTo>
                <a:lnTo>
                  <a:pt x="10527" y="14377"/>
                </a:lnTo>
                <a:lnTo>
                  <a:pt x="10527" y="15481"/>
                </a:lnTo>
                <a:lnTo>
                  <a:pt x="7874" y="15481"/>
                </a:lnTo>
                <a:cubicBezTo>
                  <a:pt x="7593" y="15481"/>
                  <a:pt x="7360" y="15690"/>
                  <a:pt x="7360" y="15958"/>
                </a:cubicBezTo>
                <a:cubicBezTo>
                  <a:pt x="7360" y="16225"/>
                  <a:pt x="7593" y="16454"/>
                  <a:pt x="7874" y="16454"/>
                </a:cubicBezTo>
                <a:lnTo>
                  <a:pt x="10527" y="16454"/>
                </a:lnTo>
                <a:lnTo>
                  <a:pt x="10527" y="17660"/>
                </a:lnTo>
                <a:cubicBezTo>
                  <a:pt x="10527" y="17926"/>
                  <a:pt x="10767" y="18156"/>
                  <a:pt x="11041" y="18156"/>
                </a:cubicBezTo>
                <a:cubicBezTo>
                  <a:pt x="11324" y="18156"/>
                  <a:pt x="11544" y="17926"/>
                  <a:pt x="11544" y="17660"/>
                </a:cubicBezTo>
                <a:lnTo>
                  <a:pt x="11544" y="16454"/>
                </a:lnTo>
                <a:lnTo>
                  <a:pt x="14036" y="16454"/>
                </a:lnTo>
                <a:cubicBezTo>
                  <a:pt x="14317" y="16454"/>
                  <a:pt x="14539" y="16225"/>
                  <a:pt x="14539" y="15958"/>
                </a:cubicBezTo>
                <a:cubicBezTo>
                  <a:pt x="14539" y="15690"/>
                  <a:pt x="14317" y="15481"/>
                  <a:pt x="14036" y="15481"/>
                </a:cubicBezTo>
                <a:lnTo>
                  <a:pt x="11544" y="15481"/>
                </a:lnTo>
                <a:lnTo>
                  <a:pt x="11544" y="14377"/>
                </a:lnTo>
                <a:lnTo>
                  <a:pt x="14036" y="14377"/>
                </a:lnTo>
                <a:cubicBezTo>
                  <a:pt x="14317" y="14377"/>
                  <a:pt x="14539" y="14168"/>
                  <a:pt x="14539" y="13901"/>
                </a:cubicBezTo>
                <a:cubicBezTo>
                  <a:pt x="14539" y="13634"/>
                  <a:pt x="14317" y="13414"/>
                  <a:pt x="14036" y="13414"/>
                </a:cubicBezTo>
                <a:lnTo>
                  <a:pt x="11544" y="13414"/>
                </a:lnTo>
                <a:lnTo>
                  <a:pt x="11544" y="12553"/>
                </a:lnTo>
                <a:lnTo>
                  <a:pt x="14250" y="10030"/>
                </a:lnTo>
                <a:cubicBezTo>
                  <a:pt x="14454" y="9847"/>
                  <a:pt x="14455" y="9544"/>
                  <a:pt x="14261" y="9352"/>
                </a:cubicBezTo>
                <a:cubicBezTo>
                  <a:pt x="14067" y="9168"/>
                  <a:pt x="13738" y="9167"/>
                  <a:pt x="13544" y="9341"/>
                </a:cubicBezTo>
                <a:lnTo>
                  <a:pt x="11041" y="11682"/>
                </a:lnTo>
                <a:lnTo>
                  <a:pt x="8580" y="9352"/>
                </a:lnTo>
                <a:cubicBezTo>
                  <a:pt x="8478" y="9260"/>
                  <a:pt x="8347" y="9210"/>
                  <a:pt x="8216" y="9210"/>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81" name="形状">
            <a:extLst>
              <a:ext uri="{FF2B5EF4-FFF2-40B4-BE49-F238E27FC236}">
                <a16:creationId xmlns:a16="http://schemas.microsoft.com/office/drawing/2014/main" id="{C4846A16-3822-9B40-8AD6-3933F8AEAB1B}"/>
              </a:ext>
            </a:extLst>
          </p:cNvPr>
          <p:cNvSpPr/>
          <p:nvPr/>
        </p:nvSpPr>
        <p:spPr>
          <a:xfrm>
            <a:off x="9466989" y="5112005"/>
            <a:ext cx="399347" cy="382067"/>
          </a:xfrm>
          <a:custGeom>
            <a:avLst/>
            <a:gdLst/>
            <a:ahLst/>
            <a:cxnLst>
              <a:cxn ang="0">
                <a:pos x="wd2" y="hd2"/>
              </a:cxn>
              <a:cxn ang="5400000">
                <a:pos x="wd2" y="hd2"/>
              </a:cxn>
              <a:cxn ang="10800000">
                <a:pos x="wd2" y="hd2"/>
              </a:cxn>
              <a:cxn ang="16200000">
                <a:pos x="wd2" y="hd2"/>
              </a:cxn>
            </a:cxnLst>
            <a:rect l="0" t="0" r="r" b="b"/>
            <a:pathLst>
              <a:path w="21600" h="21600" extrusionOk="0">
                <a:moveTo>
                  <a:pt x="515" y="0"/>
                </a:moveTo>
                <a:cubicBezTo>
                  <a:pt x="233" y="0"/>
                  <a:pt x="0" y="253"/>
                  <a:pt x="0" y="549"/>
                </a:cubicBezTo>
                <a:lnTo>
                  <a:pt x="0" y="4885"/>
                </a:lnTo>
                <a:cubicBezTo>
                  <a:pt x="0" y="4894"/>
                  <a:pt x="10" y="4898"/>
                  <a:pt x="11" y="4907"/>
                </a:cubicBezTo>
                <a:cubicBezTo>
                  <a:pt x="10" y="4916"/>
                  <a:pt x="0" y="4921"/>
                  <a:pt x="0" y="4929"/>
                </a:cubicBezTo>
                <a:lnTo>
                  <a:pt x="0" y="21062"/>
                </a:lnTo>
                <a:cubicBezTo>
                  <a:pt x="0" y="21357"/>
                  <a:pt x="232" y="21600"/>
                  <a:pt x="515" y="21600"/>
                </a:cubicBezTo>
                <a:lnTo>
                  <a:pt x="21085" y="21600"/>
                </a:lnTo>
                <a:cubicBezTo>
                  <a:pt x="21367" y="21600"/>
                  <a:pt x="21600" y="21357"/>
                  <a:pt x="21600" y="21062"/>
                </a:cubicBezTo>
                <a:lnTo>
                  <a:pt x="21600" y="15595"/>
                </a:lnTo>
                <a:lnTo>
                  <a:pt x="21600" y="10385"/>
                </a:lnTo>
                <a:lnTo>
                  <a:pt x="21600" y="4929"/>
                </a:lnTo>
                <a:cubicBezTo>
                  <a:pt x="21600" y="4635"/>
                  <a:pt x="21367" y="4392"/>
                  <a:pt x="21085" y="4392"/>
                </a:cubicBezTo>
                <a:lnTo>
                  <a:pt x="13710" y="4392"/>
                </a:lnTo>
                <a:lnTo>
                  <a:pt x="13710" y="549"/>
                </a:lnTo>
                <a:cubicBezTo>
                  <a:pt x="13710" y="253"/>
                  <a:pt x="13489" y="0"/>
                  <a:pt x="13207" y="0"/>
                </a:cubicBezTo>
                <a:lnTo>
                  <a:pt x="515" y="0"/>
                </a:lnTo>
                <a:close/>
                <a:moveTo>
                  <a:pt x="1029" y="1076"/>
                </a:moveTo>
                <a:lnTo>
                  <a:pt x="12692" y="1076"/>
                </a:lnTo>
                <a:lnTo>
                  <a:pt x="12692" y="4392"/>
                </a:lnTo>
                <a:lnTo>
                  <a:pt x="1029" y="4392"/>
                </a:lnTo>
                <a:lnTo>
                  <a:pt x="1029" y="1076"/>
                </a:lnTo>
                <a:close/>
                <a:moveTo>
                  <a:pt x="1029" y="5467"/>
                </a:moveTo>
                <a:lnTo>
                  <a:pt x="20582" y="5467"/>
                </a:lnTo>
                <a:lnTo>
                  <a:pt x="20582" y="9859"/>
                </a:lnTo>
                <a:lnTo>
                  <a:pt x="14536" y="9859"/>
                </a:lnTo>
                <a:cubicBezTo>
                  <a:pt x="14254" y="9859"/>
                  <a:pt x="14021" y="10092"/>
                  <a:pt x="14021" y="10385"/>
                </a:cubicBezTo>
                <a:lnTo>
                  <a:pt x="14021" y="15595"/>
                </a:lnTo>
                <a:cubicBezTo>
                  <a:pt x="14021" y="15889"/>
                  <a:pt x="14254" y="16133"/>
                  <a:pt x="14536" y="16133"/>
                </a:cubicBezTo>
                <a:lnTo>
                  <a:pt x="20582" y="16133"/>
                </a:lnTo>
                <a:lnTo>
                  <a:pt x="20582" y="20524"/>
                </a:lnTo>
                <a:lnTo>
                  <a:pt x="1029" y="20524"/>
                </a:lnTo>
                <a:lnTo>
                  <a:pt x="1029" y="5467"/>
                </a:lnTo>
                <a:close/>
                <a:moveTo>
                  <a:pt x="15050" y="10923"/>
                </a:moveTo>
                <a:lnTo>
                  <a:pt x="20582" y="10923"/>
                </a:lnTo>
                <a:lnTo>
                  <a:pt x="20582" y="15068"/>
                </a:lnTo>
                <a:lnTo>
                  <a:pt x="15050" y="15068"/>
                </a:lnTo>
                <a:lnTo>
                  <a:pt x="15050" y="10923"/>
                </a:lnTo>
                <a:close/>
                <a:moveTo>
                  <a:pt x="16958" y="12100"/>
                </a:moveTo>
                <a:cubicBezTo>
                  <a:pt x="16801" y="12100"/>
                  <a:pt x="16677" y="12141"/>
                  <a:pt x="16530" y="12223"/>
                </a:cubicBezTo>
                <a:cubicBezTo>
                  <a:pt x="16392" y="12315"/>
                  <a:pt x="16276" y="12426"/>
                  <a:pt x="16197" y="12570"/>
                </a:cubicBezTo>
                <a:cubicBezTo>
                  <a:pt x="16119" y="12714"/>
                  <a:pt x="16079" y="12854"/>
                  <a:pt x="16079" y="13018"/>
                </a:cubicBezTo>
                <a:cubicBezTo>
                  <a:pt x="16079" y="13193"/>
                  <a:pt x="16119" y="13334"/>
                  <a:pt x="16197" y="13478"/>
                </a:cubicBezTo>
                <a:cubicBezTo>
                  <a:pt x="16276" y="13621"/>
                  <a:pt x="16392" y="13732"/>
                  <a:pt x="16530" y="13814"/>
                </a:cubicBezTo>
                <a:cubicBezTo>
                  <a:pt x="16677" y="13906"/>
                  <a:pt x="16801" y="13937"/>
                  <a:pt x="16958" y="13937"/>
                </a:cubicBezTo>
                <a:cubicBezTo>
                  <a:pt x="17116" y="13937"/>
                  <a:pt x="17250" y="13906"/>
                  <a:pt x="17387" y="13814"/>
                </a:cubicBezTo>
                <a:cubicBezTo>
                  <a:pt x="17534" y="13732"/>
                  <a:pt x="17630" y="13621"/>
                  <a:pt x="17709" y="13478"/>
                </a:cubicBezTo>
                <a:cubicBezTo>
                  <a:pt x="17787" y="13334"/>
                  <a:pt x="17827" y="13193"/>
                  <a:pt x="17827" y="13018"/>
                </a:cubicBezTo>
                <a:cubicBezTo>
                  <a:pt x="17827" y="12854"/>
                  <a:pt x="17787" y="12714"/>
                  <a:pt x="17709" y="12570"/>
                </a:cubicBezTo>
                <a:cubicBezTo>
                  <a:pt x="17630" y="12426"/>
                  <a:pt x="17535" y="12315"/>
                  <a:pt x="17387" y="12223"/>
                </a:cubicBezTo>
                <a:cubicBezTo>
                  <a:pt x="17250" y="12141"/>
                  <a:pt x="17116" y="12100"/>
                  <a:pt x="16958" y="12100"/>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82" name="形状">
            <a:extLst>
              <a:ext uri="{FF2B5EF4-FFF2-40B4-BE49-F238E27FC236}">
                <a16:creationId xmlns:a16="http://schemas.microsoft.com/office/drawing/2014/main" id="{ED306F73-C340-5F44-889B-0BD1EF978B20}"/>
              </a:ext>
            </a:extLst>
          </p:cNvPr>
          <p:cNvSpPr/>
          <p:nvPr/>
        </p:nvSpPr>
        <p:spPr>
          <a:xfrm>
            <a:off x="1556865" y="3336069"/>
            <a:ext cx="420467" cy="405107"/>
          </a:xfrm>
          <a:custGeom>
            <a:avLst/>
            <a:gdLst/>
            <a:ahLst/>
            <a:cxnLst>
              <a:cxn ang="0">
                <a:pos x="wd2" y="hd2"/>
              </a:cxn>
              <a:cxn ang="5400000">
                <a:pos x="wd2" y="hd2"/>
              </a:cxn>
              <a:cxn ang="10800000">
                <a:pos x="wd2" y="hd2"/>
              </a:cxn>
              <a:cxn ang="16200000">
                <a:pos x="wd2" y="hd2"/>
              </a:cxn>
            </a:cxnLst>
            <a:rect l="0" t="0" r="r" b="b"/>
            <a:pathLst>
              <a:path w="21600" h="21600" extrusionOk="0">
                <a:moveTo>
                  <a:pt x="8012" y="0"/>
                </a:moveTo>
                <a:cubicBezTo>
                  <a:pt x="7966" y="0"/>
                  <a:pt x="7916" y="12"/>
                  <a:pt x="7869" y="21"/>
                </a:cubicBezTo>
                <a:cubicBezTo>
                  <a:pt x="6307" y="482"/>
                  <a:pt x="4860" y="1312"/>
                  <a:pt x="3649" y="2425"/>
                </a:cubicBezTo>
                <a:cubicBezTo>
                  <a:pt x="3603" y="2463"/>
                  <a:pt x="3575" y="2504"/>
                  <a:pt x="3547" y="2552"/>
                </a:cubicBezTo>
                <a:cubicBezTo>
                  <a:pt x="3501" y="2638"/>
                  <a:pt x="3476" y="2710"/>
                  <a:pt x="3476" y="2806"/>
                </a:cubicBezTo>
                <a:cubicBezTo>
                  <a:pt x="3476" y="2892"/>
                  <a:pt x="3501" y="2973"/>
                  <a:pt x="3547" y="3049"/>
                </a:cubicBezTo>
                <a:cubicBezTo>
                  <a:pt x="3788" y="3491"/>
                  <a:pt x="3904" y="3992"/>
                  <a:pt x="3904" y="4511"/>
                </a:cubicBezTo>
                <a:cubicBezTo>
                  <a:pt x="3904" y="6180"/>
                  <a:pt x="2598" y="7539"/>
                  <a:pt x="999" y="7539"/>
                </a:cubicBezTo>
                <a:cubicBezTo>
                  <a:pt x="953" y="7539"/>
                  <a:pt x="913" y="7538"/>
                  <a:pt x="866" y="7528"/>
                </a:cubicBezTo>
                <a:cubicBezTo>
                  <a:pt x="857" y="7528"/>
                  <a:pt x="855" y="7528"/>
                  <a:pt x="846" y="7528"/>
                </a:cubicBezTo>
                <a:cubicBezTo>
                  <a:pt x="754" y="7528"/>
                  <a:pt x="665" y="7544"/>
                  <a:pt x="591" y="7592"/>
                </a:cubicBezTo>
                <a:cubicBezTo>
                  <a:pt x="508" y="7630"/>
                  <a:pt x="464" y="7696"/>
                  <a:pt x="418" y="7782"/>
                </a:cubicBezTo>
                <a:cubicBezTo>
                  <a:pt x="399" y="7821"/>
                  <a:pt x="386" y="7860"/>
                  <a:pt x="377" y="7899"/>
                </a:cubicBezTo>
                <a:cubicBezTo>
                  <a:pt x="137" y="8849"/>
                  <a:pt x="0" y="9832"/>
                  <a:pt x="0" y="10811"/>
                </a:cubicBezTo>
                <a:cubicBezTo>
                  <a:pt x="0" y="11847"/>
                  <a:pt x="139" y="12860"/>
                  <a:pt x="398" y="13839"/>
                </a:cubicBezTo>
                <a:cubicBezTo>
                  <a:pt x="407" y="13877"/>
                  <a:pt x="430" y="13917"/>
                  <a:pt x="449" y="13955"/>
                </a:cubicBezTo>
                <a:cubicBezTo>
                  <a:pt x="495" y="14032"/>
                  <a:pt x="539" y="14087"/>
                  <a:pt x="622" y="14135"/>
                </a:cubicBezTo>
                <a:cubicBezTo>
                  <a:pt x="696" y="14183"/>
                  <a:pt x="784" y="14209"/>
                  <a:pt x="877" y="14209"/>
                </a:cubicBezTo>
                <a:cubicBezTo>
                  <a:pt x="877" y="14209"/>
                  <a:pt x="878" y="14209"/>
                  <a:pt x="887" y="14209"/>
                </a:cubicBezTo>
                <a:cubicBezTo>
                  <a:pt x="924" y="14209"/>
                  <a:pt x="962" y="14209"/>
                  <a:pt x="999" y="14209"/>
                </a:cubicBezTo>
                <a:cubicBezTo>
                  <a:pt x="2598" y="14209"/>
                  <a:pt x="3904" y="15557"/>
                  <a:pt x="3904" y="17227"/>
                </a:cubicBezTo>
                <a:cubicBezTo>
                  <a:pt x="3904" y="17726"/>
                  <a:pt x="3790" y="18203"/>
                  <a:pt x="3568" y="18635"/>
                </a:cubicBezTo>
                <a:cubicBezTo>
                  <a:pt x="3531" y="18712"/>
                  <a:pt x="3517" y="18782"/>
                  <a:pt x="3517" y="18868"/>
                </a:cubicBezTo>
                <a:cubicBezTo>
                  <a:pt x="3517" y="18955"/>
                  <a:pt x="3532" y="19036"/>
                  <a:pt x="3578" y="19122"/>
                </a:cubicBezTo>
                <a:cubicBezTo>
                  <a:pt x="3606" y="19170"/>
                  <a:pt x="3643" y="19211"/>
                  <a:pt x="3680" y="19249"/>
                </a:cubicBezTo>
                <a:cubicBezTo>
                  <a:pt x="4844" y="20315"/>
                  <a:pt x="6228" y="21097"/>
                  <a:pt x="7716" y="21558"/>
                </a:cubicBezTo>
                <a:cubicBezTo>
                  <a:pt x="7763" y="21577"/>
                  <a:pt x="7794" y="21589"/>
                  <a:pt x="7849" y="21589"/>
                </a:cubicBezTo>
                <a:cubicBezTo>
                  <a:pt x="7932" y="21589"/>
                  <a:pt x="8020" y="21554"/>
                  <a:pt x="8094" y="21515"/>
                </a:cubicBezTo>
                <a:cubicBezTo>
                  <a:pt x="8168" y="21467"/>
                  <a:pt x="8221" y="21412"/>
                  <a:pt x="8267" y="21335"/>
                </a:cubicBezTo>
                <a:cubicBezTo>
                  <a:pt x="8785" y="20414"/>
                  <a:pt x="9739" y="19853"/>
                  <a:pt x="10775" y="19853"/>
                </a:cubicBezTo>
                <a:cubicBezTo>
                  <a:pt x="11819" y="19853"/>
                  <a:pt x="12764" y="20425"/>
                  <a:pt x="13282" y="21346"/>
                </a:cubicBezTo>
                <a:cubicBezTo>
                  <a:pt x="13328" y="21432"/>
                  <a:pt x="13382" y="21487"/>
                  <a:pt x="13466" y="21526"/>
                </a:cubicBezTo>
                <a:cubicBezTo>
                  <a:pt x="13540" y="21574"/>
                  <a:pt x="13608" y="21600"/>
                  <a:pt x="13700" y="21600"/>
                </a:cubicBezTo>
                <a:cubicBezTo>
                  <a:pt x="13746" y="21600"/>
                  <a:pt x="13797" y="21598"/>
                  <a:pt x="13843" y="21579"/>
                </a:cubicBezTo>
                <a:cubicBezTo>
                  <a:pt x="15331" y="21128"/>
                  <a:pt x="16706" y="20338"/>
                  <a:pt x="17879" y="19292"/>
                </a:cubicBezTo>
                <a:cubicBezTo>
                  <a:pt x="17916" y="19253"/>
                  <a:pt x="17954" y="19212"/>
                  <a:pt x="17981" y="19154"/>
                </a:cubicBezTo>
                <a:cubicBezTo>
                  <a:pt x="18028" y="19077"/>
                  <a:pt x="18042" y="19007"/>
                  <a:pt x="18042" y="18911"/>
                </a:cubicBezTo>
                <a:cubicBezTo>
                  <a:pt x="18042" y="18824"/>
                  <a:pt x="18028" y="18744"/>
                  <a:pt x="17981" y="18667"/>
                </a:cubicBezTo>
                <a:cubicBezTo>
                  <a:pt x="17750" y="18226"/>
                  <a:pt x="17635" y="17736"/>
                  <a:pt x="17635" y="17227"/>
                </a:cubicBezTo>
                <a:cubicBezTo>
                  <a:pt x="17635" y="15557"/>
                  <a:pt x="18932" y="14209"/>
                  <a:pt x="20540" y="14209"/>
                </a:cubicBezTo>
                <a:cubicBezTo>
                  <a:pt x="20595" y="14209"/>
                  <a:pt x="20658" y="14209"/>
                  <a:pt x="20713" y="14209"/>
                </a:cubicBezTo>
                <a:cubicBezTo>
                  <a:pt x="20722" y="14209"/>
                  <a:pt x="20724" y="14220"/>
                  <a:pt x="20734" y="14220"/>
                </a:cubicBezTo>
                <a:cubicBezTo>
                  <a:pt x="20826" y="14220"/>
                  <a:pt x="20904" y="14183"/>
                  <a:pt x="20978" y="14135"/>
                </a:cubicBezTo>
                <a:cubicBezTo>
                  <a:pt x="21061" y="14097"/>
                  <a:pt x="21115" y="14042"/>
                  <a:pt x="21162" y="13955"/>
                </a:cubicBezTo>
                <a:cubicBezTo>
                  <a:pt x="21180" y="13917"/>
                  <a:pt x="21193" y="13887"/>
                  <a:pt x="21202" y="13839"/>
                </a:cubicBezTo>
                <a:cubicBezTo>
                  <a:pt x="21461" y="12860"/>
                  <a:pt x="21600" y="11847"/>
                  <a:pt x="21600" y="10811"/>
                </a:cubicBezTo>
                <a:cubicBezTo>
                  <a:pt x="21600" y="9822"/>
                  <a:pt x="21473" y="8839"/>
                  <a:pt x="21233" y="7899"/>
                </a:cubicBezTo>
                <a:cubicBezTo>
                  <a:pt x="21224" y="7851"/>
                  <a:pt x="21211" y="7821"/>
                  <a:pt x="21192" y="7782"/>
                </a:cubicBezTo>
                <a:cubicBezTo>
                  <a:pt x="21146" y="7706"/>
                  <a:pt x="21092" y="7640"/>
                  <a:pt x="21009" y="7592"/>
                </a:cubicBezTo>
                <a:cubicBezTo>
                  <a:pt x="20935" y="7544"/>
                  <a:pt x="20857" y="7528"/>
                  <a:pt x="20764" y="7528"/>
                </a:cubicBezTo>
                <a:cubicBezTo>
                  <a:pt x="20755" y="7528"/>
                  <a:pt x="20743" y="7528"/>
                  <a:pt x="20734" y="7528"/>
                </a:cubicBezTo>
                <a:cubicBezTo>
                  <a:pt x="20669" y="7528"/>
                  <a:pt x="20605" y="7539"/>
                  <a:pt x="20540" y="7539"/>
                </a:cubicBezTo>
                <a:cubicBezTo>
                  <a:pt x="18932" y="7539"/>
                  <a:pt x="17635" y="6180"/>
                  <a:pt x="17635" y="4511"/>
                </a:cubicBezTo>
                <a:cubicBezTo>
                  <a:pt x="17635" y="3973"/>
                  <a:pt x="17773" y="3468"/>
                  <a:pt x="18022" y="3007"/>
                </a:cubicBezTo>
                <a:cubicBezTo>
                  <a:pt x="18068" y="2930"/>
                  <a:pt x="18083" y="2859"/>
                  <a:pt x="18083" y="2764"/>
                </a:cubicBezTo>
                <a:cubicBezTo>
                  <a:pt x="18083" y="2677"/>
                  <a:pt x="18068" y="2586"/>
                  <a:pt x="18022" y="2509"/>
                </a:cubicBezTo>
                <a:cubicBezTo>
                  <a:pt x="17994" y="2461"/>
                  <a:pt x="17966" y="2421"/>
                  <a:pt x="17920" y="2382"/>
                </a:cubicBezTo>
                <a:cubicBezTo>
                  <a:pt x="16709" y="1279"/>
                  <a:pt x="15284" y="472"/>
                  <a:pt x="13741" y="21"/>
                </a:cubicBezTo>
                <a:cubicBezTo>
                  <a:pt x="13695" y="12"/>
                  <a:pt x="13644" y="0"/>
                  <a:pt x="13598" y="0"/>
                </a:cubicBezTo>
                <a:cubicBezTo>
                  <a:pt x="13515" y="0"/>
                  <a:pt x="13447" y="26"/>
                  <a:pt x="13364" y="74"/>
                </a:cubicBezTo>
                <a:cubicBezTo>
                  <a:pt x="13299" y="113"/>
                  <a:pt x="13247" y="155"/>
                  <a:pt x="13201" y="222"/>
                </a:cubicBezTo>
                <a:cubicBezTo>
                  <a:pt x="12664" y="1038"/>
                  <a:pt x="11766" y="1535"/>
                  <a:pt x="10805" y="1535"/>
                </a:cubicBezTo>
                <a:cubicBezTo>
                  <a:pt x="9835" y="1535"/>
                  <a:pt x="8946" y="1038"/>
                  <a:pt x="8410" y="222"/>
                </a:cubicBezTo>
                <a:cubicBezTo>
                  <a:pt x="8363" y="155"/>
                  <a:pt x="8311" y="113"/>
                  <a:pt x="8247" y="74"/>
                </a:cubicBezTo>
                <a:cubicBezTo>
                  <a:pt x="8163" y="26"/>
                  <a:pt x="8095" y="0"/>
                  <a:pt x="8012" y="0"/>
                </a:cubicBezTo>
                <a:close/>
                <a:moveTo>
                  <a:pt x="7829" y="1091"/>
                </a:moveTo>
                <a:cubicBezTo>
                  <a:pt x="8550" y="2002"/>
                  <a:pt x="9631" y="2552"/>
                  <a:pt x="10805" y="2552"/>
                </a:cubicBezTo>
                <a:cubicBezTo>
                  <a:pt x="11970" y="2552"/>
                  <a:pt x="13061" y="2002"/>
                  <a:pt x="13782" y="1091"/>
                </a:cubicBezTo>
                <a:cubicBezTo>
                  <a:pt x="14955" y="1484"/>
                  <a:pt x="16041" y="2085"/>
                  <a:pt x="16993" y="2891"/>
                </a:cubicBezTo>
                <a:cubicBezTo>
                  <a:pt x="16780" y="3390"/>
                  <a:pt x="16656" y="3944"/>
                  <a:pt x="16656" y="4511"/>
                </a:cubicBezTo>
                <a:cubicBezTo>
                  <a:pt x="16656" y="6679"/>
                  <a:pt x="18317" y="8457"/>
                  <a:pt x="20387" y="8534"/>
                </a:cubicBezTo>
                <a:cubicBezTo>
                  <a:pt x="20553" y="9283"/>
                  <a:pt x="20632" y="10043"/>
                  <a:pt x="20632" y="10811"/>
                </a:cubicBezTo>
                <a:cubicBezTo>
                  <a:pt x="20632" y="11626"/>
                  <a:pt x="20542" y="12436"/>
                  <a:pt x="20367" y="13204"/>
                </a:cubicBezTo>
                <a:cubicBezTo>
                  <a:pt x="18305" y="13309"/>
                  <a:pt x="16656" y="15058"/>
                  <a:pt x="16656" y="17227"/>
                </a:cubicBezTo>
                <a:cubicBezTo>
                  <a:pt x="16656" y="17764"/>
                  <a:pt x="16758" y="18284"/>
                  <a:pt x="16952" y="18773"/>
                </a:cubicBezTo>
                <a:cubicBezTo>
                  <a:pt x="16046" y="19531"/>
                  <a:pt x="15013" y="20115"/>
                  <a:pt x="13904" y="20499"/>
                </a:cubicBezTo>
                <a:cubicBezTo>
                  <a:pt x="13183" y="19472"/>
                  <a:pt x="12032" y="18836"/>
                  <a:pt x="10775" y="18836"/>
                </a:cubicBezTo>
                <a:cubicBezTo>
                  <a:pt x="9517" y="18836"/>
                  <a:pt x="8366" y="19460"/>
                  <a:pt x="7645" y="20478"/>
                </a:cubicBezTo>
                <a:cubicBezTo>
                  <a:pt x="6536" y="20084"/>
                  <a:pt x="5503" y="19498"/>
                  <a:pt x="4597" y="18731"/>
                </a:cubicBezTo>
                <a:cubicBezTo>
                  <a:pt x="4782" y="18260"/>
                  <a:pt x="4872" y="17745"/>
                  <a:pt x="4872" y="17227"/>
                </a:cubicBezTo>
                <a:cubicBezTo>
                  <a:pt x="4872" y="15087"/>
                  <a:pt x="3277" y="13338"/>
                  <a:pt x="1244" y="13204"/>
                </a:cubicBezTo>
                <a:cubicBezTo>
                  <a:pt x="1068" y="12426"/>
                  <a:pt x="979" y="11626"/>
                  <a:pt x="979" y="10811"/>
                </a:cubicBezTo>
                <a:cubicBezTo>
                  <a:pt x="979" y="10043"/>
                  <a:pt x="1057" y="9273"/>
                  <a:pt x="1223" y="8534"/>
                </a:cubicBezTo>
                <a:cubicBezTo>
                  <a:pt x="3257" y="8409"/>
                  <a:pt x="4872" y="6660"/>
                  <a:pt x="4872" y="4511"/>
                </a:cubicBezTo>
                <a:cubicBezTo>
                  <a:pt x="4872" y="3954"/>
                  <a:pt x="4770" y="3432"/>
                  <a:pt x="4567" y="2933"/>
                </a:cubicBezTo>
                <a:cubicBezTo>
                  <a:pt x="5528" y="2108"/>
                  <a:pt x="6636" y="1484"/>
                  <a:pt x="7829" y="1091"/>
                </a:cubicBezTo>
                <a:close/>
                <a:moveTo>
                  <a:pt x="10825" y="7031"/>
                </a:moveTo>
                <a:cubicBezTo>
                  <a:pt x="8806" y="7031"/>
                  <a:pt x="7176" y="8743"/>
                  <a:pt x="7176" y="10821"/>
                </a:cubicBezTo>
                <a:cubicBezTo>
                  <a:pt x="7176" y="12919"/>
                  <a:pt x="8806" y="14612"/>
                  <a:pt x="10825" y="14612"/>
                </a:cubicBezTo>
                <a:cubicBezTo>
                  <a:pt x="12835" y="14612"/>
                  <a:pt x="14465" y="12919"/>
                  <a:pt x="14465" y="10821"/>
                </a:cubicBezTo>
                <a:cubicBezTo>
                  <a:pt x="14465" y="8743"/>
                  <a:pt x="12835" y="7031"/>
                  <a:pt x="10825" y="7031"/>
                </a:cubicBezTo>
                <a:close/>
                <a:moveTo>
                  <a:pt x="10825" y="8047"/>
                </a:moveTo>
                <a:cubicBezTo>
                  <a:pt x="12298" y="8047"/>
                  <a:pt x="13496" y="9291"/>
                  <a:pt x="13496" y="10821"/>
                </a:cubicBezTo>
                <a:cubicBezTo>
                  <a:pt x="13496" y="12361"/>
                  <a:pt x="12298" y="13595"/>
                  <a:pt x="10825" y="13595"/>
                </a:cubicBezTo>
                <a:cubicBezTo>
                  <a:pt x="9344" y="13595"/>
                  <a:pt x="8155" y="12361"/>
                  <a:pt x="8155" y="10821"/>
                </a:cubicBezTo>
                <a:cubicBezTo>
                  <a:pt x="8155" y="9292"/>
                  <a:pt x="9344" y="8047"/>
                  <a:pt x="10825" y="8047"/>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83" name="形状">
            <a:extLst>
              <a:ext uri="{FF2B5EF4-FFF2-40B4-BE49-F238E27FC236}">
                <a16:creationId xmlns:a16="http://schemas.microsoft.com/office/drawing/2014/main" id="{338E0818-3EE5-6442-8C29-5EA0F9BCA595}"/>
              </a:ext>
            </a:extLst>
          </p:cNvPr>
          <p:cNvSpPr/>
          <p:nvPr/>
        </p:nvSpPr>
        <p:spPr>
          <a:xfrm>
            <a:off x="2367080" y="3368707"/>
            <a:ext cx="441585" cy="339828"/>
          </a:xfrm>
          <a:custGeom>
            <a:avLst/>
            <a:gdLst/>
            <a:ahLst/>
            <a:cxnLst>
              <a:cxn ang="0">
                <a:pos x="wd2" y="hd2"/>
              </a:cxn>
              <a:cxn ang="5400000">
                <a:pos x="wd2" y="hd2"/>
              </a:cxn>
              <a:cxn ang="10800000">
                <a:pos x="wd2" y="hd2"/>
              </a:cxn>
              <a:cxn ang="16200000">
                <a:pos x="wd2" y="hd2"/>
              </a:cxn>
            </a:cxnLst>
            <a:rect l="0" t="0" r="r" b="b"/>
            <a:pathLst>
              <a:path w="21600" h="21600" extrusionOk="0">
                <a:moveTo>
                  <a:pt x="5354" y="0"/>
                </a:moveTo>
                <a:cubicBezTo>
                  <a:pt x="4331" y="0"/>
                  <a:pt x="3525" y="956"/>
                  <a:pt x="3317" y="2203"/>
                </a:cubicBezTo>
                <a:cubicBezTo>
                  <a:pt x="3289" y="2196"/>
                  <a:pt x="3269" y="2165"/>
                  <a:pt x="3240" y="2165"/>
                </a:cubicBezTo>
                <a:lnTo>
                  <a:pt x="466" y="2165"/>
                </a:lnTo>
                <a:cubicBezTo>
                  <a:pt x="210" y="2165"/>
                  <a:pt x="0" y="2438"/>
                  <a:pt x="0" y="2769"/>
                </a:cubicBezTo>
                <a:cubicBezTo>
                  <a:pt x="0" y="3100"/>
                  <a:pt x="210" y="3361"/>
                  <a:pt x="466" y="3361"/>
                </a:cubicBezTo>
                <a:lnTo>
                  <a:pt x="3240" y="3361"/>
                </a:lnTo>
                <a:cubicBezTo>
                  <a:pt x="3266" y="3361"/>
                  <a:pt x="3282" y="3329"/>
                  <a:pt x="3307" y="3323"/>
                </a:cubicBezTo>
                <a:cubicBezTo>
                  <a:pt x="3509" y="4573"/>
                  <a:pt x="4326" y="5538"/>
                  <a:pt x="5354" y="5538"/>
                </a:cubicBezTo>
                <a:cubicBezTo>
                  <a:pt x="6372" y="5538"/>
                  <a:pt x="7178" y="4592"/>
                  <a:pt x="7391" y="3361"/>
                </a:cubicBezTo>
                <a:lnTo>
                  <a:pt x="21134" y="3361"/>
                </a:lnTo>
                <a:cubicBezTo>
                  <a:pt x="21390" y="3361"/>
                  <a:pt x="21600" y="3100"/>
                  <a:pt x="21600" y="2769"/>
                </a:cubicBezTo>
                <a:cubicBezTo>
                  <a:pt x="21600" y="2438"/>
                  <a:pt x="21390" y="2165"/>
                  <a:pt x="21134" y="2165"/>
                </a:cubicBezTo>
                <a:lnTo>
                  <a:pt x="7381" y="2165"/>
                </a:lnTo>
                <a:cubicBezTo>
                  <a:pt x="7163" y="937"/>
                  <a:pt x="6366" y="0"/>
                  <a:pt x="5354" y="0"/>
                </a:cubicBezTo>
                <a:close/>
                <a:moveTo>
                  <a:pt x="5354" y="1208"/>
                </a:moveTo>
                <a:cubicBezTo>
                  <a:pt x="6023" y="1208"/>
                  <a:pt x="6557" y="1900"/>
                  <a:pt x="6557" y="2769"/>
                </a:cubicBezTo>
                <a:cubicBezTo>
                  <a:pt x="6557" y="3627"/>
                  <a:pt x="6023" y="4343"/>
                  <a:pt x="5354" y="4343"/>
                </a:cubicBezTo>
                <a:cubicBezTo>
                  <a:pt x="4685" y="4343"/>
                  <a:pt x="4151" y="3627"/>
                  <a:pt x="4151" y="2769"/>
                </a:cubicBezTo>
                <a:cubicBezTo>
                  <a:pt x="4151" y="1900"/>
                  <a:pt x="4685" y="1208"/>
                  <a:pt x="5354" y="1208"/>
                </a:cubicBezTo>
                <a:close/>
                <a:moveTo>
                  <a:pt x="16062" y="8056"/>
                </a:moveTo>
                <a:cubicBezTo>
                  <a:pt x="15057" y="8056"/>
                  <a:pt x="14245" y="8992"/>
                  <a:pt x="14025" y="10221"/>
                </a:cubicBezTo>
                <a:lnTo>
                  <a:pt x="466" y="10221"/>
                </a:lnTo>
                <a:cubicBezTo>
                  <a:pt x="210" y="10221"/>
                  <a:pt x="0" y="10480"/>
                  <a:pt x="0" y="10800"/>
                </a:cubicBezTo>
                <a:cubicBezTo>
                  <a:pt x="0" y="11131"/>
                  <a:pt x="210" y="11404"/>
                  <a:pt x="466" y="11404"/>
                </a:cubicBezTo>
                <a:lnTo>
                  <a:pt x="14025" y="11404"/>
                </a:lnTo>
                <a:cubicBezTo>
                  <a:pt x="14234" y="12641"/>
                  <a:pt x="15041" y="13594"/>
                  <a:pt x="16062" y="13594"/>
                </a:cubicBezTo>
                <a:cubicBezTo>
                  <a:pt x="17076" y="13594"/>
                  <a:pt x="17888" y="12642"/>
                  <a:pt x="18099" y="11404"/>
                </a:cubicBezTo>
                <a:lnTo>
                  <a:pt x="21134" y="11404"/>
                </a:lnTo>
                <a:cubicBezTo>
                  <a:pt x="21390" y="11404"/>
                  <a:pt x="21600" y="11131"/>
                  <a:pt x="21600" y="10800"/>
                </a:cubicBezTo>
                <a:cubicBezTo>
                  <a:pt x="21600" y="10480"/>
                  <a:pt x="21390" y="10221"/>
                  <a:pt x="21134" y="10221"/>
                </a:cubicBezTo>
                <a:lnTo>
                  <a:pt x="18089" y="10221"/>
                </a:lnTo>
                <a:cubicBezTo>
                  <a:pt x="17871" y="8993"/>
                  <a:pt x="17074" y="8056"/>
                  <a:pt x="16062" y="8056"/>
                </a:cubicBezTo>
                <a:close/>
                <a:moveTo>
                  <a:pt x="16062" y="9264"/>
                </a:moveTo>
                <a:cubicBezTo>
                  <a:pt x="16731" y="9264"/>
                  <a:pt x="17264" y="9956"/>
                  <a:pt x="17264" y="10825"/>
                </a:cubicBezTo>
                <a:cubicBezTo>
                  <a:pt x="17264" y="11683"/>
                  <a:pt x="16722" y="12386"/>
                  <a:pt x="16062" y="12386"/>
                </a:cubicBezTo>
                <a:cubicBezTo>
                  <a:pt x="15393" y="12386"/>
                  <a:pt x="14859" y="11683"/>
                  <a:pt x="14859" y="10825"/>
                </a:cubicBezTo>
                <a:cubicBezTo>
                  <a:pt x="14859" y="9956"/>
                  <a:pt x="15402" y="9264"/>
                  <a:pt x="16062" y="9264"/>
                </a:cubicBezTo>
                <a:close/>
                <a:moveTo>
                  <a:pt x="5364" y="16087"/>
                </a:moveTo>
                <a:cubicBezTo>
                  <a:pt x="4310" y="16087"/>
                  <a:pt x="3480" y="17085"/>
                  <a:pt x="3307" y="18378"/>
                </a:cubicBezTo>
                <a:cubicBezTo>
                  <a:pt x="3249" y="18343"/>
                  <a:pt x="3200" y="18277"/>
                  <a:pt x="3133" y="18277"/>
                </a:cubicBezTo>
                <a:lnTo>
                  <a:pt x="466" y="18277"/>
                </a:lnTo>
                <a:cubicBezTo>
                  <a:pt x="210" y="18277"/>
                  <a:pt x="0" y="18551"/>
                  <a:pt x="0" y="18881"/>
                </a:cubicBezTo>
                <a:cubicBezTo>
                  <a:pt x="0" y="19212"/>
                  <a:pt x="210" y="19485"/>
                  <a:pt x="466" y="19485"/>
                </a:cubicBezTo>
                <a:lnTo>
                  <a:pt x="3133" y="19485"/>
                </a:lnTo>
                <a:cubicBezTo>
                  <a:pt x="3204" y="19485"/>
                  <a:pt x="3256" y="19422"/>
                  <a:pt x="3317" y="19385"/>
                </a:cubicBezTo>
                <a:cubicBezTo>
                  <a:pt x="3519" y="20639"/>
                  <a:pt x="4335" y="21600"/>
                  <a:pt x="5364" y="21600"/>
                </a:cubicBezTo>
                <a:cubicBezTo>
                  <a:pt x="6396" y="21600"/>
                  <a:pt x="7213" y="20633"/>
                  <a:pt x="7410" y="19372"/>
                </a:cubicBezTo>
                <a:cubicBezTo>
                  <a:pt x="7476" y="19419"/>
                  <a:pt x="7533" y="19485"/>
                  <a:pt x="7614" y="19485"/>
                </a:cubicBezTo>
                <a:lnTo>
                  <a:pt x="21134" y="19485"/>
                </a:lnTo>
                <a:cubicBezTo>
                  <a:pt x="21390" y="19485"/>
                  <a:pt x="21600" y="19212"/>
                  <a:pt x="21600" y="18881"/>
                </a:cubicBezTo>
                <a:cubicBezTo>
                  <a:pt x="21600" y="18551"/>
                  <a:pt x="21390" y="18277"/>
                  <a:pt x="21134" y="18277"/>
                </a:cubicBezTo>
                <a:lnTo>
                  <a:pt x="7614" y="18277"/>
                </a:lnTo>
                <a:cubicBezTo>
                  <a:pt x="7537" y="18277"/>
                  <a:pt x="7483" y="18346"/>
                  <a:pt x="7420" y="18390"/>
                </a:cubicBezTo>
                <a:cubicBezTo>
                  <a:pt x="7251" y="17090"/>
                  <a:pt x="6421" y="16087"/>
                  <a:pt x="5364" y="16087"/>
                </a:cubicBezTo>
                <a:close/>
                <a:moveTo>
                  <a:pt x="5364" y="17270"/>
                </a:moveTo>
                <a:cubicBezTo>
                  <a:pt x="6032" y="17270"/>
                  <a:pt x="6566" y="17975"/>
                  <a:pt x="6566" y="18831"/>
                </a:cubicBezTo>
                <a:cubicBezTo>
                  <a:pt x="6566" y="19698"/>
                  <a:pt x="6032" y="20392"/>
                  <a:pt x="5364" y="20392"/>
                </a:cubicBezTo>
                <a:cubicBezTo>
                  <a:pt x="4695" y="20392"/>
                  <a:pt x="4161" y="19698"/>
                  <a:pt x="4161" y="18831"/>
                </a:cubicBezTo>
                <a:cubicBezTo>
                  <a:pt x="4161" y="17975"/>
                  <a:pt x="4695" y="17270"/>
                  <a:pt x="5364" y="17270"/>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84" name="形状">
            <a:extLst>
              <a:ext uri="{FF2B5EF4-FFF2-40B4-BE49-F238E27FC236}">
                <a16:creationId xmlns:a16="http://schemas.microsoft.com/office/drawing/2014/main" id="{F88F37A2-6F68-3E4D-8E53-560556C24E49}"/>
              </a:ext>
            </a:extLst>
          </p:cNvPr>
          <p:cNvSpPr/>
          <p:nvPr/>
        </p:nvSpPr>
        <p:spPr>
          <a:xfrm>
            <a:off x="758173" y="3336069"/>
            <a:ext cx="408947" cy="403187"/>
          </a:xfrm>
          <a:custGeom>
            <a:avLst/>
            <a:gdLst/>
            <a:ahLst/>
            <a:cxnLst>
              <a:cxn ang="0">
                <a:pos x="wd2" y="hd2"/>
              </a:cxn>
              <a:cxn ang="5400000">
                <a:pos x="wd2" y="hd2"/>
              </a:cxn>
              <a:cxn ang="10800000">
                <a:pos x="wd2" y="hd2"/>
              </a:cxn>
              <a:cxn ang="16200000">
                <a:pos x="wd2" y="hd2"/>
              </a:cxn>
            </a:cxnLst>
            <a:rect l="0" t="0" r="r" b="b"/>
            <a:pathLst>
              <a:path w="21600" h="21600" extrusionOk="0">
                <a:moveTo>
                  <a:pt x="12428" y="0"/>
                </a:moveTo>
                <a:cubicBezTo>
                  <a:pt x="12153" y="10"/>
                  <a:pt x="11936" y="250"/>
                  <a:pt x="11936" y="521"/>
                </a:cubicBezTo>
                <a:lnTo>
                  <a:pt x="11936" y="10024"/>
                </a:lnTo>
                <a:cubicBezTo>
                  <a:pt x="11936" y="10304"/>
                  <a:pt x="12173" y="10545"/>
                  <a:pt x="12439" y="10545"/>
                </a:cubicBezTo>
                <a:lnTo>
                  <a:pt x="21045" y="10545"/>
                </a:lnTo>
                <a:cubicBezTo>
                  <a:pt x="21301" y="10545"/>
                  <a:pt x="21509" y="10349"/>
                  <a:pt x="21537" y="10098"/>
                </a:cubicBezTo>
                <a:cubicBezTo>
                  <a:pt x="21585" y="9741"/>
                  <a:pt x="21600" y="9371"/>
                  <a:pt x="21600" y="9014"/>
                </a:cubicBezTo>
                <a:cubicBezTo>
                  <a:pt x="21600" y="4031"/>
                  <a:pt x="17641" y="0"/>
                  <a:pt x="12742" y="0"/>
                </a:cubicBezTo>
                <a:cubicBezTo>
                  <a:pt x="12638" y="0"/>
                  <a:pt x="12533" y="0"/>
                  <a:pt x="12428" y="0"/>
                </a:cubicBezTo>
                <a:close/>
                <a:moveTo>
                  <a:pt x="10261" y="11"/>
                </a:moveTo>
                <a:cubicBezTo>
                  <a:pt x="4551" y="213"/>
                  <a:pt x="0" y="4976"/>
                  <a:pt x="0" y="10800"/>
                </a:cubicBezTo>
                <a:cubicBezTo>
                  <a:pt x="0" y="16750"/>
                  <a:pt x="4766" y="21600"/>
                  <a:pt x="10638" y="21600"/>
                </a:cubicBezTo>
                <a:cubicBezTo>
                  <a:pt x="16043" y="21600"/>
                  <a:pt x="20574" y="17464"/>
                  <a:pt x="21192" y="12054"/>
                </a:cubicBezTo>
                <a:cubicBezTo>
                  <a:pt x="21230" y="11755"/>
                  <a:pt x="21004" y="11502"/>
                  <a:pt x="20700" y="11502"/>
                </a:cubicBezTo>
                <a:lnTo>
                  <a:pt x="10784" y="11502"/>
                </a:lnTo>
                <a:lnTo>
                  <a:pt x="10784" y="521"/>
                </a:lnTo>
                <a:cubicBezTo>
                  <a:pt x="10784" y="232"/>
                  <a:pt x="10546" y="1"/>
                  <a:pt x="10261" y="11"/>
                </a:cubicBezTo>
                <a:close/>
                <a:moveTo>
                  <a:pt x="12941" y="1020"/>
                </a:moveTo>
                <a:cubicBezTo>
                  <a:pt x="17194" y="1127"/>
                  <a:pt x="20605" y="4669"/>
                  <a:pt x="20605" y="9014"/>
                </a:cubicBezTo>
                <a:cubicBezTo>
                  <a:pt x="20605" y="9178"/>
                  <a:pt x="20594" y="9351"/>
                  <a:pt x="20584" y="9524"/>
                </a:cubicBezTo>
                <a:lnTo>
                  <a:pt x="12941" y="9524"/>
                </a:lnTo>
                <a:lnTo>
                  <a:pt x="12941" y="1020"/>
                </a:lnTo>
                <a:close/>
                <a:moveTo>
                  <a:pt x="9800" y="1063"/>
                </a:moveTo>
                <a:lnTo>
                  <a:pt x="9800" y="12001"/>
                </a:lnTo>
                <a:cubicBezTo>
                  <a:pt x="9800" y="12281"/>
                  <a:pt x="10016" y="12511"/>
                  <a:pt x="10282" y="12511"/>
                </a:cubicBezTo>
                <a:lnTo>
                  <a:pt x="20124" y="12511"/>
                </a:lnTo>
                <a:cubicBezTo>
                  <a:pt x="19316" y="17130"/>
                  <a:pt x="15350" y="20580"/>
                  <a:pt x="10638" y="20580"/>
                </a:cubicBezTo>
                <a:cubicBezTo>
                  <a:pt x="5317" y="20580"/>
                  <a:pt x="1005" y="16200"/>
                  <a:pt x="1005" y="10800"/>
                </a:cubicBezTo>
                <a:cubicBezTo>
                  <a:pt x="1005" y="5699"/>
                  <a:pt x="4860" y="1497"/>
                  <a:pt x="9800" y="1063"/>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85" name="形状">
            <a:extLst>
              <a:ext uri="{FF2B5EF4-FFF2-40B4-BE49-F238E27FC236}">
                <a16:creationId xmlns:a16="http://schemas.microsoft.com/office/drawing/2014/main" id="{AF15471B-B34A-BB47-92B0-07E8CB76E4EB}"/>
              </a:ext>
            </a:extLst>
          </p:cNvPr>
          <p:cNvSpPr/>
          <p:nvPr/>
        </p:nvSpPr>
        <p:spPr>
          <a:xfrm>
            <a:off x="6448853" y="3297669"/>
            <a:ext cx="428147" cy="481904"/>
          </a:xfrm>
          <a:custGeom>
            <a:avLst/>
            <a:gdLst/>
            <a:ahLst/>
            <a:cxnLst>
              <a:cxn ang="0">
                <a:pos x="wd2" y="hd2"/>
              </a:cxn>
              <a:cxn ang="5400000">
                <a:pos x="wd2" y="hd2"/>
              </a:cxn>
              <a:cxn ang="10800000">
                <a:pos x="wd2" y="hd2"/>
              </a:cxn>
              <a:cxn ang="16200000">
                <a:pos x="wd2" y="hd2"/>
              </a:cxn>
            </a:cxnLst>
            <a:rect l="0" t="0" r="r" b="b"/>
            <a:pathLst>
              <a:path w="21372" h="21600" extrusionOk="0">
                <a:moveTo>
                  <a:pt x="10664" y="0"/>
                </a:moveTo>
                <a:cubicBezTo>
                  <a:pt x="9041" y="0"/>
                  <a:pt x="7729" y="1184"/>
                  <a:pt x="7729" y="2629"/>
                </a:cubicBezTo>
                <a:cubicBezTo>
                  <a:pt x="7729" y="2781"/>
                  <a:pt x="7800" y="2910"/>
                  <a:pt x="7828" y="3055"/>
                </a:cubicBezTo>
                <a:lnTo>
                  <a:pt x="4764" y="3055"/>
                </a:lnTo>
                <a:cubicBezTo>
                  <a:pt x="4530" y="3055"/>
                  <a:pt x="4334" y="3210"/>
                  <a:pt x="4298" y="3419"/>
                </a:cubicBezTo>
                <a:lnTo>
                  <a:pt x="2969" y="12408"/>
                </a:lnTo>
                <a:lnTo>
                  <a:pt x="64" y="16990"/>
                </a:lnTo>
                <a:cubicBezTo>
                  <a:pt x="-116" y="17272"/>
                  <a:pt x="102" y="17621"/>
                  <a:pt x="470" y="17621"/>
                </a:cubicBezTo>
                <a:lnTo>
                  <a:pt x="5339" y="17621"/>
                </a:lnTo>
                <a:cubicBezTo>
                  <a:pt x="5852" y="19898"/>
                  <a:pt x="8090" y="21600"/>
                  <a:pt x="10733" y="21600"/>
                </a:cubicBezTo>
                <a:cubicBezTo>
                  <a:pt x="13391" y="21600"/>
                  <a:pt x="15620" y="19903"/>
                  <a:pt x="16127" y="17621"/>
                </a:cubicBezTo>
                <a:lnTo>
                  <a:pt x="20907" y="17621"/>
                </a:lnTo>
                <a:cubicBezTo>
                  <a:pt x="21257" y="17621"/>
                  <a:pt x="21484" y="17281"/>
                  <a:pt x="21313" y="16999"/>
                </a:cubicBezTo>
                <a:lnTo>
                  <a:pt x="18527" y="12408"/>
                </a:lnTo>
                <a:lnTo>
                  <a:pt x="16851" y="3411"/>
                </a:lnTo>
                <a:cubicBezTo>
                  <a:pt x="16842" y="3354"/>
                  <a:pt x="16837" y="3317"/>
                  <a:pt x="16801" y="3268"/>
                </a:cubicBezTo>
                <a:cubicBezTo>
                  <a:pt x="16765" y="3204"/>
                  <a:pt x="16714" y="3158"/>
                  <a:pt x="16633" y="3117"/>
                </a:cubicBezTo>
                <a:cubicBezTo>
                  <a:pt x="16561" y="3077"/>
                  <a:pt x="16475" y="3055"/>
                  <a:pt x="16385" y="3055"/>
                </a:cubicBezTo>
                <a:lnTo>
                  <a:pt x="13490" y="3055"/>
                </a:lnTo>
                <a:cubicBezTo>
                  <a:pt x="13517" y="2911"/>
                  <a:pt x="13589" y="2777"/>
                  <a:pt x="13589" y="2629"/>
                </a:cubicBezTo>
                <a:cubicBezTo>
                  <a:pt x="13589" y="1184"/>
                  <a:pt x="12278" y="0"/>
                  <a:pt x="10664" y="0"/>
                </a:cubicBezTo>
                <a:close/>
                <a:moveTo>
                  <a:pt x="10664" y="853"/>
                </a:moveTo>
                <a:cubicBezTo>
                  <a:pt x="11755" y="853"/>
                  <a:pt x="12647" y="1652"/>
                  <a:pt x="12647" y="2629"/>
                </a:cubicBezTo>
                <a:cubicBezTo>
                  <a:pt x="12647" y="2778"/>
                  <a:pt x="12589" y="2914"/>
                  <a:pt x="12548" y="3055"/>
                </a:cubicBezTo>
                <a:lnTo>
                  <a:pt x="8780" y="3055"/>
                </a:lnTo>
                <a:cubicBezTo>
                  <a:pt x="8739" y="2914"/>
                  <a:pt x="8681" y="2778"/>
                  <a:pt x="8681" y="2629"/>
                </a:cubicBezTo>
                <a:cubicBezTo>
                  <a:pt x="8681" y="1652"/>
                  <a:pt x="9564" y="853"/>
                  <a:pt x="10664" y="853"/>
                </a:cubicBezTo>
                <a:close/>
                <a:moveTo>
                  <a:pt x="5180" y="3908"/>
                </a:moveTo>
                <a:lnTo>
                  <a:pt x="15988" y="3908"/>
                </a:lnTo>
                <a:lnTo>
                  <a:pt x="17605" y="12621"/>
                </a:lnTo>
                <a:cubicBezTo>
                  <a:pt x="17614" y="12669"/>
                  <a:pt x="17637" y="12705"/>
                  <a:pt x="17664" y="12745"/>
                </a:cubicBezTo>
                <a:lnTo>
                  <a:pt x="20103" y="16777"/>
                </a:lnTo>
                <a:lnTo>
                  <a:pt x="1284" y="16777"/>
                </a:lnTo>
                <a:lnTo>
                  <a:pt x="3842" y="12754"/>
                </a:lnTo>
                <a:cubicBezTo>
                  <a:pt x="3869" y="12706"/>
                  <a:pt x="3892" y="12659"/>
                  <a:pt x="3901" y="12603"/>
                </a:cubicBezTo>
                <a:lnTo>
                  <a:pt x="5180" y="3908"/>
                </a:lnTo>
                <a:close/>
                <a:moveTo>
                  <a:pt x="6350" y="17621"/>
                </a:moveTo>
                <a:lnTo>
                  <a:pt x="15126" y="17621"/>
                </a:lnTo>
                <a:cubicBezTo>
                  <a:pt x="14626" y="19421"/>
                  <a:pt x="12867" y="20756"/>
                  <a:pt x="10733" y="20756"/>
                </a:cubicBezTo>
                <a:cubicBezTo>
                  <a:pt x="8613" y="20756"/>
                  <a:pt x="6849" y="19418"/>
                  <a:pt x="6350" y="17621"/>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86" name="形状">
            <a:extLst>
              <a:ext uri="{FF2B5EF4-FFF2-40B4-BE49-F238E27FC236}">
                <a16:creationId xmlns:a16="http://schemas.microsoft.com/office/drawing/2014/main" id="{B6FB7EC5-D56C-2648-8255-86612D31F09E}"/>
              </a:ext>
            </a:extLst>
          </p:cNvPr>
          <p:cNvSpPr/>
          <p:nvPr/>
        </p:nvSpPr>
        <p:spPr>
          <a:xfrm>
            <a:off x="4033582" y="3378308"/>
            <a:ext cx="451185" cy="318709"/>
          </a:xfrm>
          <a:custGeom>
            <a:avLst/>
            <a:gdLst/>
            <a:ahLst/>
            <a:cxnLst>
              <a:cxn ang="0">
                <a:pos x="wd2" y="hd2"/>
              </a:cxn>
              <a:cxn ang="5400000">
                <a:pos x="wd2" y="hd2"/>
              </a:cxn>
              <a:cxn ang="10800000">
                <a:pos x="wd2" y="hd2"/>
              </a:cxn>
              <a:cxn ang="16200000">
                <a:pos x="wd2" y="hd2"/>
              </a:cxn>
            </a:cxnLst>
            <a:rect l="0" t="0" r="r" b="b"/>
            <a:pathLst>
              <a:path w="21583" h="21599" extrusionOk="0">
                <a:moveTo>
                  <a:pt x="427" y="0"/>
                </a:moveTo>
                <a:cubicBezTo>
                  <a:pt x="312" y="4"/>
                  <a:pt x="200" y="60"/>
                  <a:pt x="114" y="188"/>
                </a:cubicBezTo>
                <a:cubicBezTo>
                  <a:pt x="9" y="343"/>
                  <a:pt x="-17" y="545"/>
                  <a:pt x="9" y="739"/>
                </a:cubicBezTo>
                <a:lnTo>
                  <a:pt x="9" y="20953"/>
                </a:lnTo>
                <a:cubicBezTo>
                  <a:pt x="9" y="21307"/>
                  <a:pt x="215" y="21599"/>
                  <a:pt x="465" y="21599"/>
                </a:cubicBezTo>
                <a:lnTo>
                  <a:pt x="21127" y="21599"/>
                </a:lnTo>
                <a:cubicBezTo>
                  <a:pt x="21377" y="21599"/>
                  <a:pt x="21583" y="21307"/>
                  <a:pt x="21583" y="20953"/>
                </a:cubicBezTo>
                <a:lnTo>
                  <a:pt x="21583" y="672"/>
                </a:lnTo>
                <a:cubicBezTo>
                  <a:pt x="21583" y="318"/>
                  <a:pt x="21377" y="26"/>
                  <a:pt x="21127" y="26"/>
                </a:cubicBezTo>
                <a:lnTo>
                  <a:pt x="20985" y="26"/>
                </a:lnTo>
                <a:cubicBezTo>
                  <a:pt x="20950" y="20"/>
                  <a:pt x="20924" y="22"/>
                  <a:pt x="20890" y="26"/>
                </a:cubicBezTo>
                <a:lnTo>
                  <a:pt x="475" y="26"/>
                </a:lnTo>
                <a:cubicBezTo>
                  <a:pt x="472" y="26"/>
                  <a:pt x="468" y="27"/>
                  <a:pt x="465" y="26"/>
                </a:cubicBezTo>
                <a:cubicBezTo>
                  <a:pt x="451" y="25"/>
                  <a:pt x="441" y="-1"/>
                  <a:pt x="427" y="0"/>
                </a:cubicBezTo>
                <a:close/>
                <a:moveTo>
                  <a:pt x="1596" y="1318"/>
                </a:moveTo>
                <a:lnTo>
                  <a:pt x="19788" y="1318"/>
                </a:lnTo>
                <a:lnTo>
                  <a:pt x="10810" y="13718"/>
                </a:lnTo>
                <a:lnTo>
                  <a:pt x="1596" y="1318"/>
                </a:lnTo>
                <a:close/>
                <a:moveTo>
                  <a:pt x="20681" y="1882"/>
                </a:moveTo>
                <a:lnTo>
                  <a:pt x="20681" y="19097"/>
                </a:lnTo>
                <a:lnTo>
                  <a:pt x="15617" y="8863"/>
                </a:lnTo>
                <a:lnTo>
                  <a:pt x="20681" y="1882"/>
                </a:lnTo>
                <a:close/>
                <a:moveTo>
                  <a:pt x="912" y="2151"/>
                </a:moveTo>
                <a:lnTo>
                  <a:pt x="6051" y="9078"/>
                </a:lnTo>
                <a:lnTo>
                  <a:pt x="912" y="19245"/>
                </a:lnTo>
                <a:lnTo>
                  <a:pt x="912" y="2151"/>
                </a:lnTo>
                <a:close/>
                <a:moveTo>
                  <a:pt x="14971" y="9764"/>
                </a:moveTo>
                <a:lnTo>
                  <a:pt x="20177" y="20308"/>
                </a:lnTo>
                <a:lnTo>
                  <a:pt x="1482" y="20308"/>
                </a:lnTo>
                <a:lnTo>
                  <a:pt x="6707" y="9952"/>
                </a:lnTo>
                <a:lnTo>
                  <a:pt x="10506" y="15063"/>
                </a:lnTo>
                <a:cubicBezTo>
                  <a:pt x="10688" y="15294"/>
                  <a:pt x="10961" y="15294"/>
                  <a:pt x="11133" y="15063"/>
                </a:cubicBezTo>
                <a:lnTo>
                  <a:pt x="14971" y="9764"/>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87" name="形状">
            <a:extLst>
              <a:ext uri="{FF2B5EF4-FFF2-40B4-BE49-F238E27FC236}">
                <a16:creationId xmlns:a16="http://schemas.microsoft.com/office/drawing/2014/main" id="{0CBA8129-B3B9-A846-90CB-FF9F6E9EDA54}"/>
              </a:ext>
            </a:extLst>
          </p:cNvPr>
          <p:cNvSpPr/>
          <p:nvPr/>
        </p:nvSpPr>
        <p:spPr>
          <a:xfrm>
            <a:off x="9557225" y="3307271"/>
            <a:ext cx="399347" cy="462703"/>
          </a:xfrm>
          <a:custGeom>
            <a:avLst/>
            <a:gdLst/>
            <a:ahLst/>
            <a:cxnLst>
              <a:cxn ang="0">
                <a:pos x="wd2" y="hd2"/>
              </a:cxn>
              <a:cxn ang="5400000">
                <a:pos x="wd2" y="hd2"/>
              </a:cxn>
              <a:cxn ang="10800000">
                <a:pos x="wd2" y="hd2"/>
              </a:cxn>
              <a:cxn ang="16200000">
                <a:pos x="wd2" y="hd2"/>
              </a:cxn>
            </a:cxnLst>
            <a:rect l="0" t="0" r="r" b="b"/>
            <a:pathLst>
              <a:path w="21598" h="21600" extrusionOk="0">
                <a:moveTo>
                  <a:pt x="10698" y="0"/>
                </a:moveTo>
                <a:cubicBezTo>
                  <a:pt x="10630" y="0"/>
                  <a:pt x="10584" y="2"/>
                  <a:pt x="10515" y="19"/>
                </a:cubicBezTo>
                <a:lnTo>
                  <a:pt x="334" y="3382"/>
                </a:lnTo>
                <a:cubicBezTo>
                  <a:pt x="304" y="3391"/>
                  <a:pt x="278" y="3403"/>
                  <a:pt x="258" y="3419"/>
                </a:cubicBezTo>
                <a:cubicBezTo>
                  <a:pt x="171" y="3461"/>
                  <a:pt x="104" y="3501"/>
                  <a:pt x="65" y="3577"/>
                </a:cubicBezTo>
                <a:cubicBezTo>
                  <a:pt x="16" y="3644"/>
                  <a:pt x="0" y="3714"/>
                  <a:pt x="0" y="3790"/>
                </a:cubicBezTo>
                <a:lnTo>
                  <a:pt x="0" y="12908"/>
                </a:lnTo>
                <a:cubicBezTo>
                  <a:pt x="0" y="12975"/>
                  <a:pt x="14" y="13025"/>
                  <a:pt x="43" y="13084"/>
                </a:cubicBezTo>
                <a:cubicBezTo>
                  <a:pt x="1594" y="16184"/>
                  <a:pt x="5144" y="18999"/>
                  <a:pt x="10666" y="21544"/>
                </a:cubicBezTo>
                <a:cubicBezTo>
                  <a:pt x="10744" y="21578"/>
                  <a:pt x="10804" y="21600"/>
                  <a:pt x="10892" y="21600"/>
                </a:cubicBezTo>
                <a:cubicBezTo>
                  <a:pt x="10990" y="21600"/>
                  <a:pt x="11072" y="21577"/>
                  <a:pt x="11150" y="21535"/>
                </a:cubicBezTo>
                <a:cubicBezTo>
                  <a:pt x="11170" y="21527"/>
                  <a:pt x="11185" y="21525"/>
                  <a:pt x="11204" y="21517"/>
                </a:cubicBezTo>
                <a:cubicBezTo>
                  <a:pt x="11282" y="21466"/>
                  <a:pt x="11791" y="21136"/>
                  <a:pt x="11947" y="21035"/>
                </a:cubicBezTo>
                <a:cubicBezTo>
                  <a:pt x="12366" y="20757"/>
                  <a:pt x="12722" y="20534"/>
                  <a:pt x="13141" y="20256"/>
                </a:cubicBezTo>
                <a:cubicBezTo>
                  <a:pt x="14234" y="19542"/>
                  <a:pt x="15276" y="18822"/>
                  <a:pt x="16252" y="18116"/>
                </a:cubicBezTo>
                <a:cubicBezTo>
                  <a:pt x="16857" y="17679"/>
                  <a:pt x="17436" y="17249"/>
                  <a:pt x="17963" y="16837"/>
                </a:cubicBezTo>
                <a:cubicBezTo>
                  <a:pt x="19993" y="15241"/>
                  <a:pt x="21256" y="13979"/>
                  <a:pt x="21569" y="13038"/>
                </a:cubicBezTo>
                <a:cubicBezTo>
                  <a:pt x="21588" y="12996"/>
                  <a:pt x="21590" y="12950"/>
                  <a:pt x="21590" y="12908"/>
                </a:cubicBezTo>
                <a:cubicBezTo>
                  <a:pt x="21600" y="11841"/>
                  <a:pt x="21600" y="8806"/>
                  <a:pt x="21590" y="3790"/>
                </a:cubicBezTo>
                <a:cubicBezTo>
                  <a:pt x="21590" y="3714"/>
                  <a:pt x="21574" y="3652"/>
                  <a:pt x="21526" y="3577"/>
                </a:cubicBezTo>
                <a:cubicBezTo>
                  <a:pt x="21477" y="3510"/>
                  <a:pt x="21410" y="3461"/>
                  <a:pt x="21332" y="3419"/>
                </a:cubicBezTo>
                <a:cubicBezTo>
                  <a:pt x="21303" y="3403"/>
                  <a:pt x="21286" y="3391"/>
                  <a:pt x="21257" y="3382"/>
                </a:cubicBezTo>
                <a:lnTo>
                  <a:pt x="10881" y="19"/>
                </a:lnTo>
                <a:cubicBezTo>
                  <a:pt x="10813" y="2"/>
                  <a:pt x="10767" y="0"/>
                  <a:pt x="10698" y="0"/>
                </a:cubicBezTo>
                <a:close/>
                <a:moveTo>
                  <a:pt x="10698" y="899"/>
                </a:moveTo>
                <a:lnTo>
                  <a:pt x="20568" y="4105"/>
                </a:lnTo>
                <a:cubicBezTo>
                  <a:pt x="20578" y="8835"/>
                  <a:pt x="20578" y="11743"/>
                  <a:pt x="20568" y="12843"/>
                </a:cubicBezTo>
                <a:cubicBezTo>
                  <a:pt x="20285" y="13574"/>
                  <a:pt x="19108" y="14752"/>
                  <a:pt x="17264" y="16188"/>
                </a:cubicBezTo>
                <a:cubicBezTo>
                  <a:pt x="16746" y="16592"/>
                  <a:pt x="16191" y="17012"/>
                  <a:pt x="15595" y="17449"/>
                </a:cubicBezTo>
                <a:cubicBezTo>
                  <a:pt x="14629" y="18138"/>
                  <a:pt x="13600" y="18838"/>
                  <a:pt x="12517" y="19552"/>
                </a:cubicBezTo>
                <a:cubicBezTo>
                  <a:pt x="12107" y="19821"/>
                  <a:pt x="11753" y="20062"/>
                  <a:pt x="11333" y="20331"/>
                </a:cubicBezTo>
                <a:cubicBezTo>
                  <a:pt x="11245" y="20389"/>
                  <a:pt x="11034" y="20519"/>
                  <a:pt x="10849" y="20636"/>
                </a:cubicBezTo>
                <a:cubicBezTo>
                  <a:pt x="5746" y="18233"/>
                  <a:pt x="2467" y="15622"/>
                  <a:pt x="1022" y="12815"/>
                </a:cubicBezTo>
                <a:lnTo>
                  <a:pt x="1022" y="4096"/>
                </a:lnTo>
                <a:lnTo>
                  <a:pt x="10698" y="899"/>
                </a:lnTo>
                <a:close/>
                <a:moveTo>
                  <a:pt x="15907" y="6755"/>
                </a:moveTo>
                <a:cubicBezTo>
                  <a:pt x="15774" y="6756"/>
                  <a:pt x="15644" y="6801"/>
                  <a:pt x="15542" y="6885"/>
                </a:cubicBezTo>
                <a:lnTo>
                  <a:pt x="9568" y="12019"/>
                </a:lnTo>
                <a:lnTo>
                  <a:pt x="6770" y="9619"/>
                </a:lnTo>
                <a:cubicBezTo>
                  <a:pt x="6575" y="9450"/>
                  <a:pt x="6254" y="9450"/>
                  <a:pt x="6049" y="9619"/>
                </a:cubicBezTo>
                <a:cubicBezTo>
                  <a:pt x="5853" y="9795"/>
                  <a:pt x="5853" y="10071"/>
                  <a:pt x="6049" y="10239"/>
                </a:cubicBezTo>
                <a:lnTo>
                  <a:pt x="9159" y="12908"/>
                </a:lnTo>
                <a:cubicBezTo>
                  <a:pt x="9175" y="12928"/>
                  <a:pt x="9171" y="12956"/>
                  <a:pt x="9191" y="12973"/>
                </a:cubicBezTo>
                <a:cubicBezTo>
                  <a:pt x="9300" y="13067"/>
                  <a:pt x="9440" y="13099"/>
                  <a:pt x="9579" y="13093"/>
                </a:cubicBezTo>
                <a:cubicBezTo>
                  <a:pt x="9714" y="13097"/>
                  <a:pt x="9849" y="13060"/>
                  <a:pt x="9956" y="12973"/>
                </a:cubicBezTo>
                <a:cubicBezTo>
                  <a:pt x="9973" y="12958"/>
                  <a:pt x="9963" y="12934"/>
                  <a:pt x="9977" y="12917"/>
                </a:cubicBezTo>
                <a:lnTo>
                  <a:pt x="16273" y="7506"/>
                </a:lnTo>
                <a:cubicBezTo>
                  <a:pt x="16469" y="7338"/>
                  <a:pt x="16479" y="7053"/>
                  <a:pt x="16273" y="6885"/>
                </a:cubicBezTo>
                <a:cubicBezTo>
                  <a:pt x="16176" y="6797"/>
                  <a:pt x="16041" y="6754"/>
                  <a:pt x="15907" y="6755"/>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88" name="形状">
            <a:extLst>
              <a:ext uri="{FF2B5EF4-FFF2-40B4-BE49-F238E27FC236}">
                <a16:creationId xmlns:a16="http://schemas.microsoft.com/office/drawing/2014/main" id="{70FAF61E-B8C7-094E-83EE-849DFD8B7499}"/>
              </a:ext>
            </a:extLst>
          </p:cNvPr>
          <p:cNvSpPr/>
          <p:nvPr/>
        </p:nvSpPr>
        <p:spPr>
          <a:xfrm>
            <a:off x="10344400" y="3355269"/>
            <a:ext cx="360947" cy="364787"/>
          </a:xfrm>
          <a:custGeom>
            <a:avLst/>
            <a:gdLst/>
            <a:ahLst/>
            <a:cxnLst>
              <a:cxn ang="0">
                <a:pos x="wd2" y="hd2"/>
              </a:cxn>
              <a:cxn ang="5400000">
                <a:pos x="wd2" y="hd2"/>
              </a:cxn>
              <a:cxn ang="10800000">
                <a:pos x="wd2" y="hd2"/>
              </a:cxn>
              <a:cxn ang="16200000">
                <a:pos x="wd2" y="hd2"/>
              </a:cxn>
            </a:cxnLst>
            <a:rect l="0" t="0" r="r" b="b"/>
            <a:pathLst>
              <a:path w="21600" h="21423" extrusionOk="0">
                <a:moveTo>
                  <a:pt x="11233" y="66"/>
                </a:moveTo>
                <a:cubicBezTo>
                  <a:pt x="11056" y="-24"/>
                  <a:pt x="10835" y="-31"/>
                  <a:pt x="10652" y="101"/>
                </a:cubicBezTo>
                <a:lnTo>
                  <a:pt x="3503" y="5139"/>
                </a:lnTo>
                <a:lnTo>
                  <a:pt x="570" y="5139"/>
                </a:lnTo>
                <a:cubicBezTo>
                  <a:pt x="258" y="5139"/>
                  <a:pt x="0" y="5392"/>
                  <a:pt x="0" y="5699"/>
                </a:cubicBezTo>
                <a:lnTo>
                  <a:pt x="0" y="16357"/>
                </a:lnTo>
                <a:cubicBezTo>
                  <a:pt x="0" y="16664"/>
                  <a:pt x="258" y="16905"/>
                  <a:pt x="570" y="16905"/>
                </a:cubicBezTo>
                <a:lnTo>
                  <a:pt x="3515" y="16905"/>
                </a:lnTo>
                <a:lnTo>
                  <a:pt x="10687" y="21337"/>
                </a:lnTo>
                <a:cubicBezTo>
                  <a:pt x="11053" y="21569"/>
                  <a:pt x="11542" y="21303"/>
                  <a:pt x="11542" y="20870"/>
                </a:cubicBezTo>
                <a:lnTo>
                  <a:pt x="11542" y="556"/>
                </a:lnTo>
                <a:cubicBezTo>
                  <a:pt x="11542" y="329"/>
                  <a:pt x="11411" y="156"/>
                  <a:pt x="11233" y="66"/>
                </a:cubicBezTo>
                <a:close/>
                <a:moveTo>
                  <a:pt x="10426" y="1640"/>
                </a:moveTo>
                <a:lnTo>
                  <a:pt x="10426" y="19867"/>
                </a:lnTo>
                <a:lnTo>
                  <a:pt x="4263" y="16066"/>
                </a:lnTo>
                <a:lnTo>
                  <a:pt x="4263" y="5978"/>
                </a:lnTo>
                <a:lnTo>
                  <a:pt x="10426" y="1640"/>
                </a:lnTo>
                <a:close/>
                <a:moveTo>
                  <a:pt x="16150" y="2830"/>
                </a:moveTo>
                <a:cubicBezTo>
                  <a:pt x="16013" y="2871"/>
                  <a:pt x="15892" y="2961"/>
                  <a:pt x="15817" y="3098"/>
                </a:cubicBezTo>
                <a:cubicBezTo>
                  <a:pt x="15677" y="3373"/>
                  <a:pt x="15775" y="3708"/>
                  <a:pt x="16055" y="3856"/>
                </a:cubicBezTo>
                <a:cubicBezTo>
                  <a:pt x="18752" y="5264"/>
                  <a:pt x="20472" y="8015"/>
                  <a:pt x="20472" y="11063"/>
                </a:cubicBezTo>
                <a:cubicBezTo>
                  <a:pt x="20472" y="14132"/>
                  <a:pt x="18736" y="16896"/>
                  <a:pt x="16007" y="18293"/>
                </a:cubicBezTo>
                <a:cubicBezTo>
                  <a:pt x="15738" y="18431"/>
                  <a:pt x="15630" y="18776"/>
                  <a:pt x="15770" y="19051"/>
                </a:cubicBezTo>
                <a:cubicBezTo>
                  <a:pt x="15909" y="19315"/>
                  <a:pt x="16250" y="19422"/>
                  <a:pt x="16530" y="19284"/>
                </a:cubicBezTo>
                <a:cubicBezTo>
                  <a:pt x="19613" y="17697"/>
                  <a:pt x="21600" y="14555"/>
                  <a:pt x="21600" y="11063"/>
                </a:cubicBezTo>
                <a:cubicBezTo>
                  <a:pt x="21600" y="7602"/>
                  <a:pt x="19639" y="4463"/>
                  <a:pt x="16577" y="2865"/>
                </a:cubicBezTo>
                <a:cubicBezTo>
                  <a:pt x="16437" y="2796"/>
                  <a:pt x="16287" y="2789"/>
                  <a:pt x="16150" y="2830"/>
                </a:cubicBezTo>
                <a:close/>
                <a:moveTo>
                  <a:pt x="13288" y="5804"/>
                </a:moveTo>
                <a:cubicBezTo>
                  <a:pt x="13148" y="5839"/>
                  <a:pt x="13024" y="5928"/>
                  <a:pt x="12943" y="6060"/>
                </a:cubicBezTo>
                <a:cubicBezTo>
                  <a:pt x="12793" y="6324"/>
                  <a:pt x="12876" y="6671"/>
                  <a:pt x="13145" y="6830"/>
                </a:cubicBezTo>
                <a:cubicBezTo>
                  <a:pt x="14663" y="7707"/>
                  <a:pt x="15627" y="9309"/>
                  <a:pt x="15627" y="11063"/>
                </a:cubicBezTo>
                <a:cubicBezTo>
                  <a:pt x="15627" y="12902"/>
                  <a:pt x="14580" y="14557"/>
                  <a:pt x="12955" y="15413"/>
                </a:cubicBezTo>
                <a:cubicBezTo>
                  <a:pt x="12686" y="15550"/>
                  <a:pt x="12590" y="15906"/>
                  <a:pt x="12730" y="16171"/>
                </a:cubicBezTo>
                <a:cubicBezTo>
                  <a:pt x="12880" y="16445"/>
                  <a:pt x="13210" y="16540"/>
                  <a:pt x="13490" y="16392"/>
                </a:cubicBezTo>
                <a:cubicBezTo>
                  <a:pt x="15481" y="15356"/>
                  <a:pt x="16755" y="13314"/>
                  <a:pt x="16755" y="11063"/>
                </a:cubicBezTo>
                <a:cubicBezTo>
                  <a:pt x="16755" y="8907"/>
                  <a:pt x="15577" y="6940"/>
                  <a:pt x="13715" y="5862"/>
                </a:cubicBezTo>
                <a:cubicBezTo>
                  <a:pt x="13581" y="5788"/>
                  <a:pt x="13428" y="5768"/>
                  <a:pt x="13288" y="5804"/>
                </a:cubicBezTo>
                <a:close/>
                <a:moveTo>
                  <a:pt x="1128" y="6247"/>
                </a:moveTo>
                <a:lnTo>
                  <a:pt x="3135" y="6247"/>
                </a:lnTo>
                <a:lnTo>
                  <a:pt x="3135" y="15809"/>
                </a:lnTo>
                <a:lnTo>
                  <a:pt x="1128" y="15809"/>
                </a:lnTo>
                <a:lnTo>
                  <a:pt x="1128" y="6247"/>
                </a:ln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89" name="形状">
            <a:extLst>
              <a:ext uri="{FF2B5EF4-FFF2-40B4-BE49-F238E27FC236}">
                <a16:creationId xmlns:a16="http://schemas.microsoft.com/office/drawing/2014/main" id="{1D72F942-BDA2-A640-A5BE-79364F1A6F4B}"/>
              </a:ext>
            </a:extLst>
          </p:cNvPr>
          <p:cNvSpPr/>
          <p:nvPr/>
        </p:nvSpPr>
        <p:spPr>
          <a:xfrm>
            <a:off x="11089333" y="4209637"/>
            <a:ext cx="359027" cy="374387"/>
          </a:xfrm>
          <a:custGeom>
            <a:avLst/>
            <a:gdLst/>
            <a:ahLst/>
            <a:cxnLst>
              <a:cxn ang="0">
                <a:pos x="wd2" y="hd2"/>
              </a:cxn>
              <a:cxn ang="5400000">
                <a:pos x="wd2" y="hd2"/>
              </a:cxn>
              <a:cxn ang="10800000">
                <a:pos x="wd2" y="hd2"/>
              </a:cxn>
              <a:cxn ang="16200000">
                <a:pos x="wd2" y="hd2"/>
              </a:cxn>
            </a:cxnLst>
            <a:rect l="0" t="0" r="r" b="b"/>
            <a:pathLst>
              <a:path w="21600" h="21600" extrusionOk="0">
                <a:moveTo>
                  <a:pt x="573" y="0"/>
                </a:moveTo>
                <a:cubicBezTo>
                  <a:pt x="258" y="0"/>
                  <a:pt x="0" y="248"/>
                  <a:pt x="0" y="549"/>
                </a:cubicBezTo>
                <a:lnTo>
                  <a:pt x="0" y="8901"/>
                </a:lnTo>
                <a:cubicBezTo>
                  <a:pt x="0" y="9202"/>
                  <a:pt x="258" y="9450"/>
                  <a:pt x="573" y="9450"/>
                </a:cubicBezTo>
                <a:lnTo>
                  <a:pt x="9291" y="9450"/>
                </a:lnTo>
                <a:cubicBezTo>
                  <a:pt x="9606" y="9450"/>
                  <a:pt x="9864" y="9202"/>
                  <a:pt x="9864" y="8901"/>
                </a:cubicBezTo>
                <a:lnTo>
                  <a:pt x="9864" y="549"/>
                </a:lnTo>
                <a:cubicBezTo>
                  <a:pt x="9864" y="248"/>
                  <a:pt x="9606" y="0"/>
                  <a:pt x="9291" y="0"/>
                </a:cubicBezTo>
                <a:lnTo>
                  <a:pt x="573" y="0"/>
                </a:lnTo>
                <a:close/>
                <a:moveTo>
                  <a:pt x="12309" y="0"/>
                </a:moveTo>
                <a:cubicBezTo>
                  <a:pt x="11995" y="0"/>
                  <a:pt x="11736" y="259"/>
                  <a:pt x="11736" y="561"/>
                </a:cubicBezTo>
                <a:lnTo>
                  <a:pt x="11736" y="8912"/>
                </a:lnTo>
                <a:cubicBezTo>
                  <a:pt x="11736" y="9214"/>
                  <a:pt x="11994" y="9461"/>
                  <a:pt x="12309" y="9461"/>
                </a:cubicBezTo>
                <a:lnTo>
                  <a:pt x="21027" y="9461"/>
                </a:lnTo>
                <a:cubicBezTo>
                  <a:pt x="21342" y="9461"/>
                  <a:pt x="21600" y="9214"/>
                  <a:pt x="21600" y="8912"/>
                </a:cubicBezTo>
                <a:lnTo>
                  <a:pt x="21600" y="561"/>
                </a:lnTo>
                <a:cubicBezTo>
                  <a:pt x="21600" y="259"/>
                  <a:pt x="21342" y="0"/>
                  <a:pt x="21027" y="0"/>
                </a:cubicBezTo>
                <a:lnTo>
                  <a:pt x="12309" y="0"/>
                </a:lnTo>
                <a:close/>
                <a:moveTo>
                  <a:pt x="1145" y="1098"/>
                </a:moveTo>
                <a:lnTo>
                  <a:pt x="8731" y="1098"/>
                </a:lnTo>
                <a:lnTo>
                  <a:pt x="8731" y="8352"/>
                </a:lnTo>
                <a:lnTo>
                  <a:pt x="1145" y="8352"/>
                </a:lnTo>
                <a:lnTo>
                  <a:pt x="1145" y="1098"/>
                </a:lnTo>
                <a:close/>
                <a:moveTo>
                  <a:pt x="12881" y="1098"/>
                </a:moveTo>
                <a:lnTo>
                  <a:pt x="20467" y="1098"/>
                </a:lnTo>
                <a:lnTo>
                  <a:pt x="20467" y="8375"/>
                </a:lnTo>
                <a:lnTo>
                  <a:pt x="12881" y="8375"/>
                </a:lnTo>
                <a:lnTo>
                  <a:pt x="12881" y="1098"/>
                </a:lnTo>
                <a:close/>
                <a:moveTo>
                  <a:pt x="12309" y="12127"/>
                </a:moveTo>
                <a:cubicBezTo>
                  <a:pt x="11995" y="12127"/>
                  <a:pt x="11736" y="12386"/>
                  <a:pt x="11736" y="12688"/>
                </a:cubicBezTo>
                <a:lnTo>
                  <a:pt x="11736" y="21039"/>
                </a:lnTo>
                <a:cubicBezTo>
                  <a:pt x="11736" y="21341"/>
                  <a:pt x="11994" y="21589"/>
                  <a:pt x="12309" y="21589"/>
                </a:cubicBezTo>
                <a:lnTo>
                  <a:pt x="21027" y="21589"/>
                </a:lnTo>
                <a:cubicBezTo>
                  <a:pt x="21342" y="21589"/>
                  <a:pt x="21600" y="21341"/>
                  <a:pt x="21600" y="21039"/>
                </a:cubicBezTo>
                <a:lnTo>
                  <a:pt x="21600" y="12688"/>
                </a:lnTo>
                <a:cubicBezTo>
                  <a:pt x="21600" y="12386"/>
                  <a:pt x="21342" y="12127"/>
                  <a:pt x="21027" y="12127"/>
                </a:cubicBezTo>
                <a:lnTo>
                  <a:pt x="12309" y="12127"/>
                </a:lnTo>
                <a:close/>
                <a:moveTo>
                  <a:pt x="573" y="12150"/>
                </a:moveTo>
                <a:cubicBezTo>
                  <a:pt x="258" y="12150"/>
                  <a:pt x="0" y="12398"/>
                  <a:pt x="0" y="12699"/>
                </a:cubicBezTo>
                <a:lnTo>
                  <a:pt x="0" y="21039"/>
                </a:lnTo>
                <a:cubicBezTo>
                  <a:pt x="0" y="21340"/>
                  <a:pt x="258" y="21600"/>
                  <a:pt x="573" y="21600"/>
                </a:cubicBezTo>
                <a:lnTo>
                  <a:pt x="9291" y="21600"/>
                </a:lnTo>
                <a:cubicBezTo>
                  <a:pt x="9606" y="21600"/>
                  <a:pt x="9864" y="21340"/>
                  <a:pt x="9864" y="21039"/>
                </a:cubicBezTo>
                <a:lnTo>
                  <a:pt x="9864" y="12699"/>
                </a:lnTo>
                <a:cubicBezTo>
                  <a:pt x="9864" y="12398"/>
                  <a:pt x="9606" y="12150"/>
                  <a:pt x="9291" y="12150"/>
                </a:cubicBezTo>
                <a:lnTo>
                  <a:pt x="573" y="12150"/>
                </a:lnTo>
                <a:close/>
                <a:moveTo>
                  <a:pt x="12881" y="13225"/>
                </a:moveTo>
                <a:lnTo>
                  <a:pt x="20467" y="13225"/>
                </a:lnTo>
                <a:lnTo>
                  <a:pt x="20467" y="20502"/>
                </a:lnTo>
                <a:lnTo>
                  <a:pt x="12881" y="20502"/>
                </a:lnTo>
                <a:lnTo>
                  <a:pt x="12881" y="13225"/>
                </a:lnTo>
                <a:close/>
                <a:moveTo>
                  <a:pt x="1145" y="13248"/>
                </a:moveTo>
                <a:lnTo>
                  <a:pt x="8731" y="13248"/>
                </a:lnTo>
                <a:lnTo>
                  <a:pt x="8731" y="20502"/>
                </a:lnTo>
                <a:lnTo>
                  <a:pt x="1145" y="20502"/>
                </a:lnTo>
                <a:lnTo>
                  <a:pt x="1145" y="13248"/>
                </a:lnTo>
                <a:close/>
              </a:path>
            </a:pathLst>
          </a:custGeom>
          <a:solidFill>
            <a:srgbClr val="333333"/>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90" name="形状">
            <a:extLst>
              <a:ext uri="{FF2B5EF4-FFF2-40B4-BE49-F238E27FC236}">
                <a16:creationId xmlns:a16="http://schemas.microsoft.com/office/drawing/2014/main" id="{556541A1-EABF-A648-B041-7F30C0C89FF9}"/>
              </a:ext>
            </a:extLst>
          </p:cNvPr>
          <p:cNvSpPr/>
          <p:nvPr/>
        </p:nvSpPr>
        <p:spPr>
          <a:xfrm>
            <a:off x="7921445" y="5125447"/>
            <a:ext cx="376307" cy="355188"/>
          </a:xfrm>
          <a:custGeom>
            <a:avLst/>
            <a:gdLst/>
            <a:ahLst/>
            <a:cxnLst>
              <a:cxn ang="0">
                <a:pos x="wd2" y="hd2"/>
              </a:cxn>
              <a:cxn ang="5400000">
                <a:pos x="wd2" y="hd2"/>
              </a:cxn>
              <a:cxn ang="10800000">
                <a:pos x="wd2" y="hd2"/>
              </a:cxn>
              <a:cxn ang="16200000">
                <a:pos x="wd2" y="hd2"/>
              </a:cxn>
            </a:cxnLst>
            <a:rect l="0" t="0" r="r" b="b"/>
            <a:pathLst>
              <a:path w="21600" h="21600" extrusionOk="0">
                <a:moveTo>
                  <a:pt x="18149" y="0"/>
                </a:moveTo>
                <a:cubicBezTo>
                  <a:pt x="16251" y="0"/>
                  <a:pt x="14710" y="1612"/>
                  <a:pt x="14710" y="3638"/>
                </a:cubicBezTo>
                <a:cubicBezTo>
                  <a:pt x="14710" y="3941"/>
                  <a:pt x="14804" y="4215"/>
                  <a:pt x="14869" y="4496"/>
                </a:cubicBezTo>
                <a:lnTo>
                  <a:pt x="6345" y="8159"/>
                </a:lnTo>
                <a:cubicBezTo>
                  <a:pt x="5740" y="7109"/>
                  <a:pt x="4686" y="6382"/>
                  <a:pt x="3439" y="6382"/>
                </a:cubicBezTo>
                <a:cubicBezTo>
                  <a:pt x="1531" y="6382"/>
                  <a:pt x="0" y="7994"/>
                  <a:pt x="0" y="10008"/>
                </a:cubicBezTo>
                <a:cubicBezTo>
                  <a:pt x="0" y="12033"/>
                  <a:pt x="1541" y="13671"/>
                  <a:pt x="3439" y="13671"/>
                </a:cubicBezTo>
                <a:cubicBezTo>
                  <a:pt x="4325" y="13671"/>
                  <a:pt x="5111" y="13283"/>
                  <a:pt x="5721" y="12704"/>
                </a:cubicBezTo>
                <a:lnTo>
                  <a:pt x="14835" y="17309"/>
                </a:lnTo>
                <a:cubicBezTo>
                  <a:pt x="14799" y="17520"/>
                  <a:pt x="14710" y="17715"/>
                  <a:pt x="14710" y="17938"/>
                </a:cubicBezTo>
                <a:cubicBezTo>
                  <a:pt x="14710" y="19964"/>
                  <a:pt x="16241" y="21600"/>
                  <a:pt x="18149" y="21600"/>
                </a:cubicBezTo>
                <a:cubicBezTo>
                  <a:pt x="20048" y="21600"/>
                  <a:pt x="21600" y="19964"/>
                  <a:pt x="21600" y="17938"/>
                </a:cubicBezTo>
                <a:cubicBezTo>
                  <a:pt x="21600" y="15922"/>
                  <a:pt x="20058" y="14287"/>
                  <a:pt x="18149" y="14287"/>
                </a:cubicBezTo>
                <a:cubicBezTo>
                  <a:pt x="16851" y="14287"/>
                  <a:pt x="15763" y="15081"/>
                  <a:pt x="15176" y="16209"/>
                </a:cubicBezTo>
                <a:lnTo>
                  <a:pt x="6402" y="11761"/>
                </a:lnTo>
                <a:cubicBezTo>
                  <a:pt x="6680" y="11233"/>
                  <a:pt x="6890" y="10659"/>
                  <a:pt x="6890" y="10008"/>
                </a:cubicBezTo>
                <a:cubicBezTo>
                  <a:pt x="6890" y="9729"/>
                  <a:pt x="6799" y="9484"/>
                  <a:pt x="6742" y="9223"/>
                </a:cubicBezTo>
                <a:lnTo>
                  <a:pt x="15300" y="5560"/>
                </a:lnTo>
                <a:cubicBezTo>
                  <a:pt x="15911" y="6581"/>
                  <a:pt x="16922" y="7301"/>
                  <a:pt x="18149" y="7301"/>
                </a:cubicBezTo>
                <a:cubicBezTo>
                  <a:pt x="20048" y="7301"/>
                  <a:pt x="21600" y="5654"/>
                  <a:pt x="21600" y="3638"/>
                </a:cubicBezTo>
                <a:cubicBezTo>
                  <a:pt x="21600" y="1612"/>
                  <a:pt x="20058" y="0"/>
                  <a:pt x="18149" y="0"/>
                </a:cubicBezTo>
                <a:close/>
                <a:moveTo>
                  <a:pt x="18149" y="1148"/>
                </a:moveTo>
                <a:cubicBezTo>
                  <a:pt x="19460" y="1148"/>
                  <a:pt x="20522" y="2247"/>
                  <a:pt x="20522" y="3638"/>
                </a:cubicBezTo>
                <a:cubicBezTo>
                  <a:pt x="20522" y="5018"/>
                  <a:pt x="19449" y="6152"/>
                  <a:pt x="18149" y="6152"/>
                </a:cubicBezTo>
                <a:cubicBezTo>
                  <a:pt x="16839" y="6152"/>
                  <a:pt x="15789" y="5018"/>
                  <a:pt x="15789" y="3638"/>
                </a:cubicBezTo>
                <a:cubicBezTo>
                  <a:pt x="15789" y="2247"/>
                  <a:pt x="16850" y="1148"/>
                  <a:pt x="18149" y="1148"/>
                </a:cubicBezTo>
                <a:close/>
                <a:moveTo>
                  <a:pt x="3439" y="7530"/>
                </a:moveTo>
                <a:cubicBezTo>
                  <a:pt x="4739" y="7530"/>
                  <a:pt x="5811" y="8629"/>
                  <a:pt x="5811" y="10008"/>
                </a:cubicBezTo>
                <a:cubicBezTo>
                  <a:pt x="5812" y="11398"/>
                  <a:pt x="4749" y="12522"/>
                  <a:pt x="3439" y="12522"/>
                </a:cubicBezTo>
                <a:cubicBezTo>
                  <a:pt x="2139" y="12522"/>
                  <a:pt x="1078" y="11398"/>
                  <a:pt x="1078" y="10008"/>
                </a:cubicBezTo>
                <a:cubicBezTo>
                  <a:pt x="1078" y="8629"/>
                  <a:pt x="2129" y="7530"/>
                  <a:pt x="3439" y="7530"/>
                </a:cubicBezTo>
                <a:close/>
                <a:moveTo>
                  <a:pt x="18149" y="15435"/>
                </a:moveTo>
                <a:cubicBezTo>
                  <a:pt x="19460" y="15435"/>
                  <a:pt x="20522" y="16557"/>
                  <a:pt x="20522" y="17938"/>
                </a:cubicBezTo>
                <a:cubicBezTo>
                  <a:pt x="20522" y="19329"/>
                  <a:pt x="19449" y="20440"/>
                  <a:pt x="18149" y="20440"/>
                </a:cubicBezTo>
                <a:cubicBezTo>
                  <a:pt x="16839" y="20440"/>
                  <a:pt x="15789" y="19329"/>
                  <a:pt x="15789" y="17938"/>
                </a:cubicBezTo>
                <a:cubicBezTo>
                  <a:pt x="15789" y="16557"/>
                  <a:pt x="16850" y="15435"/>
                  <a:pt x="18149" y="15435"/>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92" name="形状">
            <a:extLst>
              <a:ext uri="{FF2B5EF4-FFF2-40B4-BE49-F238E27FC236}">
                <a16:creationId xmlns:a16="http://schemas.microsoft.com/office/drawing/2014/main" id="{363AED84-C702-8A4D-8D4B-13A05F87E66B}"/>
              </a:ext>
            </a:extLst>
          </p:cNvPr>
          <p:cNvSpPr/>
          <p:nvPr/>
        </p:nvSpPr>
        <p:spPr>
          <a:xfrm>
            <a:off x="2263403" y="5113925"/>
            <a:ext cx="374388" cy="378227"/>
          </a:xfrm>
          <a:custGeom>
            <a:avLst/>
            <a:gdLst/>
            <a:ahLst/>
            <a:cxnLst>
              <a:cxn ang="0">
                <a:pos x="wd2" y="hd2"/>
              </a:cxn>
              <a:cxn ang="5400000">
                <a:pos x="wd2" y="hd2"/>
              </a:cxn>
              <a:cxn ang="10800000">
                <a:pos x="wd2" y="hd2"/>
              </a:cxn>
              <a:cxn ang="16200000">
                <a:pos x="wd2" y="hd2"/>
              </a:cxn>
            </a:cxnLst>
            <a:rect l="0" t="0" r="r" b="b"/>
            <a:pathLst>
              <a:path w="21546" h="21549" extrusionOk="0">
                <a:moveTo>
                  <a:pt x="9706" y="0"/>
                </a:moveTo>
                <a:cubicBezTo>
                  <a:pt x="4347" y="0"/>
                  <a:pt x="0" y="4283"/>
                  <a:pt x="0" y="9564"/>
                </a:cubicBezTo>
                <a:cubicBezTo>
                  <a:pt x="0" y="14835"/>
                  <a:pt x="4347" y="19129"/>
                  <a:pt x="9706" y="19129"/>
                </a:cubicBezTo>
                <a:cubicBezTo>
                  <a:pt x="12137" y="19129"/>
                  <a:pt x="14332" y="18210"/>
                  <a:pt x="16036" y="16749"/>
                </a:cubicBezTo>
                <a:lnTo>
                  <a:pt x="20626" y="21396"/>
                </a:lnTo>
                <a:cubicBezTo>
                  <a:pt x="20833" y="21600"/>
                  <a:pt x="21164" y="21600"/>
                  <a:pt x="21381" y="21396"/>
                </a:cubicBezTo>
                <a:cubicBezTo>
                  <a:pt x="21599" y="21192"/>
                  <a:pt x="21600" y="20856"/>
                  <a:pt x="21393" y="20652"/>
                </a:cubicBezTo>
                <a:lnTo>
                  <a:pt x="16826" y="16005"/>
                </a:lnTo>
                <a:cubicBezTo>
                  <a:pt x="18413" y="14302"/>
                  <a:pt x="19401" y="12053"/>
                  <a:pt x="19401" y="9564"/>
                </a:cubicBezTo>
                <a:cubicBezTo>
                  <a:pt x="19401" y="4283"/>
                  <a:pt x="15055" y="0"/>
                  <a:pt x="9706" y="0"/>
                </a:cubicBezTo>
                <a:close/>
                <a:moveTo>
                  <a:pt x="9706" y="1083"/>
                </a:moveTo>
                <a:cubicBezTo>
                  <a:pt x="14453" y="1083"/>
                  <a:pt x="18314" y="4877"/>
                  <a:pt x="18314" y="9564"/>
                </a:cubicBezTo>
                <a:cubicBezTo>
                  <a:pt x="18314" y="14242"/>
                  <a:pt x="14453" y="18046"/>
                  <a:pt x="9706" y="18046"/>
                </a:cubicBezTo>
                <a:cubicBezTo>
                  <a:pt x="4949" y="18046"/>
                  <a:pt x="1099" y="14242"/>
                  <a:pt x="1099" y="9564"/>
                </a:cubicBezTo>
                <a:cubicBezTo>
                  <a:pt x="1099" y="4877"/>
                  <a:pt x="4949" y="1083"/>
                  <a:pt x="9706" y="1083"/>
                </a:cubicBezTo>
                <a:close/>
                <a:moveTo>
                  <a:pt x="7119" y="6429"/>
                </a:moveTo>
                <a:cubicBezTo>
                  <a:pt x="6981" y="6429"/>
                  <a:pt x="6839" y="6480"/>
                  <a:pt x="6730" y="6587"/>
                </a:cubicBezTo>
                <a:cubicBezTo>
                  <a:pt x="6523" y="6791"/>
                  <a:pt x="6523" y="7128"/>
                  <a:pt x="6730" y="7343"/>
                </a:cubicBezTo>
                <a:lnTo>
                  <a:pt x="9123" y="9689"/>
                </a:lnTo>
                <a:lnTo>
                  <a:pt x="6742" y="12035"/>
                </a:lnTo>
                <a:cubicBezTo>
                  <a:pt x="6534" y="12240"/>
                  <a:pt x="6534" y="12585"/>
                  <a:pt x="6742" y="12790"/>
                </a:cubicBezTo>
                <a:cubicBezTo>
                  <a:pt x="6960" y="12995"/>
                  <a:pt x="7301" y="12995"/>
                  <a:pt x="7509" y="12790"/>
                </a:cubicBezTo>
                <a:lnTo>
                  <a:pt x="9889" y="10444"/>
                </a:lnTo>
                <a:lnTo>
                  <a:pt x="12247" y="12768"/>
                </a:lnTo>
                <a:cubicBezTo>
                  <a:pt x="12465" y="12982"/>
                  <a:pt x="12818" y="12982"/>
                  <a:pt x="13026" y="12768"/>
                </a:cubicBezTo>
                <a:cubicBezTo>
                  <a:pt x="13135" y="12665"/>
                  <a:pt x="13187" y="12533"/>
                  <a:pt x="13186" y="12395"/>
                </a:cubicBezTo>
                <a:cubicBezTo>
                  <a:pt x="13185" y="12258"/>
                  <a:pt x="13129" y="12114"/>
                  <a:pt x="13026" y="12012"/>
                </a:cubicBezTo>
                <a:lnTo>
                  <a:pt x="10656" y="9689"/>
                </a:lnTo>
                <a:lnTo>
                  <a:pt x="13026" y="7354"/>
                </a:lnTo>
                <a:cubicBezTo>
                  <a:pt x="13129" y="7246"/>
                  <a:pt x="13185" y="7107"/>
                  <a:pt x="13186" y="6970"/>
                </a:cubicBezTo>
                <a:cubicBezTo>
                  <a:pt x="13187" y="6834"/>
                  <a:pt x="13135" y="6701"/>
                  <a:pt x="13026" y="6598"/>
                </a:cubicBezTo>
                <a:cubicBezTo>
                  <a:pt x="12818" y="6383"/>
                  <a:pt x="12477" y="6383"/>
                  <a:pt x="12259" y="6598"/>
                </a:cubicBezTo>
                <a:lnTo>
                  <a:pt x="9889" y="8933"/>
                </a:lnTo>
                <a:lnTo>
                  <a:pt x="7497" y="6587"/>
                </a:lnTo>
                <a:cubicBezTo>
                  <a:pt x="7393" y="6480"/>
                  <a:pt x="7258" y="6429"/>
                  <a:pt x="7119" y="6429"/>
                </a:cubicBezTo>
                <a:close/>
              </a:path>
            </a:pathLst>
          </a:custGeom>
          <a:solidFill>
            <a:srgbClr val="1A191C"/>
          </a:solidFill>
          <a:ln w="12700">
            <a:miter lim="400000"/>
          </a:ln>
        </p:spPr>
        <p:txBody>
          <a:bodyPr lIns="22859" rIns="22859" anchor="ctr"/>
          <a:lstStyle/>
          <a:p>
            <a:pPr defTabSz="224605">
              <a:lnSpc>
                <a:spcPct val="93000"/>
              </a:lnSpc>
              <a:buClr>
                <a:srgbClr val="000000"/>
              </a:buClr>
              <a:buSzPct val="100000"/>
              <a:defRPr sz="1800" b="0">
                <a:latin typeface="Arial"/>
                <a:ea typeface="Arial"/>
                <a:cs typeface="Arial"/>
                <a:sym typeface="Arial"/>
              </a:defRPr>
            </a:pPr>
            <a:endParaRPr sz="900">
              <a:latin typeface="Arial"/>
              <a:ea typeface="Arial"/>
              <a:cs typeface="Arial"/>
              <a:sym typeface="Arial"/>
            </a:endParaRPr>
          </a:p>
        </p:txBody>
      </p:sp>
      <p:sp>
        <p:nvSpPr>
          <p:cNvPr id="6212" name="Freeform 5">
            <a:extLst>
              <a:ext uri="{FF2B5EF4-FFF2-40B4-BE49-F238E27FC236}">
                <a16:creationId xmlns:a16="http://schemas.microsoft.com/office/drawing/2014/main" id="{4387B1E0-3485-EB4E-BEE4-5BFA718514DA}"/>
              </a:ext>
            </a:extLst>
          </p:cNvPr>
          <p:cNvSpPr>
            <a:spLocks noChangeAspect="1" noChangeArrowheads="1"/>
          </p:cNvSpPr>
          <p:nvPr/>
        </p:nvSpPr>
        <p:spPr bwMode="auto">
          <a:xfrm>
            <a:off x="744735" y="1537091"/>
            <a:ext cx="435824" cy="435824"/>
          </a:xfrm>
          <a:custGeom>
            <a:avLst/>
            <a:gdLst>
              <a:gd name="T0" fmla="*/ 349167 w 2592"/>
              <a:gd name="T1" fmla="*/ 56667 h 2592"/>
              <a:gd name="T2" fmla="*/ 303194 w 2592"/>
              <a:gd name="T3" fmla="*/ 10694 h 2592"/>
              <a:gd name="T4" fmla="*/ 277361 w 2592"/>
              <a:gd name="T5" fmla="*/ 0 h 2592"/>
              <a:gd name="T6" fmla="*/ 251528 w 2592"/>
              <a:gd name="T7" fmla="*/ 10694 h 2592"/>
              <a:gd name="T8" fmla="*/ 36111 w 2592"/>
              <a:gd name="T9" fmla="*/ 226806 h 2592"/>
              <a:gd name="T10" fmla="*/ 35556 w 2592"/>
              <a:gd name="T11" fmla="*/ 227361 h 2592"/>
              <a:gd name="T12" fmla="*/ 0 w 2592"/>
              <a:gd name="T13" fmla="*/ 359861 h 2592"/>
              <a:gd name="T14" fmla="*/ 133472 w 2592"/>
              <a:gd name="T15" fmla="*/ 324167 h 2592"/>
              <a:gd name="T16" fmla="*/ 349167 w 2592"/>
              <a:gd name="T17" fmla="*/ 108333 h 2592"/>
              <a:gd name="T18" fmla="*/ 359861 w 2592"/>
              <a:gd name="T19" fmla="*/ 82500 h 2592"/>
              <a:gd name="T20" fmla="*/ 349167 w 2592"/>
              <a:gd name="T21" fmla="*/ 56667 h 2592"/>
              <a:gd name="T22" fmla="*/ 62778 w 2592"/>
              <a:gd name="T23" fmla="*/ 321250 h 2592"/>
              <a:gd name="T24" fmla="*/ 38611 w 2592"/>
              <a:gd name="T25" fmla="*/ 297083 h 2592"/>
              <a:gd name="T26" fmla="*/ 50417 w 2592"/>
              <a:gd name="T27" fmla="*/ 253194 h 2592"/>
              <a:gd name="T28" fmla="*/ 106806 w 2592"/>
              <a:gd name="T29" fmla="*/ 309444 h 2592"/>
              <a:gd name="T30" fmla="*/ 62778 w 2592"/>
              <a:gd name="T31" fmla="*/ 321250 h 2592"/>
              <a:gd name="T32" fmla="*/ 127361 w 2592"/>
              <a:gd name="T33" fmla="*/ 300278 h 2592"/>
              <a:gd name="T34" fmla="*/ 59861 w 2592"/>
              <a:gd name="T35" fmla="*/ 232778 h 2592"/>
              <a:gd name="T36" fmla="*/ 218750 w 2592"/>
              <a:gd name="T37" fmla="*/ 73333 h 2592"/>
              <a:gd name="T38" fmla="*/ 286528 w 2592"/>
              <a:gd name="T39" fmla="*/ 141111 h 2592"/>
              <a:gd name="T40" fmla="*/ 127361 w 2592"/>
              <a:gd name="T41" fmla="*/ 300278 h 2592"/>
              <a:gd name="T42" fmla="*/ 334306 w 2592"/>
              <a:gd name="T43" fmla="*/ 93472 h 2592"/>
              <a:gd name="T44" fmla="*/ 313194 w 2592"/>
              <a:gd name="T45" fmla="*/ 114583 h 2592"/>
              <a:gd name="T46" fmla="*/ 245278 w 2592"/>
              <a:gd name="T47" fmla="*/ 46806 h 2592"/>
              <a:gd name="T48" fmla="*/ 266389 w 2592"/>
              <a:gd name="T49" fmla="*/ 25556 h 2592"/>
              <a:gd name="T50" fmla="*/ 277361 w 2592"/>
              <a:gd name="T51" fmla="*/ 21250 h 2592"/>
              <a:gd name="T52" fmla="*/ 288333 w 2592"/>
              <a:gd name="T53" fmla="*/ 25556 h 2592"/>
              <a:gd name="T54" fmla="*/ 334306 w 2592"/>
              <a:gd name="T55" fmla="*/ 71667 h 2592"/>
              <a:gd name="T56" fmla="*/ 338750 w 2592"/>
              <a:gd name="T57" fmla="*/ 82500 h 2592"/>
              <a:gd name="T58" fmla="*/ 334306 w 2592"/>
              <a:gd name="T59" fmla="*/ 93472 h 259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592" h="2592">
                <a:moveTo>
                  <a:pt x="2514" y="408"/>
                </a:moveTo>
                <a:lnTo>
                  <a:pt x="2183" y="77"/>
                </a:lnTo>
                <a:cubicBezTo>
                  <a:pt x="2133" y="27"/>
                  <a:pt x="2067" y="0"/>
                  <a:pt x="1997" y="0"/>
                </a:cubicBezTo>
                <a:cubicBezTo>
                  <a:pt x="1927" y="0"/>
                  <a:pt x="1861" y="27"/>
                  <a:pt x="1811" y="77"/>
                </a:cubicBezTo>
                <a:lnTo>
                  <a:pt x="260" y="1633"/>
                </a:lnTo>
                <a:lnTo>
                  <a:pt x="256" y="1637"/>
                </a:lnTo>
                <a:lnTo>
                  <a:pt x="0" y="2591"/>
                </a:lnTo>
                <a:lnTo>
                  <a:pt x="961" y="2334"/>
                </a:lnTo>
                <a:lnTo>
                  <a:pt x="2514" y="780"/>
                </a:lnTo>
                <a:cubicBezTo>
                  <a:pt x="2564" y="731"/>
                  <a:pt x="2591" y="665"/>
                  <a:pt x="2591" y="594"/>
                </a:cubicBezTo>
                <a:cubicBezTo>
                  <a:pt x="2591" y="524"/>
                  <a:pt x="2564" y="458"/>
                  <a:pt x="2514" y="408"/>
                </a:cubicBezTo>
                <a:close/>
                <a:moveTo>
                  <a:pt x="452" y="2313"/>
                </a:moveTo>
                <a:lnTo>
                  <a:pt x="278" y="2139"/>
                </a:lnTo>
                <a:lnTo>
                  <a:pt x="363" y="1823"/>
                </a:lnTo>
                <a:lnTo>
                  <a:pt x="769" y="2228"/>
                </a:lnTo>
                <a:lnTo>
                  <a:pt x="452" y="2313"/>
                </a:lnTo>
                <a:close/>
                <a:moveTo>
                  <a:pt x="917" y="2162"/>
                </a:moveTo>
                <a:lnTo>
                  <a:pt x="431" y="1676"/>
                </a:lnTo>
                <a:lnTo>
                  <a:pt x="1575" y="528"/>
                </a:lnTo>
                <a:lnTo>
                  <a:pt x="2063" y="1016"/>
                </a:lnTo>
                <a:lnTo>
                  <a:pt x="917" y="2162"/>
                </a:lnTo>
                <a:close/>
                <a:moveTo>
                  <a:pt x="2407" y="673"/>
                </a:moveTo>
                <a:lnTo>
                  <a:pt x="2255" y="825"/>
                </a:lnTo>
                <a:lnTo>
                  <a:pt x="1766" y="337"/>
                </a:lnTo>
                <a:lnTo>
                  <a:pt x="1918" y="184"/>
                </a:lnTo>
                <a:cubicBezTo>
                  <a:pt x="1938" y="165"/>
                  <a:pt x="1967" y="153"/>
                  <a:pt x="1997" y="153"/>
                </a:cubicBezTo>
                <a:cubicBezTo>
                  <a:pt x="2027" y="153"/>
                  <a:pt x="2056" y="165"/>
                  <a:pt x="2076" y="184"/>
                </a:cubicBezTo>
                <a:lnTo>
                  <a:pt x="2407" y="516"/>
                </a:lnTo>
                <a:cubicBezTo>
                  <a:pt x="2428" y="537"/>
                  <a:pt x="2439" y="565"/>
                  <a:pt x="2439" y="594"/>
                </a:cubicBezTo>
                <a:cubicBezTo>
                  <a:pt x="2439" y="624"/>
                  <a:pt x="2428" y="652"/>
                  <a:pt x="2407" y="673"/>
                </a:cubicBezTo>
                <a:close/>
              </a:path>
            </a:pathLst>
          </a:custGeom>
          <a:solidFill>
            <a:srgbClr val="2C2C2C"/>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177"/>
          </a:p>
        </p:txBody>
      </p:sp>
      <p:pic>
        <p:nvPicPr>
          <p:cNvPr id="91" name="图片 90">
            <a:extLst>
              <a:ext uri="{FF2B5EF4-FFF2-40B4-BE49-F238E27FC236}">
                <a16:creationId xmlns:a16="http://schemas.microsoft.com/office/drawing/2014/main" id="{5F5F9191-2120-E446-9382-597D57438AF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294418" y="325394"/>
            <a:ext cx="399677" cy="461665"/>
          </a:xfrm>
          <a:prstGeom prst="rect">
            <a:avLst/>
          </a:prstGeom>
        </p:spPr>
      </p:pic>
    </p:spTree>
    <p:extLst>
      <p:ext uri="{BB962C8B-B14F-4D97-AF65-F5344CB8AC3E}">
        <p14:creationId xmlns:p14="http://schemas.microsoft.com/office/powerpoint/2010/main" val="40792584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A" val="v5.2.9"/>
</p:tagLst>
</file>

<file path=ppt/tags/tag2.xml><?xml version="1.0" encoding="utf-8"?>
<p:tagLst xmlns:a="http://schemas.openxmlformats.org/drawingml/2006/main" xmlns:r="http://schemas.openxmlformats.org/officeDocument/2006/relationships" xmlns:p="http://schemas.openxmlformats.org/presentationml/2006/main">
  <p:tag name="PA" val="v5.2.9"/>
</p:tagLst>
</file>

<file path=ppt/tags/tag3.xml><?xml version="1.0" encoding="utf-8"?>
<p:tagLst xmlns:a="http://schemas.openxmlformats.org/drawingml/2006/main" xmlns:r="http://schemas.openxmlformats.org/officeDocument/2006/relationships" xmlns:p="http://schemas.openxmlformats.org/presentationml/2006/main">
  <p:tag name="PA" val="v5.2.9"/>
</p:tagLst>
</file>

<file path=ppt/tags/tag4.xml><?xml version="1.0" encoding="utf-8"?>
<p:tagLst xmlns:a="http://schemas.openxmlformats.org/drawingml/2006/main" xmlns:r="http://schemas.openxmlformats.org/officeDocument/2006/relationships" xmlns:p="http://schemas.openxmlformats.org/presentationml/2006/main">
  <p:tag name="PA" val="v5.2.9"/>
</p:tagLst>
</file>

<file path=ppt/tags/tag5.xml><?xml version="1.0" encoding="utf-8"?>
<p:tagLst xmlns:a="http://schemas.openxmlformats.org/drawingml/2006/main" xmlns:r="http://schemas.openxmlformats.org/officeDocument/2006/relationships" xmlns:p="http://schemas.openxmlformats.org/presentationml/2006/main">
  <p:tag name="PA" val="v5.2.9"/>
</p:tagLst>
</file>

<file path=ppt/tags/tag6.xml><?xml version="1.0" encoding="utf-8"?>
<p:tagLst xmlns:a="http://schemas.openxmlformats.org/drawingml/2006/main" xmlns:r="http://schemas.openxmlformats.org/officeDocument/2006/relationships" xmlns:p="http://schemas.openxmlformats.org/presentationml/2006/main">
  <p:tag name="PA" val="v5.2.9"/>
</p:tagLst>
</file>

<file path=ppt/tags/tag7.xml><?xml version="1.0" encoding="utf-8"?>
<p:tagLst xmlns:a="http://schemas.openxmlformats.org/drawingml/2006/main" xmlns:r="http://schemas.openxmlformats.org/officeDocument/2006/relationships" xmlns:p="http://schemas.openxmlformats.org/presentationml/2006/main">
  <p:tag name="PA" val="v5.2.9"/>
</p:tagLst>
</file>

<file path=ppt/tags/tag8.xml><?xml version="1.0" encoding="utf-8"?>
<p:tagLst xmlns:a="http://schemas.openxmlformats.org/drawingml/2006/main" xmlns:r="http://schemas.openxmlformats.org/officeDocument/2006/relationships" xmlns:p="http://schemas.openxmlformats.org/presentationml/2006/main">
  <p:tag name="PA" val="v5.2.9"/>
</p:tagLst>
</file>

<file path=ppt/tags/tag9.xml><?xml version="1.0" encoding="utf-8"?>
<p:tagLst xmlns:a="http://schemas.openxmlformats.org/drawingml/2006/main" xmlns:r="http://schemas.openxmlformats.org/officeDocument/2006/relationships" xmlns:p="http://schemas.openxmlformats.org/presentationml/2006/main">
  <p:tag name="PA" val="v5.2.9"/>
</p:tagLst>
</file>

<file path=ppt/tags/tag10.xml><?xml version="1.0" encoding="utf-8"?>
<p:tagLst xmlns:a="http://schemas.openxmlformats.org/drawingml/2006/main" xmlns:r="http://schemas.openxmlformats.org/officeDocument/2006/relationships" xmlns:p="http://schemas.openxmlformats.org/presentationml/2006/main">
  <p:tag name="PA" val="v5.2.9"/>
</p:tagLst>
</file>

<file path=ppt/tags/tag11.xml><?xml version="1.0" encoding="utf-8"?>
<p:tagLst xmlns:a="http://schemas.openxmlformats.org/drawingml/2006/main" xmlns:r="http://schemas.openxmlformats.org/officeDocument/2006/relationships" xmlns:p="http://schemas.openxmlformats.org/presentationml/2006/main">
  <p:tag name="PA" val="v5.2.9"/>
</p:tagLst>
</file>

<file path=ppt/tags/tag12.xml><?xml version="1.0" encoding="utf-8"?>
<p:tagLst xmlns:a="http://schemas.openxmlformats.org/drawingml/2006/main" xmlns:r="http://schemas.openxmlformats.org/officeDocument/2006/relationships" xmlns:p="http://schemas.openxmlformats.org/presentationml/2006/main">
  <p:tag name="PA" val="v5.2.9"/>
</p:tagLst>
</file>

<file path=ppt/tags/tag13.xml><?xml version="1.0" encoding="utf-8"?>
<p:tagLst xmlns:a="http://schemas.openxmlformats.org/drawingml/2006/main" xmlns:r="http://schemas.openxmlformats.org/officeDocument/2006/relationships" xmlns:p="http://schemas.openxmlformats.org/presentationml/2006/main">
  <p:tag name="PA" val="v5.2.9"/>
</p:tagLst>
</file>

<file path=ppt/tags/tag14.xml><?xml version="1.0" encoding="utf-8"?>
<p:tagLst xmlns:a="http://schemas.openxmlformats.org/drawingml/2006/main" xmlns:r="http://schemas.openxmlformats.org/officeDocument/2006/relationships" xmlns:p="http://schemas.openxmlformats.org/presentationml/2006/main">
  <p:tag name="PA" val="v5.2.9"/>
</p:tagLst>
</file>

<file path=ppt/tags/tag15.xml><?xml version="1.0" encoding="utf-8"?>
<p:tagLst xmlns:a="http://schemas.openxmlformats.org/drawingml/2006/main" xmlns:r="http://schemas.openxmlformats.org/officeDocument/2006/relationships" xmlns:p="http://schemas.openxmlformats.org/presentationml/2006/main">
  <p:tag name="PA" val="v5.2.9"/>
</p:tagLst>
</file>

<file path=ppt/tags/tag16.xml><?xml version="1.0" encoding="utf-8"?>
<p:tagLst xmlns:a="http://schemas.openxmlformats.org/drawingml/2006/main" xmlns:r="http://schemas.openxmlformats.org/officeDocument/2006/relationships" xmlns:p="http://schemas.openxmlformats.org/presentationml/2006/main">
  <p:tag name="PA" val="v5.2.9"/>
</p:tagLst>
</file>

<file path=ppt/tags/tag17.xml><?xml version="1.0" encoding="utf-8"?>
<p:tagLst xmlns:a="http://schemas.openxmlformats.org/drawingml/2006/main" xmlns:r="http://schemas.openxmlformats.org/officeDocument/2006/relationships" xmlns:p="http://schemas.openxmlformats.org/presentationml/2006/main">
  <p:tag name="PA" val="v5.2.9"/>
</p:tagLst>
</file>

<file path=ppt/tags/tag18.xml><?xml version="1.0" encoding="utf-8"?>
<p:tagLst xmlns:a="http://schemas.openxmlformats.org/drawingml/2006/main" xmlns:r="http://schemas.openxmlformats.org/officeDocument/2006/relationships" xmlns:p="http://schemas.openxmlformats.org/presentationml/2006/main">
  <p:tag name="PA" val="v5.2.9"/>
</p:tagLst>
</file>

<file path=ppt/tags/tag19.xml><?xml version="1.0" encoding="utf-8"?>
<p:tagLst xmlns:a="http://schemas.openxmlformats.org/drawingml/2006/main" xmlns:r="http://schemas.openxmlformats.org/officeDocument/2006/relationships" xmlns:p="http://schemas.openxmlformats.org/presentationml/2006/main">
  <p:tag name="PA" val="v5.2.9"/>
</p:tagLst>
</file>

<file path=ppt/tags/tag20.xml><?xml version="1.0" encoding="utf-8"?>
<p:tagLst xmlns:a="http://schemas.openxmlformats.org/drawingml/2006/main" xmlns:r="http://schemas.openxmlformats.org/officeDocument/2006/relationships" xmlns:p="http://schemas.openxmlformats.org/presentationml/2006/main">
  <p:tag name="PA" val="v5.2.9"/>
</p:tagLst>
</file>

<file path=ppt/tags/tag21.xml><?xml version="1.0" encoding="utf-8"?>
<p:tagLst xmlns:a="http://schemas.openxmlformats.org/drawingml/2006/main" xmlns:r="http://schemas.openxmlformats.org/officeDocument/2006/relationships" xmlns:p="http://schemas.openxmlformats.org/presentationml/2006/main">
  <p:tag name="PA" val="v5.2.9"/>
</p:tagLst>
</file>

<file path=ppt/tags/tag22.xml><?xml version="1.0" encoding="utf-8"?>
<p:tagLst xmlns:a="http://schemas.openxmlformats.org/drawingml/2006/main" xmlns:r="http://schemas.openxmlformats.org/officeDocument/2006/relationships" xmlns:p="http://schemas.openxmlformats.org/presentationml/2006/main">
  <p:tag name="PA" val="v5.2.9"/>
</p:tagLst>
</file>

<file path=ppt/tags/tag23.xml><?xml version="1.0" encoding="utf-8"?>
<p:tagLst xmlns:a="http://schemas.openxmlformats.org/drawingml/2006/main" xmlns:r="http://schemas.openxmlformats.org/officeDocument/2006/relationships" xmlns:p="http://schemas.openxmlformats.org/presentationml/2006/main">
  <p:tag name="PA" val="v5.2.9"/>
</p:tagLst>
</file>

<file path=ppt/tags/tag24.xml><?xml version="1.0" encoding="utf-8"?>
<p:tagLst xmlns:a="http://schemas.openxmlformats.org/drawingml/2006/main" xmlns:r="http://schemas.openxmlformats.org/officeDocument/2006/relationships" xmlns:p="http://schemas.openxmlformats.org/presentationml/2006/main">
  <p:tag name="PA" val="v5.2.9"/>
</p:tagLst>
</file>

<file path=ppt/tags/tag25.xml><?xml version="1.0" encoding="utf-8"?>
<p:tagLst xmlns:a="http://schemas.openxmlformats.org/drawingml/2006/main" xmlns:r="http://schemas.openxmlformats.org/officeDocument/2006/relationships" xmlns:p="http://schemas.openxmlformats.org/presentationml/2006/main">
  <p:tag name="PA" val="v5.2.9"/>
</p:tagLst>
</file>

<file path=ppt/tags/tag26.xml><?xml version="1.0" encoding="utf-8"?>
<p:tagLst xmlns:a="http://schemas.openxmlformats.org/drawingml/2006/main" xmlns:r="http://schemas.openxmlformats.org/officeDocument/2006/relationships" xmlns:p="http://schemas.openxmlformats.org/presentationml/2006/main">
  <p:tag name="PA" val="v5.2.9"/>
</p:tagLst>
</file>

<file path=ppt/tags/tag27.xml><?xml version="1.0" encoding="utf-8"?>
<p:tagLst xmlns:a="http://schemas.openxmlformats.org/drawingml/2006/main" xmlns:r="http://schemas.openxmlformats.org/officeDocument/2006/relationships" xmlns:p="http://schemas.openxmlformats.org/presentationml/2006/main">
  <p:tag name="PA" val="v5.2.9"/>
</p:tagLst>
</file>

<file path=ppt/tags/tag28.xml><?xml version="1.0" encoding="utf-8"?>
<p:tagLst xmlns:a="http://schemas.openxmlformats.org/drawingml/2006/main" xmlns:r="http://schemas.openxmlformats.org/officeDocument/2006/relationships" xmlns:p="http://schemas.openxmlformats.org/presentationml/2006/main">
  <p:tag name="PA" val="v5.2.9"/>
</p:tagLst>
</file>

<file path=ppt/tags/tag29.xml><?xml version="1.0" encoding="utf-8"?>
<p:tagLst xmlns:a="http://schemas.openxmlformats.org/drawingml/2006/main" xmlns:r="http://schemas.openxmlformats.org/officeDocument/2006/relationships" xmlns:p="http://schemas.openxmlformats.org/presentationml/2006/main">
  <p:tag name="PA" val="v5.2.9"/>
</p:tagLst>
</file>

<file path=ppt/tags/tag30.xml><?xml version="1.0" encoding="utf-8"?>
<p:tagLst xmlns:a="http://schemas.openxmlformats.org/drawingml/2006/main" xmlns:r="http://schemas.openxmlformats.org/officeDocument/2006/relationships" xmlns:p="http://schemas.openxmlformats.org/presentationml/2006/main">
  <p:tag name="PA" val="v5.2.9"/>
</p:tagLst>
</file>

<file path=ppt/tags/tag31.xml><?xml version="1.0" encoding="utf-8"?>
<p:tagLst xmlns:a="http://schemas.openxmlformats.org/drawingml/2006/main" xmlns:r="http://schemas.openxmlformats.org/officeDocument/2006/relationships" xmlns:p="http://schemas.openxmlformats.org/presentationml/2006/main">
  <p:tag name="PA" val="v5.2.9"/>
</p:tagLst>
</file>

<file path=ppt/tags/tag32.xml><?xml version="1.0" encoding="utf-8"?>
<p:tagLst xmlns:a="http://schemas.openxmlformats.org/drawingml/2006/main" xmlns:r="http://schemas.openxmlformats.org/officeDocument/2006/relationships" xmlns:p="http://schemas.openxmlformats.org/presentationml/2006/main">
  <p:tag name="PA" val="v5.2.9"/>
</p:tagLst>
</file>

<file path=ppt/tags/tag33.xml><?xml version="1.0" encoding="utf-8"?>
<p:tagLst xmlns:a="http://schemas.openxmlformats.org/drawingml/2006/main" xmlns:r="http://schemas.openxmlformats.org/officeDocument/2006/relationships" xmlns:p="http://schemas.openxmlformats.org/presentationml/2006/main">
  <p:tag name="PA" val="v5.2.9"/>
</p:tagLst>
</file>

<file path=ppt/tags/tag34.xml><?xml version="1.0" encoding="utf-8"?>
<p:tagLst xmlns:a="http://schemas.openxmlformats.org/drawingml/2006/main" xmlns:r="http://schemas.openxmlformats.org/officeDocument/2006/relationships" xmlns:p="http://schemas.openxmlformats.org/presentationml/2006/main">
  <p:tag name="PA" val="v5.2.9"/>
</p:tagLst>
</file>

<file path=ppt/tags/tag35.xml><?xml version="1.0" encoding="utf-8"?>
<p:tagLst xmlns:a="http://schemas.openxmlformats.org/drawingml/2006/main" xmlns:r="http://schemas.openxmlformats.org/officeDocument/2006/relationships" xmlns:p="http://schemas.openxmlformats.org/presentationml/2006/main">
  <p:tag name="PA" val="v5.2.9"/>
</p:tagLst>
</file>

<file path=ppt/tags/tag36.xml><?xml version="1.0" encoding="utf-8"?>
<p:tagLst xmlns:a="http://schemas.openxmlformats.org/drawingml/2006/main" xmlns:r="http://schemas.openxmlformats.org/officeDocument/2006/relationships" xmlns:p="http://schemas.openxmlformats.org/presentationml/2006/main">
  <p:tag name="PA" val="v5.2.9"/>
</p:tagLst>
</file>

<file path=ppt/tags/tag37.xml><?xml version="1.0" encoding="utf-8"?>
<p:tagLst xmlns:a="http://schemas.openxmlformats.org/drawingml/2006/main" xmlns:r="http://schemas.openxmlformats.org/officeDocument/2006/relationships" xmlns:p="http://schemas.openxmlformats.org/presentationml/2006/main">
  <p:tag name="PA" val="v5.2.9"/>
</p:tagLst>
</file>

<file path=ppt/tags/tag38.xml><?xml version="1.0" encoding="utf-8"?>
<p:tagLst xmlns:a="http://schemas.openxmlformats.org/drawingml/2006/main" xmlns:r="http://schemas.openxmlformats.org/officeDocument/2006/relationships" xmlns:p="http://schemas.openxmlformats.org/presentationml/2006/main">
  <p:tag name="PA" val="v5.2.9"/>
</p:tagLst>
</file>

<file path=ppt/tags/tag39.xml><?xml version="1.0" encoding="utf-8"?>
<p:tagLst xmlns:a="http://schemas.openxmlformats.org/drawingml/2006/main" xmlns:r="http://schemas.openxmlformats.org/officeDocument/2006/relationships" xmlns:p="http://schemas.openxmlformats.org/presentationml/2006/main">
  <p:tag name="PA" val="v5.2.9"/>
</p:tagLst>
</file>

<file path=ppt/tags/tag40.xml><?xml version="1.0" encoding="utf-8"?>
<p:tagLst xmlns:a="http://schemas.openxmlformats.org/drawingml/2006/main" xmlns:r="http://schemas.openxmlformats.org/officeDocument/2006/relationships" xmlns:p="http://schemas.openxmlformats.org/presentationml/2006/main">
  <p:tag name="PA" val="v5.2.9"/>
</p:tagLst>
</file>

<file path=ppt/tags/tag41.xml><?xml version="1.0" encoding="utf-8"?>
<p:tagLst xmlns:a="http://schemas.openxmlformats.org/drawingml/2006/main" xmlns:r="http://schemas.openxmlformats.org/officeDocument/2006/relationships" xmlns:p="http://schemas.openxmlformats.org/presentationml/2006/main">
  <p:tag name="PA" val="v5.2.9"/>
</p:tagLst>
</file>

<file path=ppt/tags/tag42.xml><?xml version="1.0" encoding="utf-8"?>
<p:tagLst xmlns:a="http://schemas.openxmlformats.org/drawingml/2006/main" xmlns:r="http://schemas.openxmlformats.org/officeDocument/2006/relationships" xmlns:p="http://schemas.openxmlformats.org/presentationml/2006/main">
  <p:tag name="PA" val="v5.2.9"/>
</p:tagLst>
</file>

<file path=ppt/tags/tag43.xml><?xml version="1.0" encoding="utf-8"?>
<p:tagLst xmlns:a="http://schemas.openxmlformats.org/drawingml/2006/main" xmlns:r="http://schemas.openxmlformats.org/officeDocument/2006/relationships" xmlns:p="http://schemas.openxmlformats.org/presentationml/2006/main">
  <p:tag name="PA" val="v5.2.9"/>
</p:tagLst>
</file>

<file path=ppt/tags/tag44.xml><?xml version="1.0" encoding="utf-8"?>
<p:tagLst xmlns:a="http://schemas.openxmlformats.org/drawingml/2006/main" xmlns:r="http://schemas.openxmlformats.org/officeDocument/2006/relationships" xmlns:p="http://schemas.openxmlformats.org/presentationml/2006/main">
  <p:tag name="PA" val="v5.2.9"/>
</p:tagLst>
</file>

<file path=ppt/tags/tag45.xml><?xml version="1.0" encoding="utf-8"?>
<p:tagLst xmlns:a="http://schemas.openxmlformats.org/drawingml/2006/main" xmlns:r="http://schemas.openxmlformats.org/officeDocument/2006/relationships" xmlns:p="http://schemas.openxmlformats.org/presentationml/2006/main">
  <p:tag name="PA" val="v5.2.9"/>
</p:tagLst>
</file>

<file path=ppt/tags/tag46.xml><?xml version="1.0" encoding="utf-8"?>
<p:tagLst xmlns:a="http://schemas.openxmlformats.org/drawingml/2006/main" xmlns:r="http://schemas.openxmlformats.org/officeDocument/2006/relationships" xmlns:p="http://schemas.openxmlformats.org/presentationml/2006/main">
  <p:tag name="PA" val="v5.2.9"/>
</p:tagLst>
</file>

<file path=ppt/tags/tag47.xml><?xml version="1.0" encoding="utf-8"?>
<p:tagLst xmlns:a="http://schemas.openxmlformats.org/drawingml/2006/main" xmlns:r="http://schemas.openxmlformats.org/officeDocument/2006/relationships" xmlns:p="http://schemas.openxmlformats.org/presentationml/2006/main">
  <p:tag name="PA" val="v5.2.9"/>
</p:tagLst>
</file>

<file path=ppt/tags/tag48.xml><?xml version="1.0" encoding="utf-8"?>
<p:tagLst xmlns:a="http://schemas.openxmlformats.org/drawingml/2006/main" xmlns:r="http://schemas.openxmlformats.org/officeDocument/2006/relationships" xmlns:p="http://schemas.openxmlformats.org/presentationml/2006/main">
  <p:tag name="PA" val="v5.2.9"/>
</p:tagLst>
</file>

<file path=ppt/tags/tag49.xml><?xml version="1.0" encoding="utf-8"?>
<p:tagLst xmlns:a="http://schemas.openxmlformats.org/drawingml/2006/main" xmlns:r="http://schemas.openxmlformats.org/officeDocument/2006/relationships" xmlns:p="http://schemas.openxmlformats.org/presentationml/2006/main">
  <p:tag name="PA" val="v5.2.9"/>
</p:tagLst>
</file>

<file path=ppt/tags/tag50.xml><?xml version="1.0" encoding="utf-8"?>
<p:tagLst xmlns:a="http://schemas.openxmlformats.org/drawingml/2006/main" xmlns:r="http://schemas.openxmlformats.org/officeDocument/2006/relationships" xmlns:p="http://schemas.openxmlformats.org/presentationml/2006/main">
  <p:tag name="PA" val="v5.2.9"/>
</p:tagLst>
</file>

<file path=ppt/tags/tag51.xml><?xml version="1.0" encoding="utf-8"?>
<p:tagLst xmlns:a="http://schemas.openxmlformats.org/drawingml/2006/main" xmlns:r="http://schemas.openxmlformats.org/officeDocument/2006/relationships" xmlns:p="http://schemas.openxmlformats.org/presentationml/2006/main">
  <p:tag name="PA" val="v5.2.9"/>
</p:tagLst>
</file>

<file path=ppt/tags/tag52.xml><?xml version="1.0" encoding="utf-8"?>
<p:tagLst xmlns:a="http://schemas.openxmlformats.org/drawingml/2006/main" xmlns:r="http://schemas.openxmlformats.org/officeDocument/2006/relationships" xmlns:p="http://schemas.openxmlformats.org/presentationml/2006/main">
  <p:tag name="PA" val="v5.2.9"/>
</p:tagLst>
</file>

<file path=ppt/tags/tag53.xml><?xml version="1.0" encoding="utf-8"?>
<p:tagLst xmlns:a="http://schemas.openxmlformats.org/drawingml/2006/main" xmlns:r="http://schemas.openxmlformats.org/officeDocument/2006/relationships" xmlns:p="http://schemas.openxmlformats.org/presentationml/2006/main">
  <p:tag name="PA" val="v5.2.9"/>
</p:tagLst>
</file>

<file path=ppt/tags/tag54.xml><?xml version="1.0" encoding="utf-8"?>
<p:tagLst xmlns:a="http://schemas.openxmlformats.org/drawingml/2006/main" xmlns:r="http://schemas.openxmlformats.org/officeDocument/2006/relationships" xmlns:p="http://schemas.openxmlformats.org/presentationml/2006/main">
  <p:tag name="PA" val="v5.2.9"/>
</p:tagLst>
</file>

<file path=ppt/tags/tag55.xml><?xml version="1.0" encoding="utf-8"?>
<p:tagLst xmlns:a="http://schemas.openxmlformats.org/drawingml/2006/main" xmlns:r="http://schemas.openxmlformats.org/officeDocument/2006/relationships" xmlns:p="http://schemas.openxmlformats.org/presentationml/2006/main">
  <p:tag name="PA" val="v5.2.9"/>
</p:tagLst>
</file>

<file path=ppt/tags/tag56.xml><?xml version="1.0" encoding="utf-8"?>
<p:tagLst xmlns:a="http://schemas.openxmlformats.org/drawingml/2006/main" xmlns:r="http://schemas.openxmlformats.org/officeDocument/2006/relationships" xmlns:p="http://schemas.openxmlformats.org/presentationml/2006/main">
  <p:tag name="PA" val="v5.2.9"/>
</p:tagLst>
</file>

<file path=ppt/tags/tag57.xml><?xml version="1.0" encoding="utf-8"?>
<p:tagLst xmlns:a="http://schemas.openxmlformats.org/drawingml/2006/main" xmlns:r="http://schemas.openxmlformats.org/officeDocument/2006/relationships" xmlns:p="http://schemas.openxmlformats.org/presentationml/2006/main">
  <p:tag name="PA" val="v5.2.9"/>
</p:tagLst>
</file>

<file path=ppt/tags/tag58.xml><?xml version="1.0" encoding="utf-8"?>
<p:tagLst xmlns:a="http://schemas.openxmlformats.org/drawingml/2006/main" xmlns:r="http://schemas.openxmlformats.org/officeDocument/2006/relationships" xmlns:p="http://schemas.openxmlformats.org/presentationml/2006/main">
  <p:tag name="PA" val="v5.2.9"/>
</p:tagLst>
</file>

<file path=ppt/tags/tag59.xml><?xml version="1.0" encoding="utf-8"?>
<p:tagLst xmlns:a="http://schemas.openxmlformats.org/drawingml/2006/main" xmlns:r="http://schemas.openxmlformats.org/officeDocument/2006/relationships" xmlns:p="http://schemas.openxmlformats.org/presentationml/2006/main">
  <p:tag name="PA" val="v5.2.9"/>
</p:tagLst>
</file>

<file path=ppt/tags/tag60.xml><?xml version="1.0" encoding="utf-8"?>
<p:tagLst xmlns:a="http://schemas.openxmlformats.org/drawingml/2006/main" xmlns:r="http://schemas.openxmlformats.org/officeDocument/2006/relationships" xmlns:p="http://schemas.openxmlformats.org/presentationml/2006/main">
  <p:tag name="PA" val="v5.2.9"/>
</p:tagLst>
</file>

<file path=ppt/tags/tag61.xml><?xml version="1.0" encoding="utf-8"?>
<p:tagLst xmlns:a="http://schemas.openxmlformats.org/drawingml/2006/main" xmlns:r="http://schemas.openxmlformats.org/officeDocument/2006/relationships" xmlns:p="http://schemas.openxmlformats.org/presentationml/2006/main">
  <p:tag name="PA" val="v5.2.9"/>
</p:tagLst>
</file>

<file path=ppt/tags/tag62.xml><?xml version="1.0" encoding="utf-8"?>
<p:tagLst xmlns:a="http://schemas.openxmlformats.org/drawingml/2006/main" xmlns:r="http://schemas.openxmlformats.org/officeDocument/2006/relationships" xmlns:p="http://schemas.openxmlformats.org/presentationml/2006/main">
  <p:tag name="PA" val="v5.2.9"/>
</p:tagLst>
</file>

<file path=ppt/tags/tag63.xml><?xml version="1.0" encoding="utf-8"?>
<p:tagLst xmlns:a="http://schemas.openxmlformats.org/drawingml/2006/main" xmlns:r="http://schemas.openxmlformats.org/officeDocument/2006/relationships" xmlns:p="http://schemas.openxmlformats.org/presentationml/2006/main">
  <p:tag name="PA" val="v5.2.9"/>
</p:tagLst>
</file>

<file path=ppt/tags/tag64.xml><?xml version="1.0" encoding="utf-8"?>
<p:tagLst xmlns:a="http://schemas.openxmlformats.org/drawingml/2006/main" xmlns:r="http://schemas.openxmlformats.org/officeDocument/2006/relationships" xmlns:p="http://schemas.openxmlformats.org/presentationml/2006/main">
  <p:tag name="PA" val="v5.2.9"/>
</p:tagLst>
</file>

<file path=ppt/tags/tag65.xml><?xml version="1.0" encoding="utf-8"?>
<p:tagLst xmlns:a="http://schemas.openxmlformats.org/drawingml/2006/main" xmlns:r="http://schemas.openxmlformats.org/officeDocument/2006/relationships" xmlns:p="http://schemas.openxmlformats.org/presentationml/2006/main">
  <p:tag name="PA" val="v5.2.9"/>
</p:tagLst>
</file>

<file path=ppt/tags/tag66.xml><?xml version="1.0" encoding="utf-8"?>
<p:tagLst xmlns:a="http://schemas.openxmlformats.org/drawingml/2006/main" xmlns:r="http://schemas.openxmlformats.org/officeDocument/2006/relationships" xmlns:p="http://schemas.openxmlformats.org/presentationml/2006/main">
  <p:tag name="PA" val="v5.2.9"/>
</p:tagLst>
</file>

<file path=ppt/tags/tag67.xml><?xml version="1.0" encoding="utf-8"?>
<p:tagLst xmlns:a="http://schemas.openxmlformats.org/drawingml/2006/main" xmlns:r="http://schemas.openxmlformats.org/officeDocument/2006/relationships" xmlns:p="http://schemas.openxmlformats.org/presentationml/2006/main">
  <p:tag name="PA" val="v5.2.9"/>
</p:tagLst>
</file>

<file path=ppt/tags/tag68.xml><?xml version="1.0" encoding="utf-8"?>
<p:tagLst xmlns:a="http://schemas.openxmlformats.org/drawingml/2006/main" xmlns:r="http://schemas.openxmlformats.org/officeDocument/2006/relationships" xmlns:p="http://schemas.openxmlformats.org/presentationml/2006/main">
  <p:tag name="PA" val="v5.2.9"/>
</p:tagLst>
</file>

<file path=ppt/tags/tag69.xml><?xml version="1.0" encoding="utf-8"?>
<p:tagLst xmlns:a="http://schemas.openxmlformats.org/drawingml/2006/main" xmlns:r="http://schemas.openxmlformats.org/officeDocument/2006/relationships" xmlns:p="http://schemas.openxmlformats.org/presentationml/2006/main">
  <p:tag name="PA" val="v5.2.9"/>
</p:tagLst>
</file>

<file path=ppt/tags/tag70.xml><?xml version="1.0" encoding="utf-8"?>
<p:tagLst xmlns:a="http://schemas.openxmlformats.org/drawingml/2006/main" xmlns:r="http://schemas.openxmlformats.org/officeDocument/2006/relationships" xmlns:p="http://schemas.openxmlformats.org/presentationml/2006/main">
  <p:tag name="PA" val="v5.2.9"/>
</p:tagLst>
</file>

<file path=ppt/tags/tag71.xml><?xml version="1.0" encoding="utf-8"?>
<p:tagLst xmlns:a="http://schemas.openxmlformats.org/drawingml/2006/main" xmlns:r="http://schemas.openxmlformats.org/officeDocument/2006/relationships" xmlns:p="http://schemas.openxmlformats.org/presentationml/2006/main">
  <p:tag name="PA" val="v5.2.9"/>
</p:tagLst>
</file>

<file path=ppt/tags/tag72.xml><?xml version="1.0" encoding="utf-8"?>
<p:tagLst xmlns:a="http://schemas.openxmlformats.org/drawingml/2006/main" xmlns:r="http://schemas.openxmlformats.org/officeDocument/2006/relationships" xmlns:p="http://schemas.openxmlformats.org/presentationml/2006/main">
  <p:tag name="PA" val="v5.2.9"/>
</p:tagLst>
</file>

<file path=ppt/tags/tag73.xml><?xml version="1.0" encoding="utf-8"?>
<p:tagLst xmlns:a="http://schemas.openxmlformats.org/drawingml/2006/main" xmlns:r="http://schemas.openxmlformats.org/officeDocument/2006/relationships" xmlns:p="http://schemas.openxmlformats.org/presentationml/2006/main">
  <p:tag name="PA" val="v5.2.9"/>
</p:tagLst>
</file>

<file path=ppt/tags/tag74.xml><?xml version="1.0" encoding="utf-8"?>
<p:tagLst xmlns:a="http://schemas.openxmlformats.org/drawingml/2006/main" xmlns:r="http://schemas.openxmlformats.org/officeDocument/2006/relationships" xmlns:p="http://schemas.openxmlformats.org/presentationml/2006/main">
  <p:tag name="PA" val="v5.2.9"/>
</p:tagLst>
</file>

<file path=ppt/tags/tag75.xml><?xml version="1.0" encoding="utf-8"?>
<p:tagLst xmlns:a="http://schemas.openxmlformats.org/drawingml/2006/main" xmlns:r="http://schemas.openxmlformats.org/officeDocument/2006/relationships" xmlns:p="http://schemas.openxmlformats.org/presentationml/2006/main">
  <p:tag name="PA" val="v5.2.9"/>
</p:tagLst>
</file>

<file path=ppt/tags/tag76.xml><?xml version="1.0" encoding="utf-8"?>
<p:tagLst xmlns:a="http://schemas.openxmlformats.org/drawingml/2006/main" xmlns:r="http://schemas.openxmlformats.org/officeDocument/2006/relationships" xmlns:p="http://schemas.openxmlformats.org/presentationml/2006/main">
  <p:tag name="PA" val="v5.2.9"/>
</p:tagLst>
</file>

<file path=ppt/tags/tag77.xml><?xml version="1.0" encoding="utf-8"?>
<p:tagLst xmlns:a="http://schemas.openxmlformats.org/drawingml/2006/main" xmlns:r="http://schemas.openxmlformats.org/officeDocument/2006/relationships" xmlns:p="http://schemas.openxmlformats.org/presentationml/2006/main">
  <p:tag name="PA" val="v5.2.9"/>
</p:tagLst>
</file>

<file path=ppt/tags/tag78.xml><?xml version="1.0" encoding="utf-8"?>
<p:tagLst xmlns:a="http://schemas.openxmlformats.org/drawingml/2006/main" xmlns:r="http://schemas.openxmlformats.org/officeDocument/2006/relationships" xmlns:p="http://schemas.openxmlformats.org/presentationml/2006/main">
  <p:tag name="PA" val="v5.2.9"/>
</p:tagLst>
</file>

<file path=ppt/tags/tag79.xml><?xml version="1.0" encoding="utf-8"?>
<p:tagLst xmlns:a="http://schemas.openxmlformats.org/drawingml/2006/main" xmlns:r="http://schemas.openxmlformats.org/officeDocument/2006/relationships" xmlns:p="http://schemas.openxmlformats.org/presentationml/2006/main">
  <p:tag name="PA" val="v5.2.9"/>
</p:tagLst>
</file>

<file path=ppt/tags/tag80.xml><?xml version="1.0" encoding="utf-8"?>
<p:tagLst xmlns:a="http://schemas.openxmlformats.org/drawingml/2006/main" xmlns:r="http://schemas.openxmlformats.org/officeDocument/2006/relationships" xmlns:p="http://schemas.openxmlformats.org/presentationml/2006/main">
  <p:tag name="PA" val="v5.2.9"/>
</p:tagLst>
</file>

<file path=ppt/tags/tag81.xml><?xml version="1.0" encoding="utf-8"?>
<p:tagLst xmlns:a="http://schemas.openxmlformats.org/drawingml/2006/main" xmlns:r="http://schemas.openxmlformats.org/officeDocument/2006/relationships" xmlns:p="http://schemas.openxmlformats.org/presentationml/2006/main">
  <p:tag name="PA" val="v5.2.9"/>
</p:tagLst>
</file>

<file path=ppt/tags/tag82.xml><?xml version="1.0" encoding="utf-8"?>
<p:tagLst xmlns:a="http://schemas.openxmlformats.org/drawingml/2006/main" xmlns:r="http://schemas.openxmlformats.org/officeDocument/2006/relationships" xmlns:p="http://schemas.openxmlformats.org/presentationml/2006/main">
  <p:tag name="PA" val="v5.2.9"/>
</p:tagLst>
</file>

<file path=ppt/tags/tag83.xml><?xml version="1.0" encoding="utf-8"?>
<p:tagLst xmlns:a="http://schemas.openxmlformats.org/drawingml/2006/main" xmlns:r="http://schemas.openxmlformats.org/officeDocument/2006/relationships" xmlns:p="http://schemas.openxmlformats.org/presentationml/2006/main">
  <p:tag name="PA" val="v5.2.9"/>
</p:tagLst>
</file>

<file path=ppt/tags/tag84.xml><?xml version="1.0" encoding="utf-8"?>
<p:tagLst xmlns:a="http://schemas.openxmlformats.org/drawingml/2006/main" xmlns:r="http://schemas.openxmlformats.org/officeDocument/2006/relationships" xmlns:p="http://schemas.openxmlformats.org/presentationml/2006/main">
  <p:tag name="PA" val="v5.2.9"/>
</p:tagLst>
</file>

<file path=ppt/tags/tag85.xml><?xml version="1.0" encoding="utf-8"?>
<p:tagLst xmlns:a="http://schemas.openxmlformats.org/drawingml/2006/main" xmlns:r="http://schemas.openxmlformats.org/officeDocument/2006/relationships" xmlns:p="http://schemas.openxmlformats.org/presentationml/2006/main">
  <p:tag name="PA" val="v5.2.9"/>
</p:tagLst>
</file>

<file path=ppt/tags/tag86.xml><?xml version="1.0" encoding="utf-8"?>
<p:tagLst xmlns:a="http://schemas.openxmlformats.org/drawingml/2006/main" xmlns:r="http://schemas.openxmlformats.org/officeDocument/2006/relationships" xmlns:p="http://schemas.openxmlformats.org/presentationml/2006/main">
  <p:tag name="PA" val="v5.2.9"/>
</p:tagLst>
</file>

<file path=ppt/tags/tag87.xml><?xml version="1.0" encoding="utf-8"?>
<p:tagLst xmlns:a="http://schemas.openxmlformats.org/drawingml/2006/main" xmlns:r="http://schemas.openxmlformats.org/officeDocument/2006/relationships" xmlns:p="http://schemas.openxmlformats.org/presentationml/2006/main">
  <p:tag name="PA" val="v5.2.9"/>
</p:tagLst>
</file>

<file path=ppt/tags/tag88.xml><?xml version="1.0" encoding="utf-8"?>
<p:tagLst xmlns:a="http://schemas.openxmlformats.org/drawingml/2006/main" xmlns:r="http://schemas.openxmlformats.org/officeDocument/2006/relationships" xmlns:p="http://schemas.openxmlformats.org/presentationml/2006/main">
  <p:tag name="PA" val="v5.2.9"/>
</p:tagLst>
</file>

<file path=ppt/tags/tag89.xml><?xml version="1.0" encoding="utf-8"?>
<p:tagLst xmlns:a="http://schemas.openxmlformats.org/drawingml/2006/main" xmlns:r="http://schemas.openxmlformats.org/officeDocument/2006/relationships" xmlns:p="http://schemas.openxmlformats.org/presentationml/2006/main">
  <p:tag name="PA" val="v5.2.9"/>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857</TotalTime>
  <Words>2986</Words>
  <Application>Microsoft Office PowerPoint</Application>
  <PresentationFormat>宽屏</PresentationFormat>
  <Paragraphs>290</Paragraphs>
  <Slides>35</Slides>
  <Notes>7</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35</vt:i4>
      </vt:variant>
    </vt:vector>
  </HeadingPairs>
  <TitlesOfParts>
    <vt:vector size="56" baseType="lpstr">
      <vt:lpstr>Avenir Light</vt:lpstr>
      <vt:lpstr>Didot</vt:lpstr>
      <vt:lpstr>FZZhengHeiS-DB-GB</vt:lpstr>
      <vt:lpstr>Microsoft YaHei Light</vt:lpstr>
      <vt:lpstr>OPPOSans R</vt:lpstr>
      <vt:lpstr>Source Han Sans CN Light</vt:lpstr>
      <vt:lpstr>Source Han Serif CN</vt:lpstr>
      <vt:lpstr>Source Han Serif CN Heavy</vt:lpstr>
      <vt:lpstr>Source Han Serif CN SemiBold</vt:lpstr>
      <vt:lpstr>阿里巴巴普惠体 L</vt:lpstr>
      <vt:lpstr>等线</vt:lpstr>
      <vt:lpstr>思源黑体 CN Light</vt:lpstr>
      <vt:lpstr>思源黑体 CN Normal</vt:lpstr>
      <vt:lpstr>Microsoft YaHei</vt:lpstr>
      <vt:lpstr>Arial</vt:lpstr>
      <vt:lpstr>Calibri</vt:lpstr>
      <vt:lpstr>Calibri Light</vt:lpstr>
      <vt:lpstr>Segoe UI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隋明哲</dc:creator>
  <cp:lastModifiedBy>Hu J</cp:lastModifiedBy>
  <cp:revision>108</cp:revision>
  <dcterms:created xsi:type="dcterms:W3CDTF">2020-09-14T02:46:55Z</dcterms:created>
  <dcterms:modified xsi:type="dcterms:W3CDTF">2022-07-05T19:44:56Z</dcterms:modified>
</cp:coreProperties>
</file>