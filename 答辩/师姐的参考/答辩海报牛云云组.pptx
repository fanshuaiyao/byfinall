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5122525" cy="21386800"/>
  <p:notesSz cx="6858000" cy="9144000"/>
  <p:custDataLst>
    <p:tags r:id="rId4"/>
  </p:custDataLst>
  <p:defaultTextStyle>
    <a:defPPr>
      <a:defRPr lang="zh-CN"/>
    </a:defPPr>
    <a:lvl1pPr marL="0" algn="l" defTabSz="2085975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1pPr>
    <a:lvl2pPr marL="1043305" algn="l" defTabSz="2085975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2pPr>
    <a:lvl3pPr marL="2085975" algn="l" defTabSz="2085975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3pPr>
    <a:lvl4pPr marL="3129280" algn="l" defTabSz="2085975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4pPr>
    <a:lvl5pPr marL="4172585" algn="l" defTabSz="2085975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5pPr>
    <a:lvl6pPr marL="5215255" algn="l" defTabSz="2085975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6pPr>
    <a:lvl7pPr marL="6258560" algn="l" defTabSz="2085975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7pPr>
    <a:lvl8pPr marL="7301865" algn="l" defTabSz="2085975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8pPr>
    <a:lvl9pPr marL="8344535" algn="l" defTabSz="2085975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6">
          <p15:clr>
            <a:srgbClr val="A4A3A4"/>
          </p15:clr>
        </p15:guide>
        <p15:guide id="2" pos="47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0301"/>
    <a:srgbClr val="FD0301"/>
    <a:srgbClr val="004E97"/>
    <a:srgbClr val="B92907"/>
    <a:srgbClr val="FFFFFF"/>
    <a:srgbClr val="990000"/>
    <a:srgbClr val="0051CC"/>
    <a:srgbClr val="0070F6"/>
    <a:srgbClr val="004E33"/>
    <a:srgbClr val="004C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5244" autoAdjust="0"/>
  </p:normalViewPr>
  <p:slideViewPr>
    <p:cSldViewPr>
      <p:cViewPr varScale="1">
        <p:scale>
          <a:sx n="29" d="100"/>
          <a:sy n="29" d="100"/>
        </p:scale>
        <p:origin x="2225" y="96"/>
      </p:cViewPr>
      <p:guideLst>
        <p:guide orient="horz" pos="6736"/>
        <p:guide pos="47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7915" y="1143000"/>
            <a:ext cx="218217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34190" y="6643771"/>
            <a:ext cx="12854146" cy="45843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68379" y="12119186"/>
            <a:ext cx="10585768" cy="54655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043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085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12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172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2152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258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301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344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3B0D-9B2E-4A6D-A3C2-F577259D5B81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B7759-1581-4490-9224-C14D68A9F1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3B0D-9B2E-4A6D-A3C2-F577259D5B81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B7759-1581-4490-9224-C14D68A9F1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4575" y="13743001"/>
            <a:ext cx="12854146" cy="4247656"/>
          </a:xfrm>
        </p:spPr>
        <p:txBody>
          <a:bodyPr anchor="t"/>
          <a:lstStyle>
            <a:lvl1pPr algn="l">
              <a:defRPr sz="91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94575" y="9064640"/>
            <a:ext cx="12854146" cy="4678361"/>
          </a:xfrm>
        </p:spPr>
        <p:txBody>
          <a:bodyPr anchor="b"/>
          <a:lstStyle>
            <a:lvl1pPr marL="0" indent="0">
              <a:buNone/>
              <a:defRPr sz="4600">
                <a:solidFill>
                  <a:schemeClr val="tx1">
                    <a:tint val="75000"/>
                  </a:schemeClr>
                </a:solidFill>
              </a:defRPr>
            </a:lvl1pPr>
            <a:lvl2pPr marL="1043305" indent="0">
              <a:buNone/>
              <a:defRPr sz="4100">
                <a:solidFill>
                  <a:schemeClr val="tx1">
                    <a:tint val="75000"/>
                  </a:schemeClr>
                </a:solidFill>
              </a:defRPr>
            </a:lvl2pPr>
            <a:lvl3pPr marL="2085975" indent="0">
              <a:buNone/>
              <a:defRPr sz="3700">
                <a:solidFill>
                  <a:schemeClr val="tx1">
                    <a:tint val="75000"/>
                  </a:schemeClr>
                </a:solidFill>
              </a:defRPr>
            </a:lvl3pPr>
            <a:lvl4pPr marL="31292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4172585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5215255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625856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7301865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8344535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3B0D-9B2E-4A6D-A3C2-F577259D5B81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B7759-1581-4490-9224-C14D68A9F1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49710" y="15559889"/>
            <a:ext cx="11129234" cy="44016211"/>
          </a:xfrm>
        </p:spPr>
        <p:txBody>
          <a:bodyPr/>
          <a:lstStyle>
            <a:lvl1pPr>
              <a:defRPr sz="6400"/>
            </a:lvl1pPr>
            <a:lvl2pPr>
              <a:defRPr sz="5500"/>
            </a:lvl2pPr>
            <a:lvl3pPr>
              <a:defRPr sz="4600"/>
            </a:lvl3pPr>
            <a:lvl4pPr>
              <a:defRPr sz="4100"/>
            </a:lvl4pPr>
            <a:lvl5pPr>
              <a:defRPr sz="4100"/>
            </a:lvl5pPr>
            <a:lvl6pPr>
              <a:defRPr sz="4100"/>
            </a:lvl6pPr>
            <a:lvl7pPr>
              <a:defRPr sz="4100"/>
            </a:lvl7pPr>
            <a:lvl8pPr>
              <a:defRPr sz="4100"/>
            </a:lvl8pPr>
            <a:lvl9pPr>
              <a:defRPr sz="4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630985" y="15559889"/>
            <a:ext cx="11129232" cy="44016211"/>
          </a:xfrm>
        </p:spPr>
        <p:txBody>
          <a:bodyPr/>
          <a:lstStyle>
            <a:lvl1pPr>
              <a:defRPr sz="6400"/>
            </a:lvl1pPr>
            <a:lvl2pPr>
              <a:defRPr sz="5500"/>
            </a:lvl2pPr>
            <a:lvl3pPr>
              <a:defRPr sz="4600"/>
            </a:lvl3pPr>
            <a:lvl4pPr>
              <a:defRPr sz="4100"/>
            </a:lvl4pPr>
            <a:lvl5pPr>
              <a:defRPr sz="4100"/>
            </a:lvl5pPr>
            <a:lvl6pPr>
              <a:defRPr sz="4100"/>
            </a:lvl6pPr>
            <a:lvl7pPr>
              <a:defRPr sz="4100"/>
            </a:lvl7pPr>
            <a:lvl8pPr>
              <a:defRPr sz="4100"/>
            </a:lvl8pPr>
            <a:lvl9pPr>
              <a:defRPr sz="4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3B0D-9B2E-4A6D-A3C2-F577259D5B81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B7759-1581-4490-9224-C14D68A9F1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6126" y="856464"/>
            <a:ext cx="13610273" cy="3564467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56126" y="4787278"/>
            <a:ext cx="6681741" cy="1995110"/>
          </a:xfrm>
        </p:spPr>
        <p:txBody>
          <a:bodyPr anchor="b"/>
          <a:lstStyle>
            <a:lvl1pPr marL="0" indent="0">
              <a:buNone/>
              <a:defRPr sz="5500" b="1"/>
            </a:lvl1pPr>
            <a:lvl2pPr marL="1043305" indent="0">
              <a:buNone/>
              <a:defRPr sz="4600" b="1"/>
            </a:lvl2pPr>
            <a:lvl3pPr marL="2085975" indent="0">
              <a:buNone/>
              <a:defRPr sz="4100" b="1"/>
            </a:lvl3pPr>
            <a:lvl4pPr marL="3129280" indent="0">
              <a:buNone/>
              <a:defRPr sz="3700" b="1"/>
            </a:lvl4pPr>
            <a:lvl5pPr marL="4172585" indent="0">
              <a:buNone/>
              <a:defRPr sz="3700" b="1"/>
            </a:lvl5pPr>
            <a:lvl6pPr marL="5215255" indent="0">
              <a:buNone/>
              <a:defRPr sz="3700" b="1"/>
            </a:lvl6pPr>
            <a:lvl7pPr marL="6258560" indent="0">
              <a:buNone/>
              <a:defRPr sz="3700" b="1"/>
            </a:lvl7pPr>
            <a:lvl8pPr marL="7301865" indent="0">
              <a:buNone/>
              <a:defRPr sz="3700" b="1"/>
            </a:lvl8pPr>
            <a:lvl9pPr marL="8344535" indent="0">
              <a:buNone/>
              <a:defRPr sz="3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56126" y="6782388"/>
            <a:ext cx="6681741" cy="12322165"/>
          </a:xfrm>
        </p:spPr>
        <p:txBody>
          <a:bodyPr/>
          <a:lstStyle>
            <a:lvl1pPr>
              <a:defRPr sz="5500"/>
            </a:lvl1pPr>
            <a:lvl2pPr>
              <a:defRPr sz="4600"/>
            </a:lvl2pPr>
            <a:lvl3pPr>
              <a:defRPr sz="4100"/>
            </a:lvl3pPr>
            <a:lvl4pPr>
              <a:defRPr sz="3700"/>
            </a:lvl4pPr>
            <a:lvl5pPr>
              <a:defRPr sz="3700"/>
            </a:lvl5pPr>
            <a:lvl6pPr>
              <a:defRPr sz="3700"/>
            </a:lvl6pPr>
            <a:lvl7pPr>
              <a:defRPr sz="3700"/>
            </a:lvl7pPr>
            <a:lvl8pPr>
              <a:defRPr sz="3700"/>
            </a:lvl8pPr>
            <a:lvl9pPr>
              <a:defRPr sz="3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682034" y="4787278"/>
            <a:ext cx="6684366" cy="1995110"/>
          </a:xfrm>
        </p:spPr>
        <p:txBody>
          <a:bodyPr anchor="b"/>
          <a:lstStyle>
            <a:lvl1pPr marL="0" indent="0">
              <a:buNone/>
              <a:defRPr sz="5500" b="1"/>
            </a:lvl1pPr>
            <a:lvl2pPr marL="1043305" indent="0">
              <a:buNone/>
              <a:defRPr sz="4600" b="1"/>
            </a:lvl2pPr>
            <a:lvl3pPr marL="2085975" indent="0">
              <a:buNone/>
              <a:defRPr sz="4100" b="1"/>
            </a:lvl3pPr>
            <a:lvl4pPr marL="3129280" indent="0">
              <a:buNone/>
              <a:defRPr sz="3700" b="1"/>
            </a:lvl4pPr>
            <a:lvl5pPr marL="4172585" indent="0">
              <a:buNone/>
              <a:defRPr sz="3700" b="1"/>
            </a:lvl5pPr>
            <a:lvl6pPr marL="5215255" indent="0">
              <a:buNone/>
              <a:defRPr sz="3700" b="1"/>
            </a:lvl6pPr>
            <a:lvl7pPr marL="6258560" indent="0">
              <a:buNone/>
              <a:defRPr sz="3700" b="1"/>
            </a:lvl7pPr>
            <a:lvl8pPr marL="7301865" indent="0">
              <a:buNone/>
              <a:defRPr sz="3700" b="1"/>
            </a:lvl8pPr>
            <a:lvl9pPr marL="8344535" indent="0">
              <a:buNone/>
              <a:defRPr sz="3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682034" y="6782388"/>
            <a:ext cx="6684366" cy="12322165"/>
          </a:xfrm>
        </p:spPr>
        <p:txBody>
          <a:bodyPr/>
          <a:lstStyle>
            <a:lvl1pPr>
              <a:defRPr sz="5500"/>
            </a:lvl1pPr>
            <a:lvl2pPr>
              <a:defRPr sz="4600"/>
            </a:lvl2pPr>
            <a:lvl3pPr>
              <a:defRPr sz="4100"/>
            </a:lvl3pPr>
            <a:lvl4pPr>
              <a:defRPr sz="3700"/>
            </a:lvl4pPr>
            <a:lvl5pPr>
              <a:defRPr sz="3700"/>
            </a:lvl5pPr>
            <a:lvl6pPr>
              <a:defRPr sz="3700"/>
            </a:lvl6pPr>
            <a:lvl7pPr>
              <a:defRPr sz="3700"/>
            </a:lvl7pPr>
            <a:lvl8pPr>
              <a:defRPr sz="3700"/>
            </a:lvl8pPr>
            <a:lvl9pPr>
              <a:defRPr sz="3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3B0D-9B2E-4A6D-A3C2-F577259D5B81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B7759-1581-4490-9224-C14D68A9F1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3B0D-9B2E-4A6D-A3C2-F577259D5B81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B7759-1581-4490-9224-C14D68A9F1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3B0D-9B2E-4A6D-A3C2-F577259D5B81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B7759-1581-4490-9224-C14D68A9F1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6127" y="851512"/>
            <a:ext cx="4975207" cy="3623874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12487" y="851513"/>
            <a:ext cx="8453912" cy="18253041"/>
          </a:xfrm>
        </p:spPr>
        <p:txBody>
          <a:bodyPr/>
          <a:lstStyle>
            <a:lvl1pPr>
              <a:defRPr sz="7300"/>
            </a:lvl1pPr>
            <a:lvl2pPr>
              <a:defRPr sz="6400"/>
            </a:lvl2pPr>
            <a:lvl3pPr>
              <a:defRPr sz="5500"/>
            </a:lvl3pPr>
            <a:lvl4pPr>
              <a:defRPr sz="4600"/>
            </a:lvl4pPr>
            <a:lvl5pPr>
              <a:defRPr sz="4600"/>
            </a:lvl5pPr>
            <a:lvl6pPr>
              <a:defRPr sz="4600"/>
            </a:lvl6pPr>
            <a:lvl7pPr>
              <a:defRPr sz="4600"/>
            </a:lvl7pPr>
            <a:lvl8pPr>
              <a:defRPr sz="4600"/>
            </a:lvl8pPr>
            <a:lvl9pPr>
              <a:defRPr sz="4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6127" y="4475387"/>
            <a:ext cx="4975207" cy="14629167"/>
          </a:xfrm>
        </p:spPr>
        <p:txBody>
          <a:bodyPr/>
          <a:lstStyle>
            <a:lvl1pPr marL="0" indent="0">
              <a:buNone/>
              <a:defRPr sz="3200"/>
            </a:lvl1pPr>
            <a:lvl2pPr marL="1043305" indent="0">
              <a:buNone/>
              <a:defRPr sz="2700"/>
            </a:lvl2pPr>
            <a:lvl3pPr marL="2085975" indent="0">
              <a:buNone/>
              <a:defRPr sz="2300"/>
            </a:lvl3pPr>
            <a:lvl4pPr marL="3129280" indent="0">
              <a:buNone/>
              <a:defRPr sz="2100"/>
            </a:lvl4pPr>
            <a:lvl5pPr marL="4172585" indent="0">
              <a:buNone/>
              <a:defRPr sz="2100"/>
            </a:lvl5pPr>
            <a:lvl6pPr marL="5215255" indent="0">
              <a:buNone/>
              <a:defRPr sz="2100"/>
            </a:lvl6pPr>
            <a:lvl7pPr marL="6258560" indent="0">
              <a:buNone/>
              <a:defRPr sz="2100"/>
            </a:lvl7pPr>
            <a:lvl8pPr marL="7301865" indent="0">
              <a:buNone/>
              <a:defRPr sz="2100"/>
            </a:lvl8pPr>
            <a:lvl9pPr marL="8344535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3B0D-9B2E-4A6D-A3C2-F577259D5B81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B7759-1581-4490-9224-C14D68A9F1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64121" y="14970760"/>
            <a:ext cx="9073515" cy="1767383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64121" y="1910950"/>
            <a:ext cx="9073515" cy="12832080"/>
          </a:xfrm>
        </p:spPr>
        <p:txBody>
          <a:bodyPr/>
          <a:lstStyle>
            <a:lvl1pPr marL="0" indent="0">
              <a:buNone/>
              <a:defRPr sz="7300"/>
            </a:lvl1pPr>
            <a:lvl2pPr marL="1043305" indent="0">
              <a:buNone/>
              <a:defRPr sz="6400"/>
            </a:lvl2pPr>
            <a:lvl3pPr marL="2085975" indent="0">
              <a:buNone/>
              <a:defRPr sz="5500"/>
            </a:lvl3pPr>
            <a:lvl4pPr marL="3129280" indent="0">
              <a:buNone/>
              <a:defRPr sz="4600"/>
            </a:lvl4pPr>
            <a:lvl5pPr marL="4172585" indent="0">
              <a:buNone/>
              <a:defRPr sz="4600"/>
            </a:lvl5pPr>
            <a:lvl6pPr marL="5215255" indent="0">
              <a:buNone/>
              <a:defRPr sz="4600"/>
            </a:lvl6pPr>
            <a:lvl7pPr marL="6258560" indent="0">
              <a:buNone/>
              <a:defRPr sz="4600"/>
            </a:lvl7pPr>
            <a:lvl8pPr marL="7301865" indent="0">
              <a:buNone/>
              <a:defRPr sz="4600"/>
            </a:lvl8pPr>
            <a:lvl9pPr marL="8344535" indent="0">
              <a:buNone/>
              <a:defRPr sz="46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964121" y="16738143"/>
            <a:ext cx="9073515" cy="2509977"/>
          </a:xfrm>
        </p:spPr>
        <p:txBody>
          <a:bodyPr/>
          <a:lstStyle>
            <a:lvl1pPr marL="0" indent="0">
              <a:buNone/>
              <a:defRPr sz="3200"/>
            </a:lvl1pPr>
            <a:lvl2pPr marL="1043305" indent="0">
              <a:buNone/>
              <a:defRPr sz="2700"/>
            </a:lvl2pPr>
            <a:lvl3pPr marL="2085975" indent="0">
              <a:buNone/>
              <a:defRPr sz="2300"/>
            </a:lvl3pPr>
            <a:lvl4pPr marL="3129280" indent="0">
              <a:buNone/>
              <a:defRPr sz="2100"/>
            </a:lvl4pPr>
            <a:lvl5pPr marL="4172585" indent="0">
              <a:buNone/>
              <a:defRPr sz="2100"/>
            </a:lvl5pPr>
            <a:lvl6pPr marL="5215255" indent="0">
              <a:buNone/>
              <a:defRPr sz="2100"/>
            </a:lvl6pPr>
            <a:lvl7pPr marL="6258560" indent="0">
              <a:buNone/>
              <a:defRPr sz="2100"/>
            </a:lvl7pPr>
            <a:lvl8pPr marL="7301865" indent="0">
              <a:buNone/>
              <a:defRPr sz="2100"/>
            </a:lvl8pPr>
            <a:lvl9pPr marL="8344535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3B0D-9B2E-4A6D-A3C2-F577259D5B81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B7759-1581-4490-9224-C14D68A9F1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3B0D-9B2E-4A6D-A3C2-F577259D5B81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B7759-1581-4490-9224-C14D68A9F1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8133903" y="2673351"/>
            <a:ext cx="5626314" cy="56902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49709" y="2673351"/>
            <a:ext cx="16632153" cy="56902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3B0D-9B2E-4A6D-A3C2-F577259D5B81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B7759-1581-4490-9224-C14D68A9F1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56126" y="856464"/>
            <a:ext cx="13610273" cy="3564467"/>
          </a:xfrm>
          <a:prstGeom prst="rect">
            <a:avLst/>
          </a:prstGeom>
        </p:spPr>
        <p:txBody>
          <a:bodyPr vert="horz" lIns="208620" tIns="104310" rIns="208620" bIns="10431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56126" y="4990255"/>
            <a:ext cx="13610273" cy="14114299"/>
          </a:xfrm>
          <a:prstGeom prst="rect">
            <a:avLst/>
          </a:prstGeom>
        </p:spPr>
        <p:txBody>
          <a:bodyPr vert="horz" lIns="208620" tIns="104310" rIns="208620" bIns="10431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56126" y="19822397"/>
            <a:ext cx="3528589" cy="1138649"/>
          </a:xfrm>
          <a:prstGeom prst="rect">
            <a:avLst/>
          </a:prstGeom>
        </p:spPr>
        <p:txBody>
          <a:bodyPr vert="horz" lIns="208620" tIns="104310" rIns="208620" bIns="10431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23B0D-9B2E-4A6D-A3C2-F577259D5B81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166863" y="19822397"/>
            <a:ext cx="4788800" cy="1138649"/>
          </a:xfrm>
          <a:prstGeom prst="rect">
            <a:avLst/>
          </a:prstGeom>
        </p:spPr>
        <p:txBody>
          <a:bodyPr vert="horz" lIns="208620" tIns="104310" rIns="208620" bIns="104310" rtlCol="0" anchor="ctr"/>
          <a:lstStyle>
            <a:lvl1pPr algn="ctr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837810" y="19822397"/>
            <a:ext cx="3528589" cy="1138649"/>
          </a:xfrm>
          <a:prstGeom prst="rect">
            <a:avLst/>
          </a:prstGeom>
        </p:spPr>
        <p:txBody>
          <a:bodyPr vert="horz" lIns="208620" tIns="104310" rIns="208620" bIns="104310" rtlCol="0" anchor="ctr"/>
          <a:lstStyle>
            <a:lvl1pPr algn="r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B7759-1581-4490-9224-C14D68A9F1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85975" rtl="0" eaLnBrk="1" latinLnBrk="0" hangingPunct="1">
        <a:spcBef>
          <a:spcPct val="0"/>
        </a:spcBef>
        <a:buNone/>
        <a:defRPr sz="10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82320" indent="-782320" algn="l" defTabSz="2085975" rtl="0" eaLnBrk="1" latinLnBrk="0" hangingPunct="1">
        <a:spcBef>
          <a:spcPct val="20000"/>
        </a:spcBef>
        <a:buFont typeface="Arial" panose="020B0604020202020204" pitchFamily="34" charset="0"/>
        <a:buChar char="•"/>
        <a:defRPr sz="7300" kern="1200">
          <a:solidFill>
            <a:schemeClr val="tx1"/>
          </a:solidFill>
          <a:latin typeface="+mn-lt"/>
          <a:ea typeface="+mn-ea"/>
          <a:cs typeface="+mn-cs"/>
        </a:defRPr>
      </a:lvl1pPr>
      <a:lvl2pPr marL="1694815" indent="-652145" algn="l" defTabSz="2085975" rtl="0" eaLnBrk="1" latinLnBrk="0" hangingPunct="1">
        <a:spcBef>
          <a:spcPct val="20000"/>
        </a:spcBef>
        <a:buFont typeface="Arial" panose="020B0604020202020204" pitchFamily="34" charset="0"/>
        <a:buChar char="–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2607945" indent="-521335" algn="l" defTabSz="2085975" rtl="0" eaLnBrk="1" latinLnBrk="0" hangingPunct="1">
        <a:spcBef>
          <a:spcPct val="20000"/>
        </a:spcBef>
        <a:buFont typeface="Arial" panose="020B0604020202020204" pitchFamily="34" charset="0"/>
        <a:buChar char="•"/>
        <a:defRPr sz="5500" kern="1200">
          <a:solidFill>
            <a:schemeClr val="tx1"/>
          </a:solidFill>
          <a:latin typeface="+mn-lt"/>
          <a:ea typeface="+mn-ea"/>
          <a:cs typeface="+mn-cs"/>
        </a:defRPr>
      </a:lvl3pPr>
      <a:lvl4pPr marL="3650615" indent="-521335" algn="l" defTabSz="2085975" rtl="0" eaLnBrk="1" latinLnBrk="0" hangingPunct="1">
        <a:spcBef>
          <a:spcPct val="20000"/>
        </a:spcBef>
        <a:buFont typeface="Arial" panose="020B0604020202020204" pitchFamily="34" charset="0"/>
        <a:buChar char="–"/>
        <a:defRPr sz="4600" kern="1200">
          <a:solidFill>
            <a:schemeClr val="tx1"/>
          </a:solidFill>
          <a:latin typeface="+mn-lt"/>
          <a:ea typeface="+mn-ea"/>
          <a:cs typeface="+mn-cs"/>
        </a:defRPr>
      </a:lvl4pPr>
      <a:lvl5pPr marL="4693920" indent="-521335" algn="l" defTabSz="2085975" rtl="0" eaLnBrk="1" latinLnBrk="0" hangingPunct="1">
        <a:spcBef>
          <a:spcPct val="20000"/>
        </a:spcBef>
        <a:buFont typeface="Arial" panose="020B0604020202020204" pitchFamily="34" charset="0"/>
        <a:buChar char="»"/>
        <a:defRPr sz="4600" kern="1200">
          <a:solidFill>
            <a:schemeClr val="tx1"/>
          </a:solidFill>
          <a:latin typeface="+mn-lt"/>
          <a:ea typeface="+mn-ea"/>
          <a:cs typeface="+mn-cs"/>
        </a:defRPr>
      </a:lvl5pPr>
      <a:lvl6pPr marL="5737225" indent="-521335" algn="l" defTabSz="2085975" rtl="0" eaLnBrk="1" latinLnBrk="0" hangingPunct="1">
        <a:spcBef>
          <a:spcPct val="20000"/>
        </a:spcBef>
        <a:buFont typeface="Arial" panose="020B0604020202020204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6pPr>
      <a:lvl7pPr marL="6779895" indent="-521335" algn="l" defTabSz="2085975" rtl="0" eaLnBrk="1" latinLnBrk="0" hangingPunct="1">
        <a:spcBef>
          <a:spcPct val="20000"/>
        </a:spcBef>
        <a:buFont typeface="Arial" panose="020B0604020202020204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7pPr>
      <a:lvl8pPr marL="7823200" indent="-521335" algn="l" defTabSz="2085975" rtl="0" eaLnBrk="1" latinLnBrk="0" hangingPunct="1">
        <a:spcBef>
          <a:spcPct val="20000"/>
        </a:spcBef>
        <a:buFont typeface="Arial" panose="020B0604020202020204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8pPr>
      <a:lvl9pPr marL="8866505" indent="-521335" algn="l" defTabSz="2085975" rtl="0" eaLnBrk="1" latinLnBrk="0" hangingPunct="1">
        <a:spcBef>
          <a:spcPct val="20000"/>
        </a:spcBef>
        <a:buFont typeface="Arial" panose="020B0604020202020204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085975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1pPr>
      <a:lvl2pPr marL="1043305" algn="l" defTabSz="2085975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2pPr>
      <a:lvl3pPr marL="2085975" algn="l" defTabSz="2085975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3pPr>
      <a:lvl4pPr marL="3129280" algn="l" defTabSz="2085975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4pPr>
      <a:lvl5pPr marL="4172585" algn="l" defTabSz="2085975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5pPr>
      <a:lvl6pPr marL="5215255" algn="l" defTabSz="2085975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6pPr>
      <a:lvl7pPr marL="6258560" algn="l" defTabSz="2085975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7pPr>
      <a:lvl8pPr marL="7301865" algn="l" defTabSz="2085975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8pPr>
      <a:lvl9pPr marL="8344535" algn="l" defTabSz="2085975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22525" cy="213868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62354" y="19207659"/>
            <a:ext cx="138114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时间：</a:t>
            </a: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2025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19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日  </a:t>
            </a:r>
            <a:r>
              <a:rPr lang="en-US" altLang="zh-CN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8:30</a:t>
            </a:r>
            <a:r>
              <a:rPr lang="en-US" altLang="zh-CN" sz="4000" b="1" kern="400" spc="-300" dirty="0">
                <a:latin typeface="楷体" panose="02010609060101010101" pitchFamily="49" charset="-122"/>
                <a:ea typeface="楷体" panose="02010609060101010101" pitchFamily="49" charset="-122"/>
              </a:rPr>
              <a:t> - </a:t>
            </a:r>
            <a:r>
              <a:rPr lang="en-US" altLang="zh-CN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12:00</a:t>
            </a:r>
          </a:p>
          <a:p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地点： 中国地质大学（北京）</a:t>
            </a: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教三楼</a:t>
            </a:r>
            <a:r>
              <a:rPr lang="en-US" altLang="zh-CN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204</a:t>
            </a: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会议室</a:t>
            </a:r>
            <a:r>
              <a:rPr lang="en-US" altLang="zh-CN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4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842666" y="20592204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中国地质大学（北京）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-1" y="420063"/>
            <a:ext cx="15122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信息工程学院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-1" y="1500183"/>
            <a:ext cx="15122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2025</a:t>
            </a:r>
            <a:r>
              <a:rPr lang="zh-CN" altLang="en-US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届硕士论文答辩会</a:t>
            </a:r>
          </a:p>
        </p:txBody>
      </p:sp>
      <p:sp>
        <p:nvSpPr>
          <p:cNvPr id="16" name="矩形 15"/>
          <p:cNvSpPr/>
          <p:nvPr/>
        </p:nvSpPr>
        <p:spPr>
          <a:xfrm>
            <a:off x="6837" y="9244445"/>
            <a:ext cx="1512252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>
              <a:lnSpc>
                <a:spcPct val="150000"/>
              </a:lnSpc>
            </a:pPr>
            <a:r>
              <a:rPr lang="zh-CN" altLang="en-US" sz="4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 答  辩  名  单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09" y="309095"/>
            <a:ext cx="2468364" cy="2533392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15C742-CF0E-EFE2-6655-19DE0442E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476741"/>
              </p:ext>
            </p:extLst>
          </p:nvPr>
        </p:nvGraphicFramePr>
        <p:xfrm>
          <a:off x="6994" y="10233476"/>
          <a:ext cx="15122523" cy="88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420">
                  <a:extLst>
                    <a:ext uri="{9D8B030D-6E8A-4147-A177-3AD203B41FA5}">
                      <a16:colId xmlns:a16="http://schemas.microsoft.com/office/drawing/2014/main" val="45689646"/>
                    </a:ext>
                  </a:extLst>
                </a:gridCol>
                <a:gridCol w="10081683">
                  <a:extLst>
                    <a:ext uri="{9D8B030D-6E8A-4147-A177-3AD203B41FA5}">
                      <a16:colId xmlns:a16="http://schemas.microsoft.com/office/drawing/2014/main" val="118787290"/>
                    </a:ext>
                  </a:extLst>
                </a:gridCol>
                <a:gridCol w="2520420">
                  <a:extLst>
                    <a:ext uri="{9D8B030D-6E8A-4147-A177-3AD203B41FA5}">
                      <a16:colId xmlns:a16="http://schemas.microsoft.com/office/drawing/2014/main" val="588998848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4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姓名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4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论文题目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4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导师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84104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40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徐泽彦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40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基于多层感知机的多目标车辆路径规划问题研究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4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牛云云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834409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40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张小豪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40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基于深度强化学习的非对称距离车辆路径规划问题研究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08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4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牛云云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00847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40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杨雨晴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40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突发公共卫生事件下航空运输网络弹性研究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08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4000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牛云云</a:t>
                      </a:r>
                      <a:endParaRPr lang="zh-CN" altLang="zh-CN" sz="40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808905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40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陈若妍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40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基于类激活映射的弱监督图像语义分割方法研究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08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4000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牛云云</a:t>
                      </a:r>
                      <a:endParaRPr lang="zh-CN" altLang="zh-CN" sz="40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984641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40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阮龙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40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基于对比学习的多尺度遥感图像检索研究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08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4000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牛云云</a:t>
                      </a:r>
                      <a:endParaRPr lang="zh-CN" altLang="zh-CN" sz="40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169176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40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郭天泽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40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基于</a:t>
                      </a:r>
                      <a:r>
                        <a:rPr lang="en-US" sz="40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ARM</a:t>
                      </a:r>
                      <a:r>
                        <a:rPr lang="zh-CN" sz="40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的操作系统实时性研究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08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4000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牛云云</a:t>
                      </a:r>
                      <a:endParaRPr lang="zh-CN" altLang="zh-CN" sz="40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026868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2768EC2-B60B-CF8C-FA20-F2A11CCE8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436866"/>
              </p:ext>
            </p:extLst>
          </p:nvPr>
        </p:nvGraphicFramePr>
        <p:xfrm>
          <a:off x="-2" y="2925208"/>
          <a:ext cx="15122525" cy="640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1497">
                  <a:extLst>
                    <a:ext uri="{9D8B030D-6E8A-4147-A177-3AD203B41FA5}">
                      <a16:colId xmlns:a16="http://schemas.microsoft.com/office/drawing/2014/main" val="1567114660"/>
                    </a:ext>
                  </a:extLst>
                </a:gridCol>
                <a:gridCol w="2264985">
                  <a:extLst>
                    <a:ext uri="{9D8B030D-6E8A-4147-A177-3AD203B41FA5}">
                      <a16:colId xmlns:a16="http://schemas.microsoft.com/office/drawing/2014/main" val="3080992032"/>
                    </a:ext>
                  </a:extLst>
                </a:gridCol>
                <a:gridCol w="2662498">
                  <a:extLst>
                    <a:ext uri="{9D8B030D-6E8A-4147-A177-3AD203B41FA5}">
                      <a16:colId xmlns:a16="http://schemas.microsoft.com/office/drawing/2014/main" val="617798502"/>
                    </a:ext>
                  </a:extLst>
                </a:gridCol>
                <a:gridCol w="5473545">
                  <a:extLst>
                    <a:ext uri="{9D8B030D-6E8A-4147-A177-3AD203B41FA5}">
                      <a16:colId xmlns:a16="http://schemas.microsoft.com/office/drawing/2014/main" val="4048321229"/>
                    </a:ext>
                  </a:extLst>
                </a:gridCol>
              </a:tblGrid>
              <a:tr h="9073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答辩委员会主席：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周长兵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教  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中国地质大学（北京）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348555"/>
                  </a:ext>
                </a:extLst>
              </a:tr>
              <a:tr h="9073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答辩委员会成员：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张玉清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085975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教  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中国地质大学（北京）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152175"/>
                  </a:ext>
                </a:extLst>
              </a:tr>
              <a:tr h="9073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b="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李  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085975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教  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zh-CN" sz="4100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中国地质大学（北京）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120346"/>
                  </a:ext>
                </a:extLst>
              </a:tr>
              <a:tr h="9073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b="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孙大为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085975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教  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中国地质大学（北京）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964488"/>
                  </a:ext>
                </a:extLst>
              </a:tr>
              <a:tr h="187125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b="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田帮森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副研究员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中国科学院空天信息创新研究院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814455"/>
                  </a:ext>
                </a:extLst>
              </a:tr>
              <a:tr h="9073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答辩委员会秘书：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严红平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副教授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中国地质大学（北京）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7154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ff1e5f8-d21a-499a-a390-a9f13eed134d"/>
  <p:tag name="COMMONDATA" val="eyJoZGlkIjoiZWJiZWNiYTRmNGY2YzE0NDM2NDk1N2Y2NGZkNjhiYm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202</Words>
  <Application>Microsoft Office PowerPoint</Application>
  <PresentationFormat>自定义</PresentationFormat>
  <Paragraphs>48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华文新魏</vt:lpstr>
      <vt:lpstr>楷体</vt:lpstr>
      <vt:lpstr>Arial</vt:lpstr>
      <vt:lpstr>Calibri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若妍 陈</cp:lastModifiedBy>
  <cp:revision>259</cp:revision>
  <dcterms:created xsi:type="dcterms:W3CDTF">2020-05-30T07:41:00Z</dcterms:created>
  <dcterms:modified xsi:type="dcterms:W3CDTF">2025-05-17T14:53:44Z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2052-11.1.0.12165</vt:lpwstr>
  </property>
  <property fmtid="{D5CDD505-2E9C-101B-9397-08002B2CF9AE}" pid="3" name="ICV">
    <vt:lpwstr>F855DF81A484452DAAF158534EB05E92</vt:lpwstr>
  </property>
</Properties>
</file>